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aveSubsetFonts="1">
  <p:sldMasterIdLst>
    <p:sldMasterId id="2147483926" r:id="rId4"/>
    <p:sldMasterId id="2147483930" r:id="rId5"/>
  </p:sldMasterIdLst>
  <p:notesMasterIdLst>
    <p:notesMasterId r:id="rId127"/>
  </p:notesMasterIdLst>
  <p:handoutMasterIdLst>
    <p:handoutMasterId r:id="rId128"/>
  </p:handoutMasterIdLst>
  <p:sldIdLst>
    <p:sldId id="746" r:id="rId6"/>
    <p:sldId id="2147481881" r:id="rId7"/>
    <p:sldId id="1924" r:id="rId8"/>
    <p:sldId id="2147481980" r:id="rId9"/>
    <p:sldId id="2278" r:id="rId10"/>
    <p:sldId id="2147482178" r:id="rId11"/>
    <p:sldId id="2147481913" r:id="rId12"/>
    <p:sldId id="2147482091" r:id="rId13"/>
    <p:sldId id="2147481916" r:id="rId14"/>
    <p:sldId id="2147481971" r:id="rId15"/>
    <p:sldId id="2147481939" r:id="rId16"/>
    <p:sldId id="2147481914" r:id="rId17"/>
    <p:sldId id="2147482179" r:id="rId18"/>
    <p:sldId id="2147481918" r:id="rId19"/>
    <p:sldId id="2147482059" r:id="rId20"/>
    <p:sldId id="2147481919" r:id="rId21"/>
    <p:sldId id="2147481920" r:id="rId22"/>
    <p:sldId id="2147481923" r:id="rId23"/>
    <p:sldId id="2147481921" r:id="rId24"/>
    <p:sldId id="2147482102" r:id="rId25"/>
    <p:sldId id="2147482071" r:id="rId26"/>
    <p:sldId id="2147481922" r:id="rId27"/>
    <p:sldId id="2147481963" r:id="rId28"/>
    <p:sldId id="2147482097" r:id="rId29"/>
    <p:sldId id="2147481924" r:id="rId30"/>
    <p:sldId id="2147482114" r:id="rId31"/>
    <p:sldId id="2147481925" r:id="rId32"/>
    <p:sldId id="2147481926" r:id="rId33"/>
    <p:sldId id="2147481928" r:id="rId34"/>
    <p:sldId id="2147481930" r:id="rId35"/>
    <p:sldId id="2147482093" r:id="rId36"/>
    <p:sldId id="2147482142" r:id="rId37"/>
    <p:sldId id="2147482092" r:id="rId38"/>
    <p:sldId id="2147482094" r:id="rId39"/>
    <p:sldId id="2147481940" r:id="rId40"/>
    <p:sldId id="2147482153" r:id="rId41"/>
    <p:sldId id="2147482154" r:id="rId42"/>
    <p:sldId id="2147482155" r:id="rId43"/>
    <p:sldId id="2147482156" r:id="rId44"/>
    <p:sldId id="2147482157" r:id="rId45"/>
    <p:sldId id="2147482158" r:id="rId46"/>
    <p:sldId id="2147482159" r:id="rId47"/>
    <p:sldId id="2147482160" r:id="rId48"/>
    <p:sldId id="2147482182" r:id="rId49"/>
    <p:sldId id="2147481908" r:id="rId50"/>
    <p:sldId id="2147481882" r:id="rId51"/>
    <p:sldId id="2147481816" r:id="rId52"/>
    <p:sldId id="2209" r:id="rId53"/>
    <p:sldId id="2147482186" r:id="rId54"/>
    <p:sldId id="2147481935" r:id="rId55"/>
    <p:sldId id="2241" r:id="rId56"/>
    <p:sldId id="2147482020" r:id="rId57"/>
    <p:sldId id="2147482187" r:id="rId58"/>
    <p:sldId id="2147481730" r:id="rId59"/>
    <p:sldId id="2147481841" r:id="rId60"/>
    <p:sldId id="2147481747" r:id="rId61"/>
    <p:sldId id="2213" r:id="rId62"/>
    <p:sldId id="2147481872" r:id="rId63"/>
    <p:sldId id="2147482046" r:id="rId64"/>
    <p:sldId id="2147481944" r:id="rId65"/>
    <p:sldId id="2147482183" r:id="rId66"/>
    <p:sldId id="2147482188" r:id="rId67"/>
    <p:sldId id="2147481784" r:id="rId68"/>
    <p:sldId id="2147481943" r:id="rId69"/>
    <p:sldId id="2147481900" r:id="rId70"/>
    <p:sldId id="2147481782" r:id="rId71"/>
    <p:sldId id="2147481893" r:id="rId72"/>
    <p:sldId id="2147481777" r:id="rId73"/>
    <p:sldId id="2147482030" r:id="rId74"/>
    <p:sldId id="2181" r:id="rId75"/>
    <p:sldId id="2147481974" r:id="rId76"/>
    <p:sldId id="2147481959" r:id="rId77"/>
    <p:sldId id="2147481961" r:id="rId78"/>
    <p:sldId id="2147481898" r:id="rId79"/>
    <p:sldId id="2147482052" r:id="rId80"/>
    <p:sldId id="2147482058" r:id="rId81"/>
    <p:sldId id="2147482119" r:id="rId82"/>
    <p:sldId id="2147482120" r:id="rId83"/>
    <p:sldId id="2147482123" r:id="rId84"/>
    <p:sldId id="2147481954" r:id="rId85"/>
    <p:sldId id="2147482171" r:id="rId86"/>
    <p:sldId id="2147481955" r:id="rId87"/>
    <p:sldId id="2147481957" r:id="rId88"/>
    <p:sldId id="2147482074" r:id="rId89"/>
    <p:sldId id="2147481958" r:id="rId90"/>
    <p:sldId id="2147482019" r:id="rId91"/>
    <p:sldId id="2147481967" r:id="rId92"/>
    <p:sldId id="2147482076" r:id="rId93"/>
    <p:sldId id="2147482124" r:id="rId94"/>
    <p:sldId id="2147481830" r:id="rId95"/>
    <p:sldId id="2147482067" r:id="rId96"/>
    <p:sldId id="2147482110" r:id="rId97"/>
    <p:sldId id="2147482121" r:id="rId98"/>
    <p:sldId id="2147482010" r:id="rId99"/>
    <p:sldId id="2147481982" r:id="rId100"/>
    <p:sldId id="2147481788" r:id="rId101"/>
    <p:sldId id="2147482170" r:id="rId102"/>
    <p:sldId id="2147482147" r:id="rId103"/>
    <p:sldId id="2147481949" r:id="rId104"/>
    <p:sldId id="2147482060" r:id="rId105"/>
    <p:sldId id="2147482062" r:id="rId106"/>
    <p:sldId id="2147482165" r:id="rId107"/>
    <p:sldId id="2147482065" r:id="rId108"/>
    <p:sldId id="2147482177" r:id="rId109"/>
    <p:sldId id="2147482169" r:id="rId110"/>
    <p:sldId id="2147482139" r:id="rId111"/>
    <p:sldId id="2147482064" r:id="rId112"/>
    <p:sldId id="2147482127" r:id="rId113"/>
    <p:sldId id="2147482189" r:id="rId114"/>
    <p:sldId id="2147482176" r:id="rId115"/>
    <p:sldId id="2147482063" r:id="rId116"/>
    <p:sldId id="2147482066" r:id="rId117"/>
    <p:sldId id="2147482053" r:id="rId118"/>
    <p:sldId id="2147481945" r:id="rId119"/>
    <p:sldId id="2147481998" r:id="rId120"/>
    <p:sldId id="2147482000" r:id="rId121"/>
    <p:sldId id="2147482001" r:id="rId122"/>
    <p:sldId id="2147482002" r:id="rId123"/>
    <p:sldId id="2147482003" r:id="rId124"/>
    <p:sldId id="2147481796" r:id="rId125"/>
    <p:sldId id="2147481951" r:id="rId126"/>
  </p:sldIdLst>
  <p:sldSz cx="9906000" cy="6858000" type="A4"/>
  <p:notesSz cx="6735763" cy="9866313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제조지능화 추진 현황" id="{757319E2-B87E-41C3-A0CA-96E8E34394ED}">
          <p14:sldIdLst>
            <p14:sldId id="746"/>
          </p14:sldIdLst>
        </p14:section>
        <p14:section name="1. 과제 진행 현황_롤맵기술팀" id="{FE3C852B-9504-4B85-B18D-C0C284D185BE}">
          <p14:sldIdLst>
            <p14:sldId id="2147481881"/>
            <p14:sldId id="1924"/>
            <p14:sldId id="2147481980"/>
            <p14:sldId id="2278"/>
            <p14:sldId id="2147482178"/>
            <p14:sldId id="2147481913"/>
            <p14:sldId id="2147482091"/>
            <p14:sldId id="2147481916"/>
            <p14:sldId id="2147481971"/>
            <p14:sldId id="2147481939"/>
            <p14:sldId id="2147481914"/>
            <p14:sldId id="2147482179"/>
            <p14:sldId id="2147481918"/>
            <p14:sldId id="2147482059"/>
            <p14:sldId id="2147481919"/>
            <p14:sldId id="2147481920"/>
            <p14:sldId id="2147481923"/>
            <p14:sldId id="2147481921"/>
            <p14:sldId id="2147482102"/>
            <p14:sldId id="2147482071"/>
            <p14:sldId id="2147481922"/>
            <p14:sldId id="2147481963"/>
            <p14:sldId id="2147482097"/>
            <p14:sldId id="2147481924"/>
            <p14:sldId id="2147482114"/>
            <p14:sldId id="2147481925"/>
            <p14:sldId id="2147481926"/>
            <p14:sldId id="2147481928"/>
            <p14:sldId id="2147481930"/>
            <p14:sldId id="2147482093"/>
            <p14:sldId id="2147482142"/>
            <p14:sldId id="2147482092"/>
            <p14:sldId id="2147482094"/>
            <p14:sldId id="2147481940"/>
            <p14:sldId id="2147482153"/>
            <p14:sldId id="2147482154"/>
            <p14:sldId id="2147482155"/>
            <p14:sldId id="2147482156"/>
            <p14:sldId id="2147482157"/>
            <p14:sldId id="2147482158"/>
            <p14:sldId id="2147482159"/>
            <p14:sldId id="2147482160"/>
          </p14:sldIdLst>
        </p14:section>
        <p14:section name="2. 과제 진행 현황_셀추적기술팀" id="{D4FE187F-709B-4059-A91F-B9FC7EB370CD}">
          <p14:sldIdLst>
            <p14:sldId id="2147482182"/>
            <p14:sldId id="2147481908"/>
            <p14:sldId id="2147481882"/>
            <p14:sldId id="2147481816"/>
            <p14:sldId id="2209"/>
            <p14:sldId id="2147482186"/>
            <p14:sldId id="2147481935"/>
            <p14:sldId id="2241"/>
            <p14:sldId id="2147482020"/>
            <p14:sldId id="2147482187"/>
            <p14:sldId id="2147481730"/>
            <p14:sldId id="2147481841"/>
            <p14:sldId id="2147481747"/>
            <p14:sldId id="2213"/>
            <p14:sldId id="2147481872"/>
            <p14:sldId id="2147482046"/>
            <p14:sldId id="2147481944"/>
            <p14:sldId id="2147482183"/>
            <p14:sldId id="2147482188"/>
            <p14:sldId id="2147481784"/>
            <p14:sldId id="2147481943"/>
            <p14:sldId id="2147481900"/>
            <p14:sldId id="2147481782"/>
            <p14:sldId id="2147481893"/>
            <p14:sldId id="2147481777"/>
            <p14:sldId id="2147482030"/>
            <p14:sldId id="2181"/>
            <p14:sldId id="2147481974"/>
            <p14:sldId id="2147481959"/>
            <p14:sldId id="2147481961"/>
            <p14:sldId id="2147481898"/>
          </p14:sldIdLst>
        </p14:section>
        <p14:section name="3. 과제 진행 현황_데이터통합분석팀" id="{2258BF1B-9040-4AD6-9CC2-CA5BCD8BE5DC}">
          <p14:sldIdLst>
            <p14:sldId id="2147482052"/>
            <p14:sldId id="2147482058"/>
            <p14:sldId id="2147482119"/>
            <p14:sldId id="2147482120"/>
            <p14:sldId id="2147482123"/>
            <p14:sldId id="2147481954"/>
            <p14:sldId id="2147482171"/>
            <p14:sldId id="2147481955"/>
            <p14:sldId id="2147481957"/>
            <p14:sldId id="2147482074"/>
            <p14:sldId id="2147481958"/>
            <p14:sldId id="2147482019"/>
            <p14:sldId id="2147481967"/>
            <p14:sldId id="2147482076"/>
            <p14:sldId id="2147482124"/>
            <p14:sldId id="2147481830"/>
            <p14:sldId id="2147482067"/>
            <p14:sldId id="2147482110"/>
            <p14:sldId id="2147482121"/>
            <p14:sldId id="2147482010"/>
            <p14:sldId id="2147481982"/>
            <p14:sldId id="2147481788"/>
            <p14:sldId id="2147482170"/>
            <p14:sldId id="2147482147"/>
            <p14:sldId id="2147481949"/>
            <p14:sldId id="2147482060"/>
            <p14:sldId id="2147482062"/>
            <p14:sldId id="2147482165"/>
            <p14:sldId id="2147482065"/>
            <p14:sldId id="2147482177"/>
            <p14:sldId id="2147482169"/>
            <p14:sldId id="2147482139"/>
            <p14:sldId id="2147482064"/>
            <p14:sldId id="2147482127"/>
            <p14:sldId id="2147482189"/>
            <p14:sldId id="2147482176"/>
            <p14:sldId id="2147482063"/>
            <p14:sldId id="2147482066"/>
            <p14:sldId id="2147482053"/>
            <p14:sldId id="2147481945"/>
            <p14:sldId id="2147481998"/>
            <p14:sldId id="2147482000"/>
            <p14:sldId id="2147482001"/>
            <p14:sldId id="2147482002"/>
            <p14:sldId id="2147482003"/>
            <p14:sldId id="2147481796"/>
            <p14:sldId id="2147481951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618" userDrawn="1">
          <p15:clr>
            <a:srgbClr val="A4A3A4"/>
          </p15:clr>
        </p15:guide>
        <p15:guide id="2" pos="194" userDrawn="1">
          <p15:clr>
            <a:srgbClr val="A4A3A4"/>
          </p15:clr>
        </p15:guide>
        <p15:guide id="3" orient="horz" pos="4156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377" userDrawn="1">
          <p15:clr>
            <a:srgbClr val="A4A3A4"/>
          </p15:clr>
        </p15:guide>
        <p15:guide id="2" pos="2106" userDrawn="1">
          <p15:clr>
            <a:srgbClr val="A4A3A4"/>
          </p15:clr>
        </p15:guide>
      </p15:notes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7" name="심민규(MinKyu Sim)[minkyu.sim]/책임/제조지능화.제조PI.지능화기반.기반기술팀" initials="심S" lastIdx="0" clrIdx="6">
    <p:extLst>
      <p:ext uri="{19B8F6BF-5375-455C-9EA6-DF929625EA0E}">
        <p15:presenceInfo xmlns:p15="http://schemas.microsoft.com/office/powerpoint/2012/main" userId="S-1-5-21-886851358-1450416589-2733106619-29210" providerId="AD"/>
      </p:ext>
    </p:extLst>
  </p:cmAuthor>
  <p:cmAuthor id="1" name=" " initials="" lastIdx="1" clrIdx="0">
    <p:extLst>
      <p:ext uri="{19B8F6BF-5375-455C-9EA6-DF929625EA0E}">
        <p15:presenceInfo xmlns:p15="http://schemas.microsoft.com/office/powerpoint/2012/main" userId=" " providerId="None"/>
      </p:ext>
    </p:extLst>
  </p:cmAuthor>
  <p:cmAuthor id="8" name="조현우(HYEONWOO CHO)[recoiner]/선임/제조DX.제조DX솔루션.셀추적기술팀" initials="조C" lastIdx="0" clrIdx="7">
    <p:extLst>
      <p:ext uri="{19B8F6BF-5375-455C-9EA6-DF929625EA0E}">
        <p15:presenceInfo xmlns:p15="http://schemas.microsoft.com/office/powerpoint/2012/main" userId="S-1-5-21-886851358-1450416589-2733106619-73651" providerId="AD"/>
      </p:ext>
    </p:extLst>
  </p:cmAuthor>
  <p:cmAuthor id="2" name="김설희 " initials="김" lastIdx="0" clrIdx="1">
    <p:extLst>
      <p:ext uri="{19B8F6BF-5375-455C-9EA6-DF929625EA0E}">
        <p15:presenceInfo xmlns:p15="http://schemas.microsoft.com/office/powerpoint/2012/main" userId="김설희 " providerId="None"/>
      </p:ext>
    </p:extLst>
  </p:cmAuthor>
  <p:cmAuthor id="9" name="김도원(DOWON KIM)[ehdnjs104]/사원/제조DX.제조DX솔루션.롤맵기술팀" initials="김K" lastIdx="1" clrIdx="8">
    <p:extLst>
      <p:ext uri="{19B8F6BF-5375-455C-9EA6-DF929625EA0E}">
        <p15:presenceInfo xmlns:p15="http://schemas.microsoft.com/office/powerpoint/2012/main" userId="S-1-5-21-886851358-1450416589-2733106619-107421" providerId="AD"/>
      </p:ext>
    </p:extLst>
  </p:cmAuthor>
  <p:cmAuthor id="3" name="최성민 " initials="최" lastIdx="1" clrIdx="2">
    <p:extLst>
      <p:ext uri="{19B8F6BF-5375-455C-9EA6-DF929625EA0E}">
        <p15:presenceInfo xmlns:p15="http://schemas.microsoft.com/office/powerpoint/2012/main" userId="최성민 " providerId="None"/>
      </p:ext>
    </p:extLst>
  </p:cmAuthor>
  <p:cmAuthor id="4" name="박동욱 " initials="박" lastIdx="3" clrIdx="3">
    <p:extLst>
      <p:ext uri="{19B8F6BF-5375-455C-9EA6-DF929625EA0E}">
        <p15:presenceInfo xmlns:p15="http://schemas.microsoft.com/office/powerpoint/2012/main" userId="박동욱 " providerId="None"/>
      </p:ext>
    </p:extLst>
  </p:cmAuthor>
  <p:cmAuthor id="5" name="임성묵(SungMook Lim)[muksung0084]/사원/제조지능화.제조PI.지능화기반.기반구축1팀" initials="임L" lastIdx="1" clrIdx="4">
    <p:extLst>
      <p:ext uri="{19B8F6BF-5375-455C-9EA6-DF929625EA0E}">
        <p15:presenceInfo xmlns:p15="http://schemas.microsoft.com/office/powerpoint/2012/main" userId="S-1-5-21-886851358-1450416589-2733106619-104108" providerId="AD"/>
      </p:ext>
    </p:extLst>
  </p:cmAuthor>
  <p:cmAuthor id="6" name="최성민(Seongmin Choi)[choi.sm]/책임/제조지능화.데이터솔루션.조립셀추적기술팀" initials="최C" lastIdx="1" clrIdx="5">
    <p:extLst>
      <p:ext uri="{19B8F6BF-5375-455C-9EA6-DF929625EA0E}">
        <p15:presenceInfo xmlns:p15="http://schemas.microsoft.com/office/powerpoint/2012/main" userId="S-1-5-21-886851358-1450416589-2733106619-80070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FF"/>
    <a:srgbClr val="D9D9D9"/>
    <a:srgbClr val="FFC7CE"/>
    <a:srgbClr val="FFFF00"/>
    <a:srgbClr val="92D050"/>
    <a:srgbClr val="006600"/>
    <a:srgbClr val="7F7F7F"/>
    <a:srgbClr val="3333FF"/>
    <a:srgbClr val="1118EB"/>
    <a:srgbClr val="C0C0C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2D5ABB26-0587-4C30-8999-92F81FD0307C}" styleName="스타일 없음, 눈금 없음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9D7B26C5-4107-4FEC-AEDC-1716B250A1EF}" styleName="밝은 스타일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D7AC3CCA-C797-4891-BE02-D94E43425B78}" styleName="보통 스타일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 w="12700" cmpd="sng">
              <a:solidFill>
                <a:schemeClr val="dk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dk1">
              <a:tint val="20000"/>
            </a:schemeClr>
          </a:solidFill>
        </a:fill>
      </a:tcStyle>
    </a:firstRow>
  </a:tblStyle>
  <a:tblStyle styleId="{616DA210-FB5B-4158-B5E0-FEB733F419BA}" styleName="밝은 스타일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8EC20E35-A176-4012-BC5E-935CFFF8708E}" styleName="보통 스타일 3">
    <a:wholeTbl>
      <a:tcTxStyle>
        <a:fontRef idx="minor"/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E8034E78-7F5D-4C2E-B375-FC64B27BC917}" styleName="어두운 스타일 1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dk1">
              <a:tint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dk1">
              <a:tint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dk1">
              <a:tint val="6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BDBED569-4797-4DF1-A0F4-6AAB3CD982D8}" styleName="밝은 스타일 3 - 강조 5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 w="12700" cmpd="sng">
              <a:solidFill>
                <a:schemeClr val="accent5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20000"/>
            </a:schemeClr>
          </a:solidFill>
        </a:fill>
      </a:tcStyle>
    </a:band1H>
    <a:band1V>
      <a:tcStyle>
        <a:tcBdr/>
        <a:fill>
          <a:solidFill>
            <a:schemeClr val="accent5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5"/>
              </a:solidFill>
            </a:ln>
          </a:bottom>
        </a:tcBdr>
        <a:fill>
          <a:noFill/>
        </a:fill>
      </a:tcStyle>
    </a:firstRow>
  </a:tblStyle>
  <a:tblStyle styleId="{073A0DAA-6AF3-43AB-8588-CEC1D06C72B9}" styleName="보통 스타일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793D81CF-94F2-401A-BA57-92F5A7B2D0C5}" styleName="보통 스타일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Row>
  </a:tblStyle>
  <a:tblStyle styleId="{21E4AEA4-8DFA-4A89-87EB-49C32662AFE0}" styleName="보통 스타일 2 - 강조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F5AB1C69-6EDB-4FF4-983F-18BD219EF322}" styleName="보통 스타일 2 - 강조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00A15C55-8517-42AA-B614-E9B94910E393}" styleName="보통 스타일 2 - 강조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7DF18680-E054-41AD-8BC1-D1AEF772440D}" styleName="보통 스타일 2 - 강조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93296810-A885-4BE3-A3E7-6D5BEEA58F35}" styleName="보통 스타일 2 - 강조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775DCB02-9BB8-47FD-8907-85C794F793BA}" styleName="테마 스타일 1 - 강조 4">
    <a:tblBg>
      <a:fillRef idx="2">
        <a:schemeClr val="accent4"/>
      </a:fillRef>
      <a:effectRef idx="1">
        <a:schemeClr val="accent4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Ref idx="1">
              <a:schemeClr val="accent4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  <a:fill>
          <a:solidFill>
            <a:schemeClr val="accent4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4"/>
            </a:lnRef>
          </a:left>
          <a:right>
            <a:lnRef idx="2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2">
              <a:schemeClr val="accent4"/>
            </a:lnRef>
          </a:top>
          <a:bottom>
            <a:lnRef idx="2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4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7390" autoAdjust="0"/>
    <p:restoredTop sz="95921" autoAdjust="0"/>
  </p:normalViewPr>
  <p:slideViewPr>
    <p:cSldViewPr snapToGrid="0">
      <p:cViewPr varScale="1">
        <p:scale>
          <a:sx n="154" d="100"/>
          <a:sy n="154" d="100"/>
        </p:scale>
        <p:origin x="2268" y="144"/>
      </p:cViewPr>
      <p:guideLst>
        <p:guide orient="horz" pos="618"/>
        <p:guide pos="194"/>
        <p:guide orient="horz" pos="4156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>
        <p:scale>
          <a:sx n="1" d="2"/>
          <a:sy n="1" d="2"/>
        </p:scale>
        <p:origin x="0" y="0"/>
      </p:cViewPr>
      <p:guideLst>
        <p:guide orient="horz" pos="3377"/>
        <p:guide pos="2106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2.xml"/><Relationship Id="rId21" Type="http://schemas.openxmlformats.org/officeDocument/2006/relationships/slide" Target="slides/slide16.xml"/><Relationship Id="rId42" Type="http://schemas.openxmlformats.org/officeDocument/2006/relationships/slide" Target="slides/slide37.xml"/><Relationship Id="rId63" Type="http://schemas.openxmlformats.org/officeDocument/2006/relationships/slide" Target="slides/slide58.xml"/><Relationship Id="rId84" Type="http://schemas.openxmlformats.org/officeDocument/2006/relationships/slide" Target="slides/slide79.xml"/><Relationship Id="rId16" Type="http://schemas.openxmlformats.org/officeDocument/2006/relationships/slide" Target="slides/slide11.xml"/><Relationship Id="rId107" Type="http://schemas.openxmlformats.org/officeDocument/2006/relationships/slide" Target="slides/slide102.xml"/><Relationship Id="rId11" Type="http://schemas.openxmlformats.org/officeDocument/2006/relationships/slide" Target="slides/slide6.xml"/><Relationship Id="rId32" Type="http://schemas.openxmlformats.org/officeDocument/2006/relationships/slide" Target="slides/slide27.xml"/><Relationship Id="rId37" Type="http://schemas.openxmlformats.org/officeDocument/2006/relationships/slide" Target="slides/slide32.xml"/><Relationship Id="rId53" Type="http://schemas.openxmlformats.org/officeDocument/2006/relationships/slide" Target="slides/slide48.xml"/><Relationship Id="rId58" Type="http://schemas.openxmlformats.org/officeDocument/2006/relationships/slide" Target="slides/slide53.xml"/><Relationship Id="rId74" Type="http://schemas.openxmlformats.org/officeDocument/2006/relationships/slide" Target="slides/slide69.xml"/><Relationship Id="rId79" Type="http://schemas.openxmlformats.org/officeDocument/2006/relationships/slide" Target="slides/slide74.xml"/><Relationship Id="rId102" Type="http://schemas.openxmlformats.org/officeDocument/2006/relationships/slide" Target="slides/slide97.xml"/><Relationship Id="rId123" Type="http://schemas.openxmlformats.org/officeDocument/2006/relationships/slide" Target="slides/slide118.xml"/><Relationship Id="rId128" Type="http://schemas.openxmlformats.org/officeDocument/2006/relationships/handoutMaster" Target="handoutMasters/handoutMaster1.xml"/><Relationship Id="rId5" Type="http://schemas.openxmlformats.org/officeDocument/2006/relationships/slideMaster" Target="slideMasters/slideMaster2.xml"/><Relationship Id="rId90" Type="http://schemas.openxmlformats.org/officeDocument/2006/relationships/slide" Target="slides/slide85.xml"/><Relationship Id="rId95" Type="http://schemas.openxmlformats.org/officeDocument/2006/relationships/slide" Target="slides/slide90.xml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43" Type="http://schemas.openxmlformats.org/officeDocument/2006/relationships/slide" Target="slides/slide38.xml"/><Relationship Id="rId48" Type="http://schemas.openxmlformats.org/officeDocument/2006/relationships/slide" Target="slides/slide43.xml"/><Relationship Id="rId64" Type="http://schemas.openxmlformats.org/officeDocument/2006/relationships/slide" Target="slides/slide59.xml"/><Relationship Id="rId69" Type="http://schemas.openxmlformats.org/officeDocument/2006/relationships/slide" Target="slides/slide64.xml"/><Relationship Id="rId113" Type="http://schemas.openxmlformats.org/officeDocument/2006/relationships/slide" Target="slides/slide108.xml"/><Relationship Id="rId118" Type="http://schemas.openxmlformats.org/officeDocument/2006/relationships/slide" Target="slides/slide113.xml"/><Relationship Id="rId134" Type="http://schemas.microsoft.com/office/2016/11/relationships/changesInfo" Target="changesInfos/changesInfo1.xml"/><Relationship Id="rId80" Type="http://schemas.openxmlformats.org/officeDocument/2006/relationships/slide" Target="slides/slide75.xml"/><Relationship Id="rId85" Type="http://schemas.openxmlformats.org/officeDocument/2006/relationships/slide" Target="slides/slide80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33" Type="http://schemas.openxmlformats.org/officeDocument/2006/relationships/slide" Target="slides/slide28.xml"/><Relationship Id="rId38" Type="http://schemas.openxmlformats.org/officeDocument/2006/relationships/slide" Target="slides/slide33.xml"/><Relationship Id="rId59" Type="http://schemas.openxmlformats.org/officeDocument/2006/relationships/slide" Target="slides/slide54.xml"/><Relationship Id="rId103" Type="http://schemas.openxmlformats.org/officeDocument/2006/relationships/slide" Target="slides/slide98.xml"/><Relationship Id="rId108" Type="http://schemas.openxmlformats.org/officeDocument/2006/relationships/slide" Target="slides/slide103.xml"/><Relationship Id="rId124" Type="http://schemas.openxmlformats.org/officeDocument/2006/relationships/slide" Target="slides/slide119.xml"/><Relationship Id="rId129" Type="http://schemas.openxmlformats.org/officeDocument/2006/relationships/commentAuthors" Target="commentAuthors.xml"/><Relationship Id="rId54" Type="http://schemas.openxmlformats.org/officeDocument/2006/relationships/slide" Target="slides/slide49.xml"/><Relationship Id="rId70" Type="http://schemas.openxmlformats.org/officeDocument/2006/relationships/slide" Target="slides/slide65.xml"/><Relationship Id="rId75" Type="http://schemas.openxmlformats.org/officeDocument/2006/relationships/slide" Target="slides/slide70.xml"/><Relationship Id="rId91" Type="http://schemas.openxmlformats.org/officeDocument/2006/relationships/slide" Target="slides/slide86.xml"/><Relationship Id="rId96" Type="http://schemas.openxmlformats.org/officeDocument/2006/relationships/slide" Target="slides/slide91.xml"/><Relationship Id="rId1" Type="http://schemas.openxmlformats.org/officeDocument/2006/relationships/customXml" Target="../customXml/item1.xml"/><Relationship Id="rId6" Type="http://schemas.openxmlformats.org/officeDocument/2006/relationships/slide" Target="slides/slide1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49" Type="http://schemas.openxmlformats.org/officeDocument/2006/relationships/slide" Target="slides/slide44.xml"/><Relationship Id="rId114" Type="http://schemas.openxmlformats.org/officeDocument/2006/relationships/slide" Target="slides/slide109.xml"/><Relationship Id="rId119" Type="http://schemas.openxmlformats.org/officeDocument/2006/relationships/slide" Target="slides/slide114.xml"/><Relationship Id="rId44" Type="http://schemas.openxmlformats.org/officeDocument/2006/relationships/slide" Target="slides/slide39.xml"/><Relationship Id="rId60" Type="http://schemas.openxmlformats.org/officeDocument/2006/relationships/slide" Target="slides/slide55.xml"/><Relationship Id="rId65" Type="http://schemas.openxmlformats.org/officeDocument/2006/relationships/slide" Target="slides/slide60.xml"/><Relationship Id="rId81" Type="http://schemas.openxmlformats.org/officeDocument/2006/relationships/slide" Target="slides/slide76.xml"/><Relationship Id="rId86" Type="http://schemas.openxmlformats.org/officeDocument/2006/relationships/slide" Target="slides/slide81.xml"/><Relationship Id="rId130" Type="http://schemas.openxmlformats.org/officeDocument/2006/relationships/presProps" Target="presProps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39" Type="http://schemas.openxmlformats.org/officeDocument/2006/relationships/slide" Target="slides/slide34.xml"/><Relationship Id="rId109" Type="http://schemas.openxmlformats.org/officeDocument/2006/relationships/slide" Target="slides/slide104.xml"/><Relationship Id="rId34" Type="http://schemas.openxmlformats.org/officeDocument/2006/relationships/slide" Target="slides/slide29.xml"/><Relationship Id="rId50" Type="http://schemas.openxmlformats.org/officeDocument/2006/relationships/slide" Target="slides/slide45.xml"/><Relationship Id="rId55" Type="http://schemas.openxmlformats.org/officeDocument/2006/relationships/slide" Target="slides/slide50.xml"/><Relationship Id="rId76" Type="http://schemas.openxmlformats.org/officeDocument/2006/relationships/slide" Target="slides/slide71.xml"/><Relationship Id="rId97" Type="http://schemas.openxmlformats.org/officeDocument/2006/relationships/slide" Target="slides/slide92.xml"/><Relationship Id="rId104" Type="http://schemas.openxmlformats.org/officeDocument/2006/relationships/slide" Target="slides/slide99.xml"/><Relationship Id="rId120" Type="http://schemas.openxmlformats.org/officeDocument/2006/relationships/slide" Target="slides/slide115.xml"/><Relationship Id="rId125" Type="http://schemas.openxmlformats.org/officeDocument/2006/relationships/slide" Target="slides/slide120.xml"/><Relationship Id="rId7" Type="http://schemas.openxmlformats.org/officeDocument/2006/relationships/slide" Target="slides/slide2.xml"/><Relationship Id="rId71" Type="http://schemas.openxmlformats.org/officeDocument/2006/relationships/slide" Target="slides/slide66.xml"/><Relationship Id="rId92" Type="http://schemas.openxmlformats.org/officeDocument/2006/relationships/slide" Target="slides/slide87.xml"/><Relationship Id="rId2" Type="http://schemas.openxmlformats.org/officeDocument/2006/relationships/customXml" Target="../customXml/item2.xml"/><Relationship Id="rId29" Type="http://schemas.openxmlformats.org/officeDocument/2006/relationships/slide" Target="slides/slide24.xml"/><Relationship Id="rId24" Type="http://schemas.openxmlformats.org/officeDocument/2006/relationships/slide" Target="slides/slide19.xml"/><Relationship Id="rId40" Type="http://schemas.openxmlformats.org/officeDocument/2006/relationships/slide" Target="slides/slide35.xml"/><Relationship Id="rId45" Type="http://schemas.openxmlformats.org/officeDocument/2006/relationships/slide" Target="slides/slide40.xml"/><Relationship Id="rId66" Type="http://schemas.openxmlformats.org/officeDocument/2006/relationships/slide" Target="slides/slide61.xml"/><Relationship Id="rId87" Type="http://schemas.openxmlformats.org/officeDocument/2006/relationships/slide" Target="slides/slide82.xml"/><Relationship Id="rId110" Type="http://schemas.openxmlformats.org/officeDocument/2006/relationships/slide" Target="slides/slide105.xml"/><Relationship Id="rId115" Type="http://schemas.openxmlformats.org/officeDocument/2006/relationships/slide" Target="slides/slide110.xml"/><Relationship Id="rId131" Type="http://schemas.openxmlformats.org/officeDocument/2006/relationships/viewProps" Target="viewProps.xml"/><Relationship Id="rId61" Type="http://schemas.openxmlformats.org/officeDocument/2006/relationships/slide" Target="slides/slide56.xml"/><Relationship Id="rId82" Type="http://schemas.openxmlformats.org/officeDocument/2006/relationships/slide" Target="slides/slide77.xml"/><Relationship Id="rId19" Type="http://schemas.openxmlformats.org/officeDocument/2006/relationships/slide" Target="slides/slide14.xml"/><Relationship Id="rId14" Type="http://schemas.openxmlformats.org/officeDocument/2006/relationships/slide" Target="slides/slide9.xml"/><Relationship Id="rId30" Type="http://schemas.openxmlformats.org/officeDocument/2006/relationships/slide" Target="slides/slide25.xml"/><Relationship Id="rId35" Type="http://schemas.openxmlformats.org/officeDocument/2006/relationships/slide" Target="slides/slide30.xml"/><Relationship Id="rId56" Type="http://schemas.openxmlformats.org/officeDocument/2006/relationships/slide" Target="slides/slide51.xml"/><Relationship Id="rId77" Type="http://schemas.openxmlformats.org/officeDocument/2006/relationships/slide" Target="slides/slide72.xml"/><Relationship Id="rId100" Type="http://schemas.openxmlformats.org/officeDocument/2006/relationships/slide" Target="slides/slide95.xml"/><Relationship Id="rId105" Type="http://schemas.openxmlformats.org/officeDocument/2006/relationships/slide" Target="slides/slide100.xml"/><Relationship Id="rId126" Type="http://schemas.openxmlformats.org/officeDocument/2006/relationships/slide" Target="slides/slide121.xml"/><Relationship Id="rId8" Type="http://schemas.openxmlformats.org/officeDocument/2006/relationships/slide" Target="slides/slide3.xml"/><Relationship Id="rId51" Type="http://schemas.openxmlformats.org/officeDocument/2006/relationships/slide" Target="slides/slide46.xml"/><Relationship Id="rId72" Type="http://schemas.openxmlformats.org/officeDocument/2006/relationships/slide" Target="slides/slide67.xml"/><Relationship Id="rId93" Type="http://schemas.openxmlformats.org/officeDocument/2006/relationships/slide" Target="slides/slide88.xml"/><Relationship Id="rId98" Type="http://schemas.openxmlformats.org/officeDocument/2006/relationships/slide" Target="slides/slide93.xml"/><Relationship Id="rId121" Type="http://schemas.openxmlformats.org/officeDocument/2006/relationships/slide" Target="slides/slide116.xml"/><Relationship Id="rId3" Type="http://schemas.openxmlformats.org/officeDocument/2006/relationships/customXml" Target="../customXml/item3.xml"/><Relationship Id="rId25" Type="http://schemas.openxmlformats.org/officeDocument/2006/relationships/slide" Target="slides/slide20.xml"/><Relationship Id="rId46" Type="http://schemas.openxmlformats.org/officeDocument/2006/relationships/slide" Target="slides/slide41.xml"/><Relationship Id="rId67" Type="http://schemas.openxmlformats.org/officeDocument/2006/relationships/slide" Target="slides/slide62.xml"/><Relationship Id="rId116" Type="http://schemas.openxmlformats.org/officeDocument/2006/relationships/slide" Target="slides/slide111.xml"/><Relationship Id="rId20" Type="http://schemas.openxmlformats.org/officeDocument/2006/relationships/slide" Target="slides/slide15.xml"/><Relationship Id="rId41" Type="http://schemas.openxmlformats.org/officeDocument/2006/relationships/slide" Target="slides/slide36.xml"/><Relationship Id="rId62" Type="http://schemas.openxmlformats.org/officeDocument/2006/relationships/slide" Target="slides/slide57.xml"/><Relationship Id="rId83" Type="http://schemas.openxmlformats.org/officeDocument/2006/relationships/slide" Target="slides/slide78.xml"/><Relationship Id="rId88" Type="http://schemas.openxmlformats.org/officeDocument/2006/relationships/slide" Target="slides/slide83.xml"/><Relationship Id="rId111" Type="http://schemas.openxmlformats.org/officeDocument/2006/relationships/slide" Target="slides/slide106.xml"/><Relationship Id="rId132" Type="http://schemas.openxmlformats.org/officeDocument/2006/relationships/theme" Target="theme/theme1.xml"/><Relationship Id="rId15" Type="http://schemas.openxmlformats.org/officeDocument/2006/relationships/slide" Target="slides/slide10.xml"/><Relationship Id="rId36" Type="http://schemas.openxmlformats.org/officeDocument/2006/relationships/slide" Target="slides/slide31.xml"/><Relationship Id="rId57" Type="http://schemas.openxmlformats.org/officeDocument/2006/relationships/slide" Target="slides/slide52.xml"/><Relationship Id="rId106" Type="http://schemas.openxmlformats.org/officeDocument/2006/relationships/slide" Target="slides/slide101.xml"/><Relationship Id="rId127" Type="http://schemas.openxmlformats.org/officeDocument/2006/relationships/notesMaster" Target="notesMasters/notesMaster1.xml"/><Relationship Id="rId10" Type="http://schemas.openxmlformats.org/officeDocument/2006/relationships/slide" Target="slides/slide5.xml"/><Relationship Id="rId31" Type="http://schemas.openxmlformats.org/officeDocument/2006/relationships/slide" Target="slides/slide26.xml"/><Relationship Id="rId52" Type="http://schemas.openxmlformats.org/officeDocument/2006/relationships/slide" Target="slides/slide47.xml"/><Relationship Id="rId73" Type="http://schemas.openxmlformats.org/officeDocument/2006/relationships/slide" Target="slides/slide68.xml"/><Relationship Id="rId78" Type="http://schemas.openxmlformats.org/officeDocument/2006/relationships/slide" Target="slides/slide73.xml"/><Relationship Id="rId94" Type="http://schemas.openxmlformats.org/officeDocument/2006/relationships/slide" Target="slides/slide89.xml"/><Relationship Id="rId99" Type="http://schemas.openxmlformats.org/officeDocument/2006/relationships/slide" Target="slides/slide94.xml"/><Relationship Id="rId101" Type="http://schemas.openxmlformats.org/officeDocument/2006/relationships/slide" Target="slides/slide96.xml"/><Relationship Id="rId122" Type="http://schemas.openxmlformats.org/officeDocument/2006/relationships/slide" Target="slides/slide117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26" Type="http://schemas.openxmlformats.org/officeDocument/2006/relationships/slide" Target="slides/slide21.xml"/><Relationship Id="rId47" Type="http://schemas.openxmlformats.org/officeDocument/2006/relationships/slide" Target="slides/slide42.xml"/><Relationship Id="rId68" Type="http://schemas.openxmlformats.org/officeDocument/2006/relationships/slide" Target="slides/slide63.xml"/><Relationship Id="rId89" Type="http://schemas.openxmlformats.org/officeDocument/2006/relationships/slide" Target="slides/slide84.xml"/><Relationship Id="rId112" Type="http://schemas.openxmlformats.org/officeDocument/2006/relationships/slide" Target="slides/slide107.xml"/><Relationship Id="rId133" Type="http://schemas.openxmlformats.org/officeDocument/2006/relationships/tableStyles" Target="tableStyle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박형식(HYEONG SIK PARK)[hyspark]/사원/제조DX.제조DX솔루션.데이터통합분석팀" userId="0cd7f50e-5bcd-4bfb-9828-a186843fb8c8" providerId="ADAL" clId="{3C13698A-D986-4E8D-92FC-A10E2ECC406A}"/>
    <pc:docChg chg="undo custSel modSld">
      <pc:chgData name="박형식(HYEONG SIK PARK)[hyspark]/사원/제조DX.제조DX솔루션.데이터통합분석팀" userId="0cd7f50e-5bcd-4bfb-9828-a186843fb8c8" providerId="ADAL" clId="{3C13698A-D986-4E8D-92FC-A10E2ECC406A}" dt="2025-12-09T04:50:09.659" v="84" actId="207"/>
      <pc:docMkLst>
        <pc:docMk/>
      </pc:docMkLst>
      <pc:sldChg chg="modSp mod">
        <pc:chgData name="박형식(HYEONG SIK PARK)[hyspark]/사원/제조DX.제조DX솔루션.데이터통합분석팀" userId="0cd7f50e-5bcd-4bfb-9828-a186843fb8c8" providerId="ADAL" clId="{3C13698A-D986-4E8D-92FC-A10E2ECC406A}" dt="2025-12-09T04:50:09.659" v="84" actId="207"/>
        <pc:sldMkLst>
          <pc:docMk/>
          <pc:sldMk cId="710661984" sldId="2147482065"/>
        </pc:sldMkLst>
        <pc:spChg chg="mod">
          <ac:chgData name="박형식(HYEONG SIK PARK)[hyspark]/사원/제조DX.제조DX솔루션.데이터통합분석팀" userId="0cd7f50e-5bcd-4bfb-9828-a186843fb8c8" providerId="ADAL" clId="{3C13698A-D986-4E8D-92FC-A10E2ECC406A}" dt="2025-12-09T04:48:56.198" v="81"/>
          <ac:spMkLst>
            <pc:docMk/>
            <pc:sldMk cId="710661984" sldId="2147482065"/>
            <ac:spMk id="28" creationId="{1397614B-B268-4B17-A9FC-A5A1F2BAC63A}"/>
          </ac:spMkLst>
        </pc:spChg>
        <pc:spChg chg="mod">
          <ac:chgData name="박형식(HYEONG SIK PARK)[hyspark]/사원/제조DX.제조DX솔루션.데이터통합분석팀" userId="0cd7f50e-5bcd-4bfb-9828-a186843fb8c8" providerId="ADAL" clId="{3C13698A-D986-4E8D-92FC-A10E2ECC406A}" dt="2025-12-09T04:45:03.567" v="59" actId="1076"/>
          <ac:spMkLst>
            <pc:docMk/>
            <pc:sldMk cId="710661984" sldId="2147482065"/>
            <ac:spMk id="40" creationId="{874AA230-4BEB-4ECB-B45C-5FDEB60FB5EC}"/>
          </ac:spMkLst>
        </pc:spChg>
        <pc:graphicFrameChg chg="mod modGraphic">
          <ac:chgData name="박형식(HYEONG SIK PARK)[hyspark]/사원/제조DX.제조DX솔루션.데이터통합분석팀" userId="0cd7f50e-5bcd-4bfb-9828-a186843fb8c8" providerId="ADAL" clId="{3C13698A-D986-4E8D-92FC-A10E2ECC406A}" dt="2025-12-09T04:38:40.692" v="14" actId="207"/>
          <ac:graphicFrameMkLst>
            <pc:docMk/>
            <pc:sldMk cId="710661984" sldId="2147482065"/>
            <ac:graphicFrameMk id="27" creationId="{C0FBC9B7-527F-49F4-9D3C-676F45B49387}"/>
          </ac:graphicFrameMkLst>
        </pc:graphicFrameChg>
        <pc:graphicFrameChg chg="mod modGraphic">
          <ac:chgData name="박형식(HYEONG SIK PARK)[hyspark]/사원/제조DX.제조DX솔루션.데이터통합분석팀" userId="0cd7f50e-5bcd-4bfb-9828-a186843fb8c8" providerId="ADAL" clId="{3C13698A-D986-4E8D-92FC-A10E2ECC406A}" dt="2025-12-09T04:50:09.659" v="84" actId="207"/>
          <ac:graphicFrameMkLst>
            <pc:docMk/>
            <pc:sldMk cId="710661984" sldId="2147482065"/>
            <ac:graphicFrameMk id="33" creationId="{ACB985E5-A980-461B-96AF-E2F1238E6023}"/>
          </ac:graphicFrameMkLst>
        </pc:graphicFrameChg>
      </pc:sldChg>
    </pc:docChg>
  </pc:docChgLst>
  <pc:docChgLst>
    <pc:chgData name="박재완(parkjaewan)[jaewan25]/사원/제조지능화.데이터솔루션.전극롤맵기술팀" userId="f6b571f3-609a-4560-9b16-be759616b682" providerId="ADAL" clId="{E1D307FA-4C95-4898-9FA1-1B2B53CB57F5}"/>
    <pc:docChg chg="custSel modSld">
      <pc:chgData name="박재완(parkjaewan)[jaewan25]/사원/제조지능화.데이터솔루션.전극롤맵기술팀" userId="f6b571f3-609a-4560-9b16-be759616b682" providerId="ADAL" clId="{E1D307FA-4C95-4898-9FA1-1B2B53CB57F5}" dt="2025-11-05T05:31:33.005" v="408" actId="20577"/>
      <pc:docMkLst>
        <pc:docMk/>
      </pc:docMkLst>
      <pc:sldChg chg="modSp">
        <pc:chgData name="박재완(parkjaewan)[jaewan25]/사원/제조지능화.데이터솔루션.전극롤맵기술팀" userId="f6b571f3-609a-4560-9b16-be759616b682" providerId="ADAL" clId="{E1D307FA-4C95-4898-9FA1-1B2B53CB57F5}" dt="2025-11-05T05:24:04.256" v="323" actId="20577"/>
        <pc:sldMkLst>
          <pc:docMk/>
          <pc:sldMk cId="1357868518" sldId="2147481919"/>
        </pc:sldMkLst>
        <pc:spChg chg="mod">
          <ac:chgData name="박재완(parkjaewan)[jaewan25]/사원/제조지능화.데이터솔루션.전극롤맵기술팀" userId="f6b571f3-609a-4560-9b16-be759616b682" providerId="ADAL" clId="{E1D307FA-4C95-4898-9FA1-1B2B53CB57F5}" dt="2025-11-05T05:23:02.078" v="187" actId="20577"/>
          <ac:spMkLst>
            <pc:docMk/>
            <pc:sldMk cId="1357868518" sldId="2147481919"/>
            <ac:spMk id="18" creationId="{72943F47-EAEA-4391-A2BC-C7C33A8E8CFD}"/>
          </ac:spMkLst>
        </pc:spChg>
        <pc:graphicFrameChg chg="mod modGraphic">
          <ac:chgData name="박재완(parkjaewan)[jaewan25]/사원/제조지능화.데이터솔루션.전극롤맵기술팀" userId="f6b571f3-609a-4560-9b16-be759616b682" providerId="ADAL" clId="{E1D307FA-4C95-4898-9FA1-1B2B53CB57F5}" dt="2025-11-05T05:24:04.256" v="323" actId="20577"/>
          <ac:graphicFrameMkLst>
            <pc:docMk/>
            <pc:sldMk cId="1357868518" sldId="2147481919"/>
            <ac:graphicFrameMk id="3" creationId="{3E86696F-E35A-4B06-9B46-63A4A6A986C1}"/>
          </ac:graphicFrameMkLst>
        </pc:graphicFrameChg>
      </pc:sldChg>
      <pc:sldChg chg="modSp">
        <pc:chgData name="박재완(parkjaewan)[jaewan25]/사원/제조지능화.데이터솔루션.전극롤맵기술팀" userId="f6b571f3-609a-4560-9b16-be759616b682" providerId="ADAL" clId="{E1D307FA-4C95-4898-9FA1-1B2B53CB57F5}" dt="2025-11-05T05:28:52.410" v="324" actId="6549"/>
        <pc:sldMkLst>
          <pc:docMk/>
          <pc:sldMk cId="4216273303" sldId="2147482152"/>
        </pc:sldMkLst>
        <pc:graphicFrameChg chg="modGraphic">
          <ac:chgData name="박재완(parkjaewan)[jaewan25]/사원/제조지능화.데이터솔루션.전극롤맵기술팀" userId="f6b571f3-609a-4560-9b16-be759616b682" providerId="ADAL" clId="{E1D307FA-4C95-4898-9FA1-1B2B53CB57F5}" dt="2025-11-05T05:28:52.410" v="324" actId="6549"/>
          <ac:graphicFrameMkLst>
            <pc:docMk/>
            <pc:sldMk cId="4216273303" sldId="2147482152"/>
            <ac:graphicFrameMk id="30" creationId="{FD723AF4-8C6A-45D2-91AF-E831F6E1C5CD}"/>
          </ac:graphicFrameMkLst>
        </pc:graphicFrameChg>
      </pc:sldChg>
      <pc:sldChg chg="modSp">
        <pc:chgData name="박재완(parkjaewan)[jaewan25]/사원/제조지능화.데이터솔루션.전극롤맵기술팀" userId="f6b571f3-609a-4560-9b16-be759616b682" providerId="ADAL" clId="{E1D307FA-4C95-4898-9FA1-1B2B53CB57F5}" dt="2025-11-05T05:22:41.364" v="181" actId="207"/>
        <pc:sldMkLst>
          <pc:docMk/>
          <pc:sldMk cId="2212638310" sldId="2147482164"/>
        </pc:sldMkLst>
        <pc:spChg chg="mod">
          <ac:chgData name="박재완(parkjaewan)[jaewan25]/사원/제조지능화.데이터솔루션.전극롤맵기술팀" userId="f6b571f3-609a-4560-9b16-be759616b682" providerId="ADAL" clId="{E1D307FA-4C95-4898-9FA1-1B2B53CB57F5}" dt="2025-11-05T05:22:36.092" v="180" actId="20577"/>
          <ac:spMkLst>
            <pc:docMk/>
            <pc:sldMk cId="2212638310" sldId="2147482164"/>
            <ac:spMk id="18" creationId="{72943F47-EAEA-4391-A2BC-C7C33A8E8CFD}"/>
          </ac:spMkLst>
        </pc:spChg>
        <pc:graphicFrameChg chg="modGraphic">
          <ac:chgData name="박재완(parkjaewan)[jaewan25]/사원/제조지능화.데이터솔루션.전극롤맵기술팀" userId="f6b571f3-609a-4560-9b16-be759616b682" providerId="ADAL" clId="{E1D307FA-4C95-4898-9FA1-1B2B53CB57F5}" dt="2025-11-05T05:22:41.364" v="181" actId="207"/>
          <ac:graphicFrameMkLst>
            <pc:docMk/>
            <pc:sldMk cId="2212638310" sldId="2147482164"/>
            <ac:graphicFrameMk id="3" creationId="{3E86696F-E35A-4B06-9B46-63A4A6A986C1}"/>
          </ac:graphicFrameMkLst>
        </pc:graphicFrameChg>
      </pc:sldChg>
    </pc:docChg>
  </pc:docChgLst>
  <pc:docChgLst>
    <pc:chgData name="박태욱(TAEWOOK PARK)[ptw0425]/선임/제조DX.제조DX솔루션.데이터통합분석팀" userId="S::ptw0425@lgensol.com::18db157e-00fe-4d5a-8b38-02cf359aca36" providerId="AD" clId="Web-{8E4A3B7D-601E-4948-AE82-59FC2E38C523}"/>
    <pc:docChg chg="modSld">
      <pc:chgData name="박태욱(TAEWOOK PARK)[ptw0425]/선임/제조DX.제조DX솔루션.데이터통합분석팀" userId="S::ptw0425@lgensol.com::18db157e-00fe-4d5a-8b38-02cf359aca36" providerId="AD" clId="Web-{8E4A3B7D-601E-4948-AE82-59FC2E38C523}" dt="2025-10-15T05:34:47.536" v="33" actId="20577"/>
      <pc:docMkLst>
        <pc:docMk/>
      </pc:docMkLst>
      <pc:sldChg chg="addSp delSp modSp">
        <pc:chgData name="박태욱(TAEWOOK PARK)[ptw0425]/선임/제조DX.제조DX솔루션.데이터통합분석팀" userId="S::ptw0425@lgensol.com::18db157e-00fe-4d5a-8b38-02cf359aca36" providerId="AD" clId="Web-{8E4A3B7D-601E-4948-AE82-59FC2E38C523}" dt="2025-10-15T05:34:47.536" v="33" actId="20577"/>
        <pc:sldMkLst>
          <pc:docMk/>
          <pc:sldMk cId="3422623579" sldId="2147482052"/>
        </pc:sldMkLst>
        <pc:spChg chg="mod">
          <ac:chgData name="박태욱(TAEWOOK PARK)[ptw0425]/선임/제조DX.제조DX솔루션.데이터통합분석팀" userId="S::ptw0425@lgensol.com::18db157e-00fe-4d5a-8b38-02cf359aca36" providerId="AD" clId="Web-{8E4A3B7D-601E-4948-AE82-59FC2E38C523}" dt="2025-10-15T05:34:47.536" v="33" actId="20577"/>
          <ac:spMkLst>
            <pc:docMk/>
            <pc:sldMk cId="3422623579" sldId="2147482052"/>
            <ac:spMk id="2" creationId="{60B0FB01-F46B-A2E7-6917-C608CD2BFA6F}"/>
          </ac:spMkLst>
        </pc:spChg>
      </pc:sldChg>
    </pc:docChg>
  </pc:docChgLst>
  <pc:docChgLst>
    <pc:chgData name="최이범(EEBEOM CHOI)[doublebeom]/팀장/제조DX.제조DX솔루션.롤맵기술팀" userId="50343a84-4243-4043-8b92-761bb93d09e0" providerId="ADAL" clId="{BDC9534F-1BA7-4DCF-B1F0-4D0F53B9FC3E}"/>
    <pc:docChg chg="undo custSel modSld">
      <pc:chgData name="최이범(EEBEOM CHOI)[doublebeom]/팀장/제조DX.제조DX솔루션.롤맵기술팀" userId="50343a84-4243-4043-8b92-761bb93d09e0" providerId="ADAL" clId="{BDC9534F-1BA7-4DCF-B1F0-4D0F53B9FC3E}" dt="2025-11-26T05:13:02.518" v="317" actId="20577"/>
      <pc:docMkLst>
        <pc:docMk/>
      </pc:docMkLst>
      <pc:sldChg chg="modSp mod">
        <pc:chgData name="최이범(EEBEOM CHOI)[doublebeom]/팀장/제조DX.제조DX솔루션.롤맵기술팀" userId="50343a84-4243-4043-8b92-761bb93d09e0" providerId="ADAL" clId="{BDC9534F-1BA7-4DCF-B1F0-4D0F53B9FC3E}" dt="2025-11-26T05:13:02.518" v="317" actId="20577"/>
        <pc:sldMkLst>
          <pc:docMk/>
          <pc:sldMk cId="3266697761" sldId="2278"/>
        </pc:sldMkLst>
        <pc:spChg chg="mod">
          <ac:chgData name="최이범(EEBEOM CHOI)[doublebeom]/팀장/제조DX.제조DX솔루션.롤맵기술팀" userId="50343a84-4243-4043-8b92-761bb93d09e0" providerId="ADAL" clId="{BDC9534F-1BA7-4DCF-B1F0-4D0F53B9FC3E}" dt="2025-11-26T04:43:07.915" v="121" actId="14100"/>
          <ac:spMkLst>
            <pc:docMk/>
            <pc:sldMk cId="3266697761" sldId="2278"/>
            <ac:spMk id="4" creationId="{8930AE97-A768-8E32-ABD2-5390712E93A2}"/>
          </ac:spMkLst>
        </pc:spChg>
        <pc:spChg chg="mod">
          <ac:chgData name="최이범(EEBEOM CHOI)[doublebeom]/팀장/제조DX.제조DX솔루션.롤맵기술팀" userId="50343a84-4243-4043-8b92-761bb93d09e0" providerId="ADAL" clId="{BDC9534F-1BA7-4DCF-B1F0-4D0F53B9FC3E}" dt="2025-11-26T05:13:02.518" v="317" actId="20577"/>
          <ac:spMkLst>
            <pc:docMk/>
            <pc:sldMk cId="3266697761" sldId="2278"/>
            <ac:spMk id="16" creationId="{64103116-79E6-4EAD-A94F-CA5060A46E07}"/>
          </ac:spMkLst>
        </pc:spChg>
        <pc:spChg chg="ord">
          <ac:chgData name="최이범(EEBEOM CHOI)[doublebeom]/팀장/제조DX.제조DX솔루션.롤맵기술팀" userId="50343a84-4243-4043-8b92-761bb93d09e0" providerId="ADAL" clId="{BDC9534F-1BA7-4DCF-B1F0-4D0F53B9FC3E}" dt="2025-11-26T04:43:12.216" v="122" actId="166"/>
          <ac:spMkLst>
            <pc:docMk/>
            <pc:sldMk cId="3266697761" sldId="2278"/>
            <ac:spMk id="18" creationId="{FC55D7C3-19BB-417C-88D2-249E3D408DED}"/>
          </ac:spMkLst>
        </pc:spChg>
      </pc:sldChg>
      <pc:sldChg chg="modSp mod modShow">
        <pc:chgData name="최이범(EEBEOM CHOI)[doublebeom]/팀장/제조DX.제조DX솔루션.롤맵기술팀" userId="50343a84-4243-4043-8b92-761bb93d09e0" providerId="ADAL" clId="{BDC9534F-1BA7-4DCF-B1F0-4D0F53B9FC3E}" dt="2025-11-26T04:49:43.144" v="132" actId="207"/>
        <pc:sldMkLst>
          <pc:docMk/>
          <pc:sldMk cId="3590236053" sldId="2147481921"/>
        </pc:sldMkLst>
        <pc:graphicFrameChg chg="modGraphic">
          <ac:chgData name="최이범(EEBEOM CHOI)[doublebeom]/팀장/제조DX.제조DX솔루션.롤맵기술팀" userId="50343a84-4243-4043-8b92-761bb93d09e0" providerId="ADAL" clId="{BDC9534F-1BA7-4DCF-B1F0-4D0F53B9FC3E}" dt="2025-11-26T04:49:43.144" v="132" actId="207"/>
          <ac:graphicFrameMkLst>
            <pc:docMk/>
            <pc:sldMk cId="3590236053" sldId="2147481921"/>
            <ac:graphicFrameMk id="3" creationId="{3E86696F-E35A-4B06-9B46-63A4A6A986C1}"/>
          </ac:graphicFrameMkLst>
        </pc:graphicFrameChg>
      </pc:sldChg>
      <pc:sldChg chg="modSp mod">
        <pc:chgData name="최이범(EEBEOM CHOI)[doublebeom]/팀장/제조DX.제조DX솔루션.롤맵기술팀" userId="50343a84-4243-4043-8b92-761bb93d09e0" providerId="ADAL" clId="{BDC9534F-1BA7-4DCF-B1F0-4D0F53B9FC3E}" dt="2025-11-26T04:48:43.424" v="126" actId="6549"/>
        <pc:sldMkLst>
          <pc:docMk/>
          <pc:sldMk cId="170204060" sldId="2147481923"/>
        </pc:sldMkLst>
        <pc:spChg chg="mod">
          <ac:chgData name="최이범(EEBEOM CHOI)[doublebeom]/팀장/제조DX.제조DX솔루션.롤맵기술팀" userId="50343a84-4243-4043-8b92-761bb93d09e0" providerId="ADAL" clId="{BDC9534F-1BA7-4DCF-B1F0-4D0F53B9FC3E}" dt="2025-11-26T04:48:43.424" v="126" actId="6549"/>
          <ac:spMkLst>
            <pc:docMk/>
            <pc:sldMk cId="170204060" sldId="2147481923"/>
            <ac:spMk id="18" creationId="{72943F47-EAEA-4391-A2BC-C7C33A8E8CFD}"/>
          </ac:spMkLst>
        </pc:spChg>
      </pc:sldChg>
      <pc:sldChg chg="modSp mod">
        <pc:chgData name="최이범(EEBEOM CHOI)[doublebeom]/팀장/제조DX.제조DX솔루션.롤맵기술팀" userId="50343a84-4243-4043-8b92-761bb93d09e0" providerId="ADAL" clId="{BDC9534F-1BA7-4DCF-B1F0-4D0F53B9FC3E}" dt="2025-11-26T04:50:20.053" v="139" actId="6549"/>
        <pc:sldMkLst>
          <pc:docMk/>
          <pc:sldMk cId="3052076470" sldId="2147482071"/>
        </pc:sldMkLst>
        <pc:spChg chg="mod">
          <ac:chgData name="최이범(EEBEOM CHOI)[doublebeom]/팀장/제조DX.제조DX솔루션.롤맵기술팀" userId="50343a84-4243-4043-8b92-761bb93d09e0" providerId="ADAL" clId="{BDC9534F-1BA7-4DCF-B1F0-4D0F53B9FC3E}" dt="2025-11-26T04:50:20.053" v="139" actId="6549"/>
          <ac:spMkLst>
            <pc:docMk/>
            <pc:sldMk cId="3052076470" sldId="2147482071"/>
            <ac:spMk id="18" creationId="{72943F47-EAEA-4391-A2BC-C7C33A8E8CFD}"/>
          </ac:spMkLst>
        </pc:spChg>
        <pc:graphicFrameChg chg="modGraphic">
          <ac:chgData name="최이범(EEBEOM CHOI)[doublebeom]/팀장/제조DX.제조DX솔루션.롤맵기술팀" userId="50343a84-4243-4043-8b92-761bb93d09e0" providerId="ADAL" clId="{BDC9534F-1BA7-4DCF-B1F0-4D0F53B9FC3E}" dt="2025-11-26T04:50:12.339" v="135" actId="207"/>
          <ac:graphicFrameMkLst>
            <pc:docMk/>
            <pc:sldMk cId="3052076470" sldId="2147482071"/>
            <ac:graphicFrameMk id="11" creationId="{C66F9B45-D343-4DF8-ABA9-D48571FAC964}"/>
          </ac:graphicFrameMkLst>
        </pc:graphicFrameChg>
      </pc:sldChg>
      <pc:sldChg chg="modSp mod">
        <pc:chgData name="최이범(EEBEOM CHOI)[doublebeom]/팀장/제조DX.제조DX솔루션.롤맵기술팀" userId="50343a84-4243-4043-8b92-761bb93d09e0" providerId="ADAL" clId="{BDC9534F-1BA7-4DCF-B1F0-4D0F53B9FC3E}" dt="2025-11-26T04:52:11.613" v="146" actId="6549"/>
        <pc:sldMkLst>
          <pc:docMk/>
          <pc:sldMk cId="1623035640" sldId="2147482093"/>
        </pc:sldMkLst>
        <pc:spChg chg="mod">
          <ac:chgData name="최이범(EEBEOM CHOI)[doublebeom]/팀장/제조DX.제조DX솔루션.롤맵기술팀" userId="50343a84-4243-4043-8b92-761bb93d09e0" providerId="ADAL" clId="{BDC9534F-1BA7-4DCF-B1F0-4D0F53B9FC3E}" dt="2025-11-26T04:52:11.613" v="146" actId="6549"/>
          <ac:spMkLst>
            <pc:docMk/>
            <pc:sldMk cId="1623035640" sldId="2147482093"/>
            <ac:spMk id="18" creationId="{A7F473DF-C875-A323-6679-F5CA881CD9C4}"/>
          </ac:spMkLst>
        </pc:spChg>
        <pc:graphicFrameChg chg="modGraphic">
          <ac:chgData name="최이범(EEBEOM CHOI)[doublebeom]/팀장/제조DX.제조DX솔루션.롤맵기술팀" userId="50343a84-4243-4043-8b92-761bb93d09e0" providerId="ADAL" clId="{BDC9534F-1BA7-4DCF-B1F0-4D0F53B9FC3E}" dt="2025-11-26T04:52:08.614" v="142" actId="207"/>
          <ac:graphicFrameMkLst>
            <pc:docMk/>
            <pc:sldMk cId="1623035640" sldId="2147482093"/>
            <ac:graphicFrameMk id="3" creationId="{688BD945-555D-E069-F619-02973A6A481F}"/>
          </ac:graphicFrameMkLst>
        </pc:graphicFrameChg>
      </pc:sldChg>
    </pc:docChg>
  </pc:docChgLst>
  <pc:docChgLst>
    <pc:chgData name="김도원(DOWON KIM)[ehdnjs104]/사원/제조DX.제조DX솔루션.롤맵기술팀" userId="40903c55-8d7f-4a01-bcfb-534127f384e5" providerId="ADAL" clId="{38CDC1CF-40C2-4C96-9C71-8387A279C8AC}"/>
    <pc:docChg chg="undo custSel modSld">
      <pc:chgData name="김도원(DOWON KIM)[ehdnjs104]/사원/제조DX.제조DX솔루션.롤맵기술팀" userId="40903c55-8d7f-4a01-bcfb-534127f384e5" providerId="ADAL" clId="{38CDC1CF-40C2-4C96-9C71-8387A279C8AC}" dt="2025-10-22T08:25:48.907" v="1608" actId="207"/>
      <pc:docMkLst>
        <pc:docMk/>
      </pc:docMkLst>
      <pc:sldChg chg="modSp">
        <pc:chgData name="김도원(DOWON KIM)[ehdnjs104]/사원/제조DX.제조DX솔루션.롤맵기술팀" userId="40903c55-8d7f-4a01-bcfb-534127f384e5" providerId="ADAL" clId="{38CDC1CF-40C2-4C96-9C71-8387A279C8AC}" dt="2025-10-22T08:01:29.887" v="376" actId="207"/>
        <pc:sldMkLst>
          <pc:docMk/>
          <pc:sldMk cId="662252130" sldId="2147481925"/>
        </pc:sldMkLst>
        <pc:graphicFrameChg chg="mod modGraphic">
          <ac:chgData name="김도원(DOWON KIM)[ehdnjs104]/사원/제조DX.제조DX솔루션.롤맵기술팀" userId="40903c55-8d7f-4a01-bcfb-534127f384e5" providerId="ADAL" clId="{38CDC1CF-40C2-4C96-9C71-8387A279C8AC}" dt="2025-10-22T08:01:29.887" v="376" actId="207"/>
          <ac:graphicFrameMkLst>
            <pc:docMk/>
            <pc:sldMk cId="662252130" sldId="2147481925"/>
            <ac:graphicFrameMk id="8" creationId="{E6F75BF7-8B0C-4581-9AE0-D00A4BF0AC8C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38CDC1CF-40C2-4C96-9C71-8387A279C8AC}" dt="2025-10-22T08:25:22.747" v="1596" actId="207"/>
        <pc:sldMkLst>
          <pc:docMk/>
          <pc:sldMk cId="3218446010" sldId="2147481940"/>
        </pc:sldMkLst>
        <pc:graphicFrameChg chg="mod modGraphic">
          <ac:chgData name="김도원(DOWON KIM)[ehdnjs104]/사원/제조DX.제조DX솔루션.롤맵기술팀" userId="40903c55-8d7f-4a01-bcfb-534127f384e5" providerId="ADAL" clId="{38CDC1CF-40C2-4C96-9C71-8387A279C8AC}" dt="2025-10-22T08:25:22.747" v="1596" actId="207"/>
          <ac:graphicFrameMkLst>
            <pc:docMk/>
            <pc:sldMk cId="3218446010" sldId="2147481940"/>
            <ac:graphicFrameMk id="21" creationId="{B17BC81E-4040-4B89-BFD6-444CE79E9A52}"/>
          </ac:graphicFrameMkLst>
        </pc:graphicFrameChg>
        <pc:graphicFrameChg chg="mod modGraphic">
          <ac:chgData name="김도원(DOWON KIM)[ehdnjs104]/사원/제조DX.제조DX솔루션.롤맵기술팀" userId="40903c55-8d7f-4a01-bcfb-534127f384e5" providerId="ADAL" clId="{38CDC1CF-40C2-4C96-9C71-8387A279C8AC}" dt="2025-10-22T08:07:56.609" v="949" actId="207"/>
          <ac:graphicFrameMkLst>
            <pc:docMk/>
            <pc:sldMk cId="3218446010" sldId="2147481940"/>
            <ac:graphicFrameMk id="30" creationId="{FD723AF4-8C6A-45D2-91AF-E831F6E1C5CD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38CDC1CF-40C2-4C96-9C71-8387A279C8AC}" dt="2025-10-22T08:03:10.258" v="510" actId="207"/>
        <pc:sldMkLst>
          <pc:docMk/>
          <pc:sldMk cId="645500483" sldId="2147482092"/>
        </pc:sldMkLst>
        <pc:spChg chg="mod">
          <ac:chgData name="김도원(DOWON KIM)[ehdnjs104]/사원/제조DX.제조DX솔루션.롤맵기술팀" userId="40903c55-8d7f-4a01-bcfb-534127f384e5" providerId="ADAL" clId="{38CDC1CF-40C2-4C96-9C71-8387A279C8AC}" dt="2025-10-22T08:02:30.747" v="380" actId="20577"/>
          <ac:spMkLst>
            <pc:docMk/>
            <pc:sldMk cId="645500483" sldId="2147482092"/>
            <ac:spMk id="6" creationId="{3E1F1638-F2C5-4E2F-ABED-94997FF8C926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38CDC1CF-40C2-4C96-9C71-8387A279C8AC}" dt="2025-10-22T08:03:10.258" v="510" actId="207"/>
          <ac:graphicFrameMkLst>
            <pc:docMk/>
            <pc:sldMk cId="645500483" sldId="2147482092"/>
            <ac:graphicFrameMk id="2" creationId="{AA655E7B-33D1-41F9-B470-4F20832661EB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38CDC1CF-40C2-4C96-9C71-8387A279C8AC}" dt="2025-10-22T08:03:52.873" v="519" actId="20577"/>
        <pc:sldMkLst>
          <pc:docMk/>
          <pc:sldMk cId="1480914234" sldId="2147482094"/>
        </pc:sldMkLst>
        <pc:graphicFrameChg chg="modGraphic">
          <ac:chgData name="김도원(DOWON KIM)[ehdnjs104]/사원/제조DX.제조DX솔루션.롤맵기술팀" userId="40903c55-8d7f-4a01-bcfb-534127f384e5" providerId="ADAL" clId="{38CDC1CF-40C2-4C96-9C71-8387A279C8AC}" dt="2025-10-22T08:03:52.873" v="519" actId="20577"/>
          <ac:graphicFrameMkLst>
            <pc:docMk/>
            <pc:sldMk cId="1480914234" sldId="2147482094"/>
            <ac:graphicFrameMk id="2" creationId="{BF944F8E-1F62-4F7E-B1C6-632F29AA10BD}"/>
          </ac:graphicFrameMkLst>
        </pc:graphicFrameChg>
      </pc:sldChg>
    </pc:docChg>
  </pc:docChgLst>
  <pc:docChgLst>
    <pc:chgData name="한기덕(KIDEOK HAN)[han_kd]/선임/제조DX.제조DX솔루션.롤맵기술팀" userId="7d38c165-0d58-4bf4-8bd1-efc05948b82d" providerId="ADAL" clId="{46DCAF03-BD08-4F1D-9DBD-F85D5FC156E3}"/>
    <pc:docChg chg="custSel modSld">
      <pc:chgData name="한기덕(KIDEOK HAN)[han_kd]/선임/제조DX.제조DX솔루션.롤맵기술팀" userId="7d38c165-0d58-4bf4-8bd1-efc05948b82d" providerId="ADAL" clId="{46DCAF03-BD08-4F1D-9DBD-F85D5FC156E3}" dt="2025-11-26T06:49:21.868" v="2972" actId="113"/>
      <pc:docMkLst>
        <pc:docMk/>
      </pc:docMkLst>
      <pc:sldChg chg="modSp">
        <pc:chgData name="한기덕(KIDEOK HAN)[han_kd]/선임/제조DX.제조DX솔루션.롤맵기술팀" userId="7d38c165-0d58-4bf4-8bd1-efc05948b82d" providerId="ADAL" clId="{46DCAF03-BD08-4F1D-9DBD-F85D5FC156E3}" dt="2025-11-26T06:48:18.841" v="2970" actId="207"/>
        <pc:sldMkLst>
          <pc:docMk/>
          <pc:sldMk cId="1214419362" sldId="2147481924"/>
        </pc:sldMkLst>
        <pc:spChg chg="mod">
          <ac:chgData name="한기덕(KIDEOK HAN)[han_kd]/선임/제조DX.제조DX솔루션.롤맵기술팀" userId="7d38c165-0d58-4bf4-8bd1-efc05948b82d" providerId="ADAL" clId="{46DCAF03-BD08-4F1D-9DBD-F85D5FC156E3}" dt="2025-11-26T06:47:34.408" v="2740" actId="20577"/>
          <ac:spMkLst>
            <pc:docMk/>
            <pc:sldMk cId="1214419362" sldId="2147481924"/>
            <ac:spMk id="18" creationId="{72943F47-EAEA-4391-A2BC-C7C33A8E8CFD}"/>
          </ac:spMkLst>
        </pc:spChg>
        <pc:spChg chg="mod">
          <ac:chgData name="한기덕(KIDEOK HAN)[han_kd]/선임/제조DX.제조DX솔루션.롤맵기술팀" userId="7d38c165-0d58-4bf4-8bd1-efc05948b82d" providerId="ADAL" clId="{46DCAF03-BD08-4F1D-9DBD-F85D5FC156E3}" dt="2025-11-26T06:47:37.959" v="2753"/>
          <ac:spMkLst>
            <pc:docMk/>
            <pc:sldMk cId="1214419362" sldId="2147481924"/>
            <ac:spMk id="19" creationId="{1CE4A1AF-5D49-43F9-9F31-E88EAE372D41}"/>
          </ac:spMkLst>
        </pc:spChg>
        <pc:graphicFrameChg chg="mod modGraphic">
          <ac:chgData name="한기덕(KIDEOK HAN)[han_kd]/선임/제조DX.제조DX솔루션.롤맵기술팀" userId="7d38c165-0d58-4bf4-8bd1-efc05948b82d" providerId="ADAL" clId="{46DCAF03-BD08-4F1D-9DBD-F85D5FC156E3}" dt="2025-11-26T06:48:18.841" v="2970" actId="207"/>
          <ac:graphicFrameMkLst>
            <pc:docMk/>
            <pc:sldMk cId="1214419362" sldId="2147481924"/>
            <ac:graphicFrameMk id="3" creationId="{3E86696F-E35A-4B06-9B46-63A4A6A986C1}"/>
          </ac:graphicFrameMkLst>
        </pc:graphicFrameChg>
      </pc:sldChg>
      <pc:sldChg chg="modSp">
        <pc:chgData name="한기덕(KIDEOK HAN)[han_kd]/선임/제조DX.제조DX솔루션.롤맵기술팀" userId="7d38c165-0d58-4bf4-8bd1-efc05948b82d" providerId="ADAL" clId="{46DCAF03-BD08-4F1D-9DBD-F85D5FC156E3}" dt="2025-11-26T06:49:21.868" v="2972" actId="113"/>
        <pc:sldMkLst>
          <pc:docMk/>
          <pc:sldMk cId="662252130" sldId="2147481925"/>
        </pc:sldMkLst>
        <pc:spChg chg="mod">
          <ac:chgData name="한기덕(KIDEOK HAN)[han_kd]/선임/제조DX.제조DX솔루션.롤맵기술팀" userId="7d38c165-0d58-4bf4-8bd1-efc05948b82d" providerId="ADAL" clId="{46DCAF03-BD08-4F1D-9DBD-F85D5FC156E3}" dt="2025-11-26T06:47:07.910" v="2732" actId="20577"/>
          <ac:spMkLst>
            <pc:docMk/>
            <pc:sldMk cId="662252130" sldId="2147481925"/>
            <ac:spMk id="18" creationId="{72943F47-EAEA-4391-A2BC-C7C33A8E8CFD}"/>
          </ac:spMkLst>
        </pc:spChg>
        <pc:spChg chg="mod">
          <ac:chgData name="한기덕(KIDEOK HAN)[han_kd]/선임/제조DX.제조DX솔루션.롤맵기술팀" userId="7d38c165-0d58-4bf4-8bd1-efc05948b82d" providerId="ADAL" clId="{46DCAF03-BD08-4F1D-9DBD-F85D5FC156E3}" dt="2025-11-26T06:47:06.287" v="2730"/>
          <ac:spMkLst>
            <pc:docMk/>
            <pc:sldMk cId="662252130" sldId="2147481925"/>
            <ac:spMk id="19" creationId="{1CE4A1AF-5D49-43F9-9F31-E88EAE372D41}"/>
          </ac:spMkLst>
        </pc:spChg>
        <pc:graphicFrameChg chg="mod modGraphic">
          <ac:chgData name="한기덕(KIDEOK HAN)[han_kd]/선임/제조DX.제조DX솔루션.롤맵기술팀" userId="7d38c165-0d58-4bf4-8bd1-efc05948b82d" providerId="ADAL" clId="{46DCAF03-BD08-4F1D-9DBD-F85D5FC156E3}" dt="2025-11-26T06:49:21.868" v="2972" actId="113"/>
          <ac:graphicFrameMkLst>
            <pc:docMk/>
            <pc:sldMk cId="662252130" sldId="2147481925"/>
            <ac:graphicFrameMk id="3" creationId="{3E86696F-E35A-4B06-9B46-63A4A6A986C1}"/>
          </ac:graphicFrameMkLst>
        </pc:graphicFrameChg>
      </pc:sldChg>
    </pc:docChg>
  </pc:docChgLst>
  <pc:docChgLst>
    <pc:chgData name="이찬혁(CHANHYUK LEE)[paul_lee]/사원/제조DX.제조DX솔루션.데이터통합분석팀" userId="51b99fae-7b8f-40d9-9374-028bc2619ee7" providerId="ADAL" clId="{B1155A94-26D5-4429-A4E7-CC6D59976E87}"/>
    <pc:docChg chg="undo custSel modSld">
      <pc:chgData name="이찬혁(CHANHYUK LEE)[paul_lee]/사원/제조DX.제조DX솔루션.데이터통합분석팀" userId="51b99fae-7b8f-40d9-9374-028bc2619ee7" providerId="ADAL" clId="{B1155A94-26D5-4429-A4E7-CC6D59976E87}" dt="2025-11-12T01:58:45.913" v="531"/>
      <pc:docMkLst>
        <pc:docMk/>
      </pc:docMkLst>
      <pc:sldChg chg="addSp modSp">
        <pc:chgData name="이찬혁(CHANHYUK LEE)[paul_lee]/사원/제조DX.제조DX솔루션.데이터통합분석팀" userId="51b99fae-7b8f-40d9-9374-028bc2619ee7" providerId="ADAL" clId="{B1155A94-26D5-4429-A4E7-CC6D59976E87}" dt="2025-11-12T01:07:41.911" v="40"/>
        <pc:sldMkLst>
          <pc:docMk/>
          <pc:sldMk cId="525295630" sldId="2147482064"/>
        </pc:sldMkLst>
        <pc:spChg chg="add mod">
          <ac:chgData name="이찬혁(CHANHYUK LEE)[paul_lee]/사원/제조DX.제조DX솔루션.데이터통합분석팀" userId="51b99fae-7b8f-40d9-9374-028bc2619ee7" providerId="ADAL" clId="{B1155A94-26D5-4429-A4E7-CC6D59976E87}" dt="2025-11-12T01:07:41.911" v="40"/>
          <ac:spMkLst>
            <pc:docMk/>
            <pc:sldMk cId="525295630" sldId="2147482064"/>
            <ac:spMk id="4" creationId="{A1A28F29-7D13-53C7-65E6-FBFBD0953D4B}"/>
          </ac:spMkLst>
        </pc:spChg>
      </pc:sldChg>
      <pc:sldChg chg="addSp modSp mod">
        <pc:chgData name="이찬혁(CHANHYUK LEE)[paul_lee]/사원/제조DX.제조DX솔루션.데이터통합분석팀" userId="51b99fae-7b8f-40d9-9374-028bc2619ee7" providerId="ADAL" clId="{B1155A94-26D5-4429-A4E7-CC6D59976E87}" dt="2025-11-12T01:58:45.913" v="531"/>
        <pc:sldMkLst>
          <pc:docMk/>
          <pc:sldMk cId="3645708370" sldId="2147482131"/>
        </pc:sldMkLst>
        <pc:spChg chg="add mod">
          <ac:chgData name="이찬혁(CHANHYUK LEE)[paul_lee]/사원/제조DX.제조DX솔루션.데이터통합분석팀" userId="51b99fae-7b8f-40d9-9374-028bc2619ee7" providerId="ADAL" clId="{B1155A94-26D5-4429-A4E7-CC6D59976E87}" dt="2025-11-12T01:51:18.333" v="426" actId="6549"/>
          <ac:spMkLst>
            <pc:docMk/>
            <pc:sldMk cId="3645708370" sldId="2147482131"/>
            <ac:spMk id="4" creationId="{388914A9-115E-0B0A-2190-B2BA32F98A3D}"/>
          </ac:spMkLst>
        </pc:spChg>
        <pc:spChg chg="mod">
          <ac:chgData name="이찬혁(CHANHYUK LEE)[paul_lee]/사원/제조DX.제조DX솔루션.데이터통합분석팀" userId="51b99fae-7b8f-40d9-9374-028bc2619ee7" providerId="ADAL" clId="{B1155A94-26D5-4429-A4E7-CC6D59976E87}" dt="2025-11-12T01:58:45.913" v="531"/>
          <ac:spMkLst>
            <pc:docMk/>
            <pc:sldMk cId="3645708370" sldId="2147482131"/>
            <ac:spMk id="5" creationId="{708A6887-4366-7F7E-F196-81FADA6436A1}"/>
          </ac:spMkLst>
        </pc:spChg>
        <pc:spChg chg="add mod">
          <ac:chgData name="이찬혁(CHANHYUK LEE)[paul_lee]/사원/제조DX.제조DX솔루션.데이터통합분석팀" userId="51b99fae-7b8f-40d9-9374-028bc2619ee7" providerId="ADAL" clId="{B1155A94-26D5-4429-A4E7-CC6D59976E87}" dt="2025-11-12T01:57:04.710" v="506" actId="1076"/>
          <ac:spMkLst>
            <pc:docMk/>
            <pc:sldMk cId="3645708370" sldId="2147482131"/>
            <ac:spMk id="6" creationId="{320D2681-64A3-3705-483F-2ACF34BBCDA6}"/>
          </ac:spMkLst>
        </pc:spChg>
        <pc:spChg chg="add mod">
          <ac:chgData name="이찬혁(CHANHYUK LEE)[paul_lee]/사원/제조DX.제조DX솔루션.데이터통합분석팀" userId="51b99fae-7b8f-40d9-9374-028bc2619ee7" providerId="ADAL" clId="{B1155A94-26D5-4429-A4E7-CC6D59976E87}" dt="2025-11-12T01:57:09.759" v="509" actId="20577"/>
          <ac:spMkLst>
            <pc:docMk/>
            <pc:sldMk cId="3645708370" sldId="2147482131"/>
            <ac:spMk id="7" creationId="{38CDA707-C83D-BE66-6047-01B5519F3896}"/>
          </ac:spMkLst>
        </pc:spChg>
        <pc:spChg chg="mod">
          <ac:chgData name="이찬혁(CHANHYUK LEE)[paul_lee]/사원/제조DX.제조DX솔루션.데이터통합분석팀" userId="51b99fae-7b8f-40d9-9374-028bc2619ee7" providerId="ADAL" clId="{B1155A94-26D5-4429-A4E7-CC6D59976E87}" dt="2025-11-12T01:56:48.302" v="498" actId="1076"/>
          <ac:spMkLst>
            <pc:docMk/>
            <pc:sldMk cId="3645708370" sldId="2147482131"/>
            <ac:spMk id="13" creationId="{2852EE4A-FA57-4AD9-BCB6-D856364BC2BF}"/>
          </ac:spMkLst>
        </pc:spChg>
        <pc:graphicFrameChg chg="mod modGraphic">
          <ac:chgData name="이찬혁(CHANHYUK LEE)[paul_lee]/사원/제조DX.제조DX솔루션.데이터통합분석팀" userId="51b99fae-7b8f-40d9-9374-028bc2619ee7" providerId="ADAL" clId="{B1155A94-26D5-4429-A4E7-CC6D59976E87}" dt="2025-11-12T01:58:37.042" v="521" actId="20577"/>
          <ac:graphicFrameMkLst>
            <pc:docMk/>
            <pc:sldMk cId="3645708370" sldId="2147482131"/>
            <ac:graphicFrameMk id="3" creationId="{090EB11C-65C4-4DC4-B22B-11D34605F4E2}"/>
          </ac:graphicFrameMkLst>
        </pc:graphicFrameChg>
        <pc:graphicFrameChg chg="modGraphic">
          <ac:chgData name="이찬혁(CHANHYUK LEE)[paul_lee]/사원/제조DX.제조DX솔루션.데이터통합분석팀" userId="51b99fae-7b8f-40d9-9374-028bc2619ee7" providerId="ADAL" clId="{B1155A94-26D5-4429-A4E7-CC6D59976E87}" dt="2025-11-12T01:30:00.405" v="397" actId="207"/>
          <ac:graphicFrameMkLst>
            <pc:docMk/>
            <pc:sldMk cId="3645708370" sldId="2147482131"/>
            <ac:graphicFrameMk id="16" creationId="{859EBE2E-4A91-4CBB-BB78-8322FFA6D403}"/>
          </ac:graphicFrameMkLst>
        </pc:graphicFrameChg>
        <pc:graphicFrameChg chg="mod modGraphic">
          <ac:chgData name="이찬혁(CHANHYUK LEE)[paul_lee]/사원/제조DX.제조DX솔루션.데이터통합분석팀" userId="51b99fae-7b8f-40d9-9374-028bc2619ee7" providerId="ADAL" clId="{B1155A94-26D5-4429-A4E7-CC6D59976E87}" dt="2025-11-12T01:29:54.218" v="394" actId="207"/>
          <ac:graphicFrameMkLst>
            <pc:docMk/>
            <pc:sldMk cId="3645708370" sldId="2147482131"/>
            <ac:graphicFrameMk id="19" creationId="{3E86696F-E35A-4B06-9B46-63A4A6A986C1}"/>
          </ac:graphicFrameMkLst>
        </pc:graphicFrameChg>
      </pc:sldChg>
    </pc:docChg>
  </pc:docChgLst>
  <pc:docChgLst>
    <pc:chgData name="김석중(SEOKJUNG KIM)[ksj_0420]/사원/제조DX.제조DX솔루션.롤맵기술팀" userId="4e10f057-622c-4bad-88ca-d96f01a66173" providerId="ADAL" clId="{13B976FE-DA98-415D-9BD6-43C58F1FF7C5}"/>
    <pc:docChg chg="undo custSel modSld">
      <pc:chgData name="김석중(SEOKJUNG KIM)[ksj_0420]/사원/제조DX.제조DX솔루션.롤맵기술팀" userId="4e10f057-622c-4bad-88ca-d96f01a66173" providerId="ADAL" clId="{13B976FE-DA98-415D-9BD6-43C58F1FF7C5}" dt="2025-11-26T02:40:03.949" v="2762" actId="20577"/>
      <pc:docMkLst>
        <pc:docMk/>
      </pc:docMkLst>
      <pc:sldChg chg="modSp mod">
        <pc:chgData name="김석중(SEOKJUNG KIM)[ksj_0420]/사원/제조DX.제조DX솔루션.롤맵기술팀" userId="4e10f057-622c-4bad-88ca-d96f01a66173" providerId="ADAL" clId="{13B976FE-DA98-415D-9BD6-43C58F1FF7C5}" dt="2025-11-26T02:21:42.286" v="1341" actId="20577"/>
        <pc:sldMkLst>
          <pc:docMk/>
          <pc:sldMk cId="31248691" sldId="2147481916"/>
        </pc:sldMkLst>
        <pc:spChg chg="mod">
          <ac:chgData name="김석중(SEOKJUNG KIM)[ksj_0420]/사원/제조DX.제조DX솔루션.롤맵기술팀" userId="4e10f057-622c-4bad-88ca-d96f01a66173" providerId="ADAL" clId="{13B976FE-DA98-415D-9BD6-43C58F1FF7C5}" dt="2025-11-26T02:05:36.418" v="5" actId="20577"/>
          <ac:spMkLst>
            <pc:docMk/>
            <pc:sldMk cId="31248691" sldId="2147481916"/>
            <ac:spMk id="18" creationId="{72943F47-EAEA-4391-A2BC-C7C33A8E8CFD}"/>
          </ac:spMkLst>
        </pc:spChg>
        <pc:graphicFrameChg chg="mod modGraphic">
          <ac:chgData name="김석중(SEOKJUNG KIM)[ksj_0420]/사원/제조DX.제조DX솔루션.롤맵기술팀" userId="4e10f057-622c-4bad-88ca-d96f01a66173" providerId="ADAL" clId="{13B976FE-DA98-415D-9BD6-43C58F1FF7C5}" dt="2025-11-26T02:21:42.286" v="1341" actId="20577"/>
          <ac:graphicFrameMkLst>
            <pc:docMk/>
            <pc:sldMk cId="31248691" sldId="2147481916"/>
            <ac:graphicFrameMk id="3" creationId="{3E86696F-E35A-4B06-9B46-63A4A6A986C1}"/>
          </ac:graphicFrameMkLst>
        </pc:graphicFrameChg>
      </pc:sldChg>
      <pc:sldChg chg="modSp mod">
        <pc:chgData name="김석중(SEOKJUNG KIM)[ksj_0420]/사원/제조DX.제조DX솔루션.롤맵기술팀" userId="4e10f057-622c-4bad-88ca-d96f01a66173" providerId="ADAL" clId="{13B976FE-DA98-415D-9BD6-43C58F1FF7C5}" dt="2025-11-26T02:21:35.548" v="1339" actId="20577"/>
        <pc:sldMkLst>
          <pc:docMk/>
          <pc:sldMk cId="2827412370" sldId="2147481939"/>
        </pc:sldMkLst>
        <pc:spChg chg="mod">
          <ac:chgData name="김석중(SEOKJUNG KIM)[ksj_0420]/사원/제조DX.제조DX솔루션.롤맵기술팀" userId="4e10f057-622c-4bad-88ca-d96f01a66173" providerId="ADAL" clId="{13B976FE-DA98-415D-9BD6-43C58F1FF7C5}" dt="2025-11-26T02:12:37.981" v="480" actId="20577"/>
          <ac:spMkLst>
            <pc:docMk/>
            <pc:sldMk cId="2827412370" sldId="2147481939"/>
            <ac:spMk id="18" creationId="{72943F47-EAEA-4391-A2BC-C7C33A8E8CFD}"/>
          </ac:spMkLst>
        </pc:spChg>
        <pc:graphicFrameChg chg="mod modGraphic">
          <ac:chgData name="김석중(SEOKJUNG KIM)[ksj_0420]/사원/제조DX.제조DX솔루션.롤맵기술팀" userId="4e10f057-622c-4bad-88ca-d96f01a66173" providerId="ADAL" clId="{13B976FE-DA98-415D-9BD6-43C58F1FF7C5}" dt="2025-11-26T02:21:35.548" v="1339" actId="20577"/>
          <ac:graphicFrameMkLst>
            <pc:docMk/>
            <pc:sldMk cId="2827412370" sldId="2147481939"/>
            <ac:graphicFrameMk id="3" creationId="{3E86696F-E35A-4B06-9B46-63A4A6A986C1}"/>
          </ac:graphicFrameMkLst>
        </pc:graphicFrameChg>
      </pc:sldChg>
      <pc:sldChg chg="modSp mod">
        <pc:chgData name="김석중(SEOKJUNG KIM)[ksj_0420]/사원/제조DX.제조DX솔루션.롤맵기술팀" userId="4e10f057-622c-4bad-88ca-d96f01a66173" providerId="ADAL" clId="{13B976FE-DA98-415D-9BD6-43C58F1FF7C5}" dt="2025-11-26T02:32:23.394" v="1357" actId="207"/>
        <pc:sldMkLst>
          <pc:docMk/>
          <pc:sldMk cId="3218446010" sldId="2147481940"/>
        </pc:sldMkLst>
        <pc:graphicFrameChg chg="modGraphic">
          <ac:chgData name="김석중(SEOKJUNG KIM)[ksj_0420]/사원/제조DX.제조DX솔루션.롤맵기술팀" userId="4e10f057-622c-4bad-88ca-d96f01a66173" providerId="ADAL" clId="{13B976FE-DA98-415D-9BD6-43C58F1FF7C5}" dt="2025-11-26T02:32:23.394" v="1357" actId="207"/>
          <ac:graphicFrameMkLst>
            <pc:docMk/>
            <pc:sldMk cId="3218446010" sldId="2147481940"/>
            <ac:graphicFrameMk id="18" creationId="{BAF0B2EF-E0A9-4EBE-8B41-8BAD7EC3E9EB}"/>
          </ac:graphicFrameMkLst>
        </pc:graphicFrameChg>
      </pc:sldChg>
      <pc:sldChg chg="modSp mod">
        <pc:chgData name="김석중(SEOKJUNG KIM)[ksj_0420]/사원/제조DX.제조DX솔루션.롤맵기술팀" userId="4e10f057-622c-4bad-88ca-d96f01a66173" providerId="ADAL" clId="{13B976FE-DA98-415D-9BD6-43C58F1FF7C5}" dt="2025-11-26T02:11:34.497" v="437" actId="20577"/>
        <pc:sldMkLst>
          <pc:docMk/>
          <pc:sldMk cId="120050373" sldId="2147481971"/>
        </pc:sldMkLst>
        <pc:spChg chg="mod">
          <ac:chgData name="김석중(SEOKJUNG KIM)[ksj_0420]/사원/제조DX.제조DX솔루션.롤맵기술팀" userId="4e10f057-622c-4bad-88ca-d96f01a66173" providerId="ADAL" clId="{13B976FE-DA98-415D-9BD6-43C58F1FF7C5}" dt="2025-11-26T02:11:34.497" v="437" actId="20577"/>
          <ac:spMkLst>
            <pc:docMk/>
            <pc:sldMk cId="120050373" sldId="2147481971"/>
            <ac:spMk id="18" creationId="{72943F47-EAEA-4391-A2BC-C7C33A8E8CFD}"/>
          </ac:spMkLst>
        </pc:spChg>
      </pc:sldChg>
      <pc:sldChg chg="modSp mod">
        <pc:chgData name="김석중(SEOKJUNG KIM)[ksj_0420]/사원/제조DX.제조DX솔루션.롤맵기술팀" userId="4e10f057-622c-4bad-88ca-d96f01a66173" providerId="ADAL" clId="{13B976FE-DA98-415D-9BD6-43C58F1FF7C5}" dt="2025-11-26T02:32:30.833" v="1359" actId="207"/>
        <pc:sldMkLst>
          <pc:docMk/>
          <pc:sldMk cId="4216273303" sldId="2147482152"/>
        </pc:sldMkLst>
        <pc:graphicFrameChg chg="mod modGraphic">
          <ac:chgData name="김석중(SEOKJUNG KIM)[ksj_0420]/사원/제조DX.제조DX솔루션.롤맵기술팀" userId="4e10f057-622c-4bad-88ca-d96f01a66173" providerId="ADAL" clId="{13B976FE-DA98-415D-9BD6-43C58F1FF7C5}" dt="2025-11-26T02:32:30.833" v="1359" actId="207"/>
          <ac:graphicFrameMkLst>
            <pc:docMk/>
            <pc:sldMk cId="4216273303" sldId="2147482152"/>
            <ac:graphicFrameMk id="78" creationId="{44A34F13-DC54-4478-BF19-C0C49834DFA6}"/>
          </ac:graphicFrameMkLst>
        </pc:graphicFrameChg>
      </pc:sldChg>
      <pc:sldChg chg="delSp modSp mod">
        <pc:chgData name="김석중(SEOKJUNG KIM)[ksj_0420]/사원/제조DX.제조DX솔루션.롤맵기술팀" userId="4e10f057-622c-4bad-88ca-d96f01a66173" providerId="ADAL" clId="{13B976FE-DA98-415D-9BD6-43C58F1FF7C5}" dt="2025-11-26T02:40:03.949" v="2762" actId="20577"/>
        <pc:sldMkLst>
          <pc:docMk/>
          <pc:sldMk cId="719476191" sldId="2147482153"/>
        </pc:sldMkLst>
        <pc:graphicFrameChg chg="mod modGraphic">
          <ac:chgData name="김석중(SEOKJUNG KIM)[ksj_0420]/사원/제조DX.제조DX솔루션.롤맵기술팀" userId="4e10f057-622c-4bad-88ca-d96f01a66173" providerId="ADAL" clId="{13B976FE-DA98-415D-9BD6-43C58F1FF7C5}" dt="2025-11-26T02:40:03.949" v="2762" actId="20577"/>
          <ac:graphicFrameMkLst>
            <pc:docMk/>
            <pc:sldMk cId="719476191" sldId="2147482153"/>
            <ac:graphicFrameMk id="30" creationId="{FD723AF4-8C6A-45D2-91AF-E831F6E1C5CD}"/>
          </ac:graphicFrameMkLst>
        </pc:graphicFrameChg>
        <pc:graphicFrameChg chg="mod modGraphic">
          <ac:chgData name="김석중(SEOKJUNG KIM)[ksj_0420]/사원/제조DX.제조DX솔루션.롤맵기술팀" userId="4e10f057-622c-4bad-88ca-d96f01a66173" providerId="ADAL" clId="{13B976FE-DA98-415D-9BD6-43C58F1FF7C5}" dt="2025-11-26T02:32:35.129" v="1361" actId="207"/>
          <ac:graphicFrameMkLst>
            <pc:docMk/>
            <pc:sldMk cId="719476191" sldId="2147482153"/>
            <ac:graphicFrameMk id="62" creationId="{239E462D-4198-4727-8EA5-CC59B0C74700}"/>
          </ac:graphicFrameMkLst>
        </pc:graphicFrameChg>
        <pc:picChg chg="del">
          <ac:chgData name="김석중(SEOKJUNG KIM)[ksj_0420]/사원/제조DX.제조DX솔루션.롤맵기술팀" userId="4e10f057-622c-4bad-88ca-d96f01a66173" providerId="ADAL" clId="{13B976FE-DA98-415D-9BD6-43C58F1FF7C5}" dt="2025-11-26T02:34:24.587" v="1685" actId="478"/>
          <ac:picMkLst>
            <pc:docMk/>
            <pc:sldMk cId="719476191" sldId="2147482153"/>
            <ac:picMk id="3" creationId="{3D757F6F-0513-47BE-AE51-D4607282A4C1}"/>
          </ac:picMkLst>
        </pc:picChg>
      </pc:sldChg>
      <pc:sldChg chg="modSp mod">
        <pc:chgData name="김석중(SEOKJUNG KIM)[ksj_0420]/사원/제조DX.제조DX솔루션.롤맵기술팀" userId="4e10f057-622c-4bad-88ca-d96f01a66173" providerId="ADAL" clId="{13B976FE-DA98-415D-9BD6-43C58F1FF7C5}" dt="2025-11-26T02:32:40.128" v="1363" actId="207"/>
        <pc:sldMkLst>
          <pc:docMk/>
          <pc:sldMk cId="1357361098" sldId="2147482154"/>
        </pc:sldMkLst>
        <pc:graphicFrameChg chg="mod modGraphic">
          <ac:chgData name="김석중(SEOKJUNG KIM)[ksj_0420]/사원/제조DX.제조DX솔루션.롤맵기술팀" userId="4e10f057-622c-4bad-88ca-d96f01a66173" providerId="ADAL" clId="{13B976FE-DA98-415D-9BD6-43C58F1FF7C5}" dt="2025-11-26T02:32:40.128" v="1363" actId="207"/>
          <ac:graphicFrameMkLst>
            <pc:docMk/>
            <pc:sldMk cId="1357361098" sldId="2147482154"/>
            <ac:graphicFrameMk id="61" creationId="{D74D922B-6390-4658-8B44-87E34F5AEA53}"/>
          </ac:graphicFrameMkLst>
        </pc:graphicFrameChg>
      </pc:sldChg>
      <pc:sldChg chg="modSp mod">
        <pc:chgData name="김석중(SEOKJUNG KIM)[ksj_0420]/사원/제조DX.제조DX솔루션.롤맵기술팀" userId="4e10f057-622c-4bad-88ca-d96f01a66173" providerId="ADAL" clId="{13B976FE-DA98-415D-9BD6-43C58F1FF7C5}" dt="2025-11-26T02:32:45.527" v="1365" actId="207"/>
        <pc:sldMkLst>
          <pc:docMk/>
          <pc:sldMk cId="2756542074" sldId="2147482155"/>
        </pc:sldMkLst>
        <pc:graphicFrameChg chg="mod modGraphic">
          <ac:chgData name="김석중(SEOKJUNG KIM)[ksj_0420]/사원/제조DX.제조DX솔루션.롤맵기술팀" userId="4e10f057-622c-4bad-88ca-d96f01a66173" providerId="ADAL" clId="{13B976FE-DA98-415D-9BD6-43C58F1FF7C5}" dt="2025-11-26T02:32:45.527" v="1365" actId="207"/>
          <ac:graphicFrameMkLst>
            <pc:docMk/>
            <pc:sldMk cId="2756542074" sldId="2147482155"/>
            <ac:graphicFrameMk id="59" creationId="{8C8C781A-BCD2-43B6-8EC6-253AC330EA34}"/>
          </ac:graphicFrameMkLst>
        </pc:graphicFrameChg>
      </pc:sldChg>
      <pc:sldChg chg="modSp mod">
        <pc:chgData name="김석중(SEOKJUNG KIM)[ksj_0420]/사원/제조DX.제조DX솔루션.롤맵기술팀" userId="4e10f057-622c-4bad-88ca-d96f01a66173" providerId="ADAL" clId="{13B976FE-DA98-415D-9BD6-43C58F1FF7C5}" dt="2025-11-26T02:32:49.048" v="1367" actId="207"/>
        <pc:sldMkLst>
          <pc:docMk/>
          <pc:sldMk cId="1685760430" sldId="2147482156"/>
        </pc:sldMkLst>
        <pc:graphicFrameChg chg="mod modGraphic">
          <ac:chgData name="김석중(SEOKJUNG KIM)[ksj_0420]/사원/제조DX.제조DX솔루션.롤맵기술팀" userId="4e10f057-622c-4bad-88ca-d96f01a66173" providerId="ADAL" clId="{13B976FE-DA98-415D-9BD6-43C58F1FF7C5}" dt="2025-11-26T02:32:49.048" v="1367" actId="207"/>
          <ac:graphicFrameMkLst>
            <pc:docMk/>
            <pc:sldMk cId="1685760430" sldId="2147482156"/>
            <ac:graphicFrameMk id="59" creationId="{2AD5FA6F-897F-4D14-B8F9-49179AD9A341}"/>
          </ac:graphicFrameMkLst>
        </pc:graphicFrameChg>
      </pc:sldChg>
      <pc:sldChg chg="modSp mod">
        <pc:chgData name="김석중(SEOKJUNG KIM)[ksj_0420]/사원/제조DX.제조DX솔루션.롤맵기술팀" userId="4e10f057-622c-4bad-88ca-d96f01a66173" providerId="ADAL" clId="{13B976FE-DA98-415D-9BD6-43C58F1FF7C5}" dt="2025-11-26T02:32:52.425" v="1369" actId="207"/>
        <pc:sldMkLst>
          <pc:docMk/>
          <pc:sldMk cId="1270712381" sldId="2147482157"/>
        </pc:sldMkLst>
        <pc:graphicFrameChg chg="mod modGraphic">
          <ac:chgData name="김석중(SEOKJUNG KIM)[ksj_0420]/사원/제조DX.제조DX솔루션.롤맵기술팀" userId="4e10f057-622c-4bad-88ca-d96f01a66173" providerId="ADAL" clId="{13B976FE-DA98-415D-9BD6-43C58F1FF7C5}" dt="2025-11-26T02:32:52.425" v="1369" actId="207"/>
          <ac:graphicFrameMkLst>
            <pc:docMk/>
            <pc:sldMk cId="1270712381" sldId="2147482157"/>
            <ac:graphicFrameMk id="59" creationId="{2E232787-EA51-4857-8E03-A51235055CB5}"/>
          </ac:graphicFrameMkLst>
        </pc:graphicFrameChg>
      </pc:sldChg>
      <pc:sldChg chg="modSp mod">
        <pc:chgData name="김석중(SEOKJUNG KIM)[ksj_0420]/사원/제조DX.제조DX솔루션.롤맵기술팀" userId="4e10f057-622c-4bad-88ca-d96f01a66173" providerId="ADAL" clId="{13B976FE-DA98-415D-9BD6-43C58F1FF7C5}" dt="2025-11-26T02:32:58.274" v="1371" actId="207"/>
        <pc:sldMkLst>
          <pc:docMk/>
          <pc:sldMk cId="3468524003" sldId="2147482158"/>
        </pc:sldMkLst>
        <pc:graphicFrameChg chg="mod modGraphic">
          <ac:chgData name="김석중(SEOKJUNG KIM)[ksj_0420]/사원/제조DX.제조DX솔루션.롤맵기술팀" userId="4e10f057-622c-4bad-88ca-d96f01a66173" providerId="ADAL" clId="{13B976FE-DA98-415D-9BD6-43C58F1FF7C5}" dt="2025-11-26T02:32:58.274" v="1371" actId="207"/>
          <ac:graphicFrameMkLst>
            <pc:docMk/>
            <pc:sldMk cId="3468524003" sldId="2147482158"/>
            <ac:graphicFrameMk id="59" creationId="{3264E41B-0111-4A50-8165-2F7834A1A1CA}"/>
          </ac:graphicFrameMkLst>
        </pc:graphicFrameChg>
      </pc:sldChg>
      <pc:sldChg chg="modSp mod">
        <pc:chgData name="김석중(SEOKJUNG KIM)[ksj_0420]/사원/제조DX.제조DX솔루션.롤맵기술팀" userId="4e10f057-622c-4bad-88ca-d96f01a66173" providerId="ADAL" clId="{13B976FE-DA98-415D-9BD6-43C58F1FF7C5}" dt="2025-11-26T02:33:01.953" v="1373" actId="207"/>
        <pc:sldMkLst>
          <pc:docMk/>
          <pc:sldMk cId="3982393149" sldId="2147482159"/>
        </pc:sldMkLst>
        <pc:graphicFrameChg chg="mod modGraphic">
          <ac:chgData name="김석중(SEOKJUNG KIM)[ksj_0420]/사원/제조DX.제조DX솔루션.롤맵기술팀" userId="4e10f057-622c-4bad-88ca-d96f01a66173" providerId="ADAL" clId="{13B976FE-DA98-415D-9BD6-43C58F1FF7C5}" dt="2025-11-26T02:33:01.953" v="1373" actId="207"/>
          <ac:graphicFrameMkLst>
            <pc:docMk/>
            <pc:sldMk cId="3982393149" sldId="2147482159"/>
            <ac:graphicFrameMk id="59" creationId="{B7D712C6-35F8-4B25-878E-42A94EC3610E}"/>
          </ac:graphicFrameMkLst>
        </pc:graphicFrameChg>
      </pc:sldChg>
      <pc:sldChg chg="modSp mod">
        <pc:chgData name="김석중(SEOKJUNG KIM)[ksj_0420]/사원/제조DX.제조DX솔루션.롤맵기술팀" userId="4e10f057-622c-4bad-88ca-d96f01a66173" providerId="ADAL" clId="{13B976FE-DA98-415D-9BD6-43C58F1FF7C5}" dt="2025-11-26T02:33:05.943" v="1375" actId="207"/>
        <pc:sldMkLst>
          <pc:docMk/>
          <pc:sldMk cId="4127400384" sldId="2147482160"/>
        </pc:sldMkLst>
        <pc:graphicFrameChg chg="mod modGraphic">
          <ac:chgData name="김석중(SEOKJUNG KIM)[ksj_0420]/사원/제조DX.제조DX솔루션.롤맵기술팀" userId="4e10f057-622c-4bad-88ca-d96f01a66173" providerId="ADAL" clId="{13B976FE-DA98-415D-9BD6-43C58F1FF7C5}" dt="2025-11-26T02:33:05.943" v="1375" actId="207"/>
          <ac:graphicFrameMkLst>
            <pc:docMk/>
            <pc:sldMk cId="4127400384" sldId="2147482160"/>
            <ac:graphicFrameMk id="58" creationId="{D1486B37-EB4E-4DBA-B192-32A9AE92E632}"/>
          </ac:graphicFrameMkLst>
        </pc:graphicFrameChg>
      </pc:sldChg>
    </pc:docChg>
  </pc:docChgLst>
  <pc:docChgLst>
    <pc:chgData name="강규택()[kyutaek.kang]/책임/제조DX.제조DX솔루션.롤맵기술팀" userId="4f16d406-d3c1-4344-8c6a-6a2e0f4ae759" providerId="ADAL" clId="{EBD2D199-3071-4269-950F-C1FB6EF01291}"/>
    <pc:docChg chg="custSel modSld">
      <pc:chgData name="강규택()[kyutaek.kang]/책임/제조DX.제조DX솔루션.롤맵기술팀" userId="4f16d406-d3c1-4344-8c6a-6a2e0f4ae759" providerId="ADAL" clId="{EBD2D199-3071-4269-950F-C1FB6EF01291}" dt="2025-12-03T07:52:55.030" v="321" actId="20577"/>
      <pc:docMkLst>
        <pc:docMk/>
      </pc:docMkLst>
      <pc:sldChg chg="modSp mod">
        <pc:chgData name="강규택()[kyutaek.kang]/책임/제조DX.제조DX솔루션.롤맵기술팀" userId="4f16d406-d3c1-4344-8c6a-6a2e0f4ae759" providerId="ADAL" clId="{EBD2D199-3071-4269-950F-C1FB6EF01291}" dt="2025-12-03T07:49:48.304" v="158" actId="20577"/>
        <pc:sldMkLst>
          <pc:docMk/>
          <pc:sldMk cId="760095899" sldId="2147481914"/>
        </pc:sldMkLst>
        <pc:spChg chg="mod">
          <ac:chgData name="강규택()[kyutaek.kang]/책임/제조DX.제조DX솔루션.롤맵기술팀" userId="4f16d406-d3c1-4344-8c6a-6a2e0f4ae759" providerId="ADAL" clId="{EBD2D199-3071-4269-950F-C1FB6EF01291}" dt="2025-12-03T07:48:02.621" v="107" actId="20577"/>
          <ac:spMkLst>
            <pc:docMk/>
            <pc:sldMk cId="760095899" sldId="2147481914"/>
            <ac:spMk id="18" creationId="{72943F47-EAEA-4391-A2BC-C7C33A8E8CFD}"/>
          </ac:spMkLst>
        </pc:spChg>
        <pc:graphicFrameChg chg="mod modGraphic">
          <ac:chgData name="강규택()[kyutaek.kang]/책임/제조DX.제조DX솔루션.롤맵기술팀" userId="4f16d406-d3c1-4344-8c6a-6a2e0f4ae759" providerId="ADAL" clId="{EBD2D199-3071-4269-950F-C1FB6EF01291}" dt="2025-12-03T07:49:48.304" v="158" actId="20577"/>
          <ac:graphicFrameMkLst>
            <pc:docMk/>
            <pc:sldMk cId="760095899" sldId="2147481914"/>
            <ac:graphicFrameMk id="3" creationId="{3E86696F-E35A-4B06-9B46-63A4A6A986C1}"/>
          </ac:graphicFrameMkLst>
        </pc:graphicFrameChg>
      </pc:sldChg>
      <pc:sldChg chg="modSp mod">
        <pc:chgData name="강규택()[kyutaek.kang]/책임/제조DX.제조DX솔루션.롤맵기술팀" userId="4f16d406-d3c1-4344-8c6a-6a2e0f4ae759" providerId="ADAL" clId="{EBD2D199-3071-4269-950F-C1FB6EF01291}" dt="2025-12-03T07:52:55.030" v="321" actId="20577"/>
        <pc:sldMkLst>
          <pc:docMk/>
          <pc:sldMk cId="197830340" sldId="2147481920"/>
        </pc:sldMkLst>
        <pc:spChg chg="mod">
          <ac:chgData name="강규택()[kyutaek.kang]/책임/제조DX.제조DX솔루션.롤맵기술팀" userId="4f16d406-d3c1-4344-8c6a-6a2e0f4ae759" providerId="ADAL" clId="{EBD2D199-3071-4269-950F-C1FB6EF01291}" dt="2025-12-03T07:52:55.030" v="321" actId="20577"/>
          <ac:spMkLst>
            <pc:docMk/>
            <pc:sldMk cId="197830340" sldId="2147481920"/>
            <ac:spMk id="11" creationId="{67F1B651-D06A-4EEC-A09C-7F9D9CBFDA37}"/>
          </ac:spMkLst>
        </pc:spChg>
        <pc:graphicFrameChg chg="mod modGraphic">
          <ac:chgData name="강규택()[kyutaek.kang]/책임/제조DX.제조DX솔루션.롤맵기술팀" userId="4f16d406-d3c1-4344-8c6a-6a2e0f4ae759" providerId="ADAL" clId="{EBD2D199-3071-4269-950F-C1FB6EF01291}" dt="2025-12-03T07:52:44.674" v="314" actId="20577"/>
          <ac:graphicFrameMkLst>
            <pc:docMk/>
            <pc:sldMk cId="197830340" sldId="2147481920"/>
            <ac:graphicFrameMk id="3" creationId="{3E86696F-E35A-4B06-9B46-63A4A6A986C1}"/>
          </ac:graphicFrameMkLst>
        </pc:graphicFrameChg>
      </pc:sldChg>
    </pc:docChg>
  </pc:docChgLst>
  <pc:docChgLst>
    <pc:chgData name="이성규 " userId="98dcb10c-4041-40a2-af36-ccf93803936b" providerId="ADAL" clId="{A06E30C7-EDA7-4FCD-8E80-D2F448F28ED4}"/>
    <pc:docChg chg="custSel modSld">
      <pc:chgData name="이성규 " userId="98dcb10c-4041-40a2-af36-ccf93803936b" providerId="ADAL" clId="{A06E30C7-EDA7-4FCD-8E80-D2F448F28ED4}" dt="2025-10-22T00:16:21.639" v="133" actId="20577"/>
      <pc:docMkLst>
        <pc:docMk/>
      </pc:docMkLst>
      <pc:sldChg chg="modSp">
        <pc:chgData name="이성규 " userId="98dcb10c-4041-40a2-af36-ccf93803936b" providerId="ADAL" clId="{A06E30C7-EDA7-4FCD-8E80-D2F448F28ED4}" dt="2025-10-22T00:16:21.639" v="133" actId="20577"/>
        <pc:sldMkLst>
          <pc:docMk/>
          <pc:sldMk cId="1007887036" sldId="2147481943"/>
        </pc:sldMkLst>
        <pc:spChg chg="mod">
          <ac:chgData name="이성규 " userId="98dcb10c-4041-40a2-af36-ccf93803936b" providerId="ADAL" clId="{A06E30C7-EDA7-4FCD-8E80-D2F448F28ED4}" dt="2025-10-22T00:16:21.639" v="133" actId="20577"/>
          <ac:spMkLst>
            <pc:docMk/>
            <pc:sldMk cId="1007887036" sldId="2147481943"/>
            <ac:spMk id="22" creationId="{81B17DB2-3DCC-4A8F-9347-F9695BEF8B6D}"/>
          </ac:spMkLst>
        </pc:spChg>
        <pc:spChg chg="mod">
          <ac:chgData name="이성규 " userId="98dcb10c-4041-40a2-af36-ccf93803936b" providerId="ADAL" clId="{A06E30C7-EDA7-4FCD-8E80-D2F448F28ED4}" dt="2025-10-22T00:14:24.220" v="119" actId="20577"/>
          <ac:spMkLst>
            <pc:docMk/>
            <pc:sldMk cId="1007887036" sldId="2147481943"/>
            <ac:spMk id="23" creationId="{348A78E2-9BDF-41FE-98FE-4B49AB5E73A0}"/>
          </ac:spMkLst>
        </pc:spChg>
        <pc:graphicFrameChg chg="mod modGraphic">
          <ac:chgData name="이성규 " userId="98dcb10c-4041-40a2-af36-ccf93803936b" providerId="ADAL" clId="{A06E30C7-EDA7-4FCD-8E80-D2F448F28ED4}" dt="2025-10-22T00:15:56.892" v="129" actId="207"/>
          <ac:graphicFrameMkLst>
            <pc:docMk/>
            <pc:sldMk cId="1007887036" sldId="2147481943"/>
            <ac:graphicFrameMk id="7" creationId="{3E86696F-E35A-4B06-9B46-63A4A6A986C1}"/>
          </ac:graphicFrameMkLst>
        </pc:graphicFrameChg>
      </pc:sldChg>
    </pc:docChg>
  </pc:docChgLst>
  <pc:docChgLst>
    <pc:chgData name="윤병호(BYEONGHO YUN)[bhyun91]/선임/제조DX.제조DX솔루션.셀추적기술팀" userId="94db4b4c-14ac-4104-bc57-d99881f0b25d" providerId="ADAL" clId="{777D7847-E5D7-4CCC-B4A5-7E0A031B88D3}"/>
    <pc:docChg chg="custSel modSld">
      <pc:chgData name="윤병호(BYEONGHO YUN)[bhyun91]/선임/제조DX.제조DX솔루션.셀추적기술팀" userId="94db4b4c-14ac-4104-bc57-d99881f0b25d" providerId="ADAL" clId="{777D7847-E5D7-4CCC-B4A5-7E0A031B88D3}" dt="2025-12-01T06:53:23.251" v="2408" actId="20577"/>
      <pc:docMkLst>
        <pc:docMk/>
      </pc:docMkLst>
      <pc:sldChg chg="modSp mod">
        <pc:chgData name="윤병호(BYEONGHO YUN)[bhyun91]/선임/제조DX.제조DX솔루션.셀추적기술팀" userId="94db4b4c-14ac-4104-bc57-d99881f0b25d" providerId="ADAL" clId="{777D7847-E5D7-4CCC-B4A5-7E0A031B88D3}" dt="2025-12-01T06:53:23.251" v="2408" actId="20577"/>
        <pc:sldMkLst>
          <pc:docMk/>
          <pc:sldMk cId="2559780372" sldId="2147481944"/>
        </pc:sldMkLst>
        <pc:spChg chg="mod">
          <ac:chgData name="윤병호(BYEONGHO YUN)[bhyun91]/선임/제조DX.제조DX솔루션.셀추적기술팀" userId="94db4b4c-14ac-4104-bc57-d99881f0b25d" providerId="ADAL" clId="{777D7847-E5D7-4CCC-B4A5-7E0A031B88D3}" dt="2025-12-01T06:53:23.251" v="2408" actId="20577"/>
          <ac:spMkLst>
            <pc:docMk/>
            <pc:sldMk cId="2559780372" sldId="2147481944"/>
            <ac:spMk id="17" creationId="{3FCB8C80-2818-4DE5-8D06-0CBBB3D9AE54}"/>
          </ac:spMkLst>
        </pc:spChg>
        <pc:spChg chg="mod">
          <ac:chgData name="윤병호(BYEONGHO YUN)[bhyun91]/선임/제조DX.제조DX솔루션.셀추적기술팀" userId="94db4b4c-14ac-4104-bc57-d99881f0b25d" providerId="ADAL" clId="{777D7847-E5D7-4CCC-B4A5-7E0A031B88D3}" dt="2025-12-01T06:50:58.710" v="2225" actId="1076"/>
          <ac:spMkLst>
            <pc:docMk/>
            <pc:sldMk cId="2559780372" sldId="2147481944"/>
            <ac:spMk id="19" creationId="{2E578BFA-4F52-473A-8A6A-891E8673C473}"/>
          </ac:spMkLst>
        </pc:spChg>
        <pc:spChg chg="mod">
          <ac:chgData name="윤병호(BYEONGHO YUN)[bhyun91]/선임/제조DX.제조DX솔루션.셀추적기술팀" userId="94db4b4c-14ac-4104-bc57-d99881f0b25d" providerId="ADAL" clId="{777D7847-E5D7-4CCC-B4A5-7E0A031B88D3}" dt="2025-12-01T06:50:58.710" v="2225" actId="1076"/>
          <ac:spMkLst>
            <pc:docMk/>
            <pc:sldMk cId="2559780372" sldId="2147481944"/>
            <ac:spMk id="21" creationId="{56504C36-E416-4555-A91B-93214BBA4B92}"/>
          </ac:spMkLst>
        </pc:spChg>
        <pc:spChg chg="mod">
          <ac:chgData name="윤병호(BYEONGHO YUN)[bhyun91]/선임/제조DX.제조DX솔루션.셀추적기술팀" userId="94db4b4c-14ac-4104-bc57-d99881f0b25d" providerId="ADAL" clId="{777D7847-E5D7-4CCC-B4A5-7E0A031B88D3}" dt="2025-12-01T06:34:49.811" v="10" actId="20577"/>
          <ac:spMkLst>
            <pc:docMk/>
            <pc:sldMk cId="2559780372" sldId="2147481944"/>
            <ac:spMk id="22" creationId="{81B17DB2-3DCC-4A8F-9347-F9695BEF8B6D}"/>
          </ac:spMkLst>
        </pc:spChg>
        <pc:graphicFrameChg chg="mod modGraphic">
          <ac:chgData name="윤병호(BYEONGHO YUN)[bhyun91]/선임/제조DX.제조DX솔루션.셀추적기술팀" userId="94db4b4c-14ac-4104-bc57-d99881f0b25d" providerId="ADAL" clId="{777D7847-E5D7-4CCC-B4A5-7E0A031B88D3}" dt="2025-12-01T06:51:57.103" v="2257" actId="20577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  <pc:graphicFrameChg chg="mod">
          <ac:chgData name="윤병호(BYEONGHO YUN)[bhyun91]/선임/제조DX.제조DX솔루션.셀추적기술팀" userId="94db4b4c-14ac-4104-bc57-d99881f0b25d" providerId="ADAL" clId="{777D7847-E5D7-4CCC-B4A5-7E0A031B88D3}" dt="2025-12-01T06:50:58.710" v="2225" actId="1076"/>
          <ac:graphicFrameMkLst>
            <pc:docMk/>
            <pc:sldMk cId="2559780372" sldId="2147481944"/>
            <ac:graphicFrameMk id="14" creationId="{C0FEE8D4-249E-4A1E-A47A-4401A1E7C448}"/>
          </ac:graphicFrameMkLst>
        </pc:graphicFrameChg>
      </pc:sldChg>
      <pc:sldChg chg="modSp mod">
        <pc:chgData name="윤병호(BYEONGHO YUN)[bhyun91]/선임/제조DX.제조DX솔루션.셀추적기술팀" userId="94db4b4c-14ac-4104-bc57-d99881f0b25d" providerId="ADAL" clId="{777D7847-E5D7-4CCC-B4A5-7E0A031B88D3}" dt="2025-12-01T06:41:38.476" v="1145" actId="20577"/>
        <pc:sldMkLst>
          <pc:docMk/>
          <pc:sldMk cId="863012316" sldId="2147482046"/>
        </pc:sldMkLst>
        <pc:spChg chg="mod">
          <ac:chgData name="윤병호(BYEONGHO YUN)[bhyun91]/선임/제조DX.제조DX솔루션.셀추적기술팀" userId="94db4b4c-14ac-4104-bc57-d99881f0b25d" providerId="ADAL" clId="{777D7847-E5D7-4CCC-B4A5-7E0A031B88D3}" dt="2025-12-01T06:36:16.767" v="180" actId="1076"/>
          <ac:spMkLst>
            <pc:docMk/>
            <pc:sldMk cId="863012316" sldId="2147482046"/>
            <ac:spMk id="58" creationId="{F2331789-FEC8-45FE-8F7A-D6ABFF734719}"/>
          </ac:spMkLst>
        </pc:spChg>
        <pc:spChg chg="mod">
          <ac:chgData name="윤병호(BYEONGHO YUN)[bhyun91]/선임/제조DX.제조DX솔루션.셀추적기술팀" userId="94db4b4c-14ac-4104-bc57-d99881f0b25d" providerId="ADAL" clId="{777D7847-E5D7-4CCC-B4A5-7E0A031B88D3}" dt="2025-12-01T06:35:05.714" v="19" actId="20577"/>
          <ac:spMkLst>
            <pc:docMk/>
            <pc:sldMk cId="863012316" sldId="2147482046"/>
            <ac:spMk id="63" creationId="{F7E9B123-1E21-48F6-86C5-2777566B3419}"/>
          </ac:spMkLst>
        </pc:spChg>
        <pc:graphicFrameChg chg="mod modGraphic">
          <ac:chgData name="윤병호(BYEONGHO YUN)[bhyun91]/선임/제조DX.제조DX솔루션.셀추적기술팀" userId="94db4b4c-14ac-4104-bc57-d99881f0b25d" providerId="ADAL" clId="{777D7847-E5D7-4CCC-B4A5-7E0A031B88D3}" dt="2025-12-01T06:41:38.476" v="1145" actId="20577"/>
          <ac:graphicFrameMkLst>
            <pc:docMk/>
            <pc:sldMk cId="863012316" sldId="2147482046"/>
            <ac:graphicFrameMk id="7" creationId="{3E86696F-E35A-4B06-9B46-63A4A6A986C1}"/>
          </ac:graphicFrameMkLst>
        </pc:graphicFrameChg>
        <pc:graphicFrameChg chg="mod modGraphic">
          <ac:chgData name="윤병호(BYEONGHO YUN)[bhyun91]/선임/제조DX.제조DX솔루션.셀추적기술팀" userId="94db4b4c-14ac-4104-bc57-d99881f0b25d" providerId="ADAL" clId="{777D7847-E5D7-4CCC-B4A5-7E0A031B88D3}" dt="2025-12-01T06:39:34.037" v="666" actId="207"/>
          <ac:graphicFrameMkLst>
            <pc:docMk/>
            <pc:sldMk cId="863012316" sldId="2147482046"/>
            <ac:graphicFrameMk id="60" creationId="{499311D7-9307-4912-8265-D228438D7B30}"/>
          </ac:graphicFrameMkLst>
        </pc:graphicFrameChg>
      </pc:sldChg>
    </pc:docChg>
  </pc:docChgLst>
  <pc:docChgLst>
    <pc:chgData name="전기영(GIYEONG JEON)[jeongy]/책임/제조DX.제조DX솔루션.롤맵기술팀" userId="9bc6f0c3-3ae2-4a3b-ab31-c290bb6ed01a" providerId="ADAL" clId="{572E2000-DF4D-4397-B487-82325DCF4AD0}"/>
    <pc:docChg chg="custSel modSld">
      <pc:chgData name="전기영(GIYEONG JEON)[jeongy]/책임/제조DX.제조DX솔루션.롤맵기술팀" userId="9bc6f0c3-3ae2-4a3b-ab31-c290bb6ed01a" providerId="ADAL" clId="{572E2000-DF4D-4397-B487-82325DCF4AD0}" dt="2025-12-16T05:29:43.067" v="2613" actId="207"/>
      <pc:docMkLst>
        <pc:docMk/>
      </pc:docMkLst>
      <pc:sldChg chg="modSp mod">
        <pc:chgData name="전기영(GIYEONG JEON)[jeongy]/책임/제조DX.제조DX솔루션.롤맵기술팀" userId="9bc6f0c3-3ae2-4a3b-ab31-c290bb6ed01a" providerId="ADAL" clId="{572E2000-DF4D-4397-B487-82325DCF4AD0}" dt="2025-12-16T04:32:27.068" v="2"/>
        <pc:sldMkLst>
          <pc:docMk/>
          <pc:sldMk cId="2838777384" sldId="1924"/>
        </pc:sldMkLst>
        <pc:spChg chg="mod">
          <ac:chgData name="전기영(GIYEONG JEON)[jeongy]/책임/제조DX.제조DX솔루션.롤맵기술팀" userId="9bc6f0c3-3ae2-4a3b-ab31-c290bb6ed01a" providerId="ADAL" clId="{572E2000-DF4D-4397-B487-82325DCF4AD0}" dt="2025-12-16T04:32:27.068" v="2"/>
          <ac:spMkLst>
            <pc:docMk/>
            <pc:sldMk cId="2838777384" sldId="1924"/>
            <ac:spMk id="26" creationId="{4B851281-5337-41CE-8F52-BF731257E53C}"/>
          </ac:spMkLst>
        </pc:spChg>
      </pc:sldChg>
      <pc:sldChg chg="modSp mod">
        <pc:chgData name="전기영(GIYEONG JEON)[jeongy]/책임/제조DX.제조DX솔루션.롤맵기술팀" userId="9bc6f0c3-3ae2-4a3b-ab31-c290bb6ed01a" providerId="ADAL" clId="{572E2000-DF4D-4397-B487-82325DCF4AD0}" dt="2025-12-16T05:08:45.738" v="1241" actId="207"/>
        <pc:sldMkLst>
          <pc:docMk/>
          <pc:sldMk cId="3266697761" sldId="2278"/>
        </pc:sldMkLst>
        <pc:spChg chg="mod">
          <ac:chgData name="전기영(GIYEONG JEON)[jeongy]/책임/제조DX.제조DX솔루션.롤맵기술팀" userId="9bc6f0c3-3ae2-4a3b-ab31-c290bb6ed01a" providerId="ADAL" clId="{572E2000-DF4D-4397-B487-82325DCF4AD0}" dt="2025-12-16T05:08:45.738" v="1241" actId="207"/>
          <ac:spMkLst>
            <pc:docMk/>
            <pc:sldMk cId="3266697761" sldId="2278"/>
            <ac:spMk id="18" creationId="{FC55D7C3-19BB-417C-88D2-249E3D408DED}"/>
          </ac:spMkLst>
        </pc:spChg>
      </pc:sldChg>
      <pc:sldChg chg="modSp mod">
        <pc:chgData name="전기영(GIYEONG JEON)[jeongy]/책임/제조DX.제조DX솔루션.롤맵기술팀" userId="9bc6f0c3-3ae2-4a3b-ab31-c290bb6ed01a" providerId="ADAL" clId="{572E2000-DF4D-4397-B487-82325DCF4AD0}" dt="2025-12-16T04:32:22" v="1" actId="20577"/>
        <pc:sldMkLst>
          <pc:docMk/>
          <pc:sldMk cId="2387407934" sldId="2147481881"/>
        </pc:sldMkLst>
        <pc:spChg chg="mod">
          <ac:chgData name="전기영(GIYEONG JEON)[jeongy]/책임/제조DX.제조DX솔루션.롤맵기술팀" userId="9bc6f0c3-3ae2-4a3b-ab31-c290bb6ed01a" providerId="ADAL" clId="{572E2000-DF4D-4397-B487-82325DCF4AD0}" dt="2025-12-16T04:32:22" v="1" actId="20577"/>
          <ac:spMkLst>
            <pc:docMk/>
            <pc:sldMk cId="2387407934" sldId="2147481881"/>
            <ac:spMk id="82" creationId="{6E629A8E-DFC1-46F5-86E9-DF516FCEBFAD}"/>
          </ac:spMkLst>
        </pc:spChg>
      </pc:sldChg>
      <pc:sldChg chg="modSp mod">
        <pc:chgData name="전기영(GIYEONG JEON)[jeongy]/책임/제조DX.제조DX솔루션.롤맵기술팀" userId="9bc6f0c3-3ae2-4a3b-ab31-c290bb6ed01a" providerId="ADAL" clId="{572E2000-DF4D-4397-B487-82325DCF4AD0}" dt="2025-12-16T05:11:27.818" v="1376" actId="20577"/>
        <pc:sldMkLst>
          <pc:docMk/>
          <pc:sldMk cId="1825793658" sldId="2147481922"/>
        </pc:sldMkLst>
        <pc:spChg chg="mod">
          <ac:chgData name="전기영(GIYEONG JEON)[jeongy]/책임/제조DX.제조DX솔루션.롤맵기술팀" userId="9bc6f0c3-3ae2-4a3b-ab31-c290bb6ed01a" providerId="ADAL" clId="{572E2000-DF4D-4397-B487-82325DCF4AD0}" dt="2025-12-16T05:10:43.394" v="1243" actId="20577"/>
          <ac:spMkLst>
            <pc:docMk/>
            <pc:sldMk cId="1825793658" sldId="2147481922"/>
            <ac:spMk id="18" creationId="{72943F47-EAEA-4391-A2BC-C7C33A8E8CFD}"/>
          </ac:spMkLst>
        </pc:spChg>
        <pc:graphicFrameChg chg="mod modGraphic">
          <ac:chgData name="전기영(GIYEONG JEON)[jeongy]/책임/제조DX.제조DX솔루션.롤맵기술팀" userId="9bc6f0c3-3ae2-4a3b-ab31-c290bb6ed01a" providerId="ADAL" clId="{572E2000-DF4D-4397-B487-82325DCF4AD0}" dt="2025-12-16T05:11:27.818" v="1376" actId="20577"/>
          <ac:graphicFrameMkLst>
            <pc:docMk/>
            <pc:sldMk cId="1825793658" sldId="2147481922"/>
            <ac:graphicFrameMk id="3" creationId="{3E86696F-E35A-4B06-9B46-63A4A6A986C1}"/>
          </ac:graphicFrameMkLst>
        </pc:graphicFrameChg>
      </pc:sldChg>
      <pc:sldChg chg="modSp mod">
        <pc:chgData name="전기영(GIYEONG JEON)[jeongy]/책임/제조DX.제조DX솔루션.롤맵기술팀" userId="9bc6f0c3-3ae2-4a3b-ab31-c290bb6ed01a" providerId="ADAL" clId="{572E2000-DF4D-4397-B487-82325DCF4AD0}" dt="2025-12-16T05:15:26.475" v="1602" actId="207"/>
        <pc:sldMkLst>
          <pc:docMk/>
          <pc:sldMk cId="3019991654" sldId="2147481963"/>
        </pc:sldMkLst>
        <pc:spChg chg="mod">
          <ac:chgData name="전기영(GIYEONG JEON)[jeongy]/책임/제조DX.제조DX솔루션.롤맵기술팀" userId="9bc6f0c3-3ae2-4a3b-ab31-c290bb6ed01a" providerId="ADAL" clId="{572E2000-DF4D-4397-B487-82325DCF4AD0}" dt="2025-12-16T05:14:30.361" v="1378" actId="20577"/>
          <ac:spMkLst>
            <pc:docMk/>
            <pc:sldMk cId="3019991654" sldId="2147481963"/>
            <ac:spMk id="18" creationId="{72943F47-EAEA-4391-A2BC-C7C33A8E8CFD}"/>
          </ac:spMkLst>
        </pc:spChg>
        <pc:graphicFrameChg chg="mod modGraphic">
          <ac:chgData name="전기영(GIYEONG JEON)[jeongy]/책임/제조DX.제조DX솔루션.롤맵기술팀" userId="9bc6f0c3-3ae2-4a3b-ab31-c290bb6ed01a" providerId="ADAL" clId="{572E2000-DF4D-4397-B487-82325DCF4AD0}" dt="2025-12-16T05:15:26.475" v="1602" actId="207"/>
          <ac:graphicFrameMkLst>
            <pc:docMk/>
            <pc:sldMk cId="3019991654" sldId="2147481963"/>
            <ac:graphicFrameMk id="3" creationId="{3E86696F-E35A-4B06-9B46-63A4A6A986C1}"/>
          </ac:graphicFrameMkLst>
        </pc:graphicFrameChg>
      </pc:sldChg>
      <pc:sldChg chg="modSp mod">
        <pc:chgData name="전기영(GIYEONG JEON)[jeongy]/책임/제조DX.제조DX솔루션.롤맵기술팀" userId="9bc6f0c3-3ae2-4a3b-ab31-c290bb6ed01a" providerId="ADAL" clId="{572E2000-DF4D-4397-B487-82325DCF4AD0}" dt="2025-12-16T04:32:30.485" v="3"/>
        <pc:sldMkLst>
          <pc:docMk/>
          <pc:sldMk cId="2260942690" sldId="2147481980"/>
        </pc:sldMkLst>
        <pc:spChg chg="mod">
          <ac:chgData name="전기영(GIYEONG JEON)[jeongy]/책임/제조DX.제조DX솔루션.롤맵기술팀" userId="9bc6f0c3-3ae2-4a3b-ab31-c290bb6ed01a" providerId="ADAL" clId="{572E2000-DF4D-4397-B487-82325DCF4AD0}" dt="2025-12-16T04:32:30.485" v="3"/>
          <ac:spMkLst>
            <pc:docMk/>
            <pc:sldMk cId="2260942690" sldId="2147481980"/>
            <ac:spMk id="32" creationId="{1B2F6CE2-670B-40AF-B5DB-D7558578C8A2}"/>
          </ac:spMkLst>
        </pc:spChg>
      </pc:sldChg>
      <pc:sldChg chg="addSp delSp modSp mod">
        <pc:chgData name="전기영(GIYEONG JEON)[jeongy]/책임/제조DX.제조DX솔루션.롤맵기술팀" userId="9bc6f0c3-3ae2-4a3b-ab31-c290bb6ed01a" providerId="ADAL" clId="{572E2000-DF4D-4397-B487-82325DCF4AD0}" dt="2025-12-16T05:29:04.542" v="2612"/>
        <pc:sldMkLst>
          <pc:docMk/>
          <pc:sldMk cId="2069960929" sldId="2147482097"/>
        </pc:sldMkLst>
        <pc:spChg chg="mod">
          <ac:chgData name="전기영(GIYEONG JEON)[jeongy]/책임/제조DX.제조DX솔루션.롤맵기술팀" userId="9bc6f0c3-3ae2-4a3b-ab31-c290bb6ed01a" providerId="ADAL" clId="{572E2000-DF4D-4397-B487-82325DCF4AD0}" dt="2025-12-16T05:28:52.710" v="2606" actId="20577"/>
          <ac:spMkLst>
            <pc:docMk/>
            <pc:sldMk cId="2069960929" sldId="2147482097"/>
            <ac:spMk id="5" creationId="{1BA4416D-28F9-470C-B9CE-A95FA731A2E2}"/>
          </ac:spMkLst>
        </pc:spChg>
        <pc:spChg chg="add mod">
          <ac:chgData name="전기영(GIYEONG JEON)[jeongy]/책임/제조DX.제조DX솔루션.롤맵기술팀" userId="9bc6f0c3-3ae2-4a3b-ab31-c290bb6ed01a" providerId="ADAL" clId="{572E2000-DF4D-4397-B487-82325DCF4AD0}" dt="2025-12-16T05:19:19.621" v="2060" actId="207"/>
          <ac:spMkLst>
            <pc:docMk/>
            <pc:sldMk cId="2069960929" sldId="2147482097"/>
            <ac:spMk id="10" creationId="{A0FF5060-D01E-A74F-A34C-A0FDA0EB74D1}"/>
          </ac:spMkLst>
        </pc:spChg>
        <pc:grpChg chg="del">
          <ac:chgData name="전기영(GIYEONG JEON)[jeongy]/책임/제조DX.제조DX솔루션.롤맵기술팀" userId="9bc6f0c3-3ae2-4a3b-ab31-c290bb6ed01a" providerId="ADAL" clId="{572E2000-DF4D-4397-B487-82325DCF4AD0}" dt="2025-12-16T05:15:45.623" v="1604" actId="478"/>
          <ac:grpSpMkLst>
            <pc:docMk/>
            <pc:sldMk cId="2069960929" sldId="2147482097"/>
            <ac:grpSpMk id="14" creationId="{1CFF6D5B-B417-D2E4-357D-FFEB2F16A9FA}"/>
          </ac:grpSpMkLst>
        </pc:grpChg>
        <pc:graphicFrameChg chg="mod modGraphic">
          <ac:chgData name="전기영(GIYEONG JEON)[jeongy]/책임/제조DX.제조DX솔루션.롤맵기술팀" userId="9bc6f0c3-3ae2-4a3b-ab31-c290bb6ed01a" providerId="ADAL" clId="{572E2000-DF4D-4397-B487-82325DCF4AD0}" dt="2025-12-16T05:29:04.542" v="2612"/>
          <ac:graphicFrameMkLst>
            <pc:docMk/>
            <pc:sldMk cId="2069960929" sldId="2147482097"/>
            <ac:graphicFrameMk id="2" creationId="{534EE123-7406-4F16-AB1D-7380FC4446F3}"/>
          </ac:graphicFrameMkLst>
        </pc:graphicFrameChg>
        <pc:graphicFrameChg chg="add mod modGraphic">
          <ac:chgData name="전기영(GIYEONG JEON)[jeongy]/책임/제조DX.제조DX솔루션.롤맵기술팀" userId="9bc6f0c3-3ae2-4a3b-ab31-c290bb6ed01a" providerId="ADAL" clId="{572E2000-DF4D-4397-B487-82325DCF4AD0}" dt="2025-12-16T05:18:17.207" v="1987" actId="1076"/>
          <ac:graphicFrameMkLst>
            <pc:docMk/>
            <pc:sldMk cId="2069960929" sldId="2147482097"/>
            <ac:graphicFrameMk id="9" creationId="{AFCFF860-624A-1019-BCD3-22C421A6A860}"/>
          </ac:graphicFrameMkLst>
        </pc:graphicFrameChg>
        <pc:graphicFrameChg chg="del">
          <ac:chgData name="전기영(GIYEONG JEON)[jeongy]/책임/제조DX.제조DX솔루션.롤맵기술팀" userId="9bc6f0c3-3ae2-4a3b-ab31-c290bb6ed01a" providerId="ADAL" clId="{572E2000-DF4D-4397-B487-82325DCF4AD0}" dt="2025-12-16T05:15:43.244" v="1603" actId="478"/>
          <ac:graphicFrameMkLst>
            <pc:docMk/>
            <pc:sldMk cId="2069960929" sldId="2147482097"/>
            <ac:graphicFrameMk id="11" creationId="{AD3532D0-468D-8ADA-6248-3580A72D3142}"/>
          </ac:graphicFrameMkLst>
        </pc:graphicFrameChg>
        <pc:graphicFrameChg chg="add mod modGraphic">
          <ac:chgData name="전기영(GIYEONG JEON)[jeongy]/책임/제조DX.제조DX솔루션.롤맵기술팀" userId="9bc6f0c3-3ae2-4a3b-ab31-c290bb6ed01a" providerId="ADAL" clId="{572E2000-DF4D-4397-B487-82325DCF4AD0}" dt="2025-12-16T05:27:44.100" v="2598" actId="207"/>
          <ac:graphicFrameMkLst>
            <pc:docMk/>
            <pc:sldMk cId="2069960929" sldId="2147482097"/>
            <ac:graphicFrameMk id="15" creationId="{FDA72E1A-8512-4761-CAEF-1B4CE29E63A5}"/>
          </ac:graphicFrameMkLst>
        </pc:graphicFrameChg>
        <pc:graphicFrameChg chg="add mod modGraphic">
          <ac:chgData name="전기영(GIYEONG JEON)[jeongy]/책임/제조DX.제조DX솔루션.롤맵기술팀" userId="9bc6f0c3-3ae2-4a3b-ab31-c290bb6ed01a" providerId="ADAL" clId="{572E2000-DF4D-4397-B487-82325DCF4AD0}" dt="2025-12-16T05:28:16.647" v="2604" actId="20577"/>
          <ac:graphicFrameMkLst>
            <pc:docMk/>
            <pc:sldMk cId="2069960929" sldId="2147482097"/>
            <ac:graphicFrameMk id="16" creationId="{9A5ABD35-DA9E-73AB-E788-BF6292065657}"/>
          </ac:graphicFrameMkLst>
        </pc:graphicFrameChg>
      </pc:sldChg>
      <pc:sldChg chg="modSp mod">
        <pc:chgData name="전기영(GIYEONG JEON)[jeongy]/책임/제조DX.제조DX솔루션.롤맵기술팀" userId="9bc6f0c3-3ae2-4a3b-ab31-c290bb6ed01a" providerId="ADAL" clId="{572E2000-DF4D-4397-B487-82325DCF4AD0}" dt="2025-12-16T05:29:43.067" v="2613" actId="207"/>
        <pc:sldMkLst>
          <pc:docMk/>
          <pc:sldMk cId="1270712381" sldId="2147482157"/>
        </pc:sldMkLst>
        <pc:graphicFrameChg chg="modGraphic">
          <ac:chgData name="전기영(GIYEONG JEON)[jeongy]/책임/제조DX.제조DX솔루션.롤맵기술팀" userId="9bc6f0c3-3ae2-4a3b-ab31-c290bb6ed01a" providerId="ADAL" clId="{572E2000-DF4D-4397-B487-82325DCF4AD0}" dt="2025-12-16T05:29:43.067" v="2613" actId="207"/>
          <ac:graphicFrameMkLst>
            <pc:docMk/>
            <pc:sldMk cId="1270712381" sldId="2147482157"/>
            <ac:graphicFrameMk id="29" creationId="{6DAA28A2-120D-B4E0-EC0F-990857EFD2B2}"/>
          </ac:graphicFrameMkLst>
        </pc:graphicFrameChg>
      </pc:sldChg>
    </pc:docChg>
  </pc:docChgLst>
  <pc:docChgLst>
    <pc:chgData name="이성규(SUNG GYU LEE)[sunggyulee]/선임/제조DX.제조DX솔루션.셀추적기술팀" userId="98dcb10c-4041-40a2-af36-ccf93803936b" providerId="ADAL" clId="{87FD62C2-3B7F-4125-BD27-BFF1B39278E4}"/>
    <pc:docChg chg="custSel modSld sldOrd">
      <pc:chgData name="이성규(SUNG GYU LEE)[sunggyulee]/선임/제조DX.제조DX솔루션.셀추적기술팀" userId="98dcb10c-4041-40a2-af36-ccf93803936b" providerId="ADAL" clId="{87FD62C2-3B7F-4125-BD27-BFF1B39278E4}" dt="2025-12-03T02:40:29.937" v="34"/>
      <pc:docMkLst>
        <pc:docMk/>
      </pc:docMkLst>
      <pc:sldChg chg="modSp mod ord modShow">
        <pc:chgData name="이성규(SUNG GYU LEE)[sunggyulee]/선임/제조DX.제조DX솔루션.셀추적기술팀" userId="98dcb10c-4041-40a2-af36-ccf93803936b" providerId="ADAL" clId="{87FD62C2-3B7F-4125-BD27-BFF1B39278E4}" dt="2025-12-03T02:40:29.937" v="34"/>
        <pc:sldMkLst>
          <pc:docMk/>
          <pc:sldMk cId="1007887036" sldId="2147481943"/>
        </pc:sldMkLst>
        <pc:spChg chg="mod">
          <ac:chgData name="이성규(SUNG GYU LEE)[sunggyulee]/선임/제조DX.제조DX솔루션.셀추적기술팀" userId="98dcb10c-4041-40a2-af36-ccf93803936b" providerId="ADAL" clId="{87FD62C2-3B7F-4125-BD27-BFF1B39278E4}" dt="2025-12-03T01:16:22.219" v="4" actId="20577"/>
          <ac:spMkLst>
            <pc:docMk/>
            <pc:sldMk cId="1007887036" sldId="2147481943"/>
            <ac:spMk id="22" creationId="{81B17DB2-3DCC-4A8F-9347-F9695BEF8B6D}"/>
          </ac:spMkLst>
        </pc:spChg>
        <pc:graphicFrameChg chg="mod modGraphic">
          <ac:chgData name="이성규(SUNG GYU LEE)[sunggyulee]/선임/제조DX.제조DX솔루션.셀추적기술팀" userId="98dcb10c-4041-40a2-af36-ccf93803936b" providerId="ADAL" clId="{87FD62C2-3B7F-4125-BD27-BFF1B39278E4}" dt="2025-12-03T02:01:46.500" v="14" actId="20577"/>
          <ac:graphicFrameMkLst>
            <pc:docMk/>
            <pc:sldMk cId="1007887036" sldId="2147481943"/>
            <ac:graphicFrameMk id="2" creationId="{C71CE0D6-01CC-4FCA-BCC0-69BDDE1CF5E4}"/>
          </ac:graphicFrameMkLst>
        </pc:graphicFrameChg>
        <pc:graphicFrameChg chg="mod modGraphic">
          <ac:chgData name="이성규(SUNG GYU LEE)[sunggyulee]/선임/제조DX.제조DX솔루션.셀추적기술팀" userId="98dcb10c-4041-40a2-af36-ccf93803936b" providerId="ADAL" clId="{87FD62C2-3B7F-4125-BD27-BFF1B39278E4}" dt="2025-12-03T02:05:15.238" v="31"/>
          <ac:graphicFrameMkLst>
            <pc:docMk/>
            <pc:sldMk cId="1007887036" sldId="2147481943"/>
            <ac:graphicFrameMk id="3" creationId="{2AFD5F15-67A7-4DE0-B97B-E94C6F9E69D9}"/>
          </ac:graphicFrameMkLst>
        </pc:graphicFrameChg>
        <pc:graphicFrameChg chg="modGraphic">
          <ac:chgData name="이성규(SUNG GYU LEE)[sunggyulee]/선임/제조DX.제조DX솔루션.셀추적기술팀" userId="98dcb10c-4041-40a2-af36-ccf93803936b" providerId="ADAL" clId="{87FD62C2-3B7F-4125-BD27-BFF1B39278E4}" dt="2025-12-03T02:02:08.778" v="18" actId="207"/>
          <ac:graphicFrameMkLst>
            <pc:docMk/>
            <pc:sldMk cId="1007887036" sldId="2147481943"/>
            <ac:graphicFrameMk id="7" creationId="{3E86696F-E35A-4B06-9B46-63A4A6A986C1}"/>
          </ac:graphicFrameMkLst>
        </pc:graphicFrameChg>
      </pc:sldChg>
      <pc:sldChg chg="ord">
        <pc:chgData name="이성규(SUNG GYU LEE)[sunggyulee]/선임/제조DX.제조DX솔루션.셀추적기술팀" userId="98dcb10c-4041-40a2-af36-ccf93803936b" providerId="ADAL" clId="{87FD62C2-3B7F-4125-BD27-BFF1B39278E4}" dt="2025-12-03T02:01:48.592" v="15" actId="20578"/>
        <pc:sldMkLst>
          <pc:docMk/>
          <pc:sldMk cId="3076224187" sldId="2147482174"/>
        </pc:sldMkLst>
      </pc:sldChg>
    </pc:docChg>
  </pc:docChgLst>
  <pc:docChgLst>
    <pc:chgData name="박종현(JONG HYUN PARK)[parkjonghyun]/책임/제조DX.제조DX솔루션.셀추적기술팀" userId="bd556fbe-4056-41f8-81f6-e4b44a6c8ed9" providerId="ADAL" clId="{E9EEB59C-675F-47A1-A69D-A401E70C6F87}"/>
    <pc:docChg chg="undo custSel modSld">
      <pc:chgData name="박종현(JONG HYUN PARK)[parkjonghyun]/책임/제조DX.제조DX솔루션.셀추적기술팀" userId="bd556fbe-4056-41f8-81f6-e4b44a6c8ed9" providerId="ADAL" clId="{E9EEB59C-675F-47A1-A69D-A401E70C6F87}" dt="2025-11-13T00:30:07.037" v="666" actId="20577"/>
      <pc:docMkLst>
        <pc:docMk/>
      </pc:docMkLst>
      <pc:sldChg chg="modSp mod">
        <pc:chgData name="박종현(JONG HYUN PARK)[parkjonghyun]/책임/제조DX.제조DX솔루션.셀추적기술팀" userId="bd556fbe-4056-41f8-81f6-e4b44a6c8ed9" providerId="ADAL" clId="{E9EEB59C-675F-47A1-A69D-A401E70C6F87}" dt="2025-11-12T02:22:09.830" v="403" actId="20577"/>
        <pc:sldMkLst>
          <pc:docMk/>
          <pc:sldMk cId="3247425241" sldId="2209"/>
        </pc:sldMkLst>
        <pc:spChg chg="mod">
          <ac:chgData name="박종현(JONG HYUN PARK)[parkjonghyun]/책임/제조DX.제조DX솔루션.셀추적기술팀" userId="bd556fbe-4056-41f8-81f6-e4b44a6c8ed9" providerId="ADAL" clId="{E9EEB59C-675F-47A1-A69D-A401E70C6F87}" dt="2025-11-12T02:22:09.830" v="403" actId="20577"/>
          <ac:spMkLst>
            <pc:docMk/>
            <pc:sldMk cId="3247425241" sldId="2209"/>
            <ac:spMk id="13" creationId="{F31D3F01-C2A3-4167-99AE-5DFFB76739EF}"/>
          </ac:spMkLst>
        </pc:spChg>
      </pc:sldChg>
      <pc:sldChg chg="modSp mod">
        <pc:chgData name="박종현(JONG HYUN PARK)[parkjonghyun]/책임/제조DX.제조DX솔루션.셀추적기술팀" userId="bd556fbe-4056-41f8-81f6-e4b44a6c8ed9" providerId="ADAL" clId="{E9EEB59C-675F-47A1-A69D-A401E70C6F87}" dt="2025-11-13T00:30:07.037" v="666" actId="20577"/>
        <pc:sldMkLst>
          <pc:docMk/>
          <pc:sldMk cId="2458212547" sldId="2147481747"/>
        </pc:sldMkLst>
        <pc:spChg chg="mod">
          <ac:chgData name="박종현(JONG HYUN PARK)[parkjonghyun]/책임/제조DX.제조DX솔루션.셀추적기술팀" userId="bd556fbe-4056-41f8-81f6-e4b44a6c8ed9" providerId="ADAL" clId="{E9EEB59C-675F-47A1-A69D-A401E70C6F87}" dt="2025-11-12T02:22:36.377" v="407" actId="20577"/>
          <ac:spMkLst>
            <pc:docMk/>
            <pc:sldMk cId="2458212547" sldId="2147481747"/>
            <ac:spMk id="19" creationId="{ADF5974A-A7FA-4655-ABC5-EE48FEFF31B0}"/>
          </ac:spMkLst>
        </pc:spChg>
        <pc:spChg chg="mod">
          <ac:chgData name="박종현(JONG HYUN PARK)[parkjonghyun]/책임/제조DX.제조DX솔루션.셀추적기술팀" userId="bd556fbe-4056-41f8-81f6-e4b44a6c8ed9" providerId="ADAL" clId="{E9EEB59C-675F-47A1-A69D-A401E70C6F87}" dt="2025-11-13T00:30:07.037" v="666" actId="20577"/>
          <ac:spMkLst>
            <pc:docMk/>
            <pc:sldMk cId="2458212547" sldId="2147481747"/>
            <ac:spMk id="21" creationId="{4C3181BD-8769-4C0D-8973-C9F2BE0DC598}"/>
          </ac:spMkLst>
        </pc:spChg>
      </pc:sldChg>
    </pc:docChg>
  </pc:docChgLst>
  <pc:docChgLst>
    <pc:chgData name="정재호(JAEHO JUNG)[jaehojung]/책임/제조DX.제조DX솔루션.롤맵기술팀" userId="29b24f60-0f7d-44b1-87d1-3e99704a1396" providerId="ADAL" clId="{5F259284-12D8-4BFA-9E7A-4F7D8635623F}"/>
    <pc:docChg chg="undo redo custSel modSld">
      <pc:chgData name="정재호(JAEHO JUNG)[jaehojung]/책임/제조DX.제조DX솔루션.롤맵기술팀" userId="29b24f60-0f7d-44b1-87d1-3e99704a1396" providerId="ADAL" clId="{5F259284-12D8-4BFA-9E7A-4F7D8635623F}" dt="2025-11-26T02:34:56.587" v="1090" actId="20577"/>
      <pc:docMkLst>
        <pc:docMk/>
      </pc:docMkLst>
      <pc:sldChg chg="modSp">
        <pc:chgData name="정재호(JAEHO JUNG)[jaehojung]/책임/제조DX.제조DX솔루션.롤맵기술팀" userId="29b24f60-0f7d-44b1-87d1-3e99704a1396" providerId="ADAL" clId="{5F259284-12D8-4BFA-9E7A-4F7D8635623F}" dt="2025-11-24T00:44:24.100" v="1" actId="20577"/>
        <pc:sldMkLst>
          <pc:docMk/>
          <pc:sldMk cId="2751367990" sldId="746"/>
        </pc:sldMkLst>
        <pc:spChg chg="mod">
          <ac:chgData name="정재호(JAEHO JUNG)[jaehojung]/책임/제조DX.제조DX솔루션.롤맵기술팀" userId="29b24f60-0f7d-44b1-87d1-3e99704a1396" providerId="ADAL" clId="{5F259284-12D8-4BFA-9E7A-4F7D8635623F}" dt="2025-11-24T00:44:24.100" v="1" actId="20577"/>
          <ac:spMkLst>
            <pc:docMk/>
            <pc:sldMk cId="2751367990" sldId="746"/>
            <ac:spMk id="19" creationId="{00000000-0000-0000-0000-000000000000}"/>
          </ac:spMkLst>
        </pc:sp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0:05.673" v="62" actId="207"/>
        <pc:sldMkLst>
          <pc:docMk/>
          <pc:sldMk cId="2105941167" sldId="2117"/>
        </pc:sldMkLst>
        <pc:spChg chg="mod">
          <ac:chgData name="정재호(JAEHO JUNG)[jaehojung]/책임/제조DX.제조DX솔루션.롤맵기술팀" userId="29b24f60-0f7d-44b1-87d1-3e99704a1396" providerId="ADAL" clId="{5F259284-12D8-4BFA-9E7A-4F7D8635623F}" dt="2025-11-24T00:59:42.844" v="57" actId="207"/>
          <ac:spMkLst>
            <pc:docMk/>
            <pc:sldMk cId="2105941167" sldId="2117"/>
            <ac:spMk id="7" creationId="{4E48F925-563B-9DEF-7967-D571461ACAF0}"/>
          </ac:spMkLst>
        </pc:spChg>
        <pc:spChg chg="mod">
          <ac:chgData name="정재호(JAEHO JUNG)[jaehojung]/책임/제조DX.제조DX솔루션.롤맵기술팀" userId="29b24f60-0f7d-44b1-87d1-3e99704a1396" providerId="ADAL" clId="{5F259284-12D8-4BFA-9E7A-4F7D8635623F}" dt="2025-11-24T01:00:02.158" v="61" actId="207"/>
          <ac:spMkLst>
            <pc:docMk/>
            <pc:sldMk cId="2105941167" sldId="2117"/>
            <ac:spMk id="16" creationId="{DF7584FD-2C9D-E56F-32ED-934B8778229E}"/>
          </ac:spMkLst>
        </pc:spChg>
        <pc:spChg chg="mod">
          <ac:chgData name="정재호(JAEHO JUNG)[jaehojung]/책임/제조DX.제조DX솔루션.롤맵기술팀" userId="29b24f60-0f7d-44b1-87d1-3e99704a1396" providerId="ADAL" clId="{5F259284-12D8-4BFA-9E7A-4F7D8635623F}" dt="2025-11-24T00:59:51.432" v="59" actId="207"/>
          <ac:spMkLst>
            <pc:docMk/>
            <pc:sldMk cId="2105941167" sldId="2117"/>
            <ac:spMk id="28" creationId="{EB8479F3-B5EA-CFD0-1E43-70E717E15F67}"/>
          </ac:spMkLst>
        </pc:spChg>
        <pc:spChg chg="mod">
          <ac:chgData name="정재호(JAEHO JUNG)[jaehojung]/책임/제조DX.제조DX솔루션.롤맵기술팀" userId="29b24f60-0f7d-44b1-87d1-3e99704a1396" providerId="ADAL" clId="{5F259284-12D8-4BFA-9E7A-4F7D8635623F}" dt="2025-11-24T01:00:05.673" v="62" actId="207"/>
          <ac:spMkLst>
            <pc:docMk/>
            <pc:sldMk cId="2105941167" sldId="2117"/>
            <ac:spMk id="32" creationId="{9AF4C2BD-080E-8EB2-AF94-93F59A2CFDD3}"/>
          </ac:spMkLst>
        </pc:sp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3128345894" sldId="2181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3128345894" sldId="2181"/>
            <ac:graphicFrameMk id="19" creationId="{27E2D345-B6CE-4ADC-A147-DCFDEFBE886E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3247425241" sldId="2209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3247425241" sldId="2209"/>
            <ac:graphicFrameMk id="10" creationId="{3D87BC00-A29B-4E58-92C4-9B66C49D399C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2:31.628" v="100" actId="207"/>
        <pc:sldMkLst>
          <pc:docMk/>
          <pc:sldMk cId="4054304740" sldId="2213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2:31.628" v="100" actId="207"/>
          <ac:graphicFrameMkLst>
            <pc:docMk/>
            <pc:sldMk cId="4054304740" sldId="2213"/>
            <ac:graphicFrameMk id="18" creationId="{ACD91870-1828-466F-AE38-B03A708B444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2:00.018" v="84" actId="207"/>
        <pc:sldMkLst>
          <pc:docMk/>
          <pc:sldMk cId="2197542616" sldId="2241"/>
        </pc:sldMkLst>
        <pc:spChg chg="mod">
          <ac:chgData name="정재호(JAEHO JUNG)[jaehojung]/책임/제조DX.제조DX솔루션.롤맵기술팀" userId="29b24f60-0f7d-44b1-87d1-3e99704a1396" providerId="ADAL" clId="{5F259284-12D8-4BFA-9E7A-4F7D8635623F}" dt="2025-11-24T01:01:57.425" v="83" actId="207"/>
          <ac:spMkLst>
            <pc:docMk/>
            <pc:sldMk cId="2197542616" sldId="2241"/>
            <ac:spMk id="24" creationId="{9E88BCD6-65AC-474C-9E19-A37722C332DC}"/>
          </ac:spMkLst>
        </pc:spChg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2:00.018" v="84" actId="207"/>
          <ac:graphicFrameMkLst>
            <pc:docMk/>
            <pc:sldMk cId="2197542616" sldId="2241"/>
            <ac:graphicFrameMk id="23" creationId="{5C18F150-F800-4366-B81F-1DDA815C713E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0:56:11.491" v="3" actId="207"/>
        <pc:sldMkLst>
          <pc:docMk/>
          <pc:sldMk cId="3266697761" sldId="2278"/>
        </pc:sldMkLst>
        <pc:spChg chg="mod">
          <ac:chgData name="정재호(JAEHO JUNG)[jaehojung]/책임/제조DX.제조DX솔루션.롤맵기술팀" userId="29b24f60-0f7d-44b1-87d1-3e99704a1396" providerId="ADAL" clId="{5F259284-12D8-4BFA-9E7A-4F7D8635623F}" dt="2025-11-24T00:56:11.491" v="3" actId="207"/>
          <ac:spMkLst>
            <pc:docMk/>
            <pc:sldMk cId="3266697761" sldId="2278"/>
            <ac:spMk id="16" creationId="{64103116-79E6-4EAD-A94F-CA5060A46E07}"/>
          </ac:spMkLst>
        </pc:spChg>
        <pc:spChg chg="mod">
          <ac:chgData name="정재호(JAEHO JUNG)[jaehojung]/책임/제조DX.제조DX솔루션.롤맵기술팀" userId="29b24f60-0f7d-44b1-87d1-3e99704a1396" providerId="ADAL" clId="{5F259284-12D8-4BFA-9E7A-4F7D8635623F}" dt="2025-11-24T00:56:06.859" v="2" actId="207"/>
          <ac:spMkLst>
            <pc:docMk/>
            <pc:sldMk cId="3266697761" sldId="2278"/>
            <ac:spMk id="18" creationId="{FC55D7C3-19BB-417C-88D2-249E3D408DED}"/>
          </ac:spMkLst>
        </pc:sp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2:09.706" v="88" actId="207"/>
        <pc:sldMkLst>
          <pc:docMk/>
          <pc:sldMk cId="2130555548" sldId="2147481730"/>
        </pc:sldMkLst>
        <pc:spChg chg="mod">
          <ac:chgData name="정재호(JAEHO JUNG)[jaehojung]/책임/제조DX.제조DX솔루션.롤맵기술팀" userId="29b24f60-0f7d-44b1-87d1-3e99704a1396" providerId="ADAL" clId="{5F259284-12D8-4BFA-9E7A-4F7D8635623F}" dt="2025-11-24T01:02:09.706" v="88" actId="207"/>
          <ac:spMkLst>
            <pc:docMk/>
            <pc:sldMk cId="2130555548" sldId="2147481730"/>
            <ac:spMk id="21" creationId="{4C3181BD-8769-4C0D-8973-C9F2BE0DC598}"/>
          </ac:spMkLst>
        </pc:spChg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2130555548" sldId="2147481730"/>
            <ac:graphicFrameMk id="13" creationId="{F757E1E4-6685-4945-A4F6-DAED56351FB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2:28.237" v="99" actId="207"/>
        <pc:sldMkLst>
          <pc:docMk/>
          <pc:sldMk cId="2458212547" sldId="2147481747"/>
        </pc:sldMkLst>
        <pc:spChg chg="mod">
          <ac:chgData name="정재호(JAEHO JUNG)[jaehojung]/책임/제조DX.제조DX솔루션.롤맵기술팀" userId="29b24f60-0f7d-44b1-87d1-3e99704a1396" providerId="ADAL" clId="{5F259284-12D8-4BFA-9E7A-4F7D8635623F}" dt="2025-11-24T01:02:28.237" v="99" actId="207"/>
          <ac:spMkLst>
            <pc:docMk/>
            <pc:sldMk cId="2458212547" sldId="2147481747"/>
            <ac:spMk id="21" creationId="{4C3181BD-8769-4C0D-8973-C9F2BE0DC598}"/>
          </ac:spMkLst>
        </pc:spChg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2458212547" sldId="2147481747"/>
            <ac:graphicFrameMk id="13" creationId="{F757E1E4-6685-4945-A4F6-DAED56351FB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823201166" sldId="2147481777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823201166" sldId="2147481777"/>
            <ac:graphicFrameMk id="18" creationId="{55131CA1-94C5-4119-9FFA-B59478564C56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1939008890" sldId="2147481782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1939008890" sldId="2147481782"/>
            <ac:graphicFrameMk id="12" creationId="{C3023DD0-7C43-4203-B5A2-FEE1D52EE026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2448533226" sldId="2147481784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2448533226" sldId="2147481784"/>
            <ac:graphicFrameMk id="12" creationId="{C3023DD0-7C43-4203-B5A2-FEE1D52EE026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4:40.442" v="136" actId="207"/>
        <pc:sldMkLst>
          <pc:docMk/>
          <pc:sldMk cId="921970639" sldId="2147481788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4:40.442" v="136" actId="207"/>
          <ac:graphicFrameMkLst>
            <pc:docMk/>
            <pc:sldMk cId="921970639" sldId="2147481788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2775106084" sldId="2147481796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2775106084" sldId="214748179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360237742" sldId="2147481816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4:30.504" v="135" actId="207"/>
        <pc:sldMkLst>
          <pc:docMk/>
          <pc:sldMk cId="317861486" sldId="2147481830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4:30.504" v="135" actId="207"/>
          <ac:graphicFrameMkLst>
            <pc:docMk/>
            <pc:sldMk cId="317861486" sldId="214748183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2:12.096" v="89" actId="207"/>
        <pc:sldMkLst>
          <pc:docMk/>
          <pc:sldMk cId="2808239855" sldId="2147481841"/>
        </pc:sldMkLst>
        <pc:spChg chg="mod">
          <ac:chgData name="정재호(JAEHO JUNG)[jaehojung]/책임/제조DX.제조DX솔루션.롤맵기술팀" userId="29b24f60-0f7d-44b1-87d1-3e99704a1396" providerId="ADAL" clId="{5F259284-12D8-4BFA-9E7A-4F7D8635623F}" dt="2025-11-24T01:02:12.096" v="89" actId="207"/>
          <ac:spMkLst>
            <pc:docMk/>
            <pc:sldMk cId="2808239855" sldId="2147481841"/>
            <ac:spMk id="21" creationId="{4C3181BD-8769-4C0D-8973-C9F2BE0DC598}"/>
          </ac:spMkLst>
        </pc:spChg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2808239855" sldId="2147481841"/>
            <ac:graphicFrameMk id="13" creationId="{F757E1E4-6685-4945-A4F6-DAED56351FB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2:38.737" v="102" actId="207"/>
        <pc:sldMkLst>
          <pc:docMk/>
          <pc:sldMk cId="3485727604" sldId="2147481872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2:38.737" v="102" actId="207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1726257096" sldId="2147481882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3560242218" sldId="2147481893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3560242218" sldId="2147481893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3:02.332" v="112" actId="207"/>
        <pc:sldMkLst>
          <pc:docMk/>
          <pc:sldMk cId="2847513058" sldId="2147481898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3:02.332" v="112" actId="207"/>
          <ac:graphicFrameMkLst>
            <pc:docMk/>
            <pc:sldMk cId="2847513058" sldId="2147481898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4156727770" sldId="2147481900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4156727770" sldId="2147481900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3355826466" sldId="2147481908"/>
        </pc:sldMkLst>
        <pc:spChg chg="mod">
          <ac:chgData name="정재호(JAEHO JUNG)[jaehojung]/책임/제조DX.제조DX솔루션.롤맵기술팀" userId="29b24f60-0f7d-44b1-87d1-3e99704a1396" providerId="ADAL" clId="{5F259284-12D8-4BFA-9E7A-4F7D8635623F}" dt="2025-11-24T01:00:10.298" v="63" actId="207"/>
          <ac:spMkLst>
            <pc:docMk/>
            <pc:sldMk cId="3355826466" sldId="2147481908"/>
            <ac:spMk id="19" creationId="{5352E5F4-D151-4C3D-9E5F-99A1B7FDF265}"/>
          </ac:spMkLst>
        </pc:spChg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3355826466" sldId="2147481908"/>
            <ac:graphicFrameMk id="22" creationId="{87B4D5F0-BF4D-4C5D-9F6A-CB9792895DFC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4145388933" sldId="2147481913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4145388933" sldId="214748191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760095899" sldId="2147481914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760095899" sldId="214748191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31248691" sldId="2147481916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31248691" sldId="2147481916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1894137771" sldId="2147481918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1894137771" sldId="2147481918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1357868518" sldId="2147481919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1357868518" sldId="2147481919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197830340" sldId="2147481920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197830340" sldId="2147481920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3590236053" sldId="2147481921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3590236053" sldId="214748192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1825793658" sldId="2147481922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1825793658" sldId="2147481922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6T02:34:56.587" v="1090" actId="20577"/>
        <pc:sldMkLst>
          <pc:docMk/>
          <pc:sldMk cId="170204060" sldId="2147481923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6T02:34:56.587" v="1090" actId="20577"/>
          <ac:graphicFrameMkLst>
            <pc:docMk/>
            <pc:sldMk cId="170204060" sldId="214748192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1214419362" sldId="2147481924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1214419362" sldId="214748192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662252130" sldId="2147481925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662252130" sldId="2147481925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2994820085" sldId="2147481926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2994820085" sldId="2147481926"/>
            <ac:graphicFrameMk id="11" creationId="{C66F9B45-D343-4DF8-ABA9-D48571FAC96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3301325517" sldId="2147481928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3301325517" sldId="2147481928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2750834388" sldId="2147481930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2750834388" sldId="2147481930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54.424" v="82" actId="207"/>
        <pc:sldMkLst>
          <pc:docMk/>
          <pc:sldMk cId="1439661179" sldId="2147481935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54.424" v="82" actId="207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2827412370" sldId="2147481939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2827412370" sldId="2147481939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0:59:06.244" v="45" actId="207"/>
        <pc:sldMkLst>
          <pc:docMk/>
          <pc:sldMk cId="3218446010" sldId="2147481940"/>
        </pc:sldMkLst>
        <pc:graphicFrameChg chg="modGraphic">
          <ac:chgData name="정재호(JAEHO JUNG)[jaehojung]/책임/제조DX.제조DX솔루션.롤맵기술팀" userId="29b24f60-0f7d-44b1-87d1-3e99704a1396" providerId="ADAL" clId="{5F259284-12D8-4BFA-9E7A-4F7D8635623F}" dt="2025-11-24T00:59:06.244" v="45" actId="207"/>
          <ac:graphicFrameMkLst>
            <pc:docMk/>
            <pc:sldMk cId="3218446010" sldId="2147481940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50.743" v="81" actId="207"/>
        <pc:sldMkLst>
          <pc:docMk/>
          <pc:sldMk cId="1007887036" sldId="2147481943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50.743" v="81" actId="207"/>
          <ac:graphicFrameMkLst>
            <pc:docMk/>
            <pc:sldMk cId="1007887036" sldId="2147481943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2:47.255" v="105" actId="207"/>
        <pc:sldMkLst>
          <pc:docMk/>
          <pc:sldMk cId="2559780372" sldId="2147481944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2:47.255" v="105" actId="207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6:00.364" v="166" actId="207"/>
        <pc:sldMkLst>
          <pc:docMk/>
          <pc:sldMk cId="3942421698" sldId="2147481945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6:00.364" v="166" actId="207"/>
          <ac:graphicFrameMkLst>
            <pc:docMk/>
            <pc:sldMk cId="3942421698" sldId="2147481945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5:09.652" v="147" actId="207"/>
        <pc:sldMkLst>
          <pc:docMk/>
          <pc:sldMk cId="1625678813" sldId="2147481949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5:09.652" v="147" actId="207"/>
          <ac:graphicFrameMkLst>
            <pc:docMk/>
            <pc:sldMk cId="1625678813" sldId="214748194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231687253" sldId="2147481951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231687253" sldId="214748195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3:41.566" v="122" actId="207"/>
        <pc:sldMkLst>
          <pc:docMk/>
          <pc:sldMk cId="2230191528" sldId="2147481954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3:41.566" v="122" actId="207"/>
          <ac:graphicFrameMkLst>
            <pc:docMk/>
            <pc:sldMk cId="2230191528" sldId="214748195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3:53.144" v="127" actId="207"/>
        <pc:sldMkLst>
          <pc:docMk/>
          <pc:sldMk cId="4208823273" sldId="2147481955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3:53.144" v="127" actId="207"/>
          <ac:graphicFrameMkLst>
            <pc:docMk/>
            <pc:sldMk cId="4208823273" sldId="2147481955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1325916645" sldId="2147481957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1325916645" sldId="2147481957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3:58.301" v="128" actId="207"/>
        <pc:sldMkLst>
          <pc:docMk/>
          <pc:sldMk cId="216908218" sldId="2147481958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3:58.301" v="128" actId="207"/>
          <ac:graphicFrameMkLst>
            <pc:docMk/>
            <pc:sldMk cId="216908218" sldId="2147481958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309422038" sldId="2147481959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309422038" sldId="2147481959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3979644057" sldId="2147481961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3979644057" sldId="2147481961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3019991654" sldId="2147481963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3019991654" sldId="214748196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4:05.324" v="131" actId="207"/>
        <pc:sldMkLst>
          <pc:docMk/>
          <pc:sldMk cId="1836933339" sldId="2147481967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4:05.324" v="131" actId="207"/>
          <ac:graphicFrameMkLst>
            <pc:docMk/>
            <pc:sldMk cId="1836933339" sldId="2147481967"/>
            <ac:graphicFrameMk id="2" creationId="{7AEF2CFF-477B-47DA-8339-6D17E423C98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120050373" sldId="2147481971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120050373" sldId="214748197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2437512027" sldId="2147481974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2437512027" sldId="2147481974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3944531596" sldId="2147481982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3944531596" sldId="2147481982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2039431435" sldId="2147481998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2039431435" sldId="2147481998"/>
            <ac:graphicFrameMk id="19" creationId="{6372799A-6D2F-CAB9-A28D-9AE207E27A5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6:10.755" v="168" actId="207"/>
        <pc:sldMkLst>
          <pc:docMk/>
          <pc:sldMk cId="1581856275" sldId="2147482000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6:10.755" v="168" actId="207"/>
          <ac:graphicFrameMkLst>
            <pc:docMk/>
            <pc:sldMk cId="1581856275" sldId="2147482000"/>
            <ac:graphicFrameMk id="19" creationId="{4485889C-7C23-1E44-3F44-63DAC7688EA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918579543" sldId="2147482001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918579543" sldId="2147482001"/>
            <ac:graphicFrameMk id="19" creationId="{74A97E53-4B3E-7B1D-6455-30F66AF12773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6:33.114" v="181" actId="207"/>
        <pc:sldMkLst>
          <pc:docMk/>
          <pc:sldMk cId="312166392" sldId="2147482002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6:33.114" v="181" actId="207"/>
          <ac:graphicFrameMkLst>
            <pc:docMk/>
            <pc:sldMk cId="312166392" sldId="2147482002"/>
            <ac:graphicFrameMk id="19" creationId="{54728183-150A-36AF-E666-2145F7FF281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523953427" sldId="2147482003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523953427" sldId="2147482003"/>
            <ac:graphicFrameMk id="19" creationId="{19848739-F2DD-2D37-126B-F820F44BF33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3544279689" sldId="2147482010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3544279689" sldId="214748201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2187038781" sldId="2147482019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2187038781" sldId="214748201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2:04.519" v="86" actId="207"/>
        <pc:sldMkLst>
          <pc:docMk/>
          <pc:sldMk cId="1840780179" sldId="2147482020"/>
        </pc:sldMkLst>
        <pc:spChg chg="mod">
          <ac:chgData name="정재호(JAEHO JUNG)[jaehojung]/책임/제조DX.제조DX솔루션.롤맵기술팀" userId="29b24f60-0f7d-44b1-87d1-3e99704a1396" providerId="ADAL" clId="{5F259284-12D8-4BFA-9E7A-4F7D8635623F}" dt="2025-11-24T01:02:04.519" v="86" actId="207"/>
          <ac:spMkLst>
            <pc:docMk/>
            <pc:sldMk cId="1840780179" sldId="2147482020"/>
            <ac:spMk id="24" creationId="{9E88BCD6-65AC-474C-9E19-A37722C332DC}"/>
          </ac:spMkLst>
        </pc:spChg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1840780179" sldId="2147482020"/>
            <ac:graphicFrameMk id="23" creationId="{5C18F150-F800-4366-B81F-1DDA815C713E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3413456565" sldId="2147482030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3413456565" sldId="2147482030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2:58.987" v="111" actId="207"/>
        <pc:sldMkLst>
          <pc:docMk/>
          <pc:sldMk cId="863012316" sldId="2147482046"/>
        </pc:sldMkLst>
        <pc:graphicFrameChg chg="modGraphic">
          <ac:chgData name="정재호(JAEHO JUNG)[jaehojung]/책임/제조DX.제조DX솔루션.롤맵기술팀" userId="29b24f60-0f7d-44b1-87d1-3e99704a1396" providerId="ADAL" clId="{5F259284-12D8-4BFA-9E7A-4F7D8635623F}" dt="2025-11-24T01:02:58.987" v="111" actId="207"/>
          <ac:graphicFrameMkLst>
            <pc:docMk/>
            <pc:sldMk cId="863012316" sldId="2147482046"/>
            <ac:graphicFrameMk id="7" creationId="{3E86696F-E35A-4B06-9B46-63A4A6A986C1}"/>
          </ac:graphicFrameMkLst>
        </pc:graphicFrameChg>
        <pc:graphicFrameChg chg="modGraphic">
          <ac:chgData name="정재호(JAEHO JUNG)[jaehojung]/책임/제조DX.제조DX솔루션.롤맵기술팀" userId="29b24f60-0f7d-44b1-87d1-3e99704a1396" providerId="ADAL" clId="{5F259284-12D8-4BFA-9E7A-4F7D8635623F}" dt="2025-11-24T01:02:55.113" v="109" actId="207"/>
          <ac:graphicFrameMkLst>
            <pc:docMk/>
            <pc:sldMk cId="863012316" sldId="2147482046"/>
            <ac:graphicFrameMk id="60" creationId="{499311D7-9307-4912-8265-D228438D7B3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3:20.222" v="114" actId="207"/>
        <pc:sldMkLst>
          <pc:docMk/>
          <pc:sldMk cId="3422623579" sldId="2147482052"/>
        </pc:sldMkLst>
        <pc:spChg chg="mod">
          <ac:chgData name="정재호(JAEHO JUNG)[jaehojung]/책임/제조DX.제조DX솔루션.롤맵기술팀" userId="29b24f60-0f7d-44b1-87d1-3e99704a1396" providerId="ADAL" clId="{5F259284-12D8-4BFA-9E7A-4F7D8635623F}" dt="2025-11-24T01:03:17.738" v="113" actId="207"/>
          <ac:spMkLst>
            <pc:docMk/>
            <pc:sldMk cId="3422623579" sldId="2147482052"/>
            <ac:spMk id="5" creationId="{6BC9B294-291A-D23F-C381-45EA6FDC28AB}"/>
          </ac:spMkLst>
        </pc:spChg>
        <pc:spChg chg="mod">
          <ac:chgData name="정재호(JAEHO JUNG)[jaehojung]/책임/제조DX.제조DX솔루션.롤맵기술팀" userId="29b24f60-0f7d-44b1-87d1-3e99704a1396" providerId="ADAL" clId="{5F259284-12D8-4BFA-9E7A-4F7D8635623F}" dt="2025-11-24T01:03:20.222" v="114" actId="207"/>
          <ac:spMkLst>
            <pc:docMk/>
            <pc:sldMk cId="3422623579" sldId="2147482052"/>
            <ac:spMk id="11" creationId="{0AA8025B-DD63-4B45-EC33-ACB99CE681F6}"/>
          </ac:spMkLst>
        </pc:sp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3:24.019" v="115" actId="207"/>
        <pc:sldMkLst>
          <pc:docMk/>
          <pc:sldMk cId="3572448725" sldId="2147482058"/>
        </pc:sldMkLst>
        <pc:spChg chg="mod">
          <ac:chgData name="정재호(JAEHO JUNG)[jaehojung]/책임/제조DX.제조DX솔루션.롤맵기술팀" userId="29b24f60-0f7d-44b1-87d1-3e99704a1396" providerId="ADAL" clId="{5F259284-12D8-4BFA-9E7A-4F7D8635623F}" dt="2025-11-24T01:03:24.019" v="115" actId="207"/>
          <ac:spMkLst>
            <pc:docMk/>
            <pc:sldMk cId="3572448725" sldId="2147482058"/>
            <ac:spMk id="20" creationId="{BB178E88-B809-4A0C-AEDB-08EDDEFC3101}"/>
          </ac:spMkLst>
        </pc:sp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2781412765" sldId="2147482059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2781412765" sldId="2147482059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5:12.739" v="148" actId="207"/>
        <pc:sldMkLst>
          <pc:docMk/>
          <pc:sldMk cId="122266075" sldId="2147482060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5:12.739" v="148" actId="207"/>
          <ac:graphicFrameMkLst>
            <pc:docMk/>
            <pc:sldMk cId="122266075" sldId="214748206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1403505765" sldId="2147482062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1403505765" sldId="2147482062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3206166957" sldId="2147482063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3206166957" sldId="214748206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525295630" sldId="2147482064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525295630" sldId="214748206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5:19.065" v="149" actId="207"/>
        <pc:sldMkLst>
          <pc:docMk/>
          <pc:sldMk cId="710661984" sldId="2147482065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5:19.065" v="149" actId="207"/>
          <ac:graphicFrameMkLst>
            <pc:docMk/>
            <pc:sldMk cId="710661984" sldId="2147482065"/>
            <ac:graphicFrameMk id="27" creationId="{C0FBC9B7-527F-49F4-9D3C-676F45B49387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2510186531" sldId="2147482066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2510186531" sldId="214748206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906537507" sldId="2147482067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906537507" sldId="2147482067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3052076470" sldId="2147482071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3052076470" sldId="2147482071"/>
            <ac:graphicFrameMk id="11" creationId="{C66F9B45-D343-4DF8-ABA9-D48571FAC96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2065805413" sldId="2147482074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2065805413" sldId="214748207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3379836515" sldId="2147482076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3379836515" sldId="214748207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681262127" sldId="2147482091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681262127" sldId="214748209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645500483" sldId="2147482092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645500483" sldId="2147482092"/>
            <ac:graphicFrameMk id="2" creationId="{AA655E7B-33D1-41F9-B470-4F20832661EB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1623035640" sldId="2147482093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1623035640" sldId="2147482093"/>
            <ac:graphicFrameMk id="3" creationId="{688BD945-555D-E069-F619-02973A6A481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1480914234" sldId="2147482094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1480914234" sldId="2147482094"/>
            <ac:graphicFrameMk id="2" creationId="{BF944F8E-1F62-4F7E-B1C6-632F29AA10B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2069960929" sldId="2147482097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2069960929" sldId="2147482097"/>
            <ac:graphicFrameMk id="2" creationId="{534EE123-7406-4F16-AB1D-7380FC4446F3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1159326832" sldId="2147482102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1159326832" sldId="2147482102"/>
            <ac:graphicFrameMk id="3" creationId="{FD6B18E8-DEC2-01A8-175D-70F1A4B3682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4004658893" sldId="2147482110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4004658893" sldId="214748211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1578263784" sldId="2147482114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1578263784" sldId="214748211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3:27.379" v="116" actId="207"/>
        <pc:sldMkLst>
          <pc:docMk/>
          <pc:sldMk cId="1843005666" sldId="2147482119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3:27.379" v="116" actId="207"/>
          <ac:graphicFrameMkLst>
            <pc:docMk/>
            <pc:sldMk cId="1843005666" sldId="214748211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3:33.082" v="118" actId="207"/>
        <pc:sldMkLst>
          <pc:docMk/>
          <pc:sldMk cId="1631578392" sldId="2147482120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3:33.082" v="118" actId="207"/>
          <ac:graphicFrameMkLst>
            <pc:docMk/>
            <pc:sldMk cId="1631578392" sldId="214748212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3164116880" sldId="2147482121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3164116880" sldId="214748212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3:35.910" v="119" actId="207"/>
        <pc:sldMkLst>
          <pc:docMk/>
          <pc:sldMk cId="199823846" sldId="2147482123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3:35.910" v="119" actId="207"/>
          <ac:graphicFrameMkLst>
            <pc:docMk/>
            <pc:sldMk cId="199823846" sldId="214748212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4:27.004" v="134" actId="207"/>
        <pc:sldMkLst>
          <pc:docMk/>
          <pc:sldMk cId="1017769001" sldId="2147482124"/>
        </pc:sldMkLst>
        <pc:spChg chg="mod">
          <ac:chgData name="정재호(JAEHO JUNG)[jaehojung]/책임/제조DX.제조DX솔루션.롤맵기술팀" userId="29b24f60-0f7d-44b1-87d1-3e99704a1396" providerId="ADAL" clId="{5F259284-12D8-4BFA-9E7A-4F7D8635623F}" dt="2025-11-24T01:04:17.012" v="132" actId="120"/>
          <ac:spMkLst>
            <pc:docMk/>
            <pc:sldMk cId="1017769001" sldId="2147482124"/>
            <ac:spMk id="22" creationId="{A892EEC7-7666-4690-B328-7ABBD68983AD}"/>
          </ac:spMkLst>
        </pc:spChg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4:27.004" v="134" actId="207"/>
          <ac:graphicFrameMkLst>
            <pc:docMk/>
            <pc:sldMk cId="1017769001" sldId="214748212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5:46.270" v="163" actId="207"/>
        <pc:sldMkLst>
          <pc:docMk/>
          <pc:sldMk cId="2878646389" sldId="2147482127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5:46.270" v="163" actId="207"/>
          <ac:graphicFrameMkLst>
            <pc:docMk/>
            <pc:sldMk cId="2878646389" sldId="2147482127"/>
            <ac:graphicFrameMk id="24" creationId="{CB1E1DE9-356B-4185-A911-636EBB59988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5:54.614" v="165" actId="207"/>
        <pc:sldMkLst>
          <pc:docMk/>
          <pc:sldMk cId="3645708370" sldId="2147482131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5:54.614" v="165" actId="207"/>
          <ac:graphicFrameMkLst>
            <pc:docMk/>
            <pc:sldMk cId="3645708370" sldId="214748213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2637692209" sldId="2147482139"/>
        </pc:sldMkLst>
        <pc:graphicFrameChg chg="mod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2637692209" sldId="214748213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24529797" sldId="2147482142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24529797" sldId="2147482142"/>
            <ac:graphicFrameMk id="3" creationId="{688BD945-555D-E069-F619-02973A6A481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5:03.976" v="146" actId="207"/>
        <pc:sldMkLst>
          <pc:docMk/>
          <pc:sldMk cId="622379998" sldId="2147482147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5:03.976" v="146" actId="207"/>
          <ac:graphicFrameMkLst>
            <pc:docMk/>
            <pc:sldMk cId="622379998" sldId="2147482147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0:59:11.406" v="48" actId="207"/>
        <pc:sldMkLst>
          <pc:docMk/>
          <pc:sldMk cId="4216273303" sldId="2147482152"/>
        </pc:sldMkLst>
        <pc:graphicFrameChg chg="modGraphic">
          <ac:chgData name="정재호(JAEHO JUNG)[jaehojung]/책임/제조DX.제조DX솔루션.롤맵기술팀" userId="29b24f60-0f7d-44b1-87d1-3e99704a1396" providerId="ADAL" clId="{5F259284-12D8-4BFA-9E7A-4F7D8635623F}" dt="2025-11-24T00:59:11.406" v="48" actId="207"/>
          <ac:graphicFrameMkLst>
            <pc:docMk/>
            <pc:sldMk cId="4216273303" sldId="2147482152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0:59:18.094" v="50" actId="207"/>
        <pc:sldMkLst>
          <pc:docMk/>
          <pc:sldMk cId="1357361098" sldId="2147482154"/>
        </pc:sldMkLst>
        <pc:graphicFrameChg chg="modGraphic">
          <ac:chgData name="정재호(JAEHO JUNG)[jaehojung]/책임/제조DX.제조DX솔루션.롤맵기술팀" userId="29b24f60-0f7d-44b1-87d1-3e99704a1396" providerId="ADAL" clId="{5F259284-12D8-4BFA-9E7A-4F7D8635623F}" dt="2025-11-24T00:59:18.094" v="50" actId="207"/>
          <ac:graphicFrameMkLst>
            <pc:docMk/>
            <pc:sldMk cId="1357361098" sldId="2147482154"/>
            <ac:graphicFrameMk id="22" creationId="{800175D4-D7D2-4E39-BE37-BF38446744A7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0:59:22.276" v="51" actId="207"/>
        <pc:sldMkLst>
          <pc:docMk/>
          <pc:sldMk cId="1685760430" sldId="2147482156"/>
        </pc:sldMkLst>
        <pc:graphicFrameChg chg="modGraphic">
          <ac:chgData name="정재호(JAEHO JUNG)[jaehojung]/책임/제조DX.제조DX솔루션.롤맵기술팀" userId="29b24f60-0f7d-44b1-87d1-3e99704a1396" providerId="ADAL" clId="{5F259284-12D8-4BFA-9E7A-4F7D8635623F}" dt="2025-11-24T00:59:22.276" v="51" actId="207"/>
          <ac:graphicFrameMkLst>
            <pc:docMk/>
            <pc:sldMk cId="1685760430" sldId="2147482156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0:59:31.110" v="54" actId="207"/>
        <pc:sldMkLst>
          <pc:docMk/>
          <pc:sldMk cId="4127400384" sldId="2147482160"/>
        </pc:sldMkLst>
        <pc:graphicFrameChg chg="modGraphic">
          <ac:chgData name="정재호(JAEHO JUNG)[jaehojung]/책임/제조DX.제조DX솔루션.롤맵기술팀" userId="29b24f60-0f7d-44b1-87d1-3e99704a1396" providerId="ADAL" clId="{5F259284-12D8-4BFA-9E7A-4F7D8635623F}" dt="2025-11-24T00:59:31.110" v="54" actId="207"/>
          <ac:graphicFrameMkLst>
            <pc:docMk/>
            <pc:sldMk cId="4127400384" sldId="2147482160"/>
            <ac:graphicFrameMk id="22" creationId="{800175D4-D7D2-4E39-BE37-BF38446744A7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2212638310" sldId="2147482164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2212638310" sldId="214748216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5:38.223" v="159" actId="207"/>
        <pc:sldMkLst>
          <pc:docMk/>
          <pc:sldMk cId="1009432166" sldId="2147482165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5:38.223" v="159" actId="207"/>
          <ac:graphicFrameMkLst>
            <pc:docMk/>
            <pc:sldMk cId="1009432166" sldId="2147482165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1:43.057" v="79"/>
        <pc:sldMkLst>
          <pc:docMk/>
          <pc:sldMk cId="2657352785" sldId="2147482166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1:43.057" v="79"/>
          <ac:graphicFrameMkLst>
            <pc:docMk/>
            <pc:sldMk cId="2657352785" sldId="2147482166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6:16.820" v="171" actId="207"/>
        <pc:sldMkLst>
          <pc:docMk/>
          <pc:sldMk cId="316395411" sldId="2147482169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6:16.820" v="171" actId="207"/>
          <ac:graphicFrameMkLst>
            <pc:docMk/>
            <pc:sldMk cId="316395411" sldId="2147482169"/>
            <ac:graphicFrameMk id="19" creationId="{4485889C-7C23-1E44-3F44-63DAC7688EA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4:52.504" v="142" actId="207"/>
        <pc:sldMkLst>
          <pc:docMk/>
          <pc:sldMk cId="1233649719" sldId="2147482170"/>
        </pc:sldMkLst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4:52.504" v="142" actId="207"/>
          <ac:graphicFrameMkLst>
            <pc:docMk/>
            <pc:sldMk cId="1233649719" sldId="214748217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5F259284-12D8-4BFA-9E7A-4F7D8635623F}" dt="2025-11-24T01:03:48.442" v="126" actId="207"/>
        <pc:sldMkLst>
          <pc:docMk/>
          <pc:sldMk cId="2449185649" sldId="2147482171"/>
        </pc:sldMkLst>
        <pc:spChg chg="mod">
          <ac:chgData name="정재호(JAEHO JUNG)[jaehojung]/책임/제조DX.제조DX솔루션.롤맵기술팀" userId="29b24f60-0f7d-44b1-87d1-3e99704a1396" providerId="ADAL" clId="{5F259284-12D8-4BFA-9E7A-4F7D8635623F}" dt="2025-11-24T01:03:48.442" v="126" actId="207"/>
          <ac:spMkLst>
            <pc:docMk/>
            <pc:sldMk cId="2449185649" sldId="2147482171"/>
            <ac:spMk id="46" creationId="{FC3B12BE-4589-4397-8B71-019FF34AA35E}"/>
          </ac:spMkLst>
        </pc:spChg>
        <pc:graphicFrameChg chg="mod modGraphic">
          <ac:chgData name="정재호(JAEHO JUNG)[jaehojung]/책임/제조DX.제조DX솔루션.롤맵기술팀" userId="29b24f60-0f7d-44b1-87d1-3e99704a1396" providerId="ADAL" clId="{5F259284-12D8-4BFA-9E7A-4F7D8635623F}" dt="2025-11-24T01:03:43.894" v="123" actId="207"/>
          <ac:graphicFrameMkLst>
            <pc:docMk/>
            <pc:sldMk cId="2449185649" sldId="2147482171"/>
            <ac:graphicFrameMk id="19" creationId="{3E86696F-E35A-4B06-9B46-63A4A6A986C1}"/>
          </ac:graphicFrameMkLst>
        </pc:graphicFrameChg>
      </pc:sldChg>
    </pc:docChg>
  </pc:docChgLst>
  <pc:docChgLst>
    <pc:chgData name="홍진표(JINPYO HONG)[jphong30]/사원/제조DX.제조DX솔루션.데이터통합분석팀" userId="e81a1c56-9779-419d-942e-8803f0d0cdcc" providerId="ADAL" clId="{5E79A9FE-1900-4EDB-8456-8DABEA24775D}"/>
    <pc:docChg chg="undo custSel modSld">
      <pc:chgData name="홍진표(JINPYO HONG)[jphong30]/사원/제조DX.제조DX솔루션.데이터통합분석팀" userId="e81a1c56-9779-419d-942e-8803f0d0cdcc" providerId="ADAL" clId="{5E79A9FE-1900-4EDB-8456-8DABEA24775D}" dt="2025-11-05T08:00:36.566" v="1234" actId="20577"/>
      <pc:docMkLst>
        <pc:docMk/>
      </pc:docMkLst>
    </pc:docChg>
  </pc:docChgLst>
  <pc:docChgLst>
    <pc:chgData name="이충성(CHOONGSUNG LEE)[lcs00306]/사원/제조DX.제조DX솔루션.셀추적기술팀" userId="6833e862-c7ef-4111-aa6a-70e79937b5ee" providerId="ADAL" clId="{3A46D96B-C2D6-440D-B4B4-0EA687F2D93E}"/>
    <pc:docChg chg="custSel modSld">
      <pc:chgData name="이충성(CHOONGSUNG LEE)[lcs00306]/사원/제조DX.제조DX솔루션.셀추적기술팀" userId="6833e862-c7ef-4111-aa6a-70e79937b5ee" providerId="ADAL" clId="{3A46D96B-C2D6-440D-B4B4-0EA687F2D93E}" dt="2025-10-22T08:45:19.796" v="27" actId="207"/>
      <pc:docMkLst>
        <pc:docMk/>
      </pc:docMkLst>
      <pc:sldChg chg="modSp mod">
        <pc:chgData name="이충성(CHOONGSUNG LEE)[lcs00306]/사원/제조DX.제조DX솔루션.셀추적기술팀" userId="6833e862-c7ef-4111-aa6a-70e79937b5ee" providerId="ADAL" clId="{3A46D96B-C2D6-440D-B4B4-0EA687F2D93E}" dt="2025-10-22T08:44:59.764" v="12" actId="207"/>
        <pc:sldMkLst>
          <pc:docMk/>
          <pc:sldMk cId="4054304740" sldId="2213"/>
        </pc:sldMkLst>
        <pc:spChg chg="mod">
          <ac:chgData name="이충성(CHOONGSUNG LEE)[lcs00306]/사원/제조DX.제조DX솔루션.셀추적기술팀" userId="6833e862-c7ef-4111-aa6a-70e79937b5ee" providerId="ADAL" clId="{3A46D96B-C2D6-440D-B4B4-0EA687F2D93E}" dt="2025-10-22T08:44:46.123" v="7" actId="20577"/>
          <ac:spMkLst>
            <pc:docMk/>
            <pc:sldMk cId="4054304740" sldId="2213"/>
            <ac:spMk id="33" creationId="{708B1D54-9D52-42CB-82CB-E5D69946BACE}"/>
          </ac:spMkLst>
        </pc:spChg>
        <pc:graphicFrameChg chg="modGraphic">
          <ac:chgData name="이충성(CHOONGSUNG LEE)[lcs00306]/사원/제조DX.제조DX솔루션.셀추적기술팀" userId="6833e862-c7ef-4111-aa6a-70e79937b5ee" providerId="ADAL" clId="{3A46D96B-C2D6-440D-B4B4-0EA687F2D93E}" dt="2025-10-22T08:44:59.764" v="12" actId="207"/>
          <ac:graphicFrameMkLst>
            <pc:docMk/>
            <pc:sldMk cId="4054304740" sldId="2213"/>
            <ac:graphicFrameMk id="18" creationId="{ACD91870-1828-466F-AE38-B03A708B4440}"/>
          </ac:graphicFrameMkLst>
        </pc:graphicFrameChg>
      </pc:sldChg>
      <pc:sldChg chg="modSp mod">
        <pc:chgData name="이충성(CHOONGSUNG LEE)[lcs00306]/사원/제조DX.제조DX솔루션.셀추적기술팀" userId="6833e862-c7ef-4111-aa6a-70e79937b5ee" providerId="ADAL" clId="{3A46D96B-C2D6-440D-B4B4-0EA687F2D93E}" dt="2025-10-22T08:45:19.796" v="27" actId="207"/>
        <pc:sldMkLst>
          <pc:docMk/>
          <pc:sldMk cId="3485727604" sldId="2147481872"/>
        </pc:sldMkLst>
        <pc:spChg chg="mod">
          <ac:chgData name="이충성(CHOONGSUNG LEE)[lcs00306]/사원/제조DX.제조DX솔루션.셀추적기술팀" userId="6833e862-c7ef-4111-aa6a-70e79937b5ee" providerId="ADAL" clId="{3A46D96B-C2D6-440D-B4B4-0EA687F2D93E}" dt="2025-10-22T08:45:05.452" v="18" actId="20577"/>
          <ac:spMkLst>
            <pc:docMk/>
            <pc:sldMk cId="3485727604" sldId="2147481872"/>
            <ac:spMk id="33" creationId="{708B1D54-9D52-42CB-82CB-E5D69946BACE}"/>
          </ac:spMkLst>
        </pc:spChg>
        <pc:graphicFrameChg chg="modGraphic">
          <ac:chgData name="이충성(CHOONGSUNG LEE)[lcs00306]/사원/제조DX.제조DX솔루션.셀추적기술팀" userId="6833e862-c7ef-4111-aa6a-70e79937b5ee" providerId="ADAL" clId="{3A46D96B-C2D6-440D-B4B4-0EA687F2D93E}" dt="2025-10-22T08:45:19.796" v="27" actId="207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</pc:sldChg>
    </pc:docChg>
  </pc:docChgLst>
  <pc:docChgLst>
    <pc:chgData name="이희원(HEEWON LEE)[heewon98]/선임/제조DX.제조DX솔루션.셀추적기술팀" userId="8f304cbb-bc09-4a19-abe9-f7657ad9f80a" providerId="ADAL" clId="{D6C7097F-A6C4-4606-91C1-E1DFC06BD23C}"/>
    <pc:docChg chg="undo custSel modSld">
      <pc:chgData name="이희원(HEEWON LEE)[heewon98]/선임/제조DX.제조DX솔루션.셀추적기술팀" userId="8f304cbb-bc09-4a19-abe9-f7657ad9f80a" providerId="ADAL" clId="{D6C7097F-A6C4-4606-91C1-E1DFC06BD23C}" dt="2025-11-04T03:30:25.232" v="103" actId="14100"/>
      <pc:docMkLst>
        <pc:docMk/>
      </pc:docMkLst>
      <pc:sldChg chg="modSp mod">
        <pc:chgData name="이희원(HEEWON LEE)[heewon98]/선임/제조DX.제조DX솔루션.셀추적기술팀" userId="8f304cbb-bc09-4a19-abe9-f7657ad9f80a" providerId="ADAL" clId="{D6C7097F-A6C4-4606-91C1-E1DFC06BD23C}" dt="2025-11-04T00:14:42.480" v="39" actId="20577"/>
        <pc:sldMkLst>
          <pc:docMk/>
          <pc:sldMk cId="2130555548" sldId="2147481730"/>
        </pc:sldMkLst>
        <pc:spChg chg="mod">
          <ac:chgData name="이희원(HEEWON LEE)[heewon98]/선임/제조DX.제조DX솔루션.셀추적기술팀" userId="8f304cbb-bc09-4a19-abe9-f7657ad9f80a" providerId="ADAL" clId="{D6C7097F-A6C4-4606-91C1-E1DFC06BD23C}" dt="2025-11-04T00:14:01.409" v="12" actId="20577"/>
          <ac:spMkLst>
            <pc:docMk/>
            <pc:sldMk cId="2130555548" sldId="2147481730"/>
            <ac:spMk id="19" creationId="{ADF5974A-A7FA-4655-ABC5-EE48FEFF31B0}"/>
          </ac:spMkLst>
        </pc:spChg>
        <pc:spChg chg="mod">
          <ac:chgData name="이희원(HEEWON LEE)[heewon98]/선임/제조DX.제조DX솔루션.셀추적기술팀" userId="8f304cbb-bc09-4a19-abe9-f7657ad9f80a" providerId="ADAL" clId="{D6C7097F-A6C4-4606-91C1-E1DFC06BD23C}" dt="2025-11-04T00:14:09.596" v="15" actId="207"/>
          <ac:spMkLst>
            <pc:docMk/>
            <pc:sldMk cId="2130555548" sldId="2147481730"/>
            <ac:spMk id="21" creationId="{4C3181BD-8769-4C0D-8973-C9F2BE0DC598}"/>
          </ac:spMkLst>
        </pc:spChg>
        <pc:graphicFrameChg chg="mod modGraphic">
          <ac:chgData name="이희원(HEEWON LEE)[heewon98]/선임/제조DX.제조DX솔루션.셀추적기술팀" userId="8f304cbb-bc09-4a19-abe9-f7657ad9f80a" providerId="ADAL" clId="{D6C7097F-A6C4-4606-91C1-E1DFC06BD23C}" dt="2025-11-04T00:14:42.480" v="39" actId="20577"/>
          <ac:graphicFrameMkLst>
            <pc:docMk/>
            <pc:sldMk cId="2130555548" sldId="2147481730"/>
            <ac:graphicFrameMk id="13" creationId="{F757E1E4-6685-4945-A4F6-DAED56351FBF}"/>
          </ac:graphicFrameMkLst>
        </pc:graphicFrameChg>
      </pc:sldChg>
      <pc:sldChg chg="modSp mod">
        <pc:chgData name="이희원(HEEWON LEE)[heewon98]/선임/제조DX.제조DX솔루션.셀추적기술팀" userId="8f304cbb-bc09-4a19-abe9-f7657ad9f80a" providerId="ADAL" clId="{D6C7097F-A6C4-4606-91C1-E1DFC06BD23C}" dt="2025-11-04T00:23:01.210" v="101" actId="20577"/>
        <pc:sldMkLst>
          <pc:docMk/>
          <pc:sldMk cId="2847513058" sldId="2147481898"/>
        </pc:sldMkLst>
        <pc:spChg chg="mod">
          <ac:chgData name="이희원(HEEWON LEE)[heewon98]/선임/제조DX.제조DX솔루션.셀추적기술팀" userId="8f304cbb-bc09-4a19-abe9-f7657ad9f80a" providerId="ADAL" clId="{D6C7097F-A6C4-4606-91C1-E1DFC06BD23C}" dt="2025-11-04T00:18:28.474" v="48" actId="20577"/>
          <ac:spMkLst>
            <pc:docMk/>
            <pc:sldMk cId="2847513058" sldId="2147481898"/>
            <ac:spMk id="10" creationId="{FED33F4D-E025-48E2-95AA-BF79E1C3DFD6}"/>
          </ac:spMkLst>
        </pc:spChg>
        <pc:graphicFrameChg chg="modGraphic">
          <ac:chgData name="이희원(HEEWON LEE)[heewon98]/선임/제조DX.제조DX솔루션.셀추적기술팀" userId="8f304cbb-bc09-4a19-abe9-f7657ad9f80a" providerId="ADAL" clId="{D6C7097F-A6C4-4606-91C1-E1DFC06BD23C}" dt="2025-11-04T00:21:36.247" v="61" actId="20577"/>
          <ac:graphicFrameMkLst>
            <pc:docMk/>
            <pc:sldMk cId="2847513058" sldId="2147481898"/>
            <ac:graphicFrameMk id="13" creationId="{AB683A59-EE75-4381-9691-5E781C900586}"/>
          </ac:graphicFrameMkLst>
        </pc:graphicFrameChg>
        <pc:graphicFrameChg chg="modGraphic">
          <ac:chgData name="이희원(HEEWON LEE)[heewon98]/선임/제조DX.제조DX솔루션.셀추적기술팀" userId="8f304cbb-bc09-4a19-abe9-f7657ad9f80a" providerId="ADAL" clId="{D6C7097F-A6C4-4606-91C1-E1DFC06BD23C}" dt="2025-11-04T00:22:01.038" v="73" actId="20577"/>
          <ac:graphicFrameMkLst>
            <pc:docMk/>
            <pc:sldMk cId="2847513058" sldId="2147481898"/>
            <ac:graphicFrameMk id="14" creationId="{6FC87DDF-ACA3-4032-96CA-AAB9625C9BD7}"/>
          </ac:graphicFrameMkLst>
        </pc:graphicFrameChg>
        <pc:graphicFrameChg chg="modGraphic">
          <ac:chgData name="이희원(HEEWON LEE)[heewon98]/선임/제조DX.제조DX솔루션.셀추적기술팀" userId="8f304cbb-bc09-4a19-abe9-f7657ad9f80a" providerId="ADAL" clId="{D6C7097F-A6C4-4606-91C1-E1DFC06BD23C}" dt="2025-11-04T00:21:49.527" v="71" actId="20577"/>
          <ac:graphicFrameMkLst>
            <pc:docMk/>
            <pc:sldMk cId="2847513058" sldId="2147481898"/>
            <ac:graphicFrameMk id="16" creationId="{B25CC356-1EE1-4577-BCA0-736DC496DFA1}"/>
          </ac:graphicFrameMkLst>
        </pc:graphicFrameChg>
        <pc:graphicFrameChg chg="mod modGraphic">
          <ac:chgData name="이희원(HEEWON LEE)[heewon98]/선임/제조DX.제조DX솔루션.셀추적기술팀" userId="8f304cbb-bc09-4a19-abe9-f7657ad9f80a" providerId="ADAL" clId="{D6C7097F-A6C4-4606-91C1-E1DFC06BD23C}" dt="2025-11-04T00:23:01.210" v="101" actId="20577"/>
          <ac:graphicFrameMkLst>
            <pc:docMk/>
            <pc:sldMk cId="2847513058" sldId="2147481898"/>
            <ac:graphicFrameMk id="128" creationId="{BBF379D4-99A2-4D31-9CB5-2BDACF36F890}"/>
          </ac:graphicFrameMkLst>
        </pc:graphicFrameChg>
      </pc:sldChg>
      <pc:sldChg chg="modSp mod">
        <pc:chgData name="이희원(HEEWON LEE)[heewon98]/선임/제조DX.제조DX솔루션.셀추적기술팀" userId="8f304cbb-bc09-4a19-abe9-f7657ad9f80a" providerId="ADAL" clId="{D6C7097F-A6C4-4606-91C1-E1DFC06BD23C}" dt="2025-11-04T03:30:25.232" v="103" actId="14100"/>
        <pc:sldMkLst>
          <pc:docMk/>
          <pc:sldMk cId="1325916645" sldId="2147481957"/>
        </pc:sldMkLst>
        <pc:picChg chg="mod">
          <ac:chgData name="이희원(HEEWON LEE)[heewon98]/선임/제조DX.제조DX솔루션.셀추적기술팀" userId="8f304cbb-bc09-4a19-abe9-f7657ad9f80a" providerId="ADAL" clId="{D6C7097F-A6C4-4606-91C1-E1DFC06BD23C}" dt="2025-11-04T03:30:25.232" v="103" actId="14100"/>
          <ac:picMkLst>
            <pc:docMk/>
            <pc:sldMk cId="1325916645" sldId="2147481957"/>
            <ac:picMk id="4" creationId="{62C833C3-7A0C-4A7F-A861-73F4E3CA9333}"/>
          </ac:picMkLst>
        </pc:picChg>
      </pc:sldChg>
    </pc:docChg>
  </pc:docChgLst>
  <pc:docChgLst>
    <pc:chgData name="최성민(SEONGMIN CHOI)[choi.sm]/책임/제조DX.제조DX솔루션.셀추적기술팀" userId="eeb85713-5f2c-4002-9aad-b9336fccd8e3" providerId="ADAL" clId="{1E3470A2-121E-4A99-A3AD-ED2CDFC615DC}"/>
    <pc:docChg chg="undo custSel modSld">
      <pc:chgData name="최성민(SEONGMIN CHOI)[choi.sm]/책임/제조DX.제조DX솔루션.셀추적기술팀" userId="eeb85713-5f2c-4002-9aad-b9336fccd8e3" providerId="ADAL" clId="{1E3470A2-121E-4A99-A3AD-ED2CDFC615DC}" dt="2025-10-15T02:52:55.870" v="8593" actId="20577"/>
      <pc:docMkLst>
        <pc:docMk/>
      </pc:docMkLst>
      <pc:sldChg chg="delSp modSp">
        <pc:chgData name="최성민(SEONGMIN CHOI)[choi.sm]/책임/제조DX.제조DX솔루션.셀추적기술팀" userId="eeb85713-5f2c-4002-9aad-b9336fccd8e3" providerId="ADAL" clId="{1E3470A2-121E-4A99-A3AD-ED2CDFC615DC}" dt="2025-10-15T02:52:55.870" v="8593" actId="20577"/>
        <pc:sldMkLst>
          <pc:docMk/>
          <pc:sldMk cId="3247425241" sldId="2209"/>
        </pc:sldMkLst>
        <pc:spChg chg="mod">
          <ac:chgData name="최성민(SEONGMIN CHOI)[choi.sm]/책임/제조DX.제조DX솔루션.셀추적기술팀" userId="eeb85713-5f2c-4002-9aad-b9336fccd8e3" providerId="ADAL" clId="{1E3470A2-121E-4A99-A3AD-ED2CDFC615DC}" dt="2025-10-14T04:49:27.278" v="4416" actId="20577"/>
          <ac:spMkLst>
            <pc:docMk/>
            <pc:sldMk cId="3247425241" sldId="2209"/>
            <ac:spMk id="13" creationId="{F31D3F01-C2A3-4167-99AE-5DFFB76739EF}"/>
          </ac:spMkLst>
        </pc:spChg>
        <pc:spChg chg="mod">
          <ac:chgData name="최성민(SEONGMIN CHOI)[choi.sm]/책임/제조DX.제조DX솔루션.셀추적기술팀" userId="eeb85713-5f2c-4002-9aad-b9336fccd8e3" providerId="ADAL" clId="{1E3470A2-121E-4A99-A3AD-ED2CDFC615DC}" dt="2025-10-14T03:14:57.684" v="417"/>
          <ac:spMkLst>
            <pc:docMk/>
            <pc:sldMk cId="3247425241" sldId="2209"/>
            <ac:spMk id="14" creationId="{6DFFB236-B338-4505-AA4D-C108CB0141DD}"/>
          </ac:spMkLst>
        </pc:spChg>
        <pc:graphicFrameChg chg="mod modGraphic">
          <ac:chgData name="최성민(SEONGMIN CHOI)[choi.sm]/책임/제조DX.제조DX솔루션.셀추적기술팀" userId="eeb85713-5f2c-4002-9aad-b9336fccd8e3" providerId="ADAL" clId="{1E3470A2-121E-4A99-A3AD-ED2CDFC615DC}" dt="2025-10-14T04:54:00.101" v="4500" actId="20577"/>
          <ac:graphicFrameMkLst>
            <pc:docMk/>
            <pc:sldMk cId="3247425241" sldId="2209"/>
            <ac:graphicFrameMk id="8" creationId="{9F08069D-5B4A-465A-8030-49E7C89804D9}"/>
          </ac:graphicFrameMkLst>
        </pc:graphicFrameChg>
        <pc:graphicFrameChg chg="mod modGraphic">
          <ac:chgData name="최성민(SEONGMIN CHOI)[choi.sm]/책임/제조DX.제조DX솔루션.셀추적기술팀" userId="eeb85713-5f2c-4002-9aad-b9336fccd8e3" providerId="ADAL" clId="{1E3470A2-121E-4A99-A3AD-ED2CDFC615DC}" dt="2025-10-15T02:52:55.870" v="8593" actId="20577"/>
          <ac:graphicFrameMkLst>
            <pc:docMk/>
            <pc:sldMk cId="3247425241" sldId="2209"/>
            <ac:graphicFrameMk id="10" creationId="{3D87BC00-A29B-4E58-92C4-9B66C49D399C}"/>
          </ac:graphicFrameMkLst>
        </pc:graphicFrameChg>
      </pc:sldChg>
      <pc:sldChg chg="addSp delSp modSp">
        <pc:chgData name="최성민(SEONGMIN CHOI)[choi.sm]/책임/제조DX.제조DX솔루션.셀추적기술팀" userId="eeb85713-5f2c-4002-9aad-b9336fccd8e3" providerId="ADAL" clId="{1E3470A2-121E-4A99-A3AD-ED2CDFC615DC}" dt="2025-10-15T00:45:46.241" v="8516" actId="20577"/>
        <pc:sldMkLst>
          <pc:docMk/>
          <pc:sldMk cId="2458212547" sldId="2147481747"/>
        </pc:sldMkLst>
        <pc:spChg chg="mod">
          <ac:chgData name="최성민(SEONGMIN CHOI)[choi.sm]/책임/제조DX.제조DX솔루션.셀추적기술팀" userId="eeb85713-5f2c-4002-9aad-b9336fccd8e3" providerId="ADAL" clId="{1E3470A2-121E-4A99-A3AD-ED2CDFC615DC}" dt="2025-10-14T08:18:05.953" v="7769"/>
          <ac:spMkLst>
            <pc:docMk/>
            <pc:sldMk cId="2458212547" sldId="2147481747"/>
            <ac:spMk id="17" creationId="{A61984F4-A397-40B4-80EA-97D7F6DB6C56}"/>
          </ac:spMkLst>
        </pc:spChg>
        <pc:spChg chg="mod">
          <ac:chgData name="최성민(SEONGMIN CHOI)[choi.sm]/책임/제조DX.제조DX솔루션.셀추적기술팀" userId="eeb85713-5f2c-4002-9aad-b9336fccd8e3" providerId="ADAL" clId="{1E3470A2-121E-4A99-A3AD-ED2CDFC615DC}" dt="2025-10-14T08:14:15.409" v="7623" actId="20577"/>
          <ac:spMkLst>
            <pc:docMk/>
            <pc:sldMk cId="2458212547" sldId="2147481747"/>
            <ac:spMk id="19" creationId="{ADF5974A-A7FA-4655-ABC5-EE48FEFF31B0}"/>
          </ac:spMkLst>
        </pc:spChg>
        <pc:spChg chg="mod">
          <ac:chgData name="최성민(SEONGMIN CHOI)[choi.sm]/책임/제조DX.제조DX솔루션.셀추적기술팀" userId="eeb85713-5f2c-4002-9aad-b9336fccd8e3" providerId="ADAL" clId="{1E3470A2-121E-4A99-A3AD-ED2CDFC615DC}" dt="2025-10-15T00:45:16.038" v="8513" actId="20577"/>
          <ac:spMkLst>
            <pc:docMk/>
            <pc:sldMk cId="2458212547" sldId="2147481747"/>
            <ac:spMk id="21" creationId="{4C3181BD-8769-4C0D-8973-C9F2BE0DC598}"/>
          </ac:spMkLst>
        </pc:spChg>
        <pc:spChg chg="mod">
          <ac:chgData name="최성민(SEONGMIN CHOI)[choi.sm]/책임/제조DX.제조DX솔루션.셀추적기술팀" userId="eeb85713-5f2c-4002-9aad-b9336fccd8e3" providerId="ADAL" clId="{1E3470A2-121E-4A99-A3AD-ED2CDFC615DC}" dt="2025-10-14T08:22:29.669" v="7877" actId="1076"/>
          <ac:spMkLst>
            <pc:docMk/>
            <pc:sldMk cId="2458212547" sldId="2147481747"/>
            <ac:spMk id="40" creationId="{B4008173-4E2A-40DC-A48D-311B35292554}"/>
          </ac:spMkLst>
        </pc:spChg>
        <pc:spChg chg="mod">
          <ac:chgData name="최성민(SEONGMIN CHOI)[choi.sm]/책임/제조DX.제조DX솔루션.셀추적기술팀" userId="eeb85713-5f2c-4002-9aad-b9336fccd8e3" providerId="ADAL" clId="{1E3470A2-121E-4A99-A3AD-ED2CDFC615DC}" dt="2025-10-14T08:22:29.669" v="7877" actId="1076"/>
          <ac:spMkLst>
            <pc:docMk/>
            <pc:sldMk cId="2458212547" sldId="2147481747"/>
            <ac:spMk id="43" creationId="{AD102ED2-A591-41BB-9B5E-32D642180DBA}"/>
          </ac:spMkLst>
        </pc:spChg>
        <pc:graphicFrameChg chg="mod modGraphic">
          <ac:chgData name="최성민(SEONGMIN CHOI)[choi.sm]/책임/제조DX.제조DX솔루션.셀추적기술팀" userId="eeb85713-5f2c-4002-9aad-b9336fccd8e3" providerId="ADAL" clId="{1E3470A2-121E-4A99-A3AD-ED2CDFC615DC}" dt="2025-10-14T08:22:29.669" v="7877" actId="1076"/>
          <ac:graphicFrameMkLst>
            <pc:docMk/>
            <pc:sldMk cId="2458212547" sldId="2147481747"/>
            <ac:graphicFrameMk id="39" creationId="{286EDF74-AECA-43E7-9D66-390717A56BAA}"/>
          </ac:graphicFrameMkLst>
        </pc:graphicFrameChg>
      </pc:sldChg>
    </pc:docChg>
  </pc:docChgLst>
  <pc:docChgLst>
    <pc:chgData name="박영헌(YEONGHEON PARK)[heny611]/선임/제조DX.제조DX솔루션.셀추적기술팀" userId="7ee3e3b4-d5a5-4456-8b15-18422cf3fd5b" providerId="ADAL" clId="{62E2D056-01B4-4052-88DC-C38C0A5C7045}"/>
    <pc:docChg chg="custSel addSld delSld modSld modSection">
      <pc:chgData name="박영헌(YEONGHEON PARK)[heny611]/선임/제조DX.제조DX솔루션.셀추적기술팀" userId="7ee3e3b4-d5a5-4456-8b15-18422cf3fd5b" providerId="ADAL" clId="{62E2D056-01B4-4052-88DC-C38C0A5C7045}" dt="2025-11-12T02:13:19.592" v="231" actId="20577"/>
      <pc:docMkLst>
        <pc:docMk/>
      </pc:docMkLst>
      <pc:sldChg chg="addSp delSp modSp mod">
        <pc:chgData name="박영헌(YEONGHEON PARK)[heny611]/선임/제조DX.제조DX솔루션.셀추적기술팀" userId="7ee3e3b4-d5a5-4456-8b15-18422cf3fd5b" providerId="ADAL" clId="{62E2D056-01B4-4052-88DC-C38C0A5C7045}" dt="2025-11-12T02:13:19.592" v="231" actId="20577"/>
        <pc:sldMkLst>
          <pc:docMk/>
          <pc:sldMk cId="2105941167" sldId="2117"/>
        </pc:sldMkLst>
        <pc:spChg chg="mod">
          <ac:chgData name="박영헌(YEONGHEON PARK)[heny611]/선임/제조DX.제조DX솔루션.셀추적기술팀" userId="7ee3e3b4-d5a5-4456-8b15-18422cf3fd5b" providerId="ADAL" clId="{62E2D056-01B4-4052-88DC-C38C0A5C7045}" dt="2025-11-12T02:10:44.093" v="1"/>
          <ac:spMkLst>
            <pc:docMk/>
            <pc:sldMk cId="2105941167" sldId="2117"/>
            <ac:spMk id="2" creationId="{4B0B48C5-67F4-BE25-D46F-CEBB70CDA475}"/>
          </ac:spMkLst>
        </pc:spChg>
        <pc:spChg chg="del">
          <ac:chgData name="박영헌(YEONGHEON PARK)[heny611]/선임/제조DX.제조DX솔루션.셀추적기술팀" userId="7ee3e3b4-d5a5-4456-8b15-18422cf3fd5b" providerId="ADAL" clId="{62E2D056-01B4-4052-88DC-C38C0A5C7045}" dt="2025-11-12T02:10:56.204" v="2" actId="478"/>
          <ac:spMkLst>
            <pc:docMk/>
            <pc:sldMk cId="2105941167" sldId="2117"/>
            <ac:spMk id="13" creationId="{5DDFAF27-BE22-1FFF-D499-86EECE6397F5}"/>
          </ac:spMkLst>
        </pc:spChg>
        <pc:spChg chg="del">
          <ac:chgData name="박영헌(YEONGHEON PARK)[heny611]/선임/제조DX.제조DX솔루션.셀추적기술팀" userId="7ee3e3b4-d5a5-4456-8b15-18422cf3fd5b" providerId="ADAL" clId="{62E2D056-01B4-4052-88DC-C38C0A5C7045}" dt="2025-11-12T02:10:56.204" v="2" actId="478"/>
          <ac:spMkLst>
            <pc:docMk/>
            <pc:sldMk cId="2105941167" sldId="2117"/>
            <ac:spMk id="14" creationId="{769C47D5-793D-58B8-B849-AE368B632BF0}"/>
          </ac:spMkLst>
        </pc:spChg>
        <pc:spChg chg="del">
          <ac:chgData name="박영헌(YEONGHEON PARK)[heny611]/선임/제조DX.제조DX솔루션.셀추적기술팀" userId="7ee3e3b4-d5a5-4456-8b15-18422cf3fd5b" providerId="ADAL" clId="{62E2D056-01B4-4052-88DC-C38C0A5C7045}" dt="2025-11-12T02:10:56.204" v="2" actId="478"/>
          <ac:spMkLst>
            <pc:docMk/>
            <pc:sldMk cId="2105941167" sldId="2117"/>
            <ac:spMk id="15" creationId="{818C5101-D764-271D-2C21-425A31E0C08B}"/>
          </ac:spMkLst>
        </pc:spChg>
        <pc:spChg chg="del">
          <ac:chgData name="박영헌(YEONGHEON PARK)[heny611]/선임/제조DX.제조DX솔루션.셀추적기술팀" userId="7ee3e3b4-d5a5-4456-8b15-18422cf3fd5b" providerId="ADAL" clId="{62E2D056-01B4-4052-88DC-C38C0A5C7045}" dt="2025-11-12T02:10:56.204" v="2" actId="478"/>
          <ac:spMkLst>
            <pc:docMk/>
            <pc:sldMk cId="2105941167" sldId="2117"/>
            <ac:spMk id="16" creationId="{AF3EA258-83BD-3848-F3EB-8B7053939028}"/>
          </ac:spMkLst>
        </pc:spChg>
        <pc:spChg chg="add mod">
          <ac:chgData name="박영헌(YEONGHEON PARK)[heny611]/선임/제조DX.제조DX솔루션.셀추적기술팀" userId="7ee3e3b4-d5a5-4456-8b15-18422cf3fd5b" providerId="ADAL" clId="{62E2D056-01B4-4052-88DC-C38C0A5C7045}" dt="2025-11-12T02:11:05.181" v="3"/>
          <ac:spMkLst>
            <pc:docMk/>
            <pc:sldMk cId="2105941167" sldId="2117"/>
            <ac:spMk id="18" creationId="{27932EA6-97E6-CB1B-DCB9-C3282D444760}"/>
          </ac:spMkLst>
        </pc:spChg>
        <pc:spChg chg="add mod">
          <ac:chgData name="박영헌(YEONGHEON PARK)[heny611]/선임/제조DX.제조DX솔루션.셀추적기술팀" userId="7ee3e3b4-d5a5-4456-8b15-18422cf3fd5b" providerId="ADAL" clId="{62E2D056-01B4-4052-88DC-C38C0A5C7045}" dt="2025-11-12T02:11:05.181" v="3"/>
          <ac:spMkLst>
            <pc:docMk/>
            <pc:sldMk cId="2105941167" sldId="2117"/>
            <ac:spMk id="19" creationId="{DA43DAC1-1186-7AD3-7624-3AAB689FDA1A}"/>
          </ac:spMkLst>
        </pc:spChg>
        <pc:spChg chg="add mod">
          <ac:chgData name="박영헌(YEONGHEON PARK)[heny611]/선임/제조DX.제조DX솔루션.셀추적기술팀" userId="7ee3e3b4-d5a5-4456-8b15-18422cf3fd5b" providerId="ADAL" clId="{62E2D056-01B4-4052-88DC-C38C0A5C7045}" dt="2025-11-12T02:11:05.181" v="3"/>
          <ac:spMkLst>
            <pc:docMk/>
            <pc:sldMk cId="2105941167" sldId="2117"/>
            <ac:spMk id="21" creationId="{F1ED0CEF-50BC-120F-AE36-27631D00A075}"/>
          </ac:spMkLst>
        </pc:spChg>
        <pc:spChg chg="add mod">
          <ac:chgData name="박영헌(YEONGHEON PARK)[heny611]/선임/제조DX.제조DX솔루션.셀추적기술팀" userId="7ee3e3b4-d5a5-4456-8b15-18422cf3fd5b" providerId="ADAL" clId="{62E2D056-01B4-4052-88DC-C38C0A5C7045}" dt="2025-11-12T02:11:05.181" v="3"/>
          <ac:spMkLst>
            <pc:docMk/>
            <pc:sldMk cId="2105941167" sldId="2117"/>
            <ac:spMk id="22" creationId="{A999F3C7-8D56-87B6-D45B-1E28E8A6C9F1}"/>
          </ac:spMkLst>
        </pc:spChg>
        <pc:spChg chg="add mod">
          <ac:chgData name="박영헌(YEONGHEON PARK)[heny611]/선임/제조DX.제조DX솔루션.셀추적기술팀" userId="7ee3e3b4-d5a5-4456-8b15-18422cf3fd5b" providerId="ADAL" clId="{62E2D056-01B4-4052-88DC-C38C0A5C7045}" dt="2025-11-12T02:13:19.592" v="231" actId="20577"/>
          <ac:spMkLst>
            <pc:docMk/>
            <pc:sldMk cId="2105941167" sldId="2117"/>
            <ac:spMk id="24" creationId="{FE4DFBFA-860F-A98A-FDCB-6F07B32A0EBC}"/>
          </ac:spMkLst>
        </pc:spChg>
        <pc:spChg chg="del mod">
          <ac:chgData name="박영헌(YEONGHEON PARK)[heny611]/선임/제조DX.제조DX솔루션.셀추적기술팀" userId="7ee3e3b4-d5a5-4456-8b15-18422cf3fd5b" providerId="ADAL" clId="{62E2D056-01B4-4052-88DC-C38C0A5C7045}" dt="2025-11-12T02:10:56.204" v="2" actId="478"/>
          <ac:spMkLst>
            <pc:docMk/>
            <pc:sldMk cId="2105941167" sldId="2117"/>
            <ac:spMk id="27" creationId="{4110B24E-C85B-276B-C198-709B8DF35556}"/>
          </ac:spMkLst>
        </pc:spChg>
        <pc:spChg chg="del">
          <ac:chgData name="박영헌(YEONGHEON PARK)[heny611]/선임/제조DX.제조DX솔루션.셀추적기술팀" userId="7ee3e3b4-d5a5-4456-8b15-18422cf3fd5b" providerId="ADAL" clId="{62E2D056-01B4-4052-88DC-C38C0A5C7045}" dt="2025-11-12T02:10:56.204" v="2" actId="478"/>
          <ac:spMkLst>
            <pc:docMk/>
            <pc:sldMk cId="2105941167" sldId="2117"/>
            <ac:spMk id="28" creationId="{68086A12-61B8-4ABA-906E-692D71CA9C3A}"/>
          </ac:spMkLst>
        </pc:spChg>
        <pc:graphicFrameChg chg="del">
          <ac:chgData name="박영헌(YEONGHEON PARK)[heny611]/선임/제조DX.제조DX솔루션.셀추적기술팀" userId="7ee3e3b4-d5a5-4456-8b15-18422cf3fd5b" providerId="ADAL" clId="{62E2D056-01B4-4052-88DC-C38C0A5C7045}" dt="2025-11-12T02:10:56.204" v="2" actId="478"/>
          <ac:graphicFrameMkLst>
            <pc:docMk/>
            <pc:sldMk cId="2105941167" sldId="2117"/>
            <ac:graphicFrameMk id="20" creationId="{7CB49930-020F-F89E-E3A9-DF9CB139E869}"/>
          </ac:graphicFrameMkLst>
        </pc:graphicFrameChg>
        <pc:graphicFrameChg chg="add mod">
          <ac:chgData name="박영헌(YEONGHEON PARK)[heny611]/선임/제조DX.제조DX솔루션.셀추적기술팀" userId="7ee3e3b4-d5a5-4456-8b15-18422cf3fd5b" providerId="ADAL" clId="{62E2D056-01B4-4052-88DC-C38C0A5C7045}" dt="2025-11-12T02:11:05.181" v="3"/>
          <ac:graphicFrameMkLst>
            <pc:docMk/>
            <pc:sldMk cId="2105941167" sldId="2117"/>
            <ac:graphicFrameMk id="23" creationId="{D278E120-8E66-F99F-816C-456D6B518073}"/>
          </ac:graphicFrameMkLst>
        </pc:graphicFrameChg>
      </pc:sldChg>
    </pc:docChg>
  </pc:docChgLst>
  <pc:docChgLst>
    <pc:chgData name="이충성(CHOONGSUNG LEE)[lcs00306]/사원/제조DX.제조DX솔루션.셀추적기술팀" userId="6833e862-c7ef-4111-aa6a-70e79937b5ee" providerId="ADAL" clId="{3AC3BFC0-F3B6-415A-A161-CD137AE4A896}"/>
    <pc:docChg chg="undo redo custSel modSld">
      <pc:chgData name="이충성(CHOONGSUNG LEE)[lcs00306]/사원/제조DX.제조DX솔루션.셀추적기술팀" userId="6833e862-c7ef-4111-aa6a-70e79937b5ee" providerId="ADAL" clId="{3AC3BFC0-F3B6-415A-A161-CD137AE4A896}" dt="2025-12-10T01:02:09.362" v="3334" actId="20577"/>
      <pc:docMkLst>
        <pc:docMk/>
      </pc:docMkLst>
      <pc:sldChg chg="delSp modSp mod">
        <pc:chgData name="이충성(CHOONGSUNG LEE)[lcs00306]/사원/제조DX.제조DX솔루션.셀추적기술팀" userId="6833e862-c7ef-4111-aa6a-70e79937b5ee" providerId="ADAL" clId="{3AC3BFC0-F3B6-415A-A161-CD137AE4A896}" dt="2025-12-09T00:33:21.581" v="2402" actId="20577"/>
        <pc:sldMkLst>
          <pc:docMk/>
          <pc:sldMk cId="4054304740" sldId="2213"/>
        </pc:sldMkLst>
        <pc:spChg chg="del">
          <ac:chgData name="이충성(CHOONGSUNG LEE)[lcs00306]/사원/제조DX.제조DX솔루션.셀추적기술팀" userId="6833e862-c7ef-4111-aa6a-70e79937b5ee" providerId="ADAL" clId="{3AC3BFC0-F3B6-415A-A161-CD137AE4A896}" dt="2025-12-09T00:20:52.611" v="621" actId="478"/>
          <ac:spMkLst>
            <pc:docMk/>
            <pc:sldMk cId="4054304740" sldId="2213"/>
            <ac:spMk id="20" creationId="{5D27D710-FE70-4E5B-9F80-280DE39FC87B}"/>
          </ac:spMkLst>
        </pc:spChg>
        <pc:spChg chg="del">
          <ac:chgData name="이충성(CHOONGSUNG LEE)[lcs00306]/사원/제조DX.제조DX솔루션.셀추적기술팀" userId="6833e862-c7ef-4111-aa6a-70e79937b5ee" providerId="ADAL" clId="{3AC3BFC0-F3B6-415A-A161-CD137AE4A896}" dt="2025-12-09T00:20:50.249" v="620" actId="478"/>
          <ac:spMkLst>
            <pc:docMk/>
            <pc:sldMk cId="4054304740" sldId="2213"/>
            <ac:spMk id="22" creationId="{4EEFCFCE-AE55-47F1-B6AE-B6B7333F8B4A}"/>
          </ac:spMkLst>
        </pc:spChg>
        <pc:spChg chg="mod">
          <ac:chgData name="이충성(CHOONGSUNG LEE)[lcs00306]/사원/제조DX.제조DX솔루션.셀추적기술팀" userId="6833e862-c7ef-4111-aa6a-70e79937b5ee" providerId="ADAL" clId="{3AC3BFC0-F3B6-415A-A161-CD137AE4A896}" dt="2025-12-09T00:29:35.318" v="1887" actId="20577"/>
          <ac:spMkLst>
            <pc:docMk/>
            <pc:sldMk cId="4054304740" sldId="2213"/>
            <ac:spMk id="33" creationId="{708B1D54-9D52-42CB-82CB-E5D69946BACE}"/>
          </ac:spMkLst>
        </pc:spChg>
        <pc:graphicFrameChg chg="modGraphic">
          <ac:chgData name="이충성(CHOONGSUNG LEE)[lcs00306]/사원/제조DX.제조DX솔루션.셀추적기술팀" userId="6833e862-c7ef-4111-aa6a-70e79937b5ee" providerId="ADAL" clId="{3AC3BFC0-F3B6-415A-A161-CD137AE4A896}" dt="2025-12-09T00:20:45.587" v="617" actId="14734"/>
          <ac:graphicFrameMkLst>
            <pc:docMk/>
            <pc:sldMk cId="4054304740" sldId="2213"/>
            <ac:graphicFrameMk id="8" creationId="{04367255-F393-41F0-A9D6-B4AB71EBA6E2}"/>
          </ac:graphicFrameMkLst>
        </pc:graphicFrameChg>
        <pc:graphicFrameChg chg="mod modGraphic">
          <ac:chgData name="이충성(CHOONGSUNG LEE)[lcs00306]/사원/제조DX.제조DX솔루션.셀추적기술팀" userId="6833e862-c7ef-4111-aa6a-70e79937b5ee" providerId="ADAL" clId="{3AC3BFC0-F3B6-415A-A161-CD137AE4A896}" dt="2025-12-09T00:33:21.581" v="2402" actId="20577"/>
          <ac:graphicFrameMkLst>
            <pc:docMk/>
            <pc:sldMk cId="4054304740" sldId="2213"/>
            <ac:graphicFrameMk id="18" creationId="{ACD91870-1828-466F-AE38-B03A708B4440}"/>
          </ac:graphicFrameMkLst>
        </pc:graphicFrameChg>
      </pc:sldChg>
      <pc:sldChg chg="modSp mod">
        <pc:chgData name="이충성(CHOONGSUNG LEE)[lcs00306]/사원/제조DX.제조DX솔루션.셀추적기술팀" userId="6833e862-c7ef-4111-aa6a-70e79937b5ee" providerId="ADAL" clId="{3AC3BFC0-F3B6-415A-A161-CD137AE4A896}" dt="2025-12-10T01:02:09.362" v="3334" actId="20577"/>
        <pc:sldMkLst>
          <pc:docMk/>
          <pc:sldMk cId="3485727604" sldId="2147481872"/>
        </pc:sldMkLst>
        <pc:spChg chg="mod">
          <ac:chgData name="이충성(CHOONGSUNG LEE)[lcs00306]/사원/제조DX.제조DX솔루션.셀추적기술팀" userId="6833e862-c7ef-4111-aa6a-70e79937b5ee" providerId="ADAL" clId="{3AC3BFC0-F3B6-415A-A161-CD137AE4A896}" dt="2025-12-10T00:49:12.397" v="2410" actId="20577"/>
          <ac:spMkLst>
            <pc:docMk/>
            <pc:sldMk cId="3485727604" sldId="2147481872"/>
            <ac:spMk id="33" creationId="{708B1D54-9D52-42CB-82CB-E5D69946BACE}"/>
          </ac:spMkLst>
        </pc:spChg>
        <pc:graphicFrameChg chg="mod modGraphic">
          <ac:chgData name="이충성(CHOONGSUNG LEE)[lcs00306]/사원/제조DX.제조DX솔루션.셀추적기술팀" userId="6833e862-c7ef-4111-aa6a-70e79937b5ee" providerId="ADAL" clId="{3AC3BFC0-F3B6-415A-A161-CD137AE4A896}" dt="2025-12-10T01:02:09.362" v="3334" actId="20577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  <pc:graphicFrameChg chg="modGraphic">
          <ac:chgData name="이충성(CHOONGSUNG LEE)[lcs00306]/사원/제조DX.제조DX솔루션.셀추적기술팀" userId="6833e862-c7ef-4111-aa6a-70e79937b5ee" providerId="ADAL" clId="{3AC3BFC0-F3B6-415A-A161-CD137AE4A896}" dt="2025-12-10T00:55:06.381" v="2654" actId="14734"/>
          <ac:graphicFrameMkLst>
            <pc:docMk/>
            <pc:sldMk cId="3485727604" sldId="2147481872"/>
            <ac:graphicFrameMk id="36" creationId="{66252906-857F-42C8-86CE-4F1F8E43E2F9}"/>
          </ac:graphicFrameMkLst>
        </pc:graphicFrameChg>
      </pc:sldChg>
    </pc:docChg>
  </pc:docChgLst>
  <pc:docChgLst>
    <pc:chgData name="임상현(IAN SANGHYUN LIM)[ilim0507]/선임/제조DX.제조DX솔루션.셀추적기술팀" userId="1bdf7f23-b0bd-4e65-8e13-272ca93280fa" providerId="ADAL" clId="{55BABA47-4A19-4699-A4C8-91BE7A65E7B6}"/>
    <pc:docChg chg="undo custSel modSld">
      <pc:chgData name="임상현(IAN SANGHYUN LIM)[ilim0507]/선임/제조DX.제조DX솔루션.셀추적기술팀" userId="1bdf7f23-b0bd-4e65-8e13-272ca93280fa" providerId="ADAL" clId="{55BABA47-4A19-4699-A4C8-91BE7A65E7B6}" dt="2025-11-25T06:35:02.963" v="623" actId="207"/>
      <pc:docMkLst>
        <pc:docMk/>
      </pc:docMkLst>
      <pc:sldChg chg="modSp">
        <pc:chgData name="임상현(IAN SANGHYUN LIM)[ilim0507]/선임/제조DX.제조DX솔루션.셀추적기술팀" userId="1bdf7f23-b0bd-4e65-8e13-272ca93280fa" providerId="ADAL" clId="{55BABA47-4A19-4699-A4C8-91BE7A65E7B6}" dt="2025-11-25T06:35:02.963" v="623" actId="207"/>
        <pc:sldMkLst>
          <pc:docMk/>
          <pc:sldMk cId="2197542616" sldId="2241"/>
        </pc:sldMkLst>
        <pc:spChg chg="mod">
          <ac:chgData name="임상현(IAN SANGHYUN LIM)[ilim0507]/선임/제조DX.제조DX솔루션.셀추적기술팀" userId="1bdf7f23-b0bd-4e65-8e13-272ca93280fa" providerId="ADAL" clId="{55BABA47-4A19-4699-A4C8-91BE7A65E7B6}" dt="2025-11-25T06:34:34.681" v="622" actId="207"/>
          <ac:spMkLst>
            <pc:docMk/>
            <pc:sldMk cId="2197542616" sldId="2241"/>
            <ac:spMk id="24" creationId="{9E88BCD6-65AC-474C-9E19-A37722C332DC}"/>
          </ac:spMkLst>
        </pc:spChg>
        <pc:spChg chg="mod">
          <ac:chgData name="임상현(IAN SANGHYUN LIM)[ilim0507]/선임/제조DX.제조DX솔루션.셀추적기술팀" userId="1bdf7f23-b0bd-4e65-8e13-272ca93280fa" providerId="ADAL" clId="{55BABA47-4A19-4699-A4C8-91BE7A65E7B6}" dt="2025-11-25T06:34:26.634" v="621" actId="20577"/>
          <ac:spMkLst>
            <pc:docMk/>
            <pc:sldMk cId="2197542616" sldId="2241"/>
            <ac:spMk id="28" creationId="{EAE9226F-F722-4CEF-AF1A-BC8DF22E007D}"/>
          </ac:spMkLst>
        </pc:spChg>
        <pc:graphicFrameChg chg="mod modGraphic">
          <ac:chgData name="임상현(IAN SANGHYUN LIM)[ilim0507]/선임/제조DX.제조DX솔루션.셀추적기술팀" userId="1bdf7f23-b0bd-4e65-8e13-272ca93280fa" providerId="ADAL" clId="{55BABA47-4A19-4699-A4C8-91BE7A65E7B6}" dt="2025-11-25T06:32:29.725" v="535" actId="207"/>
          <ac:graphicFrameMkLst>
            <pc:docMk/>
            <pc:sldMk cId="2197542616" sldId="2241"/>
            <ac:graphicFrameMk id="23" creationId="{5C18F150-F800-4366-B81F-1DDA815C713E}"/>
          </ac:graphicFrameMkLst>
        </pc:graphicFrameChg>
        <pc:graphicFrameChg chg="modGraphic">
          <ac:chgData name="임상현(IAN SANGHYUN LIM)[ilim0507]/선임/제조DX.제조DX솔루션.셀추적기술팀" userId="1bdf7f23-b0bd-4e65-8e13-272ca93280fa" providerId="ADAL" clId="{55BABA47-4A19-4699-A4C8-91BE7A65E7B6}" dt="2025-11-25T06:35:02.963" v="623" actId="207"/>
          <ac:graphicFrameMkLst>
            <pc:docMk/>
            <pc:sldMk cId="2197542616" sldId="2241"/>
            <ac:graphicFrameMk id="29" creationId="{A8B0AF73-F7CC-437D-9A7E-175C56D104DC}"/>
          </ac:graphicFrameMkLst>
        </pc:graphicFrameChg>
      </pc:sldChg>
    </pc:docChg>
  </pc:docChgLst>
  <pc:docChgLst>
    <pc:chgData name="김민희(MINHEE KIM)[kimminhee]/사원/제조DX.제조DX솔루션.데이터통합분석팀" userId="d494d07f-6512-440f-b92e-289b650ee4e9" providerId="ADAL" clId="{E702F662-C9AF-44B3-A460-2E1C2785DDD5}"/>
    <pc:docChg chg="undo custSel modSld">
      <pc:chgData name="김민희(MINHEE KIM)[kimminhee]/사원/제조DX.제조DX솔루션.데이터통합분석팀" userId="d494d07f-6512-440f-b92e-289b650ee4e9" providerId="ADAL" clId="{E702F662-C9AF-44B3-A460-2E1C2785DDD5}" dt="2025-12-03T01:09:47.656" v="590" actId="20577"/>
      <pc:docMkLst>
        <pc:docMk/>
      </pc:docMkLst>
      <pc:sldChg chg="addSp delSp modSp mod">
        <pc:chgData name="김민희(MINHEE KIM)[kimminhee]/사원/제조DX.제조DX솔루션.데이터통합분석팀" userId="d494d07f-6512-440f-b92e-289b650ee4e9" providerId="ADAL" clId="{E702F662-C9AF-44B3-A460-2E1C2785DDD5}" dt="2025-12-03T01:09:47.656" v="590" actId="20577"/>
        <pc:sldMkLst>
          <pc:docMk/>
          <pc:sldMk cId="1009432166" sldId="2147482165"/>
        </pc:sldMkLst>
        <pc:spChg chg="del">
          <ac:chgData name="김민희(MINHEE KIM)[kimminhee]/사원/제조DX.제조DX솔루션.데이터통합분석팀" userId="d494d07f-6512-440f-b92e-289b650ee4e9" providerId="ADAL" clId="{E702F662-C9AF-44B3-A460-2E1C2785DDD5}" dt="2025-12-03T00:39:24.685" v="43" actId="478"/>
          <ac:spMkLst>
            <pc:docMk/>
            <pc:sldMk cId="1009432166" sldId="2147482165"/>
            <ac:spMk id="21" creationId="{D4A8D962-DC29-45A2-A7C9-E2519860B31E}"/>
          </ac:spMkLst>
        </pc:spChg>
        <pc:graphicFrameChg chg="add mod modGraphic">
          <ac:chgData name="김민희(MINHEE KIM)[kimminhee]/사원/제조DX.제조DX솔루션.데이터통합분석팀" userId="d494d07f-6512-440f-b92e-289b650ee4e9" providerId="ADAL" clId="{E702F662-C9AF-44B3-A460-2E1C2785DDD5}" dt="2025-12-03T01:07:59.045" v="579" actId="14100"/>
          <ac:graphicFrameMkLst>
            <pc:docMk/>
            <pc:sldMk cId="1009432166" sldId="2147482165"/>
            <ac:graphicFrameMk id="2" creationId="{F6F0874B-68F9-377A-AB8C-4D82D2C46777}"/>
          </ac:graphicFrameMkLst>
        </pc:graphicFrameChg>
        <pc:graphicFrameChg chg="add mod modGraphic">
          <ac:chgData name="김민희(MINHEE KIM)[kimminhee]/사원/제조DX.제조DX솔루션.데이터통합분석팀" userId="d494d07f-6512-440f-b92e-289b650ee4e9" providerId="ADAL" clId="{E702F662-C9AF-44B3-A460-2E1C2785DDD5}" dt="2025-12-03T01:05:24.457" v="532" actId="14100"/>
          <ac:graphicFrameMkLst>
            <pc:docMk/>
            <pc:sldMk cId="1009432166" sldId="2147482165"/>
            <ac:graphicFrameMk id="3" creationId="{9211630D-1D33-EDA0-653B-8A228E6D13D6}"/>
          </ac:graphicFrameMkLst>
        </pc:graphicFrameChg>
        <pc:graphicFrameChg chg="mod modGraphic">
          <ac:chgData name="김민희(MINHEE KIM)[kimminhee]/사원/제조DX.제조DX솔루션.데이터통합분석팀" userId="d494d07f-6512-440f-b92e-289b650ee4e9" providerId="ADAL" clId="{E702F662-C9AF-44B3-A460-2E1C2785DDD5}" dt="2025-12-03T01:09:47.656" v="590" actId="20577"/>
          <ac:graphicFrameMkLst>
            <pc:docMk/>
            <pc:sldMk cId="1009432166" sldId="2147482165"/>
            <ac:graphicFrameMk id="19" creationId="{3E86696F-E35A-4B06-9B46-63A4A6A986C1}"/>
          </ac:graphicFrameMkLst>
        </pc:graphicFrameChg>
        <pc:graphicFrameChg chg="mod modGraphic">
          <ac:chgData name="김민희(MINHEE KIM)[kimminhee]/사원/제조DX.제조DX솔루션.데이터통합분석팀" userId="d494d07f-6512-440f-b92e-289b650ee4e9" providerId="ADAL" clId="{E702F662-C9AF-44B3-A460-2E1C2785DDD5}" dt="2025-12-03T00:39:21.305" v="42" actId="2166"/>
          <ac:graphicFrameMkLst>
            <pc:docMk/>
            <pc:sldMk cId="1009432166" sldId="2147482165"/>
            <ac:graphicFrameMk id="26" creationId="{6A5FBAE1-10A2-4649-B91B-5B75A88BCDF9}"/>
          </ac:graphicFrameMkLst>
        </pc:graphicFrameChg>
        <pc:picChg chg="add mod">
          <ac:chgData name="김민희(MINHEE KIM)[kimminhee]/사원/제조DX.제조DX솔루션.데이터통합분석팀" userId="d494d07f-6512-440f-b92e-289b650ee4e9" providerId="ADAL" clId="{E702F662-C9AF-44B3-A460-2E1C2785DDD5}" dt="2025-12-03T01:05:24.457" v="532" actId="14100"/>
          <ac:picMkLst>
            <pc:docMk/>
            <pc:sldMk cId="1009432166" sldId="2147482165"/>
            <ac:picMk id="4" creationId="{BEB4E4B3-D880-94E4-9F93-039163CC4C3F}"/>
          </ac:picMkLst>
        </pc:picChg>
        <pc:picChg chg="add mod">
          <ac:chgData name="김민희(MINHEE KIM)[kimminhee]/사원/제조DX.제조DX솔루션.데이터통합분석팀" userId="d494d07f-6512-440f-b92e-289b650ee4e9" providerId="ADAL" clId="{E702F662-C9AF-44B3-A460-2E1C2785DDD5}" dt="2025-12-03T01:05:24.457" v="532" actId="14100"/>
          <ac:picMkLst>
            <pc:docMk/>
            <pc:sldMk cId="1009432166" sldId="2147482165"/>
            <ac:picMk id="5" creationId="{D5376AF6-A399-8A69-9877-DAAB6199E240}"/>
          </ac:picMkLst>
        </pc:picChg>
        <pc:picChg chg="add mod">
          <ac:chgData name="김민희(MINHEE KIM)[kimminhee]/사원/제조DX.제조DX솔루션.데이터통합분석팀" userId="d494d07f-6512-440f-b92e-289b650ee4e9" providerId="ADAL" clId="{E702F662-C9AF-44B3-A460-2E1C2785DDD5}" dt="2025-12-03T01:05:24.457" v="532" actId="14100"/>
          <ac:picMkLst>
            <pc:docMk/>
            <pc:sldMk cId="1009432166" sldId="2147482165"/>
            <ac:picMk id="6" creationId="{2FF81298-CC36-E773-C045-02E3F8F83486}"/>
          </ac:picMkLst>
        </pc:picChg>
        <pc:picChg chg="add mod">
          <ac:chgData name="김민희(MINHEE KIM)[kimminhee]/사원/제조DX.제조DX솔루션.데이터통합분석팀" userId="d494d07f-6512-440f-b92e-289b650ee4e9" providerId="ADAL" clId="{E702F662-C9AF-44B3-A460-2E1C2785DDD5}" dt="2025-12-03T01:05:24.457" v="532" actId="14100"/>
          <ac:picMkLst>
            <pc:docMk/>
            <pc:sldMk cId="1009432166" sldId="2147482165"/>
            <ac:picMk id="7" creationId="{9BBAF984-7254-91AC-5AE8-0732402579AA}"/>
          </ac:picMkLst>
        </pc:picChg>
        <pc:picChg chg="add mod">
          <ac:chgData name="김민희(MINHEE KIM)[kimminhee]/사원/제조DX.제조DX솔루션.데이터통합분석팀" userId="d494d07f-6512-440f-b92e-289b650ee4e9" providerId="ADAL" clId="{E702F662-C9AF-44B3-A460-2E1C2785DDD5}" dt="2025-12-03T01:05:24.457" v="532" actId="14100"/>
          <ac:picMkLst>
            <pc:docMk/>
            <pc:sldMk cId="1009432166" sldId="2147482165"/>
            <ac:picMk id="8" creationId="{53F8EB52-C06E-7FA1-DA61-2229AF9EB5E4}"/>
          </ac:picMkLst>
        </pc:picChg>
        <pc:picChg chg="add mod">
          <ac:chgData name="김민희(MINHEE KIM)[kimminhee]/사원/제조DX.제조DX솔루션.데이터통합분석팀" userId="d494d07f-6512-440f-b92e-289b650ee4e9" providerId="ADAL" clId="{E702F662-C9AF-44B3-A460-2E1C2785DDD5}" dt="2025-12-03T01:05:24.457" v="532" actId="14100"/>
          <ac:picMkLst>
            <pc:docMk/>
            <pc:sldMk cId="1009432166" sldId="2147482165"/>
            <ac:picMk id="9" creationId="{C422AD2C-12F2-8616-2776-79C8A5F2C1B0}"/>
          </ac:picMkLst>
        </pc:picChg>
        <pc:picChg chg="add mod">
          <ac:chgData name="김민희(MINHEE KIM)[kimminhee]/사원/제조DX.제조DX솔루션.데이터통합분석팀" userId="d494d07f-6512-440f-b92e-289b650ee4e9" providerId="ADAL" clId="{E702F662-C9AF-44B3-A460-2E1C2785DDD5}" dt="2025-12-03T01:05:24.457" v="532" actId="14100"/>
          <ac:picMkLst>
            <pc:docMk/>
            <pc:sldMk cId="1009432166" sldId="2147482165"/>
            <ac:picMk id="13" creationId="{BC90DF6B-503E-140B-3B85-61ED907A5ACE}"/>
          </ac:picMkLst>
        </pc:picChg>
        <pc:picChg chg="add mod">
          <ac:chgData name="김민희(MINHEE KIM)[kimminhee]/사원/제조DX.제조DX솔루션.데이터통합분석팀" userId="d494d07f-6512-440f-b92e-289b650ee4e9" providerId="ADAL" clId="{E702F662-C9AF-44B3-A460-2E1C2785DDD5}" dt="2025-12-03T01:05:24.457" v="532" actId="14100"/>
          <ac:picMkLst>
            <pc:docMk/>
            <pc:sldMk cId="1009432166" sldId="2147482165"/>
            <ac:picMk id="14" creationId="{A0B337D0-DB06-0731-355C-F86634CDB618}"/>
          </ac:picMkLst>
        </pc:picChg>
        <pc:picChg chg="add mod">
          <ac:chgData name="김민희(MINHEE KIM)[kimminhee]/사원/제조DX.제조DX솔루션.데이터통합분석팀" userId="d494d07f-6512-440f-b92e-289b650ee4e9" providerId="ADAL" clId="{E702F662-C9AF-44B3-A460-2E1C2785DDD5}" dt="2025-12-03T01:05:24.457" v="532" actId="14100"/>
          <ac:picMkLst>
            <pc:docMk/>
            <pc:sldMk cId="1009432166" sldId="2147482165"/>
            <ac:picMk id="18" creationId="{69A3A8A2-FFDB-7320-41DA-C4158B578D06}"/>
          </ac:picMkLst>
        </pc:picChg>
        <pc:picChg chg="add mod">
          <ac:chgData name="김민희(MINHEE KIM)[kimminhee]/사원/제조DX.제조DX솔루션.데이터통합분석팀" userId="d494d07f-6512-440f-b92e-289b650ee4e9" providerId="ADAL" clId="{E702F662-C9AF-44B3-A460-2E1C2785DDD5}" dt="2025-12-03T01:05:24.457" v="532" actId="14100"/>
          <ac:picMkLst>
            <pc:docMk/>
            <pc:sldMk cId="1009432166" sldId="2147482165"/>
            <ac:picMk id="20" creationId="{69ABE6A1-0EAC-6C7A-831B-A472F521FCA3}"/>
          </ac:picMkLst>
        </pc:picChg>
        <pc:picChg chg="add mod">
          <ac:chgData name="김민희(MINHEE KIM)[kimminhee]/사원/제조DX.제조DX솔루션.데이터통합분석팀" userId="d494d07f-6512-440f-b92e-289b650ee4e9" providerId="ADAL" clId="{E702F662-C9AF-44B3-A460-2E1C2785DDD5}" dt="2025-12-03T01:05:24.457" v="532" actId="14100"/>
          <ac:picMkLst>
            <pc:docMk/>
            <pc:sldMk cId="1009432166" sldId="2147482165"/>
            <ac:picMk id="21" creationId="{C2974F2A-9E9C-1FF9-6F23-8857CCCD2451}"/>
          </ac:picMkLst>
        </pc:picChg>
        <pc:picChg chg="add mod">
          <ac:chgData name="김민희(MINHEE KIM)[kimminhee]/사원/제조DX.제조DX솔루션.데이터통합분석팀" userId="d494d07f-6512-440f-b92e-289b650ee4e9" providerId="ADAL" clId="{E702F662-C9AF-44B3-A460-2E1C2785DDD5}" dt="2025-12-03T01:05:24.457" v="532" actId="14100"/>
          <ac:picMkLst>
            <pc:docMk/>
            <pc:sldMk cId="1009432166" sldId="2147482165"/>
            <ac:picMk id="24" creationId="{CCD004CF-9587-4989-9074-580E07EB0D81}"/>
          </ac:picMkLst>
        </pc:picChg>
        <pc:picChg chg="add mod">
          <ac:chgData name="김민희(MINHEE KIM)[kimminhee]/사원/제조DX.제조DX솔루션.데이터통합분석팀" userId="d494d07f-6512-440f-b92e-289b650ee4e9" providerId="ADAL" clId="{E702F662-C9AF-44B3-A460-2E1C2785DDD5}" dt="2025-12-03T01:05:24.457" v="532" actId="14100"/>
          <ac:picMkLst>
            <pc:docMk/>
            <pc:sldMk cId="1009432166" sldId="2147482165"/>
            <ac:picMk id="25" creationId="{B2E1C17B-1B77-D90B-1FDF-9412BC957FB3}"/>
          </ac:picMkLst>
        </pc:picChg>
        <pc:picChg chg="add mod">
          <ac:chgData name="김민희(MINHEE KIM)[kimminhee]/사원/제조DX.제조DX솔루션.데이터통합분석팀" userId="d494d07f-6512-440f-b92e-289b650ee4e9" providerId="ADAL" clId="{E702F662-C9AF-44B3-A460-2E1C2785DDD5}" dt="2025-12-03T01:05:24.457" v="532" actId="14100"/>
          <ac:picMkLst>
            <pc:docMk/>
            <pc:sldMk cId="1009432166" sldId="2147482165"/>
            <ac:picMk id="27" creationId="{3BE10B4C-50F9-926F-760C-1C25C9942805}"/>
          </ac:picMkLst>
        </pc:picChg>
        <pc:picChg chg="add mod">
          <ac:chgData name="김민희(MINHEE KIM)[kimminhee]/사원/제조DX.제조DX솔루션.데이터통합분석팀" userId="d494d07f-6512-440f-b92e-289b650ee4e9" providerId="ADAL" clId="{E702F662-C9AF-44B3-A460-2E1C2785DDD5}" dt="2025-12-03T01:07:40.743" v="575" actId="14100"/>
          <ac:picMkLst>
            <pc:docMk/>
            <pc:sldMk cId="1009432166" sldId="2147482165"/>
            <ac:picMk id="29" creationId="{02A3FB4B-42F3-6AFB-4877-D3E6094C12FD}"/>
          </ac:picMkLst>
        </pc:picChg>
        <pc:picChg chg="add mod">
          <ac:chgData name="김민희(MINHEE KIM)[kimminhee]/사원/제조DX.제조DX솔루션.데이터통합분석팀" userId="d494d07f-6512-440f-b92e-289b650ee4e9" providerId="ADAL" clId="{E702F662-C9AF-44B3-A460-2E1C2785DDD5}" dt="2025-12-03T01:07:52.123" v="578" actId="1036"/>
          <ac:picMkLst>
            <pc:docMk/>
            <pc:sldMk cId="1009432166" sldId="2147482165"/>
            <ac:picMk id="30" creationId="{CD72BAC7-3DB0-5530-6CB4-34D8B2BD029F}"/>
          </ac:picMkLst>
        </pc:picChg>
      </pc:sldChg>
    </pc:docChg>
  </pc:docChgLst>
  <pc:docChgLst>
    <pc:chgData name="김승필(SEUNGPIL KIM)[spkim]/책임/제조DX.제조DX솔루션.셀추적기술팀" userId="407f73c3-021a-44fd-b8e7-f3d9a6efd4ba" providerId="ADAL" clId="{61C684D4-5264-4E5B-BAE8-E48DA787AD7D}"/>
    <pc:docChg chg="modSld">
      <pc:chgData name="김승필(SEUNGPIL KIM)[spkim]/책임/제조DX.제조DX솔루션.셀추적기술팀" userId="407f73c3-021a-44fd-b8e7-f3d9a6efd4ba" providerId="ADAL" clId="{61C684D4-5264-4E5B-BAE8-E48DA787AD7D}" dt="2025-11-18T08:58:53.391" v="145" actId="20577"/>
      <pc:docMkLst>
        <pc:docMk/>
      </pc:docMkLst>
      <pc:sldChg chg="modSp mod">
        <pc:chgData name="김승필(SEUNGPIL KIM)[spkim]/책임/제조DX.제조DX솔루션.셀추적기술팀" userId="407f73c3-021a-44fd-b8e7-f3d9a6efd4ba" providerId="ADAL" clId="{61C684D4-5264-4E5B-BAE8-E48DA787AD7D}" dt="2025-11-18T08:58:53.391" v="145" actId="20577"/>
        <pc:sldMkLst>
          <pc:docMk/>
          <pc:sldMk cId="1840780179" sldId="2147482020"/>
        </pc:sldMkLst>
        <pc:spChg chg="mod">
          <ac:chgData name="김승필(SEUNGPIL KIM)[spkim]/책임/제조DX.제조DX솔루션.셀추적기술팀" userId="407f73c3-021a-44fd-b8e7-f3d9a6efd4ba" providerId="ADAL" clId="{61C684D4-5264-4E5B-BAE8-E48DA787AD7D}" dt="2025-11-18T08:58:50.875" v="144" actId="207"/>
          <ac:spMkLst>
            <pc:docMk/>
            <pc:sldMk cId="1840780179" sldId="2147482020"/>
            <ac:spMk id="24" creationId="{9E88BCD6-65AC-474C-9E19-A37722C332DC}"/>
          </ac:spMkLst>
        </pc:spChg>
        <pc:spChg chg="mod">
          <ac:chgData name="김승필(SEUNGPIL KIM)[spkim]/책임/제조DX.제조DX솔루션.셀추적기술팀" userId="407f73c3-021a-44fd-b8e7-f3d9a6efd4ba" providerId="ADAL" clId="{61C684D4-5264-4E5B-BAE8-E48DA787AD7D}" dt="2025-11-18T08:58:53.391" v="145" actId="20577"/>
          <ac:spMkLst>
            <pc:docMk/>
            <pc:sldMk cId="1840780179" sldId="2147482020"/>
            <ac:spMk id="28" creationId="{EAE9226F-F722-4CEF-AF1A-BC8DF22E007D}"/>
          </ac:spMkLst>
        </pc:spChg>
      </pc:sldChg>
    </pc:docChg>
  </pc:docChgLst>
  <pc:docChgLst>
    <pc:chgData name="박종현(JONG HYUN PARK)[parkjonghyun]/책임/제조DX.제조DX솔루션.셀추적기술팀" userId="bd556fbe-4056-41f8-81f6-e4b44a6c8ed9" providerId="ADAL" clId="{8063EE52-50E7-4F0D-842C-1244CA70CDE8}"/>
    <pc:docChg chg="undo custSel addSld delSld modSld sldOrd modSection">
      <pc:chgData name="박종현(JONG HYUN PARK)[parkjonghyun]/책임/제조DX.제조DX솔루션.셀추적기술팀" userId="bd556fbe-4056-41f8-81f6-e4b44a6c8ed9" providerId="ADAL" clId="{8063EE52-50E7-4F0D-842C-1244CA70CDE8}" dt="2025-12-10T01:19:20.348" v="3049" actId="20577"/>
      <pc:docMkLst>
        <pc:docMk/>
      </pc:docMkLst>
      <pc:sldChg chg="del ord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2838777384" sldId="1924"/>
        </pc:sldMkLst>
      </pc:sldChg>
      <pc:sldChg chg="modSp del mod">
        <pc:chgData name="박종현(JONG HYUN PARK)[parkjonghyun]/책임/제조DX.제조DX솔루션.셀추적기술팀" userId="bd556fbe-4056-41f8-81f6-e4b44a6c8ed9" providerId="ADAL" clId="{8063EE52-50E7-4F0D-842C-1244CA70CDE8}" dt="2025-12-08T23:37:21.350" v="55" actId="47"/>
        <pc:sldMkLst>
          <pc:docMk/>
          <pc:sldMk cId="2105941167" sldId="2117"/>
        </pc:sldMkLst>
        <pc:spChg chg="mod">
          <ac:chgData name="박종현(JONG HYUN PARK)[parkjonghyun]/책임/제조DX.제조DX솔루션.셀추적기술팀" userId="bd556fbe-4056-41f8-81f6-e4b44a6c8ed9" providerId="ADAL" clId="{8063EE52-50E7-4F0D-842C-1244CA70CDE8}" dt="2025-12-08T02:05:16.743" v="8" actId="20577"/>
          <ac:spMkLst>
            <pc:docMk/>
            <pc:sldMk cId="2105941167" sldId="2117"/>
            <ac:spMk id="18" creationId="{1D3EEA20-FDF8-FD50-C159-49FC9CD5006C}"/>
          </ac:spMkLst>
        </pc:spChg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8:20.604" v="10" actId="47"/>
        <pc:sldMkLst>
          <pc:docMk/>
          <pc:sldMk cId="3128345894" sldId="2181"/>
        </pc:sldMkLst>
      </pc:sldChg>
      <pc:sldChg chg="modSp del mod">
        <pc:chgData name="박종현(JONG HYUN PARK)[parkjonghyun]/책임/제조DX.제조DX솔루션.셀추적기술팀" userId="bd556fbe-4056-41f8-81f6-e4b44a6c8ed9" providerId="ADAL" clId="{8063EE52-50E7-4F0D-842C-1244CA70CDE8}" dt="2025-12-09T09:19:10.731" v="3037" actId="20577"/>
        <pc:sldMkLst>
          <pc:docMk/>
          <pc:sldMk cId="3247425241" sldId="2209"/>
        </pc:sldMkLst>
        <pc:graphicFrameChg chg="mod modGraphic">
          <ac:chgData name="박종현(JONG HYUN PARK)[parkjonghyun]/책임/제조DX.제조DX솔루션.셀추적기술팀" userId="bd556fbe-4056-41f8-81f6-e4b44a6c8ed9" providerId="ADAL" clId="{8063EE52-50E7-4F0D-842C-1244CA70CDE8}" dt="2025-12-09T09:19:10.731" v="3037" actId="20577"/>
          <ac:graphicFrameMkLst>
            <pc:docMk/>
            <pc:sldMk cId="3247425241" sldId="2209"/>
            <ac:graphicFrameMk id="2" creationId="{29E34190-670E-8138-9058-C8A6221C765B}"/>
          </ac:graphicFrameMkLst>
        </pc:graphicFrameChg>
      </pc:sldChg>
      <pc:sldChg chg="modSp del">
        <pc:chgData name="박종현(JONG HYUN PARK)[parkjonghyun]/책임/제조DX.제조DX솔루션.셀추적기술팀" userId="bd556fbe-4056-41f8-81f6-e4b44a6c8ed9" providerId="ADAL" clId="{8063EE52-50E7-4F0D-842C-1244CA70CDE8}" dt="2025-12-09T08:03:57.455" v="165"/>
        <pc:sldMkLst>
          <pc:docMk/>
          <pc:sldMk cId="4054304740" sldId="2213"/>
        </pc:sldMkLst>
        <pc:graphicFrameChg chg="mod">
          <ac:chgData name="박종현(JONG HYUN PARK)[parkjonghyun]/책임/제조DX.제조DX솔루션.셀추적기술팀" userId="bd556fbe-4056-41f8-81f6-e4b44a6c8ed9" providerId="ADAL" clId="{8063EE52-50E7-4F0D-842C-1244CA70CDE8}" dt="2025-12-09T08:03:57.455" v="165"/>
          <ac:graphicFrameMkLst>
            <pc:docMk/>
            <pc:sldMk cId="4054304740" sldId="2213"/>
            <ac:graphicFrameMk id="18" creationId="{ACD91870-1828-466F-AE38-B03A708B4440}"/>
          </ac:graphicFrameMkLst>
        </pc:graphicFrameChg>
      </pc:sldChg>
      <pc:sldChg chg="modSp del mod">
        <pc:chgData name="박종현(JONG HYUN PARK)[parkjonghyun]/책임/제조DX.제조DX솔루션.셀추적기술팀" userId="bd556fbe-4056-41f8-81f6-e4b44a6c8ed9" providerId="ADAL" clId="{8063EE52-50E7-4F0D-842C-1244CA70CDE8}" dt="2025-12-09T09:15:55.568" v="2670" actId="20577"/>
        <pc:sldMkLst>
          <pc:docMk/>
          <pc:sldMk cId="2197542616" sldId="2241"/>
        </pc:sldMkLst>
        <pc:spChg chg="mod">
          <ac:chgData name="박종현(JONG HYUN PARK)[parkjonghyun]/책임/제조DX.제조DX솔루션.셀추적기술팀" userId="bd556fbe-4056-41f8-81f6-e4b44a6c8ed9" providerId="ADAL" clId="{8063EE52-50E7-4F0D-842C-1244CA70CDE8}" dt="2025-12-09T09:15:55.568" v="2670" actId="20577"/>
          <ac:spMkLst>
            <pc:docMk/>
            <pc:sldMk cId="2197542616" sldId="2241"/>
            <ac:spMk id="24" creationId="{9E88BCD6-65AC-474C-9E19-A37722C332DC}"/>
          </ac:spMkLst>
        </pc:spChg>
        <pc:spChg chg="mod">
          <ac:chgData name="박종현(JONG HYUN PARK)[parkjonghyun]/책임/제조DX.제조DX솔루션.셀추적기술팀" userId="bd556fbe-4056-41f8-81f6-e4b44a6c8ed9" providerId="ADAL" clId="{8063EE52-50E7-4F0D-842C-1244CA70CDE8}" dt="2025-12-09T09:14:13.257" v="2453" actId="20577"/>
          <ac:spMkLst>
            <pc:docMk/>
            <pc:sldMk cId="2197542616" sldId="2241"/>
            <ac:spMk id="28" creationId="{EAE9226F-F722-4CEF-AF1A-BC8DF22E007D}"/>
          </ac:spMkLst>
        </pc:spChg>
        <pc:graphicFrameChg chg="mod modGraphic">
          <ac:chgData name="박종현(JONG HYUN PARK)[parkjonghyun]/책임/제조DX.제조DX솔루션.셀추적기술팀" userId="bd556fbe-4056-41f8-81f6-e4b44a6c8ed9" providerId="ADAL" clId="{8063EE52-50E7-4F0D-842C-1244CA70CDE8}" dt="2025-12-09T09:14:54.426" v="2501" actId="207"/>
          <ac:graphicFrameMkLst>
            <pc:docMk/>
            <pc:sldMk cId="2197542616" sldId="2241"/>
            <ac:graphicFrameMk id="23" creationId="{5C18F150-F800-4366-B81F-1DDA815C713E}"/>
          </ac:graphicFrameMkLst>
        </pc:graphicFrameChg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3266697761" sldId="2278"/>
        </pc:sldMkLst>
      </pc:sldChg>
      <pc:sldChg chg="modSp del mod">
        <pc:chgData name="박종현(JONG HYUN PARK)[parkjonghyun]/책임/제조DX.제조DX솔루션.셀추적기술팀" userId="bd556fbe-4056-41f8-81f6-e4b44a6c8ed9" providerId="ADAL" clId="{8063EE52-50E7-4F0D-842C-1244CA70CDE8}" dt="2025-12-09T09:20:01.711" v="3041" actId="20577"/>
        <pc:sldMkLst>
          <pc:docMk/>
          <pc:sldMk cId="2130555548" sldId="2147481730"/>
        </pc:sldMkLst>
        <pc:spChg chg="mod">
          <ac:chgData name="박종현(JONG HYUN PARK)[parkjonghyun]/책임/제조DX.제조DX솔루션.셀추적기술팀" userId="bd556fbe-4056-41f8-81f6-e4b44a6c8ed9" providerId="ADAL" clId="{8063EE52-50E7-4F0D-842C-1244CA70CDE8}" dt="2025-12-09T09:20:01.711" v="3041" actId="20577"/>
          <ac:spMkLst>
            <pc:docMk/>
            <pc:sldMk cId="2130555548" sldId="2147481730"/>
            <ac:spMk id="21" creationId="{4C3181BD-8769-4C0D-8973-C9F2BE0DC598}"/>
          </ac:spMkLst>
        </pc:spChg>
        <pc:graphicFrameChg chg="mod">
          <ac:chgData name="박종현(JONG HYUN PARK)[parkjonghyun]/책임/제조DX.제조DX솔루션.셀추적기술팀" userId="bd556fbe-4056-41f8-81f6-e4b44a6c8ed9" providerId="ADAL" clId="{8063EE52-50E7-4F0D-842C-1244CA70CDE8}" dt="2025-12-09T08:03:43.779" v="162"/>
          <ac:graphicFrameMkLst>
            <pc:docMk/>
            <pc:sldMk cId="2130555548" sldId="2147481730"/>
            <ac:graphicFrameMk id="13" creationId="{F757E1E4-6685-4945-A4F6-DAED56351FBF}"/>
          </ac:graphicFrameMkLst>
        </pc:graphicFrameChg>
      </pc:sldChg>
      <pc:sldChg chg="modSp del">
        <pc:chgData name="박종현(JONG HYUN PARK)[parkjonghyun]/책임/제조DX.제조DX솔루션.셀추적기술팀" userId="bd556fbe-4056-41f8-81f6-e4b44a6c8ed9" providerId="ADAL" clId="{8063EE52-50E7-4F0D-842C-1244CA70CDE8}" dt="2025-12-09T08:03:53.359" v="164"/>
        <pc:sldMkLst>
          <pc:docMk/>
          <pc:sldMk cId="2458212547" sldId="2147481747"/>
        </pc:sldMkLst>
        <pc:graphicFrameChg chg="mod">
          <ac:chgData name="박종현(JONG HYUN PARK)[parkjonghyun]/책임/제조DX.제조DX솔루션.셀추적기술팀" userId="bd556fbe-4056-41f8-81f6-e4b44a6c8ed9" providerId="ADAL" clId="{8063EE52-50E7-4F0D-842C-1244CA70CDE8}" dt="2025-12-09T08:03:53.359" v="164"/>
          <ac:graphicFrameMkLst>
            <pc:docMk/>
            <pc:sldMk cId="2458212547" sldId="2147481747"/>
            <ac:graphicFrameMk id="6" creationId="{222CF891-BA04-43DA-4BB9-9CF561AB2E01}"/>
          </ac:graphicFrameMkLst>
        </pc:graphicFrameChg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8:20.604" v="10" actId="47"/>
        <pc:sldMkLst>
          <pc:docMk/>
          <pc:sldMk cId="823201166" sldId="2147481777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8:20.604" v="10" actId="47"/>
        <pc:sldMkLst>
          <pc:docMk/>
          <pc:sldMk cId="1939008890" sldId="2147481782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8:20.604" v="10" actId="47"/>
        <pc:sldMkLst>
          <pc:docMk/>
          <pc:sldMk cId="2448533226" sldId="2147481784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921970639" sldId="2147481788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2775106084" sldId="2147481796"/>
        </pc:sldMkLst>
      </pc:sldChg>
      <pc:sldChg chg="modSp del mod">
        <pc:chgData name="박종현(JONG HYUN PARK)[parkjonghyun]/책임/제조DX.제조DX솔루션.셀추적기술팀" userId="bd556fbe-4056-41f8-81f6-e4b44a6c8ed9" providerId="ADAL" clId="{8063EE52-50E7-4F0D-842C-1244CA70CDE8}" dt="2025-12-10T01:19:20.348" v="3049" actId="20577"/>
        <pc:sldMkLst>
          <pc:docMk/>
          <pc:sldMk cId="360237742" sldId="2147481816"/>
        </pc:sldMkLst>
        <pc:spChg chg="mod">
          <ac:chgData name="박종현(JONG HYUN PARK)[parkjonghyun]/책임/제조DX.제조DX솔루션.셀추적기술팀" userId="bd556fbe-4056-41f8-81f6-e4b44a6c8ed9" providerId="ADAL" clId="{8063EE52-50E7-4F0D-842C-1244CA70CDE8}" dt="2025-12-09T09:11:12.516" v="2437" actId="20577"/>
          <ac:spMkLst>
            <pc:docMk/>
            <pc:sldMk cId="360237742" sldId="2147481816"/>
            <ac:spMk id="23" creationId="{02417012-9580-4148-8D51-88FF8C380FC9}"/>
          </ac:spMkLst>
        </pc:spChg>
        <pc:graphicFrameChg chg="mod modGraphic">
          <ac:chgData name="박종현(JONG HYUN PARK)[parkjonghyun]/책임/제조DX.제조DX솔루션.셀추적기술팀" userId="bd556fbe-4056-41f8-81f6-e4b44a6c8ed9" providerId="ADAL" clId="{8063EE52-50E7-4F0D-842C-1244CA70CDE8}" dt="2025-12-10T01:19:20.348" v="3049" actId="20577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317861486" sldId="2147481830"/>
        </pc:sldMkLst>
      </pc:sldChg>
      <pc:sldChg chg="modSp del">
        <pc:chgData name="박종현(JONG HYUN PARK)[parkjonghyun]/책임/제조DX.제조DX솔루션.셀추적기술팀" userId="bd556fbe-4056-41f8-81f6-e4b44a6c8ed9" providerId="ADAL" clId="{8063EE52-50E7-4F0D-842C-1244CA70CDE8}" dt="2025-12-09T08:03:49.232" v="163"/>
        <pc:sldMkLst>
          <pc:docMk/>
          <pc:sldMk cId="2808239855" sldId="2147481841"/>
        </pc:sldMkLst>
        <pc:graphicFrameChg chg="mod">
          <ac:chgData name="박종현(JONG HYUN PARK)[parkjonghyun]/책임/제조DX.제조DX솔루션.셀추적기술팀" userId="bd556fbe-4056-41f8-81f6-e4b44a6c8ed9" providerId="ADAL" clId="{8063EE52-50E7-4F0D-842C-1244CA70CDE8}" dt="2025-12-09T08:03:49.232" v="163"/>
          <ac:graphicFrameMkLst>
            <pc:docMk/>
            <pc:sldMk cId="2808239855" sldId="2147481841"/>
            <ac:graphicFrameMk id="13" creationId="{F757E1E4-6685-4945-A4F6-DAED56351FBF}"/>
          </ac:graphicFrameMkLst>
        </pc:graphicFrameChg>
      </pc:sldChg>
      <pc:sldChg chg="modSp del">
        <pc:chgData name="박종현(JONG HYUN PARK)[parkjonghyun]/책임/제조DX.제조DX솔루션.셀추적기술팀" userId="bd556fbe-4056-41f8-81f6-e4b44a6c8ed9" providerId="ADAL" clId="{8063EE52-50E7-4F0D-842C-1244CA70CDE8}" dt="2025-12-09T08:04:01.486" v="166"/>
        <pc:sldMkLst>
          <pc:docMk/>
          <pc:sldMk cId="3485727604" sldId="2147481872"/>
        </pc:sldMkLst>
        <pc:graphicFrameChg chg="mod">
          <ac:chgData name="박종현(JONG HYUN PARK)[parkjonghyun]/책임/제조DX.제조DX솔루션.셀추적기술팀" userId="bd556fbe-4056-41f8-81f6-e4b44a6c8ed9" providerId="ADAL" clId="{8063EE52-50E7-4F0D-842C-1244CA70CDE8}" dt="2025-12-09T08:04:01.486" v="166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2387407934" sldId="2147481881"/>
        </pc:sldMkLst>
      </pc:sldChg>
      <pc:sldChg chg="modSp del">
        <pc:chgData name="박종현(JONG HYUN PARK)[parkjonghyun]/책임/제조DX.제조DX솔루션.셀추적기술팀" userId="bd556fbe-4056-41f8-81f6-e4b44a6c8ed9" providerId="ADAL" clId="{8063EE52-50E7-4F0D-842C-1244CA70CDE8}" dt="2025-12-09T08:03:04.815" v="152"/>
        <pc:sldMkLst>
          <pc:docMk/>
          <pc:sldMk cId="1726257096" sldId="2147481882"/>
        </pc:sldMkLst>
        <pc:graphicFrameChg chg="mod">
          <ac:chgData name="박종현(JONG HYUN PARK)[parkjonghyun]/책임/제조DX.제조DX솔루션.셀추적기술팀" userId="bd556fbe-4056-41f8-81f6-e4b44a6c8ed9" providerId="ADAL" clId="{8063EE52-50E7-4F0D-842C-1244CA70CDE8}" dt="2025-12-09T08:03:04.815" v="152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8:20.604" v="10" actId="47"/>
        <pc:sldMkLst>
          <pc:docMk/>
          <pc:sldMk cId="3560242218" sldId="2147481893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8:20.604" v="10" actId="47"/>
        <pc:sldMkLst>
          <pc:docMk/>
          <pc:sldMk cId="2847513058" sldId="2147481898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8:20.604" v="10" actId="47"/>
        <pc:sldMkLst>
          <pc:docMk/>
          <pc:sldMk cId="4156727770" sldId="2147481900"/>
        </pc:sldMkLst>
      </pc:sldChg>
      <pc:sldChg chg="modSp del mod">
        <pc:chgData name="박종현(JONG HYUN PARK)[parkjonghyun]/책임/제조DX.제조DX솔루션.셀추적기술팀" userId="bd556fbe-4056-41f8-81f6-e4b44a6c8ed9" providerId="ADAL" clId="{8063EE52-50E7-4F0D-842C-1244CA70CDE8}" dt="2025-12-09T08:02:57.665" v="151" actId="20577"/>
        <pc:sldMkLst>
          <pc:docMk/>
          <pc:sldMk cId="3355826466" sldId="2147481908"/>
        </pc:sldMkLst>
        <pc:graphicFrameChg chg="modGraphic">
          <ac:chgData name="박종현(JONG HYUN PARK)[parkjonghyun]/책임/제조DX.제조DX솔루션.셀추적기술팀" userId="bd556fbe-4056-41f8-81f6-e4b44a6c8ed9" providerId="ADAL" clId="{8063EE52-50E7-4F0D-842C-1244CA70CDE8}" dt="2025-12-09T08:02:57.665" v="151" actId="20577"/>
          <ac:graphicFrameMkLst>
            <pc:docMk/>
            <pc:sldMk cId="3355826466" sldId="2147481908"/>
            <ac:graphicFrameMk id="22" creationId="{87B4D5F0-BF4D-4C5D-9F6A-CB9792895DFC}"/>
          </ac:graphicFrameMkLst>
        </pc:graphicFrameChg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4145388933" sldId="2147481913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760095899" sldId="2147481914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31248691" sldId="2147481916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1894137771" sldId="2147481918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1357868518" sldId="2147481919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197830340" sldId="2147481920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3590236053" sldId="2147481921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1825793658" sldId="2147481922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170204060" sldId="2147481923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1214419362" sldId="2147481924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662252130" sldId="2147481925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2994820085" sldId="2147481926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3301325517" sldId="2147481928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2750834388" sldId="2147481930"/>
        </pc:sldMkLst>
      </pc:sldChg>
      <pc:sldChg chg="modSp del">
        <pc:chgData name="박종현(JONG HYUN PARK)[parkjonghyun]/책임/제조DX.제조DX솔루션.셀추적기술팀" userId="bd556fbe-4056-41f8-81f6-e4b44a6c8ed9" providerId="ADAL" clId="{8063EE52-50E7-4F0D-842C-1244CA70CDE8}" dt="2025-12-09T08:03:18.382" v="156"/>
        <pc:sldMkLst>
          <pc:docMk/>
          <pc:sldMk cId="1439661179" sldId="2147481935"/>
        </pc:sldMkLst>
        <pc:graphicFrameChg chg="mod">
          <ac:chgData name="박종현(JONG HYUN PARK)[parkjonghyun]/책임/제조DX.제조DX솔루션.셀추적기술팀" userId="bd556fbe-4056-41f8-81f6-e4b44a6c8ed9" providerId="ADAL" clId="{8063EE52-50E7-4F0D-842C-1244CA70CDE8}" dt="2025-12-09T08:03:18.382" v="156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2827412370" sldId="2147481939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3218446010" sldId="2147481940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8:20.604" v="10" actId="47"/>
        <pc:sldMkLst>
          <pc:docMk/>
          <pc:sldMk cId="1007887036" sldId="2147481943"/>
        </pc:sldMkLst>
      </pc:sldChg>
      <pc:sldChg chg="modSp del mod">
        <pc:chgData name="박종현(JONG HYUN PARK)[parkjonghyun]/책임/제조DX.제조DX솔루션.셀추적기술팀" userId="bd556fbe-4056-41f8-81f6-e4b44a6c8ed9" providerId="ADAL" clId="{8063EE52-50E7-4F0D-842C-1244CA70CDE8}" dt="2025-12-09T08:04:36.338" v="179" actId="20577"/>
        <pc:sldMkLst>
          <pc:docMk/>
          <pc:sldMk cId="2559780372" sldId="2147481944"/>
        </pc:sldMkLst>
        <pc:spChg chg="mod">
          <ac:chgData name="박종현(JONG HYUN PARK)[parkjonghyun]/책임/제조DX.제조DX솔루션.셀추적기술팀" userId="bd556fbe-4056-41f8-81f6-e4b44a6c8ed9" providerId="ADAL" clId="{8063EE52-50E7-4F0D-842C-1244CA70CDE8}" dt="2025-12-09T08:04:36.338" v="179" actId="20577"/>
          <ac:spMkLst>
            <pc:docMk/>
            <pc:sldMk cId="2559780372" sldId="2147481944"/>
            <ac:spMk id="18" creationId="{1997622C-91D4-44F3-81E5-6119A89F0A7D}"/>
          </ac:spMkLst>
        </pc:spChg>
        <pc:graphicFrameChg chg="mod">
          <ac:chgData name="박종현(JONG HYUN PARK)[parkjonghyun]/책임/제조DX.제조DX솔루션.셀추적기술팀" userId="bd556fbe-4056-41f8-81f6-e4b44a6c8ed9" providerId="ADAL" clId="{8063EE52-50E7-4F0D-842C-1244CA70CDE8}" dt="2025-12-09T08:04:05.613" v="167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3942421698" sldId="2147481945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1625678813" sldId="2147481949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231687253" sldId="2147481951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2230191528" sldId="2147481954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4208823273" sldId="2147481955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1325916645" sldId="2147481957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216908218" sldId="2147481958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8:20.604" v="10" actId="47"/>
        <pc:sldMkLst>
          <pc:docMk/>
          <pc:sldMk cId="309422038" sldId="2147481959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8:20.604" v="10" actId="47"/>
        <pc:sldMkLst>
          <pc:docMk/>
          <pc:sldMk cId="3979644057" sldId="2147481961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3019991654" sldId="2147481963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1836933339" sldId="2147481967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120050373" sldId="2147481971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8:20.604" v="10" actId="47"/>
        <pc:sldMkLst>
          <pc:docMk/>
          <pc:sldMk cId="2437512027" sldId="2147481974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2260942690" sldId="2147481980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3944531596" sldId="2147481982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2039431435" sldId="2147481998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1581856275" sldId="2147482000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918579543" sldId="2147482001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312166392" sldId="2147482002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523953427" sldId="2147482003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3544279689" sldId="2147482010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2187038781" sldId="2147482019"/>
        </pc:sldMkLst>
      </pc:sldChg>
      <pc:sldChg chg="modSp del">
        <pc:chgData name="박종현(JONG HYUN PARK)[parkjonghyun]/책임/제조DX.제조DX솔루션.셀추적기술팀" userId="bd556fbe-4056-41f8-81f6-e4b44a6c8ed9" providerId="ADAL" clId="{8063EE52-50E7-4F0D-842C-1244CA70CDE8}" dt="2025-12-09T08:03:29.538" v="160"/>
        <pc:sldMkLst>
          <pc:docMk/>
          <pc:sldMk cId="1840780179" sldId="2147482020"/>
        </pc:sldMkLst>
        <pc:graphicFrameChg chg="mod">
          <ac:chgData name="박종현(JONG HYUN PARK)[parkjonghyun]/책임/제조DX.제조DX솔루션.셀추적기술팀" userId="bd556fbe-4056-41f8-81f6-e4b44a6c8ed9" providerId="ADAL" clId="{8063EE52-50E7-4F0D-842C-1244CA70CDE8}" dt="2025-12-09T08:03:29.538" v="160"/>
          <ac:graphicFrameMkLst>
            <pc:docMk/>
            <pc:sldMk cId="1840780179" sldId="2147482020"/>
            <ac:graphicFrameMk id="23" creationId="{5C18F150-F800-4366-B81F-1DDA815C713E}"/>
          </ac:graphicFrameMkLst>
        </pc:graphicFrameChg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8:20.604" v="10" actId="47"/>
        <pc:sldMkLst>
          <pc:docMk/>
          <pc:sldMk cId="3413456565" sldId="2147482030"/>
        </pc:sldMkLst>
      </pc:sldChg>
      <pc:sldChg chg="modSp del mod ord">
        <pc:chgData name="박종현(JONG HYUN PARK)[parkjonghyun]/책임/제조DX.제조DX솔루션.셀추적기술팀" userId="bd556fbe-4056-41f8-81f6-e4b44a6c8ed9" providerId="ADAL" clId="{8063EE52-50E7-4F0D-842C-1244CA70CDE8}" dt="2025-12-09T08:04:32.528" v="177" actId="20577"/>
        <pc:sldMkLst>
          <pc:docMk/>
          <pc:sldMk cId="863012316" sldId="2147482046"/>
        </pc:sldMkLst>
        <pc:spChg chg="mod">
          <ac:chgData name="박종현(JONG HYUN PARK)[parkjonghyun]/책임/제조DX.제조DX솔루션.셀추적기술팀" userId="bd556fbe-4056-41f8-81f6-e4b44a6c8ed9" providerId="ADAL" clId="{8063EE52-50E7-4F0D-842C-1244CA70CDE8}" dt="2025-12-09T08:04:32.528" v="177" actId="20577"/>
          <ac:spMkLst>
            <pc:docMk/>
            <pc:sldMk cId="863012316" sldId="2147482046"/>
            <ac:spMk id="64" creationId="{5254A73B-646A-4A35-BD50-4BE028547AAE}"/>
          </ac:spMkLst>
        </pc:spChg>
        <pc:graphicFrameChg chg="mod">
          <ac:chgData name="박종현(JONG HYUN PARK)[parkjonghyun]/책임/제조DX.제조DX솔루션.셀추적기술팀" userId="bd556fbe-4056-41f8-81f6-e4b44a6c8ed9" providerId="ADAL" clId="{8063EE52-50E7-4F0D-842C-1244CA70CDE8}" dt="2025-12-09T08:04:09.486" v="168"/>
          <ac:graphicFrameMkLst>
            <pc:docMk/>
            <pc:sldMk cId="863012316" sldId="2147482046"/>
            <ac:graphicFrameMk id="7" creationId="{3E86696F-E35A-4B06-9B46-63A4A6A986C1}"/>
          </ac:graphicFrameMkLst>
        </pc:graphicFrameChg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3422623579" sldId="2147482052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2384569951" sldId="2147482053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3572448725" sldId="2147482058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2781412765" sldId="2147482059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122266075" sldId="2147482060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1403505765" sldId="2147482062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3206166957" sldId="2147482063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525295630" sldId="2147482064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710661984" sldId="2147482065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2510186531" sldId="2147482066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906537507" sldId="2147482067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3052076470" sldId="2147482071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2065805413" sldId="2147482074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3379836515" sldId="2147482076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681262127" sldId="2147482091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645500483" sldId="2147482092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1623035640" sldId="2147482093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1480914234" sldId="2147482094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2069960929" sldId="2147482097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1159326832" sldId="2147482102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4004658893" sldId="2147482110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1578263784" sldId="2147482114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1843005666" sldId="2147482119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1631578392" sldId="2147482120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3164116880" sldId="2147482121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199823846" sldId="2147482123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1017769001" sldId="2147482124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2878646389" sldId="2147482127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3645708370" sldId="2147482131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2637692209" sldId="2147482139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24529797" sldId="2147482142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622379998" sldId="2147482147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4216273303" sldId="2147482152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719476191" sldId="2147482153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1357361098" sldId="2147482154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2756542074" sldId="2147482155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1685760430" sldId="2147482156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1270712381" sldId="2147482157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3468524003" sldId="2147482158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3982393149" sldId="2147482159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4127400384" sldId="2147482160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1009432166" sldId="2147482165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316395411" sldId="2147482169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1233649719" sldId="2147482170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2449185649" sldId="2147482171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4090368207" sldId="2147482176"/>
        </pc:sldMkLst>
      </pc:sldChg>
      <pc:sldChg chg="add del">
        <pc:chgData name="박종현(JONG HYUN PARK)[parkjonghyun]/책임/제조DX.제조DX솔루션.셀추적기술팀" userId="bd556fbe-4056-41f8-81f6-e4b44a6c8ed9" providerId="ADAL" clId="{8063EE52-50E7-4F0D-842C-1244CA70CDE8}" dt="2025-12-08T02:08:49.115" v="12"/>
        <pc:sldMkLst>
          <pc:docMk/>
          <pc:sldMk cId="3397328042" sldId="2147482177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1679489757" sldId="2147482178"/>
        </pc:sldMkLst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<pc:sldMkLst>
          <pc:docMk/>
          <pc:sldMk cId="1221641555" sldId="2147482179"/>
        </pc:sldMkLst>
      </pc:sldChg>
      <pc:sldChg chg="modSp del">
        <pc:chgData name="박종현(JONG HYUN PARK)[parkjonghyun]/책임/제조DX.제조DX솔루션.셀추적기술팀" userId="bd556fbe-4056-41f8-81f6-e4b44a6c8ed9" providerId="ADAL" clId="{8063EE52-50E7-4F0D-842C-1244CA70CDE8}" dt="2025-12-09T08:03:14.737" v="155"/>
        <pc:sldMkLst>
          <pc:docMk/>
          <pc:sldMk cId="116437091" sldId="2147482180"/>
        </pc:sldMkLst>
        <pc:graphicFrameChg chg="mod">
          <ac:chgData name="박종현(JONG HYUN PARK)[parkjonghyun]/책임/제조DX.제조DX솔루션.셀추적기술팀" userId="bd556fbe-4056-41f8-81f6-e4b44a6c8ed9" providerId="ADAL" clId="{8063EE52-50E7-4F0D-842C-1244CA70CDE8}" dt="2025-12-09T08:03:14.737" v="155"/>
          <ac:graphicFrameMkLst>
            <pc:docMk/>
            <pc:sldMk cId="116437091" sldId="2147482180"/>
            <ac:graphicFrameMk id="39" creationId="{36D09815-1974-4BCF-A55B-BBF74D36A8E4}"/>
          </ac:graphicFrameMkLst>
        </pc:graphicFrameChg>
      </pc:sldChg>
      <pc:sldChg chg="modSp del">
        <pc:chgData name="박종현(JONG HYUN PARK)[parkjonghyun]/책임/제조DX.제조DX솔루션.셀추적기술팀" userId="bd556fbe-4056-41f8-81f6-e4b44a6c8ed9" providerId="ADAL" clId="{8063EE52-50E7-4F0D-842C-1244CA70CDE8}" dt="2025-12-09T08:03:36.736" v="161"/>
        <pc:sldMkLst>
          <pc:docMk/>
          <pc:sldMk cId="3717986227" sldId="2147482181"/>
        </pc:sldMkLst>
        <pc:graphicFrameChg chg="mod">
          <ac:chgData name="박종현(JONG HYUN PARK)[parkjonghyun]/책임/제조DX.제조DX솔루션.셀추적기술팀" userId="bd556fbe-4056-41f8-81f6-e4b44a6c8ed9" providerId="ADAL" clId="{8063EE52-50E7-4F0D-842C-1244CA70CDE8}" dt="2025-12-09T08:03:36.736" v="161"/>
          <ac:graphicFrameMkLst>
            <pc:docMk/>
            <pc:sldMk cId="3717986227" sldId="2147482181"/>
            <ac:graphicFrameMk id="26" creationId="{69535265-C004-4936-875B-51A1C786A3B6}"/>
          </ac:graphicFrameMkLst>
        </pc:graphicFrameChg>
      </pc:sldChg>
      <pc:sldChg chg="del">
        <pc:chgData name="박종현(JONG HYUN PARK)[parkjonghyun]/책임/제조DX.제조DX솔루션.셀추적기술팀" userId="bd556fbe-4056-41f8-81f6-e4b44a6c8ed9" providerId="ADAL" clId="{8063EE52-50E7-4F0D-842C-1244CA70CDE8}" dt="2025-12-08T01:18:22.703" v="2" actId="47"/>
        <pc:sldMkLst>
          <pc:docMk/>
          <pc:sldMk cId="119269732" sldId="2147482182"/>
        </pc:sldMkLst>
      </pc:sldChg>
      <pc:sldChg chg="addSp modSp new mod">
        <pc:chgData name="박종현(JONG HYUN PARK)[parkjonghyun]/책임/제조DX.제조DX솔루션.셀추적기술팀" userId="bd556fbe-4056-41f8-81f6-e4b44a6c8ed9" providerId="ADAL" clId="{8063EE52-50E7-4F0D-842C-1244CA70CDE8}" dt="2025-12-09T09:09:33.020" v="2433" actId="20577"/>
        <pc:sldMkLst>
          <pc:docMk/>
          <pc:sldMk cId="1018146487" sldId="2147482182"/>
        </pc:sldMkLst>
        <pc:spChg chg="add mod">
          <ac:chgData name="박종현(JONG HYUN PARK)[parkjonghyun]/책임/제조DX.제조DX솔루션.셀추적기술팀" userId="bd556fbe-4056-41f8-81f6-e4b44a6c8ed9" providerId="ADAL" clId="{8063EE52-50E7-4F0D-842C-1244CA70CDE8}" dt="2025-12-09T09:09:33.020" v="2433" actId="20577"/>
          <ac:spMkLst>
            <pc:docMk/>
            <pc:sldMk cId="1018146487" sldId="2147482182"/>
            <ac:spMk id="2" creationId="{96CAB97C-D34B-BF00-B150-156F431C3033}"/>
          </ac:spMkLst>
        </pc:spChg>
        <pc:spChg chg="add mod">
          <ac:chgData name="박종현(JONG HYUN PARK)[parkjonghyun]/책임/제조DX.제조DX솔루션.셀추적기술팀" userId="bd556fbe-4056-41f8-81f6-e4b44a6c8ed9" providerId="ADAL" clId="{8063EE52-50E7-4F0D-842C-1244CA70CDE8}" dt="2025-12-08T02:12:36.859" v="54" actId="1038"/>
          <ac:spMkLst>
            <pc:docMk/>
            <pc:sldMk cId="1018146487" sldId="2147482182"/>
            <ac:spMk id="3" creationId="{BF45F7DB-9FA8-06EF-3B24-D958F897D3BC}"/>
          </ac:spMkLst>
        </pc:spChg>
      </pc:sldChg>
      <pc:sldChg chg="modSp">
        <pc:chgData name="박종현(JONG HYUN PARK)[parkjonghyun]/책임/제조DX.제조DX솔루션.셀추적기술팀" userId="bd556fbe-4056-41f8-81f6-e4b44a6c8ed9" providerId="ADAL" clId="{8063EE52-50E7-4F0D-842C-1244CA70CDE8}" dt="2025-12-09T08:04:14.353" v="169"/>
        <pc:sldMkLst>
          <pc:docMk/>
          <pc:sldMk cId="593023446" sldId="2147482183"/>
        </pc:sldMkLst>
        <pc:graphicFrameChg chg="mod">
          <ac:chgData name="박종현(JONG HYUN PARK)[parkjonghyun]/책임/제조DX.제조DX솔루션.셀추적기술팀" userId="bd556fbe-4056-41f8-81f6-e4b44a6c8ed9" providerId="ADAL" clId="{8063EE52-50E7-4F0D-842C-1244CA70CDE8}" dt="2025-12-09T08:04:14.353" v="169"/>
          <ac:graphicFrameMkLst>
            <pc:docMk/>
            <pc:sldMk cId="593023446" sldId="2147482183"/>
            <ac:graphicFrameMk id="7" creationId="{3E86696F-E35A-4B06-9B46-63A4A6A986C1}"/>
          </ac:graphicFrameMkLst>
        </pc:graphicFrameChg>
      </pc:sldChg>
      <pc:sldMasterChg chg="delSldLayout">
        <pc:chgData name="박종현(JONG HYUN PARK)[parkjonghyun]/책임/제조DX.제조DX솔루션.셀추적기술팀" userId="bd556fbe-4056-41f8-81f6-e4b44a6c8ed9" providerId="ADAL" clId="{8063EE52-50E7-4F0D-842C-1244CA70CDE8}" dt="2025-12-08T02:08:20.604" v="10" actId="47"/>
        <pc:sldMasterMkLst>
          <pc:docMk/>
          <pc:sldMasterMk cId="2856474258" sldId="2147483926"/>
        </pc:sldMasterMkLst>
        <pc:sldLayoutChg chg="del">
          <pc:chgData name="박종현(JONG HYUN PARK)[parkjonghyun]/책임/제조DX.제조DX솔루션.셀추적기술팀" userId="bd556fbe-4056-41f8-81f6-e4b44a6c8ed9" providerId="ADAL" clId="{8063EE52-50E7-4F0D-842C-1244CA70CDE8}" dt="2025-12-08T02:08:20.604" v="10" actId="47"/>
          <pc:sldLayoutMkLst>
            <pc:docMk/>
            <pc:sldMasterMk cId="2856474258" sldId="2147483926"/>
            <pc:sldLayoutMk cId="4294507176" sldId="2147483929"/>
          </pc:sldLayoutMkLst>
        </pc:sldLayoutChg>
        <pc:sldLayoutChg chg="del">
          <pc:chgData name="박종현(JONG HYUN PARK)[parkjonghyun]/책임/제조DX.제조DX솔루션.셀추적기술팀" userId="bd556fbe-4056-41f8-81f6-e4b44a6c8ed9" providerId="ADAL" clId="{8063EE52-50E7-4F0D-842C-1244CA70CDE8}" dt="2025-12-08T02:07:25.356" v="9" actId="47"/>
          <pc:sldLayoutMkLst>
            <pc:docMk/>
            <pc:sldMasterMk cId="2856474258" sldId="2147483926"/>
            <pc:sldLayoutMk cId="1225938417" sldId="2147483930"/>
          </pc:sldLayoutMkLst>
        </pc:sldLayoutChg>
      </pc:sldMasterChg>
    </pc:docChg>
  </pc:docChgLst>
  <pc:docChgLst>
    <pc:chgData name="서준효(JUNHYO SU)[sujunhyo]/책임/제조DX.제조DX솔루션.데이터통합분석팀" userId="d69e963c-cd7d-4842-a4a9-f0ce48daaa93" providerId="ADAL" clId="{990295DE-12C7-4B50-862D-BFD11754098A}"/>
    <pc:docChg chg="undo custSel modSld">
      <pc:chgData name="서준효(JUNHYO SU)[sujunhyo]/책임/제조DX.제조DX솔루션.데이터통합분석팀" userId="d69e963c-cd7d-4842-a4a9-f0ce48daaa93" providerId="ADAL" clId="{990295DE-12C7-4B50-862D-BFD11754098A}" dt="2025-12-16T14:19:15.179" v="3724" actId="1035"/>
      <pc:docMkLst>
        <pc:docMk/>
      </pc:docMkLst>
      <pc:sldChg chg="addSp delSp modSp mod">
        <pc:chgData name="서준효(JUNHYO SU)[sujunhyo]/책임/제조DX.제조DX솔루션.데이터통합분석팀" userId="d69e963c-cd7d-4842-a4a9-f0ce48daaa93" providerId="ADAL" clId="{990295DE-12C7-4B50-862D-BFD11754098A}" dt="2025-12-16T14:19:15.179" v="3724" actId="1035"/>
        <pc:sldMkLst>
          <pc:docMk/>
          <pc:sldMk cId="3422623579" sldId="2147482052"/>
        </pc:sldMkLst>
        <pc:spChg chg="add mod">
          <ac:chgData name="서준효(JUNHYO SU)[sujunhyo]/책임/제조DX.제조DX솔루션.데이터통합분석팀" userId="d69e963c-cd7d-4842-a4a9-f0ce48daaa93" providerId="ADAL" clId="{990295DE-12C7-4B50-862D-BFD11754098A}" dt="2025-12-16T13:22:04.816" v="66" actId="20577"/>
          <ac:spMkLst>
            <pc:docMk/>
            <pc:sldMk cId="3422623579" sldId="2147482052"/>
            <ac:spMk id="2" creationId="{2C06BC50-7391-8F18-C58B-171EEF2ECD90}"/>
          </ac:spMkLst>
        </pc:spChg>
        <pc:spChg chg="mod">
          <ac:chgData name="서준효(JUNHYO SU)[sujunhyo]/책임/제조DX.제조DX솔루션.데이터통합분석팀" userId="d69e963c-cd7d-4842-a4a9-f0ce48daaa93" providerId="ADAL" clId="{990295DE-12C7-4B50-862D-BFD11754098A}" dt="2025-12-16T14:19:15.179" v="3724" actId="1035"/>
          <ac:spMkLst>
            <pc:docMk/>
            <pc:sldMk cId="3422623579" sldId="2147482052"/>
            <ac:spMk id="3" creationId="{BD8A109E-EE72-B93F-FEBC-D5B84127E922}"/>
          </ac:spMkLst>
        </pc:spChg>
        <pc:spChg chg="mod">
          <ac:chgData name="서준효(JUNHYO SU)[sujunhyo]/책임/제조DX.제조DX솔루션.데이터통합분석팀" userId="d69e963c-cd7d-4842-a4a9-f0ce48daaa93" providerId="ADAL" clId="{990295DE-12C7-4B50-862D-BFD11754098A}" dt="2025-12-16T14:19:04.032" v="3705" actId="207"/>
          <ac:spMkLst>
            <pc:docMk/>
            <pc:sldMk cId="3422623579" sldId="2147482052"/>
            <ac:spMk id="5" creationId="{6BC9B294-291A-D23F-C381-45EA6FDC28AB}"/>
          </ac:spMkLst>
        </pc:spChg>
        <pc:spChg chg="mod">
          <ac:chgData name="서준효(JUNHYO SU)[sujunhyo]/책임/제조DX.제조DX솔루션.데이터통합분석팀" userId="d69e963c-cd7d-4842-a4a9-f0ce48daaa93" providerId="ADAL" clId="{990295DE-12C7-4B50-862D-BFD11754098A}" dt="2025-12-16T14:17:33.959" v="3473" actId="1036"/>
          <ac:spMkLst>
            <pc:docMk/>
            <pc:sldMk cId="3422623579" sldId="2147482052"/>
            <ac:spMk id="6" creationId="{C1049C1F-2004-84B9-A2DA-FB004B52BBEF}"/>
          </ac:spMkLst>
        </pc:spChg>
        <pc:spChg chg="add mod">
          <ac:chgData name="서준효(JUNHYO SU)[sujunhyo]/책임/제조DX.제조DX솔루션.데이터통합분석팀" userId="d69e963c-cd7d-4842-a4a9-f0ce48daaa93" providerId="ADAL" clId="{990295DE-12C7-4B50-862D-BFD11754098A}" dt="2025-12-16T14:08:26.721" v="2502" actId="1076"/>
          <ac:spMkLst>
            <pc:docMk/>
            <pc:sldMk cId="3422623579" sldId="2147482052"/>
            <ac:spMk id="13" creationId="{7B8F3246-5385-13EF-1800-C65C597E264D}"/>
          </ac:spMkLst>
        </pc:spChg>
        <pc:spChg chg="add del mod">
          <ac:chgData name="서준효(JUNHYO SU)[sujunhyo]/책임/제조DX.제조DX솔루션.데이터통합분석팀" userId="d69e963c-cd7d-4842-a4a9-f0ce48daaa93" providerId="ADAL" clId="{990295DE-12C7-4B50-862D-BFD11754098A}" dt="2025-12-16T14:08:30.060" v="2504" actId="478"/>
          <ac:spMkLst>
            <pc:docMk/>
            <pc:sldMk cId="3422623579" sldId="2147482052"/>
            <ac:spMk id="14" creationId="{77019B37-576A-356C-DFC0-3CB702A6E448}"/>
          </ac:spMkLst>
        </pc:spChg>
        <pc:graphicFrameChg chg="modGraphic">
          <ac:chgData name="서준효(JUNHYO SU)[sujunhyo]/책임/제조DX.제조DX솔루션.데이터통합분석팀" userId="d69e963c-cd7d-4842-a4a9-f0ce48daaa93" providerId="ADAL" clId="{990295DE-12C7-4B50-862D-BFD11754098A}" dt="2025-12-16T13:20:42.217" v="32" actId="20577"/>
          <ac:graphicFrameMkLst>
            <pc:docMk/>
            <pc:sldMk cId="3422623579" sldId="2147482052"/>
            <ac:graphicFrameMk id="7" creationId="{ED1D777A-F458-D0BE-C537-083D00DFCE32}"/>
          </ac:graphicFrameMkLst>
        </pc:graphicFrameChg>
        <pc:picChg chg="add del mod">
          <ac:chgData name="서준효(JUNHYO SU)[sujunhyo]/책임/제조DX.제조DX솔루션.데이터통합분석팀" userId="d69e963c-cd7d-4842-a4a9-f0ce48daaa93" providerId="ADAL" clId="{990295DE-12C7-4B50-862D-BFD11754098A}" dt="2025-12-16T13:37:16.504" v="781" actId="478"/>
          <ac:picMkLst>
            <pc:docMk/>
            <pc:sldMk cId="3422623579" sldId="2147482052"/>
            <ac:picMk id="8" creationId="{2009B48E-308B-A86E-9B1F-03E17013C0FF}"/>
          </ac:picMkLst>
        </pc:picChg>
        <pc:picChg chg="add del mod">
          <ac:chgData name="서준효(JUNHYO SU)[sujunhyo]/책임/제조DX.제조DX솔루션.데이터통합분석팀" userId="d69e963c-cd7d-4842-a4a9-f0ce48daaa93" providerId="ADAL" clId="{990295DE-12C7-4B50-862D-BFD11754098A}" dt="2025-12-16T14:02:55.627" v="1971" actId="478"/>
          <ac:picMkLst>
            <pc:docMk/>
            <pc:sldMk cId="3422623579" sldId="2147482052"/>
            <ac:picMk id="10" creationId="{8B1E8051-002E-4438-BC69-80D082CEAA26}"/>
          </ac:picMkLst>
        </pc:picChg>
        <pc:picChg chg="add del mod">
          <ac:chgData name="서준효(JUNHYO SU)[sujunhyo]/책임/제조DX.제조DX솔루션.데이터통합분석팀" userId="d69e963c-cd7d-4842-a4a9-f0ce48daaa93" providerId="ADAL" clId="{990295DE-12C7-4B50-862D-BFD11754098A}" dt="2025-12-16T14:10:53.585" v="2869" actId="478"/>
          <ac:picMkLst>
            <pc:docMk/>
            <pc:sldMk cId="3422623579" sldId="2147482052"/>
            <ac:picMk id="12" creationId="{D7B9DF23-BF50-73C0-CF2A-2F155F24ACB1}"/>
          </ac:picMkLst>
        </pc:picChg>
      </pc:sldChg>
    </pc:docChg>
  </pc:docChgLst>
  <pc:docChgLst>
    <pc:chgData name="최성민(SEONGMIN CHOI)[choi.sm]/책임/제조DX.제조DX솔루션.셀추적기술팀" userId="eeb85713-5f2c-4002-9aad-b9336fccd8e3" providerId="ADAL" clId="{CF535A04-5F41-4129-A8EE-4220733E1C66}"/>
    <pc:docChg chg="custSel modSld">
      <pc:chgData name="최성민(SEONGMIN CHOI)[choi.sm]/책임/제조DX.제조DX솔루션.셀추적기술팀" userId="eeb85713-5f2c-4002-9aad-b9336fccd8e3" providerId="ADAL" clId="{CF535A04-5F41-4129-A8EE-4220733E1C66}" dt="2025-10-21T07:40:31.445" v="1039"/>
      <pc:docMkLst>
        <pc:docMk/>
      </pc:docMkLst>
      <pc:sldChg chg="modSp">
        <pc:chgData name="최성민(SEONGMIN CHOI)[choi.sm]/책임/제조DX.제조DX솔루션.셀추적기술팀" userId="eeb85713-5f2c-4002-9aad-b9336fccd8e3" providerId="ADAL" clId="{CF535A04-5F41-4129-A8EE-4220733E1C66}" dt="2025-10-21T06:43:05.045" v="10" actId="207"/>
        <pc:sldMkLst>
          <pc:docMk/>
          <pc:sldMk cId="3247425241" sldId="2209"/>
        </pc:sldMkLst>
        <pc:spChg chg="mod">
          <ac:chgData name="최성민(SEONGMIN CHOI)[choi.sm]/책임/제조DX.제조DX솔루션.셀추적기술팀" userId="eeb85713-5f2c-4002-9aad-b9336fccd8e3" providerId="ADAL" clId="{CF535A04-5F41-4129-A8EE-4220733E1C66}" dt="2025-10-21T06:42:59.904" v="9" actId="20577"/>
          <ac:spMkLst>
            <pc:docMk/>
            <pc:sldMk cId="3247425241" sldId="2209"/>
            <ac:spMk id="13" creationId="{F31D3F01-C2A3-4167-99AE-5DFFB76739EF}"/>
          </ac:spMkLst>
        </pc:spChg>
        <pc:graphicFrameChg chg="modGraphic">
          <ac:chgData name="최성민(SEONGMIN CHOI)[choi.sm]/책임/제조DX.제조DX솔루션.셀추적기술팀" userId="eeb85713-5f2c-4002-9aad-b9336fccd8e3" providerId="ADAL" clId="{CF535A04-5F41-4129-A8EE-4220733E1C66}" dt="2025-10-21T06:42:47.685" v="0" actId="207"/>
          <ac:graphicFrameMkLst>
            <pc:docMk/>
            <pc:sldMk cId="3247425241" sldId="2209"/>
            <ac:graphicFrameMk id="8" creationId="{9F08069D-5B4A-465A-8030-49E7C89804D9}"/>
          </ac:graphicFrameMkLst>
        </pc:graphicFrameChg>
        <pc:graphicFrameChg chg="modGraphic">
          <ac:chgData name="최성민(SEONGMIN CHOI)[choi.sm]/책임/제조DX.제조DX솔루션.셀추적기술팀" userId="eeb85713-5f2c-4002-9aad-b9336fccd8e3" providerId="ADAL" clId="{CF535A04-5F41-4129-A8EE-4220733E1C66}" dt="2025-10-21T06:43:05.045" v="10" actId="207"/>
          <ac:graphicFrameMkLst>
            <pc:docMk/>
            <pc:sldMk cId="3247425241" sldId="2209"/>
            <ac:graphicFrameMk id="10" creationId="{3D87BC00-A29B-4E58-92C4-9B66C49D399C}"/>
          </ac:graphicFrameMkLst>
        </pc:graphicFrameChg>
      </pc:sldChg>
      <pc:sldChg chg="modSp">
        <pc:chgData name="최성민(SEONGMIN CHOI)[choi.sm]/책임/제조DX.제조DX솔루션.셀추적기술팀" userId="eeb85713-5f2c-4002-9aad-b9336fccd8e3" providerId="ADAL" clId="{CF535A04-5F41-4129-A8EE-4220733E1C66}" dt="2025-10-21T07:40:31.445" v="1039"/>
        <pc:sldMkLst>
          <pc:docMk/>
          <pc:sldMk cId="2458212547" sldId="2147481747"/>
        </pc:sldMkLst>
        <pc:spChg chg="mod">
          <ac:chgData name="최성민(SEONGMIN CHOI)[choi.sm]/책임/제조DX.제조DX솔루션.셀추적기술팀" userId="eeb85713-5f2c-4002-9aad-b9336fccd8e3" providerId="ADAL" clId="{CF535A04-5F41-4129-A8EE-4220733E1C66}" dt="2025-10-21T06:54:25.910" v="659" actId="20577"/>
          <ac:spMkLst>
            <pc:docMk/>
            <pc:sldMk cId="2458212547" sldId="2147481747"/>
            <ac:spMk id="19" creationId="{ADF5974A-A7FA-4655-ABC5-EE48FEFF31B0}"/>
          </ac:spMkLst>
        </pc:spChg>
        <pc:spChg chg="mod">
          <ac:chgData name="최성민(SEONGMIN CHOI)[choi.sm]/책임/제조DX.제조DX솔루션.셀추적기술팀" userId="eeb85713-5f2c-4002-9aad-b9336fccd8e3" providerId="ADAL" clId="{CF535A04-5F41-4129-A8EE-4220733E1C66}" dt="2025-10-21T07:40:31.445" v="1039"/>
          <ac:spMkLst>
            <pc:docMk/>
            <pc:sldMk cId="2458212547" sldId="2147481747"/>
            <ac:spMk id="21" creationId="{4C3181BD-8769-4C0D-8973-C9F2BE0DC598}"/>
          </ac:spMkLst>
        </pc:spChg>
        <pc:graphicFrameChg chg="modGraphic">
          <ac:chgData name="최성민(SEONGMIN CHOI)[choi.sm]/책임/제조DX.제조DX솔루션.셀추적기술팀" userId="eeb85713-5f2c-4002-9aad-b9336fccd8e3" providerId="ADAL" clId="{CF535A04-5F41-4129-A8EE-4220733E1C66}" dt="2025-10-21T06:43:29.261" v="11" actId="207"/>
          <ac:graphicFrameMkLst>
            <pc:docMk/>
            <pc:sldMk cId="2458212547" sldId="2147481747"/>
            <ac:graphicFrameMk id="39" creationId="{286EDF74-AECA-43E7-9D66-390717A56BAA}"/>
          </ac:graphicFrameMkLst>
        </pc:graphicFrameChg>
      </pc:sldChg>
    </pc:docChg>
  </pc:docChgLst>
  <pc:docChgLst>
    <pc:chgData name="박위대(WI DAE PARK)[widae]/팀장/제조DX.제조DX솔루션.데이터통합분석팀" userId="79a4e09d-3442-4b10-8134-e267c28615b8" providerId="ADAL" clId="{B6B7CEFE-208F-429D-9F11-F21578FB97E6}"/>
    <pc:docChg chg="undo custSel modSld">
      <pc:chgData name="박위대(WI DAE PARK)[widae]/팀장/제조DX.제조DX솔루션.데이터통합분석팀" userId="79a4e09d-3442-4b10-8134-e267c28615b8" providerId="ADAL" clId="{B6B7CEFE-208F-429D-9F11-F21578FB97E6}" dt="2025-10-16T02:06:09.708" v="1122"/>
      <pc:docMkLst>
        <pc:docMk/>
      </pc:docMkLst>
      <pc:sldChg chg="delSp modSp">
        <pc:chgData name="박위대(WI DAE PARK)[widae]/팀장/제조DX.제조DX솔루션.데이터통합분석팀" userId="79a4e09d-3442-4b10-8134-e267c28615b8" providerId="ADAL" clId="{B6B7CEFE-208F-429D-9F11-F21578FB97E6}" dt="2025-10-16T02:04:40.143" v="1113" actId="14100"/>
        <pc:sldMkLst>
          <pc:docMk/>
          <pc:sldMk cId="3572448725" sldId="2147482058"/>
        </pc:sldMkLst>
        <pc:spChg chg="mod">
          <ac:chgData name="박위대(WI DAE PARK)[widae]/팀장/제조DX.제조DX솔루션.데이터통합분석팀" userId="79a4e09d-3442-4b10-8134-e267c28615b8" providerId="ADAL" clId="{B6B7CEFE-208F-429D-9F11-F21578FB97E6}" dt="2025-10-16T02:04:33.301" v="1112" actId="255"/>
          <ac:spMkLst>
            <pc:docMk/>
            <pc:sldMk cId="3572448725" sldId="2147482058"/>
            <ac:spMk id="20" creationId="{BB178E88-B809-4A0C-AEDB-08EDDEFC3101}"/>
          </ac:spMkLst>
        </pc:spChg>
        <pc:spChg chg="mod">
          <ac:chgData name="박위대(WI DAE PARK)[widae]/팀장/제조DX.제조DX솔루션.데이터통합분석팀" userId="79a4e09d-3442-4b10-8134-e267c28615b8" providerId="ADAL" clId="{B6B7CEFE-208F-429D-9F11-F21578FB97E6}" dt="2025-10-15T09:11:16.985" v="1056" actId="1076"/>
          <ac:spMkLst>
            <pc:docMk/>
            <pc:sldMk cId="3572448725" sldId="2147482058"/>
            <ac:spMk id="23" creationId="{C388D58C-BB4A-4EFF-A0ED-C6F5489ED342}"/>
          </ac:spMkLst>
        </pc:spChg>
        <pc:graphicFrameChg chg="mod modGraphic">
          <ac:chgData name="박위대(WI DAE PARK)[widae]/팀장/제조DX.제조DX솔루션.데이터통합분석팀" userId="79a4e09d-3442-4b10-8134-e267c28615b8" providerId="ADAL" clId="{B6B7CEFE-208F-429D-9F11-F21578FB97E6}" dt="2025-10-15T09:11:16.985" v="1056" actId="1076"/>
          <ac:graphicFrameMkLst>
            <pc:docMk/>
            <pc:sldMk cId="3572448725" sldId="2147482058"/>
            <ac:graphicFrameMk id="21" creationId="{239DA397-BD92-48EA-BEA6-985A3C26CD6F}"/>
          </ac:graphicFrameMkLst>
        </pc:graphicFrameChg>
      </pc:sldChg>
    </pc:docChg>
  </pc:docChgLst>
  <pc:docChgLst>
    <pc:chgData name="안태규(TAEKYU AN)[bigatk]/책임/제조DX.제조DX솔루션.롤맵기술팀" userId="S::bigatk@lgensol.com::dea7995d-94bc-4ef6-a5a4-edf7a1472420" providerId="AD" clId="Web-{E3FB2A44-20C7-7907-2130-58A318A0CD6E}"/>
    <pc:docChg chg="modSld">
      <pc:chgData name="안태규(TAEKYU AN)[bigatk]/책임/제조DX.제조DX솔루션.롤맵기술팀" userId="S::bigatk@lgensol.com::dea7995d-94bc-4ef6-a5a4-edf7a1472420" providerId="AD" clId="Web-{E3FB2A44-20C7-7907-2130-58A318A0CD6E}" dt="2025-12-16T04:45:16.439" v="145" actId="20577"/>
      <pc:docMkLst>
        <pc:docMk/>
      </pc:docMkLst>
      <pc:sldChg chg="modSp">
        <pc:chgData name="안태규(TAEKYU AN)[bigatk]/책임/제조DX.제조DX솔루션.롤맵기술팀" userId="S::bigatk@lgensol.com::dea7995d-94bc-4ef6-a5a4-edf7a1472420" providerId="AD" clId="Web-{E3FB2A44-20C7-7907-2130-58A318A0CD6E}" dt="2025-12-16T04:31:09.684" v="10" actId="20577"/>
        <pc:sldMkLst>
          <pc:docMk/>
          <pc:sldMk cId="3590236053" sldId="2147481921"/>
        </pc:sldMkLst>
        <pc:spChg chg="mod">
          <ac:chgData name="안태규(TAEKYU AN)[bigatk]/책임/제조DX.제조DX솔루션.롤맵기술팀" userId="S::bigatk@lgensol.com::dea7995d-94bc-4ef6-a5a4-edf7a1472420" providerId="AD" clId="Web-{E3FB2A44-20C7-7907-2130-58A318A0CD6E}" dt="2025-12-16T04:31:09.684" v="10" actId="20577"/>
          <ac:spMkLst>
            <pc:docMk/>
            <pc:sldMk cId="3590236053" sldId="2147481921"/>
            <ac:spMk id="18" creationId="{72943F47-EAEA-4391-A2BC-C7C33A8E8CFD}"/>
          </ac:spMkLst>
        </pc:spChg>
        <pc:graphicFrameChg chg="mod modGraphic">
          <ac:chgData name="안태규(TAEKYU AN)[bigatk]/책임/제조DX.제조DX솔루션.롤맵기술팀" userId="S::bigatk@lgensol.com::dea7995d-94bc-4ef6-a5a4-edf7a1472420" providerId="AD" clId="Web-{E3FB2A44-20C7-7907-2130-58A318A0CD6E}" dt="2025-12-16T04:30:58.543" v="3"/>
          <ac:graphicFrameMkLst>
            <pc:docMk/>
            <pc:sldMk cId="3590236053" sldId="2147481921"/>
            <ac:graphicFrameMk id="3" creationId="{3E86696F-E35A-4B06-9B46-63A4A6A986C1}"/>
          </ac:graphicFrameMkLst>
        </pc:graphicFrameChg>
      </pc:sldChg>
      <pc:sldChg chg="modSp">
        <pc:chgData name="안태규(TAEKYU AN)[bigatk]/책임/제조DX.제조DX솔루션.롤맵기술팀" userId="S::bigatk@lgensol.com::dea7995d-94bc-4ef6-a5a4-edf7a1472420" providerId="AD" clId="Web-{E3FB2A44-20C7-7907-2130-58A318A0CD6E}" dt="2025-12-16T04:43:43.249" v="132" actId="20577"/>
        <pc:sldMkLst>
          <pc:docMk/>
          <pc:sldMk cId="3052076470" sldId="2147482071"/>
        </pc:sldMkLst>
        <pc:spChg chg="mod">
          <ac:chgData name="안태규(TAEKYU AN)[bigatk]/책임/제조DX.제조DX솔루션.롤맵기술팀" userId="S::bigatk@lgensol.com::dea7995d-94bc-4ef6-a5a4-edf7a1472420" providerId="AD" clId="Web-{E3FB2A44-20C7-7907-2130-58A318A0CD6E}" dt="2025-12-16T04:43:43.249" v="132" actId="20577"/>
          <ac:spMkLst>
            <pc:docMk/>
            <pc:sldMk cId="3052076470" sldId="2147482071"/>
            <ac:spMk id="18" creationId="{72943F47-EAEA-4391-A2BC-C7C33A8E8CFD}"/>
          </ac:spMkLst>
        </pc:spChg>
        <pc:graphicFrameChg chg="mod modGraphic">
          <ac:chgData name="안태규(TAEKYU AN)[bigatk]/책임/제조DX.제조DX솔루션.롤맵기술팀" userId="S::bigatk@lgensol.com::dea7995d-94bc-4ef6-a5a4-edf7a1472420" providerId="AD" clId="Web-{E3FB2A44-20C7-7907-2130-58A318A0CD6E}" dt="2025-12-16T04:43:38.311" v="128"/>
          <ac:graphicFrameMkLst>
            <pc:docMk/>
            <pc:sldMk cId="3052076470" sldId="2147482071"/>
            <ac:graphicFrameMk id="11" creationId="{C66F9B45-D343-4DF8-ABA9-D48571FAC964}"/>
          </ac:graphicFrameMkLst>
        </pc:graphicFrameChg>
      </pc:sldChg>
      <pc:sldChg chg="modSp">
        <pc:chgData name="안태규(TAEKYU AN)[bigatk]/책임/제조DX.제조DX솔루션.롤맵기술팀" userId="S::bigatk@lgensol.com::dea7995d-94bc-4ef6-a5a4-edf7a1472420" providerId="AD" clId="Web-{E3FB2A44-20C7-7907-2130-58A318A0CD6E}" dt="2025-12-16T04:45:16.439" v="145" actId="20577"/>
        <pc:sldMkLst>
          <pc:docMk/>
          <pc:sldMk cId="1623035640" sldId="2147482093"/>
        </pc:sldMkLst>
        <pc:spChg chg="mod">
          <ac:chgData name="안태규(TAEKYU AN)[bigatk]/책임/제조DX.제조DX솔루션.롤맵기술팀" userId="S::bigatk@lgensol.com::dea7995d-94bc-4ef6-a5a4-edf7a1472420" providerId="AD" clId="Web-{E3FB2A44-20C7-7907-2130-58A318A0CD6E}" dt="2025-12-16T04:45:16.439" v="145" actId="20577"/>
          <ac:spMkLst>
            <pc:docMk/>
            <pc:sldMk cId="1623035640" sldId="2147482093"/>
            <ac:spMk id="18" creationId="{A7F473DF-C875-A323-6679-F5CA881CD9C4}"/>
          </ac:spMkLst>
        </pc:spChg>
        <pc:graphicFrameChg chg="mod modGraphic">
          <ac:chgData name="안태규(TAEKYU AN)[bigatk]/책임/제조DX.제조DX솔루션.롤맵기술팀" userId="S::bigatk@lgensol.com::dea7995d-94bc-4ef6-a5a4-edf7a1472420" providerId="AD" clId="Web-{E3FB2A44-20C7-7907-2130-58A318A0CD6E}" dt="2025-12-16T04:45:09.125" v="142"/>
          <ac:graphicFrameMkLst>
            <pc:docMk/>
            <pc:sldMk cId="1623035640" sldId="2147482093"/>
            <ac:graphicFrameMk id="3" creationId="{688BD945-555D-E069-F619-02973A6A481F}"/>
          </ac:graphicFrameMkLst>
        </pc:graphicFrameChg>
      </pc:sldChg>
      <pc:sldChg chg="modSp">
        <pc:chgData name="안태규(TAEKYU AN)[bigatk]/책임/제조DX.제조DX솔루션.롤맵기술팀" userId="S::bigatk@lgensol.com::dea7995d-94bc-4ef6-a5a4-edf7a1472420" providerId="AD" clId="Web-{E3FB2A44-20C7-7907-2130-58A318A0CD6E}" dt="2025-12-16T04:43:16.155" v="124" actId="20577"/>
        <pc:sldMkLst>
          <pc:docMk/>
          <pc:sldMk cId="1159326832" sldId="2147482102"/>
        </pc:sldMkLst>
        <pc:spChg chg="mod">
          <ac:chgData name="안태규(TAEKYU AN)[bigatk]/책임/제조DX.제조DX솔루션.롤맵기술팀" userId="S::bigatk@lgensol.com::dea7995d-94bc-4ef6-a5a4-edf7a1472420" providerId="AD" clId="Web-{E3FB2A44-20C7-7907-2130-58A318A0CD6E}" dt="2025-12-16T04:43:16.155" v="124" actId="20577"/>
          <ac:spMkLst>
            <pc:docMk/>
            <pc:sldMk cId="1159326832" sldId="2147482102"/>
            <ac:spMk id="18" creationId="{1891B744-4803-4B69-1352-A6C4DA4EEE93}"/>
          </ac:spMkLst>
        </pc:spChg>
        <pc:graphicFrameChg chg="mod modGraphic">
          <ac:chgData name="안태규(TAEKYU AN)[bigatk]/책임/제조DX.제조DX솔루션.롤맵기술팀" userId="S::bigatk@lgensol.com::dea7995d-94bc-4ef6-a5a4-edf7a1472420" providerId="AD" clId="Web-{E3FB2A44-20C7-7907-2130-58A318A0CD6E}" dt="2025-12-16T04:43:06.858" v="122"/>
          <ac:graphicFrameMkLst>
            <pc:docMk/>
            <pc:sldMk cId="1159326832" sldId="2147482102"/>
            <ac:graphicFrameMk id="3" creationId="{FD6B18E8-DEC2-01A8-175D-70F1A4B3682F}"/>
          </ac:graphicFrameMkLst>
        </pc:graphicFrameChg>
      </pc:sldChg>
    </pc:docChg>
  </pc:docChgLst>
  <pc:docChgLst>
    <pc:chgData name="박형식 " userId="0cd7f50e-5bcd-4bfb-9828-a186843fb8c8" providerId="ADAL" clId="{0FB179BE-EDE3-4242-ABAF-D1156FF49B67}"/>
    <pc:docChg chg="undo redo custSel modSld">
      <pc:chgData name="박형식 " userId="0cd7f50e-5bcd-4bfb-9828-a186843fb8c8" providerId="ADAL" clId="{0FB179BE-EDE3-4242-ABAF-D1156FF49B67}" dt="2025-11-05T07:32:05.193" v="5100" actId="20577"/>
      <pc:docMkLst>
        <pc:docMk/>
      </pc:docMkLst>
      <pc:sldChg chg="addSp delSp modSp">
        <pc:chgData name="박형식 " userId="0cd7f50e-5bcd-4bfb-9828-a186843fb8c8" providerId="ADAL" clId="{0FB179BE-EDE3-4242-ABAF-D1156FF49B67}" dt="2025-11-05T07:32:05.193" v="5100" actId="20577"/>
        <pc:sldMkLst>
          <pc:docMk/>
          <pc:sldMk cId="710661984" sldId="2147482065"/>
        </pc:sldMkLst>
      </pc:sldChg>
    </pc:docChg>
  </pc:docChgLst>
  <pc:docChgLst>
    <pc:chgData name="홍진표(JINPYO HONG)[jphong30]/사원/제조DX.제조DX솔루션.데이터통합분석팀" userId="e81a1c56-9779-419d-942e-8803f0d0cdcc" providerId="ADAL" clId="{D5C15B64-8EDC-465C-8A1F-533BA21BFC00}"/>
    <pc:docChg chg="undo custSel modSld">
      <pc:chgData name="홍진표(JINPYO HONG)[jphong30]/사원/제조DX.제조DX솔루션.데이터통합분석팀" userId="e81a1c56-9779-419d-942e-8803f0d0cdcc" providerId="ADAL" clId="{D5C15B64-8EDC-465C-8A1F-533BA21BFC00}" dt="2025-10-23T02:02:52.198" v="3689" actId="207"/>
      <pc:docMkLst>
        <pc:docMk/>
      </pc:docMkLst>
      <pc:sldChg chg="addSp delSp modSp">
        <pc:chgData name="홍진표(JINPYO HONG)[jphong30]/사원/제조DX.제조DX솔루션.데이터통합분석팀" userId="e81a1c56-9779-419d-942e-8803f0d0cdcc" providerId="ADAL" clId="{D5C15B64-8EDC-465C-8A1F-533BA21BFC00}" dt="2025-10-22T04:11:47.599" v="2474" actId="20577"/>
        <pc:sldMkLst>
          <pc:docMk/>
          <pc:sldMk cId="3645708370" sldId="2147482131"/>
        </pc:sldMkLst>
        <pc:spChg chg="mod">
          <ac:chgData name="홍진표(JINPYO HONG)[jphong30]/사원/제조DX.제조DX솔루션.데이터통합분석팀" userId="e81a1c56-9779-419d-942e-8803f0d0cdcc" providerId="ADAL" clId="{D5C15B64-8EDC-465C-8A1F-533BA21BFC00}" dt="2025-10-22T02:55:28.621" v="11" actId="20577"/>
          <ac:spMkLst>
            <pc:docMk/>
            <pc:sldMk cId="3645708370" sldId="2147482131"/>
            <ac:spMk id="5" creationId="{708A6887-4366-7F7E-F196-81FADA6436A1}"/>
          </ac:spMkLst>
        </pc:spChg>
        <pc:spChg chg="add mod">
          <ac:chgData name="홍진표(JINPYO HONG)[jphong30]/사원/제조DX.제조DX솔루션.데이터통합분석팀" userId="e81a1c56-9779-419d-942e-8803f0d0cdcc" providerId="ADAL" clId="{D5C15B64-8EDC-465C-8A1F-533BA21BFC00}" dt="2025-10-22T02:58:45.930" v="355" actId="1076"/>
          <ac:spMkLst>
            <pc:docMk/>
            <pc:sldMk cId="3645708370" sldId="2147482131"/>
            <ac:spMk id="13" creationId="{2852EE4A-FA57-4AD9-BCB6-D856364BC2BF}"/>
          </ac:spMkLst>
        </pc:spChg>
        <pc:graphicFrameChg chg="mod modGraphic">
          <ac:chgData name="홍진표(JINPYO HONG)[jphong30]/사원/제조DX.제조DX솔루션.데이터통합분석팀" userId="e81a1c56-9779-419d-942e-8803f0d0cdcc" providerId="ADAL" clId="{D5C15B64-8EDC-465C-8A1F-533BA21BFC00}" dt="2025-10-22T04:06:01.013" v="1782" actId="207"/>
          <ac:graphicFrameMkLst>
            <pc:docMk/>
            <pc:sldMk cId="3645708370" sldId="2147482131"/>
            <ac:graphicFrameMk id="3" creationId="{090EB11C-65C4-4DC4-B22B-11D34605F4E2}"/>
          </ac:graphicFrameMkLst>
        </pc:graphicFrameChg>
        <pc:graphicFrameChg chg="add mod modGraphic">
          <ac:chgData name="홍진표(JINPYO HONG)[jphong30]/사원/제조DX.제조DX솔루션.데이터통합분석팀" userId="e81a1c56-9779-419d-942e-8803f0d0cdcc" providerId="ADAL" clId="{D5C15B64-8EDC-465C-8A1F-533BA21BFC00}" dt="2025-10-22T04:11:37.904" v="2473" actId="207"/>
          <ac:graphicFrameMkLst>
            <pc:docMk/>
            <pc:sldMk cId="3645708370" sldId="2147482131"/>
            <ac:graphicFrameMk id="16" creationId="{859EBE2E-4A91-4CBB-BB78-8322FFA6D403}"/>
          </ac:graphicFrameMkLst>
        </pc:graphicFrameChg>
        <pc:graphicFrameChg chg="mod modGraphic">
          <ac:chgData name="홍진표(JINPYO HONG)[jphong30]/사원/제조DX.제조DX솔루션.데이터통합분석팀" userId="e81a1c56-9779-419d-942e-8803f0d0cdcc" providerId="ADAL" clId="{D5C15B64-8EDC-465C-8A1F-533BA21BFC00}" dt="2025-10-22T04:11:47.599" v="2474" actId="20577"/>
          <ac:graphicFrameMkLst>
            <pc:docMk/>
            <pc:sldMk cId="3645708370" sldId="2147482131"/>
            <ac:graphicFrameMk id="19" creationId="{3E86696F-E35A-4B06-9B46-63A4A6A986C1}"/>
          </ac:graphicFrameMkLst>
        </pc:graphicFrameChg>
      </pc:sldChg>
      <pc:sldChg chg="modSp">
        <pc:chgData name="홍진표(JINPYO HONG)[jphong30]/사원/제조DX.제조DX솔루션.데이터통합분석팀" userId="e81a1c56-9779-419d-942e-8803f0d0cdcc" providerId="ADAL" clId="{D5C15B64-8EDC-465C-8A1F-533BA21BFC00}" dt="2025-10-22T04:54:15.137" v="2731"/>
        <pc:sldMkLst>
          <pc:docMk/>
          <pc:sldMk cId="2637692209" sldId="2147482139"/>
        </pc:sldMkLst>
        <pc:spChg chg="mod">
          <ac:chgData name="홍진표(JINPYO HONG)[jphong30]/사원/제조DX.제조DX솔루션.데이터통합분석팀" userId="e81a1c56-9779-419d-942e-8803f0d0cdcc" providerId="ADAL" clId="{D5C15B64-8EDC-465C-8A1F-533BA21BFC00}" dt="2025-10-22T04:52:13.507" v="2691" actId="20577"/>
          <ac:spMkLst>
            <pc:docMk/>
            <pc:sldMk cId="2637692209" sldId="2147482139"/>
            <ac:spMk id="5" creationId="{708A6887-4366-7F7E-F196-81FADA6436A1}"/>
          </ac:spMkLst>
        </pc:spChg>
        <pc:spChg chg="mod">
          <ac:chgData name="홍진표(JINPYO HONG)[jphong30]/사원/제조DX.제조DX솔루션.데이터통합분석팀" userId="e81a1c56-9779-419d-942e-8803f0d0cdcc" providerId="ADAL" clId="{D5C15B64-8EDC-465C-8A1F-533BA21BFC00}" dt="2025-10-22T04:51:56.471" v="2673" actId="20577"/>
          <ac:spMkLst>
            <pc:docMk/>
            <pc:sldMk cId="2637692209" sldId="2147482139"/>
            <ac:spMk id="13" creationId="{A13726BB-DC90-4855-8DD7-AEF00F2103E9}"/>
          </ac:spMkLst>
        </pc:spChg>
        <pc:graphicFrameChg chg="modGraphic">
          <ac:chgData name="홍진표(JINPYO HONG)[jphong30]/사원/제조DX.제조DX솔루션.데이터통합분석팀" userId="e81a1c56-9779-419d-942e-8803f0d0cdcc" providerId="ADAL" clId="{D5C15B64-8EDC-465C-8A1F-533BA21BFC00}" dt="2025-10-22T04:53:45.668" v="2700" actId="20577"/>
          <ac:graphicFrameMkLst>
            <pc:docMk/>
            <pc:sldMk cId="2637692209" sldId="2147482139"/>
            <ac:graphicFrameMk id="14" creationId="{CEA3F45E-60F6-48B6-888E-C6596F89CE30}"/>
          </ac:graphicFrameMkLst>
        </pc:graphicFrameChg>
        <pc:graphicFrameChg chg="mod modGraphic">
          <ac:chgData name="홍진표(JINPYO HONG)[jphong30]/사원/제조DX.제조DX솔루션.데이터통합분석팀" userId="e81a1c56-9779-419d-942e-8803f0d0cdcc" providerId="ADAL" clId="{D5C15B64-8EDC-465C-8A1F-533BA21BFC00}" dt="2025-10-22T04:51:34.668" v="2663" actId="207"/>
          <ac:graphicFrameMkLst>
            <pc:docMk/>
            <pc:sldMk cId="2637692209" sldId="2147482139"/>
            <ac:graphicFrameMk id="17" creationId="{FBBB4F68-3717-4BB9-9815-D5FCD33E776E}"/>
          </ac:graphicFrameMkLst>
        </pc:graphicFrameChg>
        <pc:graphicFrameChg chg="mod modGraphic">
          <ac:chgData name="홍진표(JINPYO HONG)[jphong30]/사원/제조DX.제조DX솔루션.데이터통합분석팀" userId="e81a1c56-9779-419d-942e-8803f0d0cdcc" providerId="ADAL" clId="{D5C15B64-8EDC-465C-8A1F-533BA21BFC00}" dt="2025-10-22T04:54:15.137" v="2731"/>
          <ac:graphicFrameMkLst>
            <pc:docMk/>
            <pc:sldMk cId="2637692209" sldId="2147482139"/>
            <ac:graphicFrameMk id="19" creationId="{3E86696F-E35A-4B06-9B46-63A4A6A986C1}"/>
          </ac:graphicFrameMkLst>
        </pc:graphicFrameChg>
      </pc:sldChg>
    </pc:docChg>
  </pc:docChgLst>
  <pc:docChgLst>
    <pc:chgData name="박경찬(kyoungchan park)[park.kc]/책임/제조지능화.제조PI.지능화기반.기반구축2팀" userId="ce70fbeb-9e36-4c6b-9de5-3e470751751d" providerId="ADAL" clId="{7F24EEF0-06A3-4ADE-B985-250DBBB70EF1}"/>
    <pc:docChg chg="custSel modSld">
      <pc:chgData name="박경찬(kyoungchan park)[park.kc]/책임/제조지능화.제조PI.지능화기반.기반구축2팀" userId="ce70fbeb-9e36-4c6b-9de5-3e470751751d" providerId="ADAL" clId="{7F24EEF0-06A3-4ADE-B985-250DBBB70EF1}" dt="2025-10-15T04:59:48.355" v="1"/>
      <pc:docMkLst>
        <pc:docMk/>
      </pc:docMkLst>
    </pc:docChg>
  </pc:docChgLst>
  <pc:docChgLst>
    <pc:chgData name="강주예(JUYE KANG)[juyekang]/사원/제조DX.제조DX솔루션.데이터통합분석팀" userId="95b90ab0-d72b-4b5f-a979-51e7fc1ad660" providerId="ADAL" clId="{45678B7C-760B-4E5A-862E-16721F13A3DE}"/>
    <pc:docChg chg="undo custSel addSld delSld modSld modSection">
      <pc:chgData name="강주예(JUYE KANG)[juyekang]/사원/제조DX.제조DX솔루션.데이터통합분석팀" userId="95b90ab0-d72b-4b5f-a979-51e7fc1ad660" providerId="ADAL" clId="{45678B7C-760B-4E5A-862E-16721F13A3DE}" dt="2025-11-12T09:17:05.883" v="2003" actId="20577"/>
      <pc:docMkLst>
        <pc:docMk/>
      </pc:docMkLst>
      <pc:sldChg chg="modSp">
        <pc:chgData name="강주예(JUYE KANG)[juyekang]/사원/제조DX.제조DX솔루션.데이터통합분석팀" userId="95b90ab0-d72b-4b5f-a979-51e7fc1ad660" providerId="ADAL" clId="{45678B7C-760B-4E5A-862E-16721F13A3DE}" dt="2025-11-12T04:45:23.485" v="1181" actId="20577"/>
        <pc:sldMkLst>
          <pc:docMk/>
          <pc:sldMk cId="1325916645" sldId="2147481957"/>
        </pc:sldMkLst>
        <pc:spChg chg="mod">
          <ac:chgData name="강주예(JUYE KANG)[juyekang]/사원/제조DX.제조DX솔루션.데이터통합분석팀" userId="95b90ab0-d72b-4b5f-a979-51e7fc1ad660" providerId="ADAL" clId="{45678B7C-760B-4E5A-862E-16721F13A3DE}" dt="2025-11-12T01:33:07.432" v="2" actId="20577"/>
          <ac:spMkLst>
            <pc:docMk/>
            <pc:sldMk cId="1325916645" sldId="2147481957"/>
            <ac:spMk id="9" creationId="{00000000-0000-0000-0000-000000000000}"/>
          </ac:spMkLst>
        </pc:spChg>
        <pc:graphicFrameChg chg="mod modGraphic">
          <ac:chgData name="강주예(JUYE KANG)[juyekang]/사원/제조DX.제조DX솔루션.데이터통합분석팀" userId="95b90ab0-d72b-4b5f-a979-51e7fc1ad660" providerId="ADAL" clId="{45678B7C-760B-4E5A-862E-16721F13A3DE}" dt="2025-11-12T04:45:23.485" v="1181" actId="20577"/>
          <ac:graphicFrameMkLst>
            <pc:docMk/>
            <pc:sldMk cId="1325916645" sldId="2147481957"/>
            <ac:graphicFrameMk id="19" creationId="{3E86696F-E35A-4B06-9B46-63A4A6A986C1}"/>
          </ac:graphicFrameMkLst>
        </pc:graphicFrameChg>
      </pc:sldChg>
      <pc:sldChg chg="addSp delSp modSp">
        <pc:chgData name="강주예(JUYE KANG)[juyekang]/사원/제조DX.제조DX솔루션.데이터통합분석팀" userId="95b90ab0-d72b-4b5f-a979-51e7fc1ad660" providerId="ADAL" clId="{45678B7C-760B-4E5A-862E-16721F13A3DE}" dt="2025-11-12T04:29:50.186" v="519" actId="20577"/>
        <pc:sldMkLst>
          <pc:docMk/>
          <pc:sldMk cId="622379998" sldId="2147482147"/>
        </pc:sldMkLst>
        <pc:spChg chg="mod">
          <ac:chgData name="강주예(JUYE KANG)[juyekang]/사원/제조DX.제조DX솔루션.데이터통합분석팀" userId="95b90ab0-d72b-4b5f-a979-51e7fc1ad660" providerId="ADAL" clId="{45678B7C-760B-4E5A-862E-16721F13A3DE}" dt="2025-11-12T01:35:26.761" v="87" actId="20577"/>
          <ac:spMkLst>
            <pc:docMk/>
            <pc:sldMk cId="622379998" sldId="2147482147"/>
            <ac:spMk id="9" creationId="{00000000-0000-0000-0000-000000000000}"/>
          </ac:spMkLst>
        </pc:spChg>
        <pc:spChg chg="del">
          <ac:chgData name="강주예(JUYE KANG)[juyekang]/사원/제조DX.제조DX솔루션.데이터통합분석팀" userId="95b90ab0-d72b-4b5f-a979-51e7fc1ad660" providerId="ADAL" clId="{45678B7C-760B-4E5A-862E-16721F13A3DE}" dt="2025-11-12T01:34:49.355" v="54" actId="478"/>
          <ac:spMkLst>
            <pc:docMk/>
            <pc:sldMk cId="622379998" sldId="2147482147"/>
            <ac:spMk id="18" creationId="{90A07459-4C50-4127-BA5B-F70BF114AF25}"/>
          </ac:spMkLst>
        </pc:spChg>
        <pc:spChg chg="add">
          <ac:chgData name="강주예(JUYE KANG)[juyekang]/사원/제조DX.제조DX솔루션.데이터통합분석팀" userId="95b90ab0-d72b-4b5f-a979-51e7fc1ad660" providerId="ADAL" clId="{45678B7C-760B-4E5A-862E-16721F13A3DE}" dt="2025-11-12T01:35:04.761" v="67"/>
          <ac:spMkLst>
            <pc:docMk/>
            <pc:sldMk cId="622379998" sldId="2147482147"/>
            <ac:spMk id="20" creationId="{6D29A043-C2A6-4EA6-A5AE-FE83D701EEB7}"/>
          </ac:spMkLst>
        </pc:spChg>
        <pc:graphicFrameChg chg="mod modGraphic">
          <ac:chgData name="강주예(JUYE KANG)[juyekang]/사원/제조DX.제조DX솔루션.데이터통합분석팀" userId="95b90ab0-d72b-4b5f-a979-51e7fc1ad660" providerId="ADAL" clId="{45678B7C-760B-4E5A-862E-16721F13A3DE}" dt="2025-11-12T02:54:02.041" v="405"/>
          <ac:graphicFrameMkLst>
            <pc:docMk/>
            <pc:sldMk cId="622379998" sldId="2147482147"/>
            <ac:graphicFrameMk id="4" creationId="{0472E171-D1D3-400C-B416-93D7B68E3795}"/>
          </ac:graphicFrameMkLst>
        </pc:graphicFrameChg>
        <pc:graphicFrameChg chg="mod">
          <ac:chgData name="강주예(JUYE KANG)[juyekang]/사원/제조DX.제조DX솔루션.데이터통합분석팀" userId="95b90ab0-d72b-4b5f-a979-51e7fc1ad660" providerId="ADAL" clId="{45678B7C-760B-4E5A-862E-16721F13A3DE}" dt="2025-11-12T02:54:38.683" v="423"/>
          <ac:graphicFrameMkLst>
            <pc:docMk/>
            <pc:sldMk cId="622379998" sldId="2147482147"/>
            <ac:graphicFrameMk id="14" creationId="{C3470D81-2A51-44B3-A6BB-CD8CA0F3C09D}"/>
          </ac:graphicFrameMkLst>
        </pc:graphicFrameChg>
        <pc:graphicFrameChg chg="mod modGraphic">
          <ac:chgData name="강주예(JUYE KANG)[juyekang]/사원/제조DX.제조DX솔루션.데이터통합분석팀" userId="95b90ab0-d72b-4b5f-a979-51e7fc1ad660" providerId="ADAL" clId="{45678B7C-760B-4E5A-862E-16721F13A3DE}" dt="2025-11-12T02:54:55.630" v="424"/>
          <ac:graphicFrameMkLst>
            <pc:docMk/>
            <pc:sldMk cId="622379998" sldId="2147482147"/>
            <ac:graphicFrameMk id="17" creationId="{13E32185-611D-4FB9-A8E7-E49F2D59E1E0}"/>
          </ac:graphicFrameMkLst>
        </pc:graphicFrameChg>
        <pc:graphicFrameChg chg="mod modGraphic">
          <ac:chgData name="강주예(JUYE KANG)[juyekang]/사원/제조DX.제조DX솔루션.데이터통합분석팀" userId="95b90ab0-d72b-4b5f-a979-51e7fc1ad660" providerId="ADAL" clId="{45678B7C-760B-4E5A-862E-16721F13A3DE}" dt="2025-11-12T04:29:50.186" v="519" actId="20577"/>
          <ac:graphicFrameMkLst>
            <pc:docMk/>
            <pc:sldMk cId="622379998" sldId="2147482147"/>
            <ac:graphicFrameMk id="19" creationId="{3E86696F-E35A-4B06-9B46-63A4A6A986C1}"/>
          </ac:graphicFrameMkLst>
        </pc:graphicFrameChg>
        <pc:picChg chg="del">
          <ac:chgData name="강주예(JUYE KANG)[juyekang]/사원/제조DX.제조DX솔루션.데이터통합분석팀" userId="95b90ab0-d72b-4b5f-a979-51e7fc1ad660" providerId="ADAL" clId="{45678B7C-760B-4E5A-862E-16721F13A3DE}" dt="2025-11-12T02:39:46.084" v="229" actId="478"/>
          <ac:picMkLst>
            <pc:docMk/>
            <pc:sldMk cId="622379998" sldId="2147482147"/>
            <ac:picMk id="6" creationId="{C5BC0802-9CE2-4855-95D9-9B925DD8352E}"/>
          </ac:picMkLst>
        </pc:picChg>
        <pc:picChg chg="del">
          <ac:chgData name="강주예(JUYE KANG)[juyekang]/사원/제조DX.제조DX솔루션.데이터통합분석팀" userId="95b90ab0-d72b-4b5f-a979-51e7fc1ad660" providerId="ADAL" clId="{45678B7C-760B-4E5A-862E-16721F13A3DE}" dt="2025-11-12T02:39:46.892" v="230" actId="478"/>
          <ac:picMkLst>
            <pc:docMk/>
            <pc:sldMk cId="622379998" sldId="2147482147"/>
            <ac:picMk id="13" creationId="{24A709DB-8756-4C98-98FF-17AA8F7B3991}"/>
          </ac:picMkLst>
        </pc:picChg>
        <pc:picChg chg="del">
          <ac:chgData name="강주예(JUYE KANG)[juyekang]/사원/제조DX.제조DX솔루션.데이터통합분석팀" userId="95b90ab0-d72b-4b5f-a979-51e7fc1ad660" providerId="ADAL" clId="{45678B7C-760B-4E5A-862E-16721F13A3DE}" dt="2025-11-12T02:39:47.559" v="231" actId="478"/>
          <ac:picMkLst>
            <pc:docMk/>
            <pc:sldMk cId="622379998" sldId="2147482147"/>
            <ac:picMk id="16" creationId="{37CD23F9-1F98-41D8-AD96-46897FFC1A42}"/>
          </ac:picMkLst>
        </pc:picChg>
      </pc:sldChg>
      <pc:sldChg chg="addSp delSp modSp">
        <pc:chgData name="강주예(JUYE KANG)[juyekang]/사원/제조DX.제조DX솔루션.데이터통합분석팀" userId="95b90ab0-d72b-4b5f-a979-51e7fc1ad660" providerId="ADAL" clId="{45678B7C-760B-4E5A-862E-16721F13A3DE}" dt="2025-11-12T09:17:05.883" v="2003" actId="20577"/>
        <pc:sldMkLst>
          <pc:docMk/>
          <pc:sldMk cId="316395411" sldId="2147482169"/>
        </pc:sldMkLst>
        <pc:graphicFrameChg chg="mod modGraphic">
          <ac:chgData name="강주예(JUYE KANG)[juyekang]/사원/제조DX.제조DX솔루션.데이터통합분석팀" userId="95b90ab0-d72b-4b5f-a979-51e7fc1ad660" providerId="ADAL" clId="{45678B7C-760B-4E5A-862E-16721F13A3DE}" dt="2025-11-12T09:17:05.883" v="2003" actId="20577"/>
          <ac:graphicFrameMkLst>
            <pc:docMk/>
            <pc:sldMk cId="316395411" sldId="2147482169"/>
            <ac:graphicFrameMk id="19" creationId="{4485889C-7C23-1E44-3F44-63DAC7688EA0}"/>
          </ac:graphicFrameMkLst>
        </pc:graphicFrameChg>
        <pc:picChg chg="add del mod">
          <ac:chgData name="강주예(JUYE KANG)[juyekang]/사원/제조DX.제조DX솔루션.데이터통합분석팀" userId="95b90ab0-d72b-4b5f-a979-51e7fc1ad660" providerId="ADAL" clId="{45678B7C-760B-4E5A-862E-16721F13A3DE}" dt="2025-11-12T08:51:23.637" v="1204" actId="478"/>
          <ac:picMkLst>
            <pc:docMk/>
            <pc:sldMk cId="316395411" sldId="2147482169"/>
            <ac:picMk id="2" creationId="{D2F6E858-E9B5-4279-BA91-401978B8EAC9}"/>
          </ac:picMkLst>
        </pc:picChg>
        <pc:picChg chg="add del mod">
          <ac:chgData name="강주예(JUYE KANG)[juyekang]/사원/제조DX.제조DX솔루션.데이터통합분석팀" userId="95b90ab0-d72b-4b5f-a979-51e7fc1ad660" providerId="ADAL" clId="{45678B7C-760B-4E5A-862E-16721F13A3DE}" dt="2025-11-12T08:51:24.061" v="1205" actId="478"/>
          <ac:picMkLst>
            <pc:docMk/>
            <pc:sldMk cId="316395411" sldId="2147482169"/>
            <ac:picMk id="3" creationId="{D9F3F6E8-1615-4AAA-B3B8-35B0502EDB63}"/>
          </ac:picMkLst>
        </pc:picChg>
        <pc:picChg chg="add mod ord">
          <ac:chgData name="강주예(JUYE KANG)[juyekang]/사원/제조DX.제조DX솔루션.데이터통합분석팀" userId="95b90ab0-d72b-4b5f-a979-51e7fc1ad660" providerId="ADAL" clId="{45678B7C-760B-4E5A-862E-16721F13A3DE}" dt="2025-11-12T08:55:03.877" v="1276" actId="1076"/>
          <ac:picMkLst>
            <pc:docMk/>
            <pc:sldMk cId="316395411" sldId="2147482169"/>
            <ac:picMk id="5" creationId="{1B9619B9-8BCC-4303-98E3-3A519D185A48}"/>
          </ac:picMkLst>
        </pc:picChg>
        <pc:picChg chg="add mod ord">
          <ac:chgData name="강주예(JUYE KANG)[juyekang]/사원/제조DX.제조DX솔루션.데이터통합분석팀" userId="95b90ab0-d72b-4b5f-a979-51e7fc1ad660" providerId="ADAL" clId="{45678B7C-760B-4E5A-862E-16721F13A3DE}" dt="2025-11-12T08:55:03.877" v="1276" actId="1076"/>
          <ac:picMkLst>
            <pc:docMk/>
            <pc:sldMk cId="316395411" sldId="2147482169"/>
            <ac:picMk id="7" creationId="{08328686-AB22-4274-996C-31931B26AB2F}"/>
          </ac:picMkLst>
        </pc:picChg>
      </pc:sldChg>
      <pc:sldChg chg="modSp add">
        <pc:chgData name="강주예(JUYE KANG)[juyekang]/사원/제조DX.제조DX솔루션.데이터통합분석팀" userId="95b90ab0-d72b-4b5f-a979-51e7fc1ad660" providerId="ADAL" clId="{45678B7C-760B-4E5A-862E-16721F13A3DE}" dt="2025-11-12T04:29:41.907" v="518" actId="20577"/>
        <pc:sldMkLst>
          <pc:docMk/>
          <pc:sldMk cId="1233649719" sldId="2147482170"/>
        </pc:sldMkLst>
        <pc:graphicFrameChg chg="mod">
          <ac:chgData name="강주예(JUYE KANG)[juyekang]/사원/제조DX.제조DX솔루션.데이터통합분석팀" userId="95b90ab0-d72b-4b5f-a979-51e7fc1ad660" providerId="ADAL" clId="{45678B7C-760B-4E5A-862E-16721F13A3DE}" dt="2025-11-12T02:53:22.977" v="403"/>
          <ac:graphicFrameMkLst>
            <pc:docMk/>
            <pc:sldMk cId="1233649719" sldId="2147482170"/>
            <ac:graphicFrameMk id="4" creationId="{0472E171-D1D3-400C-B416-93D7B68E3795}"/>
          </ac:graphicFrameMkLst>
        </pc:graphicFrameChg>
        <pc:graphicFrameChg chg="modGraphic">
          <ac:chgData name="강주예(JUYE KANG)[juyekang]/사원/제조DX.제조DX솔루션.데이터통합분석팀" userId="95b90ab0-d72b-4b5f-a979-51e7fc1ad660" providerId="ADAL" clId="{45678B7C-760B-4E5A-862E-16721F13A3DE}" dt="2025-11-12T04:28:42.344" v="497" actId="20577"/>
          <ac:graphicFrameMkLst>
            <pc:docMk/>
            <pc:sldMk cId="1233649719" sldId="2147482170"/>
            <ac:graphicFrameMk id="14" creationId="{C3470D81-2A51-44B3-A6BB-CD8CA0F3C09D}"/>
          </ac:graphicFrameMkLst>
        </pc:graphicFrameChg>
        <pc:graphicFrameChg chg="mod">
          <ac:chgData name="강주예(JUYE KANG)[juyekang]/사원/제조DX.제조DX솔루션.데이터통합분석팀" userId="95b90ab0-d72b-4b5f-a979-51e7fc1ad660" providerId="ADAL" clId="{45678B7C-760B-4E5A-862E-16721F13A3DE}" dt="2025-11-12T02:54:22.071" v="420"/>
          <ac:graphicFrameMkLst>
            <pc:docMk/>
            <pc:sldMk cId="1233649719" sldId="2147482170"/>
            <ac:graphicFrameMk id="17" creationId="{13E32185-611D-4FB9-A8E7-E49F2D59E1E0}"/>
          </ac:graphicFrameMkLst>
        </pc:graphicFrameChg>
        <pc:graphicFrameChg chg="modGraphic">
          <ac:chgData name="강주예(JUYE KANG)[juyekang]/사원/제조DX.제조DX솔루션.데이터통합분석팀" userId="95b90ab0-d72b-4b5f-a979-51e7fc1ad660" providerId="ADAL" clId="{45678B7C-760B-4E5A-862E-16721F13A3DE}" dt="2025-11-12T04:29:41.907" v="518" actId="20577"/>
          <ac:graphicFrameMkLst>
            <pc:docMk/>
            <pc:sldMk cId="1233649719" sldId="2147482170"/>
            <ac:graphicFrameMk id="19" creationId="{3E86696F-E35A-4B06-9B46-63A4A6A986C1}"/>
          </ac:graphicFrameMkLst>
        </pc:graphicFrameChg>
      </pc:sldChg>
    </pc:docChg>
  </pc:docChgLst>
  <pc:docChgLst>
    <pc:chgData name="전기영(GIYEONG JEON)[jeongy]/책임/제조DX.제조DX솔루션.롤맵기술팀" userId="9bc6f0c3-3ae2-4a3b-ab31-c290bb6ed01a" providerId="ADAL" clId="{1042EA6A-4F36-42D0-99CC-7A29292217AD}"/>
    <pc:docChg chg="modSld">
      <pc:chgData name="전기영(GIYEONG JEON)[jeongy]/책임/제조DX.제조DX솔루션.롤맵기술팀" userId="9bc6f0c3-3ae2-4a3b-ab31-c290bb6ed01a" providerId="ADAL" clId="{1042EA6A-4F36-42D0-99CC-7A29292217AD}" dt="2025-11-26T07:08:07.400" v="514" actId="20577"/>
      <pc:docMkLst>
        <pc:docMk/>
      </pc:docMkLst>
      <pc:sldChg chg="modSp">
        <pc:chgData name="전기영(GIYEONG JEON)[jeongy]/책임/제조DX.제조DX솔루션.롤맵기술팀" userId="9bc6f0c3-3ae2-4a3b-ab31-c290bb6ed01a" providerId="ADAL" clId="{1042EA6A-4F36-42D0-99CC-7A29292217AD}" dt="2025-11-26T07:03:27.939" v="4"/>
        <pc:sldMkLst>
          <pc:docMk/>
          <pc:sldMk cId="2838777384" sldId="1924"/>
        </pc:sldMkLst>
        <pc:spChg chg="mod">
          <ac:chgData name="전기영(GIYEONG JEON)[jeongy]/책임/제조DX.제조DX솔루션.롤맵기술팀" userId="9bc6f0c3-3ae2-4a3b-ab31-c290bb6ed01a" providerId="ADAL" clId="{1042EA6A-4F36-42D0-99CC-7A29292217AD}" dt="2025-11-26T07:03:27.939" v="4"/>
          <ac:spMkLst>
            <pc:docMk/>
            <pc:sldMk cId="2838777384" sldId="1924"/>
            <ac:spMk id="26" creationId="{4B851281-5337-41CE-8F52-BF731257E53C}"/>
          </ac:spMkLst>
        </pc:spChg>
      </pc:sldChg>
      <pc:sldChg chg="modSp">
        <pc:chgData name="전기영(GIYEONG JEON)[jeongy]/책임/제조DX.제조DX솔루션.롤맵기술팀" userId="9bc6f0c3-3ae2-4a3b-ab31-c290bb6ed01a" providerId="ADAL" clId="{1042EA6A-4F36-42D0-99CC-7A29292217AD}" dt="2025-11-26T07:08:07.400" v="514" actId="20577"/>
        <pc:sldMkLst>
          <pc:docMk/>
          <pc:sldMk cId="3266697761" sldId="2278"/>
        </pc:sldMkLst>
        <pc:spChg chg="mod">
          <ac:chgData name="전기영(GIYEONG JEON)[jeongy]/책임/제조DX.제조DX솔루션.롤맵기술팀" userId="9bc6f0c3-3ae2-4a3b-ab31-c290bb6ed01a" providerId="ADAL" clId="{1042EA6A-4F36-42D0-99CC-7A29292217AD}" dt="2025-11-26T07:08:07.400" v="514" actId="20577"/>
          <ac:spMkLst>
            <pc:docMk/>
            <pc:sldMk cId="3266697761" sldId="2278"/>
            <ac:spMk id="18" creationId="{FC55D7C3-19BB-417C-88D2-249E3D408DED}"/>
          </ac:spMkLst>
        </pc:spChg>
      </pc:sldChg>
      <pc:sldChg chg="modSp">
        <pc:chgData name="전기영(GIYEONG JEON)[jeongy]/책임/제조DX.제조DX솔루션.롤맵기술팀" userId="9bc6f0c3-3ae2-4a3b-ab31-c290bb6ed01a" providerId="ADAL" clId="{1042EA6A-4F36-42D0-99CC-7A29292217AD}" dt="2025-11-26T07:03:22.677" v="3" actId="20577"/>
        <pc:sldMkLst>
          <pc:docMk/>
          <pc:sldMk cId="2387407934" sldId="2147481881"/>
        </pc:sldMkLst>
        <pc:spChg chg="mod">
          <ac:chgData name="전기영(GIYEONG JEON)[jeongy]/책임/제조DX.제조DX솔루션.롤맵기술팀" userId="9bc6f0c3-3ae2-4a3b-ab31-c290bb6ed01a" providerId="ADAL" clId="{1042EA6A-4F36-42D0-99CC-7A29292217AD}" dt="2025-11-26T07:03:22.677" v="3" actId="20577"/>
          <ac:spMkLst>
            <pc:docMk/>
            <pc:sldMk cId="2387407934" sldId="2147481881"/>
            <ac:spMk id="82" creationId="{6E629A8E-DFC1-46F5-86E9-DF516FCEBFAD}"/>
          </ac:spMkLst>
        </pc:spChg>
      </pc:sldChg>
      <pc:sldChg chg="modSp">
        <pc:chgData name="전기영(GIYEONG JEON)[jeongy]/책임/제조DX.제조DX솔루션.롤맵기술팀" userId="9bc6f0c3-3ae2-4a3b-ab31-c290bb6ed01a" providerId="ADAL" clId="{1042EA6A-4F36-42D0-99CC-7A29292217AD}" dt="2025-11-26T07:03:32.210" v="5"/>
        <pc:sldMkLst>
          <pc:docMk/>
          <pc:sldMk cId="2260942690" sldId="2147481980"/>
        </pc:sldMkLst>
        <pc:spChg chg="mod">
          <ac:chgData name="전기영(GIYEONG JEON)[jeongy]/책임/제조DX.제조DX솔루션.롤맵기술팀" userId="9bc6f0c3-3ae2-4a3b-ab31-c290bb6ed01a" providerId="ADAL" clId="{1042EA6A-4F36-42D0-99CC-7A29292217AD}" dt="2025-11-26T07:03:32.210" v="5"/>
          <ac:spMkLst>
            <pc:docMk/>
            <pc:sldMk cId="2260942690" sldId="2147481980"/>
            <ac:spMk id="32" creationId="{1B2F6CE2-670B-40AF-B5DB-D7558578C8A2}"/>
          </ac:spMkLst>
        </pc:spChg>
      </pc:sldChg>
    </pc:docChg>
  </pc:docChgLst>
  <pc:docChgLst>
    <pc:chgData name="최이범(EEBEOM CHOI)[doublebeom]/팀장/제조DX.제조DX솔루션.롤맵기술팀" userId="50343a84-4243-4043-8b92-761bb93d09e0" providerId="ADAL" clId="{0A187F56-8023-49E3-AC41-6A2B067190FC}"/>
    <pc:docChg chg="undo custSel modSld">
      <pc:chgData name="최이범(EEBEOM CHOI)[doublebeom]/팀장/제조DX.제조DX솔루션.롤맵기술팀" userId="50343a84-4243-4043-8b92-761bb93d09e0" providerId="ADAL" clId="{0A187F56-8023-49E3-AC41-6A2B067190FC}" dt="2025-12-04T04:41:44.555" v="2" actId="478"/>
      <pc:docMkLst>
        <pc:docMk/>
      </pc:docMkLst>
      <pc:sldChg chg="addSp delSp mod">
        <pc:chgData name="최이범(EEBEOM CHOI)[doublebeom]/팀장/제조DX.제조DX솔루션.롤맵기술팀" userId="50343a84-4243-4043-8b92-761bb93d09e0" providerId="ADAL" clId="{0A187F56-8023-49E3-AC41-6A2B067190FC}" dt="2025-12-04T04:41:44.555" v="2" actId="478"/>
        <pc:sldMkLst>
          <pc:docMk/>
          <pc:sldMk cId="3266697761" sldId="2278"/>
        </pc:sldMkLst>
        <pc:spChg chg="del">
          <ac:chgData name="최이범(EEBEOM CHOI)[doublebeom]/팀장/제조DX.제조DX솔루션.롤맵기술팀" userId="50343a84-4243-4043-8b92-761bb93d09e0" providerId="ADAL" clId="{0A187F56-8023-49E3-AC41-6A2B067190FC}" dt="2025-12-04T04:41:44.555" v="2" actId="478"/>
          <ac:spMkLst>
            <pc:docMk/>
            <pc:sldMk cId="3266697761" sldId="2278"/>
            <ac:spMk id="4" creationId="{8930AE97-A768-8E32-ABD2-5390712E93A2}"/>
          </ac:spMkLst>
        </pc:spChg>
        <pc:spChg chg="add del">
          <ac:chgData name="최이범(EEBEOM CHOI)[doublebeom]/팀장/제조DX.제조DX솔루션.롤맵기술팀" userId="50343a84-4243-4043-8b92-761bb93d09e0" providerId="ADAL" clId="{0A187F56-8023-49E3-AC41-6A2B067190FC}" dt="2025-12-04T04:41:40.369" v="1" actId="478"/>
          <ac:spMkLst>
            <pc:docMk/>
            <pc:sldMk cId="3266697761" sldId="2278"/>
            <ac:spMk id="18" creationId="{FC55D7C3-19BB-417C-88D2-249E3D408DED}"/>
          </ac:spMkLst>
        </pc:spChg>
      </pc:sldChg>
    </pc:docChg>
  </pc:docChgLst>
  <pc:docChgLst>
    <pc:chgData name="조현우(HYEONWOO CHO)[recoiner]/선임/제조DX.제조DX솔루션.셀추적기술팀" userId="S::recoiner@lgensol.com::c7996fdb-9092-4875-8c6f-a0f02242852c" providerId="AD" clId="Web-{7583546A-299E-43E9-A690-FA916B5C254B}"/>
    <pc:docChg chg="modSld">
      <pc:chgData name="조현우(HYEONWOO CHO)[recoiner]/선임/제조DX.제조DX솔루션.셀추적기술팀" userId="S::recoiner@lgensol.com::c7996fdb-9092-4875-8c6f-a0f02242852c" providerId="AD" clId="Web-{7583546A-299E-43E9-A690-FA916B5C254B}" dt="2025-10-14T02:00:27.069" v="12" actId="1076"/>
      <pc:docMkLst>
        <pc:docMk/>
      </pc:docMkLst>
    </pc:docChg>
  </pc:docChgLst>
  <pc:docChgLst>
    <pc:chgData name="김민희 " userId="d494d07f-6512-440f-b92e-289b650ee4e9" providerId="ADAL" clId="{462288FA-AB0E-4AB9-8EB0-BA2F2EC43077}"/>
    <pc:docChg chg="undo custSel modSld">
      <pc:chgData name="김민희 " userId="d494d07f-6512-440f-b92e-289b650ee4e9" providerId="ADAL" clId="{462288FA-AB0E-4AB9-8EB0-BA2F2EC43077}" dt="2025-10-29T06:42:13.128" v="3247" actId="20577"/>
      <pc:docMkLst>
        <pc:docMk/>
      </pc:docMkLst>
      <pc:sldChg chg="modSp">
        <pc:chgData name="김민희 " userId="d494d07f-6512-440f-b92e-289b650ee4e9" providerId="ADAL" clId="{462288FA-AB0E-4AB9-8EB0-BA2F2EC43077}" dt="2025-10-29T06:42:13.128" v="3247" actId="20577"/>
        <pc:sldMkLst>
          <pc:docMk/>
          <pc:sldMk cId="710661984" sldId="2147482065"/>
        </pc:sldMkLst>
      </pc:sldChg>
    </pc:docChg>
  </pc:docChgLst>
  <pc:docChgLst>
    <pc:chgData name="이성규 " userId="98dcb10c-4041-40a2-af36-ccf93803936b" providerId="ADAL" clId="{2E7EE4E3-9308-4451-86B1-A416F95FE11F}"/>
    <pc:docChg chg="custSel modSld">
      <pc:chgData name="이성규 " userId="98dcb10c-4041-40a2-af36-ccf93803936b" providerId="ADAL" clId="{2E7EE4E3-9308-4451-86B1-A416F95FE11F}" dt="2025-11-12T01:01:43.096" v="175" actId="1076"/>
      <pc:docMkLst>
        <pc:docMk/>
      </pc:docMkLst>
    </pc:docChg>
  </pc:docChgLst>
  <pc:docChgLst>
    <pc:chgData name="안태규(TAEKYU AN)[bigatk]/책임/제조DX.제조DX솔루션.롤맵기술팀" userId="S::bigatk@lgensol.com::dea7995d-94bc-4ef6-a5a4-edf7a1472420" providerId="AD" clId="Web-{0CCA3304-7BB6-A83B-3A35-67492EC9CED4}"/>
    <pc:docChg chg="modSld">
      <pc:chgData name="안태규(TAEKYU AN)[bigatk]/책임/제조DX.제조DX솔루션.롤맵기술팀" userId="S::bigatk@lgensol.com::dea7995d-94bc-4ef6-a5a4-edf7a1472420" providerId="AD" clId="Web-{0CCA3304-7BB6-A83B-3A35-67492EC9CED4}" dt="2025-12-03T05:16:38.609" v="368"/>
      <pc:docMkLst>
        <pc:docMk/>
      </pc:docMkLst>
      <pc:sldChg chg="modSp">
        <pc:chgData name="안태규(TAEKYU AN)[bigatk]/책임/제조DX.제조DX솔루션.롤맵기술팀" userId="S::bigatk@lgensol.com::dea7995d-94bc-4ef6-a5a4-edf7a1472420" providerId="AD" clId="Web-{0CCA3304-7BB6-A83B-3A35-67492EC9CED4}" dt="2025-12-03T05:11:01.290" v="175"/>
        <pc:sldMkLst>
          <pc:docMk/>
          <pc:sldMk cId="3590236053" sldId="2147481921"/>
        </pc:sldMkLst>
        <pc:spChg chg="mod">
          <ac:chgData name="안태규(TAEKYU AN)[bigatk]/책임/제조DX.제조DX솔루션.롤맵기술팀" userId="S::bigatk@lgensol.com::dea7995d-94bc-4ef6-a5a4-edf7a1472420" providerId="AD" clId="Web-{0CCA3304-7BB6-A83B-3A35-67492EC9CED4}" dt="2025-12-03T05:10:23.586" v="171" actId="20577"/>
          <ac:spMkLst>
            <pc:docMk/>
            <pc:sldMk cId="3590236053" sldId="2147481921"/>
            <ac:spMk id="18" creationId="{72943F47-EAEA-4391-A2BC-C7C33A8E8CFD}"/>
          </ac:spMkLst>
        </pc:spChg>
        <pc:spChg chg="mod">
          <ac:chgData name="안태규(TAEKYU AN)[bigatk]/책임/제조DX.제조DX솔루션.롤맵기술팀" userId="S::bigatk@lgensol.com::dea7995d-94bc-4ef6-a5a4-edf7a1472420" providerId="AD" clId="Web-{0CCA3304-7BB6-A83B-3A35-67492EC9CED4}" dt="2025-12-03T05:10:03.678" v="162" actId="20577"/>
          <ac:spMkLst>
            <pc:docMk/>
            <pc:sldMk cId="3590236053" sldId="2147481921"/>
            <ac:spMk id="19" creationId="{1CE4A1AF-5D49-43F9-9F31-E88EAE372D41}"/>
          </ac:spMkLst>
        </pc:spChg>
        <pc:graphicFrameChg chg="mod modGraphic">
          <ac:chgData name="안태규(TAEKYU AN)[bigatk]/책임/제조DX.제조DX솔루션.롤맵기술팀" userId="S::bigatk@lgensol.com::dea7995d-94bc-4ef6-a5a4-edf7a1472420" providerId="AD" clId="Web-{0CCA3304-7BB6-A83B-3A35-67492EC9CED4}" dt="2025-12-03T05:11:01.290" v="175"/>
          <ac:graphicFrameMkLst>
            <pc:docMk/>
            <pc:sldMk cId="3590236053" sldId="2147481921"/>
            <ac:graphicFrameMk id="3" creationId="{3E86696F-E35A-4B06-9B46-63A4A6A986C1}"/>
          </ac:graphicFrameMkLst>
        </pc:graphicFrameChg>
      </pc:sldChg>
      <pc:sldChg chg="modSp">
        <pc:chgData name="안태규(TAEKYU AN)[bigatk]/책임/제조DX.제조DX솔루션.롤맵기술팀" userId="S::bigatk@lgensol.com::dea7995d-94bc-4ef6-a5a4-edf7a1472420" providerId="AD" clId="Web-{0CCA3304-7BB6-A83B-3A35-67492EC9CED4}" dt="2025-12-03T05:13:06.714" v="224" actId="20577"/>
        <pc:sldMkLst>
          <pc:docMk/>
          <pc:sldMk cId="3052076470" sldId="2147482071"/>
        </pc:sldMkLst>
        <pc:spChg chg="mod">
          <ac:chgData name="안태규(TAEKYU AN)[bigatk]/책임/제조DX.제조DX솔루션.롤맵기술팀" userId="S::bigatk@lgensol.com::dea7995d-94bc-4ef6-a5a4-edf7a1472420" providerId="AD" clId="Web-{0CCA3304-7BB6-A83B-3A35-67492EC9CED4}" dt="2025-12-03T05:13:06.714" v="224" actId="20577"/>
          <ac:spMkLst>
            <pc:docMk/>
            <pc:sldMk cId="3052076470" sldId="2147482071"/>
            <ac:spMk id="18" creationId="{72943F47-EAEA-4391-A2BC-C7C33A8E8CFD}"/>
          </ac:spMkLst>
        </pc:spChg>
        <pc:spChg chg="mod">
          <ac:chgData name="안태규(TAEKYU AN)[bigatk]/책임/제조DX.제조DX솔루션.롤맵기술팀" userId="S::bigatk@lgensol.com::dea7995d-94bc-4ef6-a5a4-edf7a1472420" providerId="AD" clId="Web-{0CCA3304-7BB6-A83B-3A35-67492EC9CED4}" dt="2025-12-03T05:12:55.120" v="219" actId="14100"/>
          <ac:spMkLst>
            <pc:docMk/>
            <pc:sldMk cId="3052076470" sldId="2147482071"/>
            <ac:spMk id="19" creationId="{1CE4A1AF-5D49-43F9-9F31-E88EAE372D41}"/>
          </ac:spMkLst>
        </pc:spChg>
        <pc:graphicFrameChg chg="mod modGraphic">
          <ac:chgData name="안태규(TAEKYU AN)[bigatk]/책임/제조DX.제조DX솔루션.롤맵기술팀" userId="S::bigatk@lgensol.com::dea7995d-94bc-4ef6-a5a4-edf7a1472420" providerId="AD" clId="Web-{0CCA3304-7BB6-A83B-3A35-67492EC9CED4}" dt="2025-12-03T05:12:19.370" v="207"/>
          <ac:graphicFrameMkLst>
            <pc:docMk/>
            <pc:sldMk cId="3052076470" sldId="2147482071"/>
            <ac:graphicFrameMk id="11" creationId="{C66F9B45-D343-4DF8-ABA9-D48571FAC964}"/>
          </ac:graphicFrameMkLst>
        </pc:graphicFrameChg>
      </pc:sldChg>
      <pc:sldChg chg="modSp">
        <pc:chgData name="안태규(TAEKYU AN)[bigatk]/책임/제조DX.제조DX솔루션.롤맵기술팀" userId="S::bigatk@lgensol.com::dea7995d-94bc-4ef6-a5a4-edf7a1472420" providerId="AD" clId="Web-{0CCA3304-7BB6-A83B-3A35-67492EC9CED4}" dt="2025-12-03T05:07:58.607" v="154"/>
        <pc:sldMkLst>
          <pc:docMk/>
          <pc:sldMk cId="1623035640" sldId="2147482093"/>
        </pc:sldMkLst>
        <pc:spChg chg="mod">
          <ac:chgData name="안태규(TAEKYU AN)[bigatk]/책임/제조DX.제조DX솔루션.롤맵기술팀" userId="S::bigatk@lgensol.com::dea7995d-94bc-4ef6-a5a4-edf7a1472420" providerId="AD" clId="Web-{0CCA3304-7BB6-A83B-3A35-67492EC9CED4}" dt="2025-12-03T05:05:51.624" v="26" actId="20577"/>
          <ac:spMkLst>
            <pc:docMk/>
            <pc:sldMk cId="1623035640" sldId="2147482093"/>
            <ac:spMk id="18" creationId="{A7F473DF-C875-A323-6679-F5CA881CD9C4}"/>
          </ac:spMkLst>
        </pc:spChg>
        <pc:spChg chg="mod">
          <ac:chgData name="안태규(TAEKYU AN)[bigatk]/책임/제조DX.제조DX솔루션.롤맵기술팀" userId="S::bigatk@lgensol.com::dea7995d-94bc-4ef6-a5a4-edf7a1472420" providerId="AD" clId="Web-{0CCA3304-7BB6-A83B-3A35-67492EC9CED4}" dt="2025-12-03T05:05:43.608" v="19" actId="20577"/>
          <ac:spMkLst>
            <pc:docMk/>
            <pc:sldMk cId="1623035640" sldId="2147482093"/>
            <ac:spMk id="19" creationId="{181BB3BC-BAA3-4609-4FF8-2AC6178B2FD9}"/>
          </ac:spMkLst>
        </pc:spChg>
        <pc:graphicFrameChg chg="mod modGraphic">
          <ac:chgData name="안태규(TAEKYU AN)[bigatk]/책임/제조DX.제조DX솔루션.롤맵기술팀" userId="S::bigatk@lgensol.com::dea7995d-94bc-4ef6-a5a4-edf7a1472420" providerId="AD" clId="Web-{0CCA3304-7BB6-A83B-3A35-67492EC9CED4}" dt="2025-12-03T05:07:58.607" v="154"/>
          <ac:graphicFrameMkLst>
            <pc:docMk/>
            <pc:sldMk cId="1623035640" sldId="2147482093"/>
            <ac:graphicFrameMk id="3" creationId="{688BD945-555D-E069-F619-02973A6A481F}"/>
          </ac:graphicFrameMkLst>
        </pc:graphicFrameChg>
      </pc:sldChg>
      <pc:sldChg chg="modSp">
        <pc:chgData name="안태규(TAEKYU AN)[bigatk]/책임/제조DX.제조DX솔루션.롤맵기술팀" userId="S::bigatk@lgensol.com::dea7995d-94bc-4ef6-a5a4-edf7a1472420" providerId="AD" clId="Web-{0CCA3304-7BB6-A83B-3A35-67492EC9CED4}" dt="2025-12-03T05:16:38.609" v="368"/>
        <pc:sldMkLst>
          <pc:docMk/>
          <pc:sldMk cId="1159326832" sldId="2147482102"/>
        </pc:sldMkLst>
        <pc:spChg chg="mod">
          <ac:chgData name="안태규(TAEKYU AN)[bigatk]/책임/제조DX.제조DX솔루션.롤맵기술팀" userId="S::bigatk@lgensol.com::dea7995d-94bc-4ef6-a5a4-edf7a1472420" providerId="AD" clId="Web-{0CCA3304-7BB6-A83B-3A35-67492EC9CED4}" dt="2025-12-03T05:11:27.603" v="199" actId="20577"/>
          <ac:spMkLst>
            <pc:docMk/>
            <pc:sldMk cId="1159326832" sldId="2147482102"/>
            <ac:spMk id="18" creationId="{1891B744-4803-4B69-1352-A6C4DA4EEE93}"/>
          </ac:spMkLst>
        </pc:spChg>
        <pc:spChg chg="mod">
          <ac:chgData name="안태규(TAEKYU AN)[bigatk]/책임/제조DX.제조DX솔루션.롤맵기술팀" userId="S::bigatk@lgensol.com::dea7995d-94bc-4ef6-a5a4-edf7a1472420" providerId="AD" clId="Web-{0CCA3304-7BB6-A83B-3A35-67492EC9CED4}" dt="2025-12-03T05:11:18.743" v="194" actId="20577"/>
          <ac:spMkLst>
            <pc:docMk/>
            <pc:sldMk cId="1159326832" sldId="2147482102"/>
            <ac:spMk id="19" creationId="{181B6855-6ED7-ECB5-4F80-88BB0D845731}"/>
          </ac:spMkLst>
        </pc:spChg>
        <pc:graphicFrameChg chg="mod modGraphic">
          <ac:chgData name="안태규(TAEKYU AN)[bigatk]/책임/제조DX.제조DX솔루션.롤맵기술팀" userId="S::bigatk@lgensol.com::dea7995d-94bc-4ef6-a5a4-edf7a1472420" providerId="AD" clId="Web-{0CCA3304-7BB6-A83B-3A35-67492EC9CED4}" dt="2025-12-03T05:16:38.609" v="368"/>
          <ac:graphicFrameMkLst>
            <pc:docMk/>
            <pc:sldMk cId="1159326832" sldId="2147482102"/>
            <ac:graphicFrameMk id="3" creationId="{FD6B18E8-DEC2-01A8-175D-70F1A4B3682F}"/>
          </ac:graphicFrameMkLst>
        </pc:graphicFrameChg>
      </pc:sldChg>
    </pc:docChg>
  </pc:docChgLst>
  <pc:docChgLst>
    <pc:chgData name="정재호(JAEHO JUNG)[jaehojung]/책임/제조DX.제조DX솔루션.롤맵기술팀" userId="29b24f60-0f7d-44b1-87d1-3e99704a1396" providerId="ADAL" clId="{CB8FB9DE-2D65-48AF-B4AD-5809D154A2C0}"/>
    <pc:docChg chg="undo custSel modSld">
      <pc:chgData name="정재호(JAEHO JUNG)[jaehojung]/책임/제조DX.제조DX솔루션.롤맵기술팀" userId="29b24f60-0f7d-44b1-87d1-3e99704a1396" providerId="ADAL" clId="{CB8FB9DE-2D65-48AF-B4AD-5809D154A2C0}" dt="2025-10-29T05:33:39.264" v="1029" actId="20577"/>
      <pc:docMkLst>
        <pc:docMk/>
      </pc:docMkLst>
      <pc:sldChg chg="modSp">
        <pc:chgData name="정재호(JAEHO JUNG)[jaehojung]/책임/제조DX.제조DX솔루션.롤맵기술팀" userId="29b24f60-0f7d-44b1-87d1-3e99704a1396" providerId="ADAL" clId="{CB8FB9DE-2D65-48AF-B4AD-5809D154A2C0}" dt="2025-10-25T00:31:24.460" v="3" actId="20577"/>
        <pc:sldMkLst>
          <pc:docMk/>
          <pc:sldMk cId="2751367990" sldId="746"/>
        </pc:sldMkLst>
        <pc:spChg chg="mod">
          <ac:chgData name="정재호(JAEHO JUNG)[jaehojung]/책임/제조DX.제조DX솔루션.롤맵기술팀" userId="29b24f60-0f7d-44b1-87d1-3e99704a1396" providerId="ADAL" clId="{CB8FB9DE-2D65-48AF-B4AD-5809D154A2C0}" dt="2025-10-25T00:31:24.460" v="3" actId="20577"/>
          <ac:spMkLst>
            <pc:docMk/>
            <pc:sldMk cId="2751367990" sldId="746"/>
            <ac:spMk id="19" creationId="{00000000-0000-0000-0000-000000000000}"/>
          </ac:spMkLst>
        </pc:sp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3128345894" sldId="2181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3128345894" sldId="2181"/>
            <ac:graphicFrameMk id="19" creationId="{27E2D345-B6CE-4ADC-A147-DCFDEFBE886E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823201166" sldId="2147481777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823201166" sldId="2147481777"/>
            <ac:graphicFrameMk id="18" creationId="{55131CA1-94C5-4119-9FFA-B59478564C56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1939008890" sldId="2147481782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1939008890" sldId="2147481782"/>
            <ac:graphicFrameMk id="12" creationId="{C3023DD0-7C43-4203-B5A2-FEE1D52EE026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7:13.196" v="102" actId="207"/>
        <pc:sldMkLst>
          <pc:docMk/>
          <pc:sldMk cId="2448533226" sldId="2147481784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37:13.196" v="102" actId="207"/>
          <ac:graphicFrameMkLst>
            <pc:docMk/>
            <pc:sldMk cId="2448533226" sldId="2147481784"/>
            <ac:graphicFrameMk id="12" creationId="{C3023DD0-7C43-4203-B5A2-FEE1D52EE026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9:42.556" v="139" actId="207"/>
        <pc:sldMkLst>
          <pc:docMk/>
          <pc:sldMk cId="921970639" sldId="2147481788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39:42.556" v="139" actId="207"/>
          <ac:graphicFrameMkLst>
            <pc:docMk/>
            <pc:sldMk cId="921970639" sldId="2147481788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2775106084" sldId="2147481796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2775106084" sldId="214748179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9:28.696" v="136" actId="207"/>
        <pc:sldMkLst>
          <pc:docMk/>
          <pc:sldMk cId="317861486" sldId="2147481830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39:28.696" v="136" actId="207"/>
          <ac:graphicFrameMkLst>
            <pc:docMk/>
            <pc:sldMk cId="317861486" sldId="214748183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6:49.977" v="96" actId="207"/>
        <pc:sldMkLst>
          <pc:docMk/>
          <pc:sldMk cId="2808239855" sldId="2147481841"/>
        </pc:sldMkLst>
        <pc:spChg chg="mod">
          <ac:chgData name="정재호(JAEHO JUNG)[jaehojung]/책임/제조DX.제조DX솔루션.롤맵기술팀" userId="29b24f60-0f7d-44b1-87d1-3e99704a1396" providerId="ADAL" clId="{CB8FB9DE-2D65-48AF-B4AD-5809D154A2C0}" dt="2025-10-25T00:36:49.977" v="96" actId="207"/>
          <ac:spMkLst>
            <pc:docMk/>
            <pc:sldMk cId="2808239855" sldId="2147481841"/>
            <ac:spMk id="21" creationId="{4C3181BD-8769-4C0D-8973-C9F2BE0DC598}"/>
          </ac:spMkLst>
        </pc:spChg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2808239855" sldId="2147481841"/>
            <ac:graphicFrameMk id="13" creationId="{F757E1E4-6685-4945-A4F6-DAED56351FB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3560242218" sldId="2147481893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3560242218" sldId="2147481893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4156727770" sldId="2147481900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4156727770" sldId="2147481900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47.351" v="9" actId="207"/>
        <pc:sldMkLst>
          <pc:docMk/>
          <pc:sldMk cId="4145388933" sldId="2147481913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32:47.351" v="9" actId="207"/>
          <ac:graphicFrameMkLst>
            <pc:docMk/>
            <pc:sldMk cId="4145388933" sldId="214748191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3:07.273" v="14" actId="207"/>
        <pc:sldMkLst>
          <pc:docMk/>
          <pc:sldMk cId="760095899" sldId="2147481914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33:07.273" v="14" actId="207"/>
          <ac:graphicFrameMkLst>
            <pc:docMk/>
            <pc:sldMk cId="760095899" sldId="214748191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3:18.476" v="19" actId="207"/>
        <pc:sldMkLst>
          <pc:docMk/>
          <pc:sldMk cId="1894137771" sldId="2147481918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33:18.476" v="19" actId="207"/>
          <ac:graphicFrameMkLst>
            <pc:docMk/>
            <pc:sldMk cId="1894137771" sldId="2147481918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3:33.976" v="25" actId="207"/>
        <pc:sldMkLst>
          <pc:docMk/>
          <pc:sldMk cId="197830340" sldId="2147481920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33:33.976" v="25" actId="207"/>
          <ac:graphicFrameMkLst>
            <pc:docMk/>
            <pc:sldMk cId="197830340" sldId="2147481920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3:40.601" v="28" actId="207"/>
        <pc:sldMkLst>
          <pc:docMk/>
          <pc:sldMk cId="3590236053" sldId="2147481921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33:40.601" v="28" actId="207"/>
          <ac:graphicFrameMkLst>
            <pc:docMk/>
            <pc:sldMk cId="3590236053" sldId="214748192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9T05:33:39.264" v="1029" actId="20577"/>
        <pc:sldMkLst>
          <pc:docMk/>
          <pc:sldMk cId="170204060" sldId="2147481923"/>
        </pc:sldMkLst>
        <pc:spChg chg="mod">
          <ac:chgData name="정재호(JAEHO JUNG)[jaehojung]/책임/제조DX.제조DX솔루션.롤맵기술팀" userId="29b24f60-0f7d-44b1-87d1-3e99704a1396" providerId="ADAL" clId="{CB8FB9DE-2D65-48AF-B4AD-5809D154A2C0}" dt="2025-10-29T05:28:25.820" v="998" actId="20577"/>
          <ac:spMkLst>
            <pc:docMk/>
            <pc:sldMk cId="170204060" sldId="2147481923"/>
            <ac:spMk id="18" creationId="{72943F47-EAEA-4391-A2BC-C7C33A8E8CFD}"/>
          </ac:spMkLst>
        </pc:spChg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9T05:33:39.264" v="1029" actId="20577"/>
          <ac:graphicFrameMkLst>
            <pc:docMk/>
            <pc:sldMk cId="170204060" sldId="214748192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4:15.898" v="44" actId="207"/>
        <pc:sldMkLst>
          <pc:docMk/>
          <pc:sldMk cId="2994820085" sldId="2147481926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34:15.898" v="44" actId="207"/>
          <ac:graphicFrameMkLst>
            <pc:docMk/>
            <pc:sldMk cId="2994820085" sldId="2147481926"/>
            <ac:graphicFrameMk id="11" creationId="{C66F9B45-D343-4DF8-ABA9-D48571FAC96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3301325517" sldId="2147481928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3301325517" sldId="2147481928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4:20.804" v="45" actId="207"/>
        <pc:sldMkLst>
          <pc:docMk/>
          <pc:sldMk cId="2750834388" sldId="2147481930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34:20.804" v="45" actId="207"/>
          <ac:graphicFrameMkLst>
            <pc:docMk/>
            <pc:sldMk cId="2750834388" sldId="2147481930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6:24.854" v="88" actId="207"/>
        <pc:sldMkLst>
          <pc:docMk/>
          <pc:sldMk cId="1007887036" sldId="2147481943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36:24.854" v="88" actId="207"/>
          <ac:graphicFrameMkLst>
            <pc:docMk/>
            <pc:sldMk cId="1007887036" sldId="2147481943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40:59.337" v="176" actId="207"/>
        <pc:sldMkLst>
          <pc:docMk/>
          <pc:sldMk cId="3942421698" sldId="2147481945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40:59.337" v="176" actId="207"/>
          <ac:graphicFrameMkLst>
            <pc:docMk/>
            <pc:sldMk cId="3942421698" sldId="2147481945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231687253" sldId="2147481951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231687253" sldId="214748195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8:46.684" v="123" actId="207"/>
        <pc:sldMkLst>
          <pc:docMk/>
          <pc:sldMk cId="4208823273" sldId="2147481955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38:46.684" v="123" actId="207"/>
          <ac:graphicFrameMkLst>
            <pc:docMk/>
            <pc:sldMk cId="4208823273" sldId="2147481955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309422038" sldId="2147481959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309422038" sldId="2147481959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3979644057" sldId="2147481961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3979644057" sldId="2147481961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3:57.730" v="36" actId="207"/>
        <pc:sldMkLst>
          <pc:docMk/>
          <pc:sldMk cId="3019991654" sldId="2147481963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33:57.730" v="36" actId="207"/>
          <ac:graphicFrameMkLst>
            <pc:docMk/>
            <pc:sldMk cId="3019991654" sldId="214748196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2437512027" sldId="2147481974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2437512027" sldId="2147481974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3944531596" sldId="2147481982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3944531596" sldId="2147481982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2039431435" sldId="2147481998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2039431435" sldId="2147481998"/>
            <ac:graphicFrameMk id="19" creationId="{6372799A-6D2F-CAB9-A28D-9AE207E27A5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523953427" sldId="2147482003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523953427" sldId="2147482003"/>
            <ac:graphicFrameMk id="19" creationId="{19848739-F2DD-2D37-126B-F820F44BF33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9:36.394" v="137" actId="207"/>
        <pc:sldMkLst>
          <pc:docMk/>
          <pc:sldMk cId="3544279689" sldId="2147482010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39:36.394" v="137" actId="207"/>
          <ac:graphicFrameMkLst>
            <pc:docMk/>
            <pc:sldMk cId="3544279689" sldId="214748201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1840780179" sldId="2147482020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1840780179" sldId="2147482020"/>
            <ac:graphicFrameMk id="23" creationId="{5C18F150-F800-4366-B81F-1DDA815C713E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3413456565" sldId="2147482030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3413456565" sldId="2147482030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7:26.961" v="106" actId="207"/>
        <pc:sldMkLst>
          <pc:docMk/>
          <pc:sldMk cId="863012316" sldId="2147482046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37:26.961" v="106" actId="207"/>
          <ac:graphicFrameMkLst>
            <pc:docMk/>
            <pc:sldMk cId="863012316" sldId="2147482046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3:22.606" v="21" actId="207"/>
        <pc:sldMkLst>
          <pc:docMk/>
          <pc:sldMk cId="2781412765" sldId="2147482059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33:22.606" v="21" actId="207"/>
          <ac:graphicFrameMkLst>
            <pc:docMk/>
            <pc:sldMk cId="2781412765" sldId="2147482059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1403505765" sldId="2147482062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1403505765" sldId="2147482062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3206166957" sldId="2147482063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3206166957" sldId="214748206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525295630" sldId="2147482064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525295630" sldId="214748206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2510186531" sldId="2147482066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2510186531" sldId="214748206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906537507" sldId="2147482067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906537507" sldId="2147482067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3:49.648" v="32" actId="207"/>
        <pc:sldMkLst>
          <pc:docMk/>
          <pc:sldMk cId="3052076470" sldId="2147482071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33:49.648" v="32" actId="207"/>
          <ac:graphicFrameMkLst>
            <pc:docMk/>
            <pc:sldMk cId="3052076470" sldId="2147482071"/>
            <ac:graphicFrameMk id="11" creationId="{C66F9B45-D343-4DF8-ABA9-D48571FAC96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2065805413" sldId="2147482074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2065805413" sldId="214748207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3379836515" sldId="2147482076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3379836515" sldId="214748207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49.710" v="10" actId="207"/>
        <pc:sldMkLst>
          <pc:docMk/>
          <pc:sldMk cId="681262127" sldId="2147482091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32:49.710" v="10" actId="207"/>
          <ac:graphicFrameMkLst>
            <pc:docMk/>
            <pc:sldMk cId="681262127" sldId="214748209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4:29.898" v="48" actId="207"/>
        <pc:sldMkLst>
          <pc:docMk/>
          <pc:sldMk cId="645500483" sldId="2147482092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34:29.898" v="48" actId="207"/>
          <ac:graphicFrameMkLst>
            <pc:docMk/>
            <pc:sldMk cId="645500483" sldId="2147482092"/>
            <ac:graphicFrameMk id="2" creationId="{AA655E7B-33D1-41F9-B470-4F20832661EB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4:24.523" v="46" actId="207"/>
        <pc:sldMkLst>
          <pc:docMk/>
          <pc:sldMk cId="1623035640" sldId="2147482093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34:24.523" v="46" actId="207"/>
          <ac:graphicFrameMkLst>
            <pc:docMk/>
            <pc:sldMk cId="1623035640" sldId="2147482093"/>
            <ac:graphicFrameMk id="3" creationId="{688BD945-555D-E069-F619-02973A6A481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3:44.523" v="30" actId="207"/>
        <pc:sldMkLst>
          <pc:docMk/>
          <pc:sldMk cId="1159326832" sldId="2147482102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33:44.523" v="30" actId="207"/>
          <ac:graphicFrameMkLst>
            <pc:docMk/>
            <pc:sldMk cId="1159326832" sldId="2147482102"/>
            <ac:graphicFrameMk id="3" creationId="{FD6B18E8-DEC2-01A8-175D-70F1A4B3682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4004658893" sldId="2147482110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4004658893" sldId="214748211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1578263784" sldId="2147482114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1578263784" sldId="214748211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8:12.602" v="116" actId="207"/>
        <pc:sldMkLst>
          <pc:docMk/>
          <pc:sldMk cId="1843005666" sldId="2147482119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38:12.602" v="116" actId="207"/>
          <ac:graphicFrameMkLst>
            <pc:docMk/>
            <pc:sldMk cId="1843005666" sldId="214748211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8:26.493" v="120" actId="207"/>
        <pc:sldMkLst>
          <pc:docMk/>
          <pc:sldMk cId="1631578392" sldId="2147482120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38:26.493" v="120" actId="207"/>
          <ac:graphicFrameMkLst>
            <pc:docMk/>
            <pc:sldMk cId="1631578392" sldId="214748212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3164116880" sldId="2147482121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3164116880" sldId="214748212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2:09.841" v="6"/>
        <pc:sldMkLst>
          <pc:docMk/>
          <pc:sldMk cId="199823846" sldId="2147482123"/>
        </pc:sldMkLst>
        <pc:graphicFrameChg chg="mod">
          <ac:chgData name="정재호(JAEHO JUNG)[jaehojung]/책임/제조DX.제조DX솔루션.롤맵기술팀" userId="29b24f60-0f7d-44b1-87d1-3e99704a1396" providerId="ADAL" clId="{CB8FB9DE-2D65-48AF-B4AD-5809D154A2C0}" dt="2025-10-25T00:32:09.841" v="6"/>
          <ac:graphicFrameMkLst>
            <pc:docMk/>
            <pc:sldMk cId="199823846" sldId="214748212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34:27.601" v="47" actId="207"/>
        <pc:sldMkLst>
          <pc:docMk/>
          <pc:sldMk cId="24529797" sldId="2147482142"/>
        </pc:sldMkLst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34:27.601" v="47" actId="207"/>
          <ac:graphicFrameMkLst>
            <pc:docMk/>
            <pc:sldMk cId="24529797" sldId="2147482142"/>
            <ac:graphicFrameMk id="3" creationId="{688BD945-555D-E069-F619-02973A6A481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CB8FB9DE-2D65-48AF-B4AD-5809D154A2C0}" dt="2025-10-25T00:40:14.993" v="160" actId="207"/>
        <pc:sldMkLst>
          <pc:docMk/>
          <pc:sldMk cId="622379998" sldId="2147482147"/>
        </pc:sldMkLst>
        <pc:graphicFrameChg chg="modGraphic">
          <ac:chgData name="정재호(JAEHO JUNG)[jaehojung]/책임/제조DX.제조DX솔루션.롤맵기술팀" userId="29b24f60-0f7d-44b1-87d1-3e99704a1396" providerId="ADAL" clId="{CB8FB9DE-2D65-48AF-B4AD-5809D154A2C0}" dt="2025-10-25T00:40:03.478" v="156" actId="14734"/>
          <ac:graphicFrameMkLst>
            <pc:docMk/>
            <pc:sldMk cId="622379998" sldId="2147482147"/>
            <ac:graphicFrameMk id="17" creationId="{13E32185-611D-4FB9-A8E7-E49F2D59E1E0}"/>
          </ac:graphicFrameMkLst>
        </pc:graphicFrameChg>
        <pc:graphicFrameChg chg="mod modGraphic">
          <ac:chgData name="정재호(JAEHO JUNG)[jaehojung]/책임/제조DX.제조DX솔루션.롤맵기술팀" userId="29b24f60-0f7d-44b1-87d1-3e99704a1396" providerId="ADAL" clId="{CB8FB9DE-2D65-48AF-B4AD-5809D154A2C0}" dt="2025-10-25T00:40:14.993" v="160" actId="207"/>
          <ac:graphicFrameMkLst>
            <pc:docMk/>
            <pc:sldMk cId="622379998" sldId="2147482147"/>
            <ac:graphicFrameMk id="19" creationId="{3E86696F-E35A-4B06-9B46-63A4A6A986C1}"/>
          </ac:graphicFrameMkLst>
        </pc:graphicFrameChg>
      </pc:sldChg>
    </pc:docChg>
  </pc:docChgLst>
  <pc:docChgLst>
    <pc:chgData name="박종현(JONG HYUN PARK)[parkjonghyun]/책임/제조DX.제조DX솔루션.셀추적기술팀" userId="bd556fbe-4056-41f8-81f6-e4b44a6c8ed9" providerId="ADAL" clId="{959C9977-545A-40E7-B2DD-29FDA5A13F4C}"/>
    <pc:docChg chg="undo custSel modSld">
      <pc:chgData name="박종현(JONG HYUN PARK)[parkjonghyun]/책임/제조DX.제조DX솔루션.셀추적기술팀" userId="bd556fbe-4056-41f8-81f6-e4b44a6c8ed9" providerId="ADAL" clId="{959C9977-545A-40E7-B2DD-29FDA5A13F4C}" dt="2025-11-25T08:28:49.954" v="1040" actId="207"/>
      <pc:docMkLst>
        <pc:docMk/>
      </pc:docMkLst>
      <pc:sldChg chg="addSp delSp modSp mod">
        <pc:chgData name="박종현(JONG HYUN PARK)[parkjonghyun]/책임/제조DX.제조DX솔루션.셀추적기술팀" userId="bd556fbe-4056-41f8-81f6-e4b44a6c8ed9" providerId="ADAL" clId="{959C9977-545A-40E7-B2DD-29FDA5A13F4C}" dt="2025-11-25T07:46:02.451" v="978" actId="167"/>
        <pc:sldMkLst>
          <pc:docMk/>
          <pc:sldMk cId="2105941167" sldId="2117"/>
        </pc:sldMkLst>
        <pc:spChg chg="add del mod">
          <ac:chgData name="박종현(JONG HYUN PARK)[parkjonghyun]/책임/제조DX.제조DX솔루션.셀추적기술팀" userId="bd556fbe-4056-41f8-81f6-e4b44a6c8ed9" providerId="ADAL" clId="{959C9977-545A-40E7-B2DD-29FDA5A13F4C}" dt="2025-11-25T07:43:44.985" v="871" actId="478"/>
          <ac:spMkLst>
            <pc:docMk/>
            <pc:sldMk cId="2105941167" sldId="2117"/>
            <ac:spMk id="9" creationId="{C741CF4B-D4E5-0479-7E5C-DF1F0C97D5D5}"/>
          </ac:spMkLst>
        </pc:spChg>
        <pc:spChg chg="add del mod">
          <ac:chgData name="박종현(JONG HYUN PARK)[parkjonghyun]/책임/제조DX.제조DX솔루션.셀추적기술팀" userId="bd556fbe-4056-41f8-81f6-e4b44a6c8ed9" providerId="ADAL" clId="{959C9977-545A-40E7-B2DD-29FDA5A13F4C}" dt="2025-11-25T07:44:32.466" v="960" actId="478"/>
          <ac:spMkLst>
            <pc:docMk/>
            <pc:sldMk cId="2105941167" sldId="2117"/>
            <ac:spMk id="11" creationId="{4F17CBE4-C339-0BFA-AB26-61F5CA4942CA}"/>
          </ac:spMkLst>
        </pc:spChg>
        <pc:spChg chg="add mod ord">
          <ac:chgData name="박종현(JONG HYUN PARK)[parkjonghyun]/책임/제조DX.제조DX솔루션.셀추적기술팀" userId="bd556fbe-4056-41f8-81f6-e4b44a6c8ed9" providerId="ADAL" clId="{959C9977-545A-40E7-B2DD-29FDA5A13F4C}" dt="2025-11-25T07:46:02.451" v="978" actId="167"/>
          <ac:spMkLst>
            <pc:docMk/>
            <pc:sldMk cId="2105941167" sldId="2117"/>
            <ac:spMk id="12" creationId="{A54563DC-EDCA-0021-E543-5078FEB60EB2}"/>
          </ac:spMkLst>
        </pc:spChg>
        <pc:spChg chg="mod ord">
          <ac:chgData name="박종현(JONG HYUN PARK)[parkjonghyun]/책임/제조DX.제조DX솔루션.셀추적기술팀" userId="bd556fbe-4056-41f8-81f6-e4b44a6c8ed9" providerId="ADAL" clId="{959C9977-545A-40E7-B2DD-29FDA5A13F4C}" dt="2025-11-25T07:46:02.451" v="978" actId="167"/>
          <ac:spMkLst>
            <pc:docMk/>
            <pc:sldMk cId="2105941167" sldId="2117"/>
            <ac:spMk id="15" creationId="{622E466A-1303-3208-8134-E605355424B0}"/>
          </ac:spMkLst>
        </pc:spChg>
        <pc:spChg chg="mod">
          <ac:chgData name="박종현(JONG HYUN PARK)[parkjonghyun]/책임/제조DX.제조DX솔루션.셀추적기술팀" userId="bd556fbe-4056-41f8-81f6-e4b44a6c8ed9" providerId="ADAL" clId="{959C9977-545A-40E7-B2DD-29FDA5A13F4C}" dt="2025-11-25T07:44:44.994" v="969" actId="20577"/>
          <ac:spMkLst>
            <pc:docMk/>
            <pc:sldMk cId="2105941167" sldId="2117"/>
            <ac:spMk id="16" creationId="{DF7584FD-2C9D-E56F-32ED-934B8778229E}"/>
          </ac:spMkLst>
        </pc:spChg>
        <pc:spChg chg="mod">
          <ac:chgData name="박종현(JONG HYUN PARK)[parkjonghyun]/책임/제조DX.제조DX솔루션.셀추적기술팀" userId="bd556fbe-4056-41f8-81f6-e4b44a6c8ed9" providerId="ADAL" clId="{959C9977-545A-40E7-B2DD-29FDA5A13F4C}" dt="2025-11-25T06:47:59.669" v="130" actId="207"/>
          <ac:spMkLst>
            <pc:docMk/>
            <pc:sldMk cId="2105941167" sldId="2117"/>
            <ac:spMk id="32" creationId="{9AF4C2BD-080E-8EB2-AF94-93F59A2CFDD3}"/>
          </ac:spMkLst>
        </pc:spChg>
        <pc:spChg chg="del mod">
          <ac:chgData name="박종현(JONG HYUN PARK)[parkjonghyun]/책임/제조DX.제조DX솔루션.셀추적기술팀" userId="bd556fbe-4056-41f8-81f6-e4b44a6c8ed9" providerId="ADAL" clId="{959C9977-545A-40E7-B2DD-29FDA5A13F4C}" dt="2025-11-25T07:32:41.963" v="414" actId="478"/>
          <ac:spMkLst>
            <pc:docMk/>
            <pc:sldMk cId="2105941167" sldId="2117"/>
            <ac:spMk id="34" creationId="{A3A22023-4416-6E05-EDD6-F33281AB9491}"/>
          </ac:spMkLst>
        </pc:spChg>
        <pc:spChg chg="mod">
          <ac:chgData name="박종현(JONG HYUN PARK)[parkjonghyun]/책임/제조DX.제조DX솔루션.셀추적기술팀" userId="bd556fbe-4056-41f8-81f6-e4b44a6c8ed9" providerId="ADAL" clId="{959C9977-545A-40E7-B2DD-29FDA5A13F4C}" dt="2025-11-25T07:38:06.762" v="622" actId="20577"/>
          <ac:spMkLst>
            <pc:docMk/>
            <pc:sldMk cId="2105941167" sldId="2117"/>
            <ac:spMk id="43" creationId="{B5C6CFC0-ED08-7026-4CF4-CC493FEB457B}"/>
          </ac:spMkLst>
        </pc:spChg>
      </pc:sldChg>
      <pc:sldChg chg="modSp mod">
        <pc:chgData name="박종현(JONG HYUN PARK)[parkjonghyun]/책임/제조DX.제조DX솔루션.셀추적기술팀" userId="bd556fbe-4056-41f8-81f6-e4b44a6c8ed9" providerId="ADAL" clId="{959C9977-545A-40E7-B2DD-29FDA5A13F4C}" dt="2025-11-25T06:41:28.440" v="12" actId="207"/>
        <pc:sldMkLst>
          <pc:docMk/>
          <pc:sldMk cId="2130555548" sldId="2147481730"/>
        </pc:sldMkLst>
        <pc:spChg chg="mod">
          <ac:chgData name="박종현(JONG HYUN PARK)[parkjonghyun]/책임/제조DX.제조DX솔루션.셀추적기술팀" userId="bd556fbe-4056-41f8-81f6-e4b44a6c8ed9" providerId="ADAL" clId="{959C9977-545A-40E7-B2DD-29FDA5A13F4C}" dt="2025-11-25T06:41:07.386" v="8"/>
          <ac:spMkLst>
            <pc:docMk/>
            <pc:sldMk cId="2130555548" sldId="2147481730"/>
            <ac:spMk id="19" creationId="{ADF5974A-A7FA-4655-ABC5-EE48FEFF31B0}"/>
          </ac:spMkLst>
        </pc:spChg>
        <pc:spChg chg="mod">
          <ac:chgData name="박종현(JONG HYUN PARK)[parkjonghyun]/책임/제조DX.제조DX솔루션.셀추적기술팀" userId="bd556fbe-4056-41f8-81f6-e4b44a6c8ed9" providerId="ADAL" clId="{959C9977-545A-40E7-B2DD-29FDA5A13F4C}" dt="2025-11-25T06:41:28.440" v="12" actId="207"/>
          <ac:spMkLst>
            <pc:docMk/>
            <pc:sldMk cId="2130555548" sldId="2147481730"/>
            <ac:spMk id="21" creationId="{4C3181BD-8769-4C0D-8973-C9F2BE0DC598}"/>
          </ac:spMkLst>
        </pc:spChg>
      </pc:sldChg>
      <pc:sldChg chg="modSp mod">
        <pc:chgData name="박종현(JONG HYUN PARK)[parkjonghyun]/책임/제조DX.제조DX솔루션.셀추적기술팀" userId="bd556fbe-4056-41f8-81f6-e4b44a6c8ed9" providerId="ADAL" clId="{959C9977-545A-40E7-B2DD-29FDA5A13F4C}" dt="2025-11-25T08:26:55.714" v="1039" actId="20577"/>
        <pc:sldMkLst>
          <pc:docMk/>
          <pc:sldMk cId="1726257096" sldId="2147481882"/>
        </pc:sldMkLst>
        <pc:graphicFrameChg chg="mod modGraphic">
          <ac:chgData name="박종현(JONG HYUN PARK)[parkjonghyun]/책임/제조DX.제조DX솔루션.셀추적기술팀" userId="bd556fbe-4056-41f8-81f6-e4b44a6c8ed9" providerId="ADAL" clId="{959C9977-545A-40E7-B2DD-29FDA5A13F4C}" dt="2025-11-25T08:26:55.714" v="1039" actId="2057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modSp mod modShow">
        <pc:chgData name="박종현(JONG HYUN PARK)[parkjonghyun]/책임/제조DX.제조DX솔루션.셀추적기술팀" userId="bd556fbe-4056-41f8-81f6-e4b44a6c8ed9" providerId="ADAL" clId="{959C9977-545A-40E7-B2DD-29FDA5A13F4C}" dt="2025-11-25T08:28:49.954" v="1040" actId="207"/>
        <pc:sldMkLst>
          <pc:docMk/>
          <pc:sldMk cId="2847513058" sldId="2147481898"/>
        </pc:sldMkLst>
        <pc:spChg chg="mod">
          <ac:chgData name="박종현(JONG HYUN PARK)[parkjonghyun]/책임/제조DX.제조DX솔루션.셀추적기술팀" userId="bd556fbe-4056-41f8-81f6-e4b44a6c8ed9" providerId="ADAL" clId="{959C9977-545A-40E7-B2DD-29FDA5A13F4C}" dt="2025-11-25T06:42:27.460" v="24"/>
          <ac:spMkLst>
            <pc:docMk/>
            <pc:sldMk cId="2847513058" sldId="2147481898"/>
            <ac:spMk id="10" creationId="{FED33F4D-E025-48E2-95AA-BF79E1C3DFD6}"/>
          </ac:spMkLst>
        </pc:spChg>
        <pc:graphicFrameChg chg="modGraphic">
          <ac:chgData name="박종현(JONG HYUN PARK)[parkjonghyun]/책임/제조DX.제조DX솔루션.셀추적기술팀" userId="bd556fbe-4056-41f8-81f6-e4b44a6c8ed9" providerId="ADAL" clId="{959C9977-545A-40E7-B2DD-29FDA5A13F4C}" dt="2025-11-25T08:28:49.954" v="1040" actId="207"/>
          <ac:graphicFrameMkLst>
            <pc:docMk/>
            <pc:sldMk cId="2847513058" sldId="2147481898"/>
            <ac:graphicFrameMk id="128" creationId="{BBF379D4-99A2-4D31-9CB5-2BDACF36F890}"/>
          </ac:graphicFrameMkLst>
        </pc:graphicFrameChg>
      </pc:sldChg>
    </pc:docChg>
  </pc:docChgLst>
  <pc:docChgLst>
    <pc:chgData name="서준효(JUNHYO SU)[sujunhyo]/책임/제조DX.제조DX솔루션.데이터통합분석팀" userId="d69e963c-cd7d-4842-a4a9-f0ce48daaa93" providerId="ADAL" clId="{3102C019-8DD0-42E7-B67C-12F96D7DFF77}"/>
    <pc:docChg chg="undo custSel addSld delSld modSld sldOrd modSection">
      <pc:chgData name="서준효(JUNHYO SU)[sujunhyo]/책임/제조DX.제조DX솔루션.데이터통합분석팀" userId="d69e963c-cd7d-4842-a4a9-f0ce48daaa93" providerId="ADAL" clId="{3102C019-8DD0-42E7-B67C-12F96D7DFF77}" dt="2025-11-06T00:09:30.620" v="6361" actId="478"/>
      <pc:docMkLst>
        <pc:docMk/>
      </pc:docMkLst>
      <pc:sldChg chg="mod modShow">
        <pc:chgData name="서준효(JUNHYO SU)[sujunhyo]/책임/제조DX.제조DX솔루션.데이터통합분석팀" userId="d69e963c-cd7d-4842-a4a9-f0ce48daaa93" providerId="ADAL" clId="{3102C019-8DD0-42E7-B67C-12F96D7DFF77}" dt="2025-11-05T02:44:39.001" v="882" actId="729"/>
        <pc:sldMkLst>
          <pc:docMk/>
          <pc:sldMk cId="523953427" sldId="2147482003"/>
        </pc:sldMkLst>
      </pc:sldChg>
      <pc:sldChg chg="mod modShow">
        <pc:chgData name="서준효(JUNHYO SU)[sujunhyo]/책임/제조DX.제조DX솔루션.데이터통합분석팀" userId="d69e963c-cd7d-4842-a4a9-f0ce48daaa93" providerId="ADAL" clId="{3102C019-8DD0-42E7-B67C-12F96D7DFF77}" dt="2025-11-05T03:12:25.411" v="2755" actId="729"/>
        <pc:sldMkLst>
          <pc:docMk/>
          <pc:sldMk cId="2510186531" sldId="2147482066"/>
        </pc:sldMkLst>
      </pc:sldChg>
      <pc:sldChg chg="modSp add mod">
        <pc:chgData name="서준효(JUNHYO SU)[sujunhyo]/책임/제조DX.제조DX솔루션.데이터통합분석팀" userId="d69e963c-cd7d-4842-a4a9-f0ce48daaa93" providerId="ADAL" clId="{3102C019-8DD0-42E7-B67C-12F96D7DFF77}" dt="2025-11-05T04:49:17.652" v="6343" actId="20577"/>
        <pc:sldMkLst>
          <pc:docMk/>
          <pc:sldMk cId="1009432166" sldId="2147482165"/>
        </pc:sldMkLst>
        <pc:spChg chg="mod">
          <ac:chgData name="서준효(JUNHYO SU)[sujunhyo]/책임/제조DX.제조DX솔루션.데이터통합분석팀" userId="d69e963c-cd7d-4842-a4a9-f0ce48daaa93" providerId="ADAL" clId="{3102C019-8DD0-42E7-B67C-12F96D7DFF77}" dt="2025-11-05T02:47:21.845" v="888" actId="20577"/>
          <ac:spMkLst>
            <pc:docMk/>
            <pc:sldMk cId="1009432166" sldId="2147482165"/>
            <ac:spMk id="17" creationId="{3531264B-579D-40E9-84A7-FB75AA83AEFE}"/>
          </ac:spMkLst>
        </pc:spChg>
        <pc:spChg chg="mod">
          <ac:chgData name="서준효(JUNHYO SU)[sujunhyo]/책임/제조DX.제조DX솔루션.데이터통합분석팀" userId="d69e963c-cd7d-4842-a4a9-f0ce48daaa93" providerId="ADAL" clId="{3102C019-8DD0-42E7-B67C-12F96D7DFF77}" dt="2025-11-05T02:47:46.502" v="892" actId="20577"/>
          <ac:spMkLst>
            <pc:docMk/>
            <pc:sldMk cId="1009432166" sldId="2147482165"/>
            <ac:spMk id="22" creationId="{F592E2B5-65B0-436D-B284-7DEF00833C16}"/>
          </ac:spMkLst>
        </pc:spChg>
        <pc:graphicFrameChg chg="mod modGraphic">
          <ac:chgData name="서준효(JUNHYO SU)[sujunhyo]/책임/제조DX.제조DX솔루션.데이터통합분석팀" userId="d69e963c-cd7d-4842-a4a9-f0ce48daaa93" providerId="ADAL" clId="{3102C019-8DD0-42E7-B67C-12F96D7DFF77}" dt="2025-11-05T04:49:17.652" v="6343" actId="20577"/>
          <ac:graphicFrameMkLst>
            <pc:docMk/>
            <pc:sldMk cId="1009432166" sldId="2147482165"/>
            <ac:graphicFrameMk id="19" creationId="{3E86696F-E35A-4B06-9B46-63A4A6A986C1}"/>
          </ac:graphicFrameMkLst>
        </pc:graphicFrameChg>
      </pc:sldChg>
    </pc:docChg>
  </pc:docChgLst>
  <pc:docChgLst>
    <pc:chgData name="박경찬(KYOUNGCHAN PARK)[park.kc]/팀장/제조DX.제조DX솔루션.셀추적기술팀" userId="e138e4af-6173-47cb-8422-ef183f7b2c63" providerId="ADAL" clId="{4C7819CF-BCF9-4307-852A-D48753D075DB}"/>
    <pc:docChg chg="custSel modSld">
      <pc:chgData name="박경찬(KYOUNGCHAN PARK)[park.kc]/팀장/제조DX.제조DX솔루션.셀추적기술팀" userId="e138e4af-6173-47cb-8422-ef183f7b2c63" providerId="ADAL" clId="{4C7819CF-BCF9-4307-852A-D48753D075DB}" dt="2025-10-22T08:38:45.608" v="2"/>
      <pc:docMkLst>
        <pc:docMk/>
      </pc:docMkLst>
    </pc:docChg>
  </pc:docChgLst>
  <pc:docChgLst>
    <pc:chgData name="이충성(CHOONGSUNG LEE)[lcs00306]/사원/제조DX.제조DX솔루션.셀추적기술팀" userId="6833e862-c7ef-4111-aa6a-70e79937b5ee" providerId="ADAL" clId="{47725663-F716-41FF-B174-174AB4D314E8}"/>
    <pc:docChg chg="undo custSel modSld">
      <pc:chgData name="이충성(CHOONGSUNG LEE)[lcs00306]/사원/제조DX.제조DX솔루션.셀추적기술팀" userId="6833e862-c7ef-4111-aa6a-70e79937b5ee" providerId="ADAL" clId="{47725663-F716-41FF-B174-174AB4D314E8}" dt="2025-10-29T00:14:15.727" v="416" actId="1076"/>
      <pc:docMkLst>
        <pc:docMk/>
      </pc:docMkLst>
      <pc:sldChg chg="modSp mod">
        <pc:chgData name="이충성(CHOONGSUNG LEE)[lcs00306]/사원/제조DX.제조DX솔루션.셀추적기술팀" userId="6833e862-c7ef-4111-aa6a-70e79937b5ee" providerId="ADAL" clId="{47725663-F716-41FF-B174-174AB4D314E8}" dt="2025-10-29T00:03:57.438" v="8" actId="20577"/>
        <pc:sldMkLst>
          <pc:docMk/>
          <pc:sldMk cId="4054304740" sldId="2213"/>
        </pc:sldMkLst>
        <pc:spChg chg="mod">
          <ac:chgData name="이충성(CHOONGSUNG LEE)[lcs00306]/사원/제조DX.제조DX솔루션.셀추적기술팀" userId="6833e862-c7ef-4111-aa6a-70e79937b5ee" providerId="ADAL" clId="{47725663-F716-41FF-B174-174AB4D314E8}" dt="2025-10-29T00:03:57.438" v="8" actId="20577"/>
          <ac:spMkLst>
            <pc:docMk/>
            <pc:sldMk cId="4054304740" sldId="2213"/>
            <ac:spMk id="33" creationId="{708B1D54-9D52-42CB-82CB-E5D69946BACE}"/>
          </ac:spMkLst>
        </pc:spChg>
        <pc:graphicFrameChg chg="modGraphic">
          <ac:chgData name="이충성(CHOONGSUNG LEE)[lcs00306]/사원/제조DX.제조DX솔루션.셀추적기술팀" userId="6833e862-c7ef-4111-aa6a-70e79937b5ee" providerId="ADAL" clId="{47725663-F716-41FF-B174-174AB4D314E8}" dt="2025-10-29T00:03:50.438" v="2" actId="207"/>
          <ac:graphicFrameMkLst>
            <pc:docMk/>
            <pc:sldMk cId="4054304740" sldId="2213"/>
            <ac:graphicFrameMk id="18" creationId="{ACD91870-1828-466F-AE38-B03A708B4440}"/>
          </ac:graphicFrameMkLst>
        </pc:graphicFrameChg>
      </pc:sldChg>
      <pc:sldChg chg="addSp modSp mod">
        <pc:chgData name="이충성(CHOONGSUNG LEE)[lcs00306]/사원/제조DX.제조DX솔루션.셀추적기술팀" userId="6833e862-c7ef-4111-aa6a-70e79937b5ee" providerId="ADAL" clId="{47725663-F716-41FF-B174-174AB4D314E8}" dt="2025-10-29T00:14:15.727" v="416" actId="1076"/>
        <pc:sldMkLst>
          <pc:docMk/>
          <pc:sldMk cId="3485727604" sldId="2147481872"/>
        </pc:sldMkLst>
        <pc:spChg chg="add mod">
          <ac:chgData name="이충성(CHOONGSUNG LEE)[lcs00306]/사원/제조DX.제조DX솔루션.셀추적기술팀" userId="6833e862-c7ef-4111-aa6a-70e79937b5ee" providerId="ADAL" clId="{47725663-F716-41FF-B174-174AB4D314E8}" dt="2025-10-29T00:12:05.066" v="390"/>
          <ac:spMkLst>
            <pc:docMk/>
            <pc:sldMk cId="3485727604" sldId="2147481872"/>
            <ac:spMk id="2" creationId="{B0898DC4-89DC-4A37-7B19-599C1A4BB211}"/>
          </ac:spMkLst>
        </pc:spChg>
        <pc:spChg chg="add mod">
          <ac:chgData name="이충성(CHOONGSUNG LEE)[lcs00306]/사원/제조DX.제조DX솔루션.셀추적기술팀" userId="6833e862-c7ef-4111-aa6a-70e79937b5ee" providerId="ADAL" clId="{47725663-F716-41FF-B174-174AB4D314E8}" dt="2025-10-29T00:14:15.727" v="416" actId="1076"/>
          <ac:spMkLst>
            <pc:docMk/>
            <pc:sldMk cId="3485727604" sldId="2147481872"/>
            <ac:spMk id="3" creationId="{36D5F857-C472-DCFE-03AC-BA2D74A7F9DE}"/>
          </ac:spMkLst>
        </pc:spChg>
        <pc:spChg chg="mod">
          <ac:chgData name="이충성(CHOONGSUNG LEE)[lcs00306]/사원/제조DX.제조DX솔루션.셀추적기술팀" userId="6833e862-c7ef-4111-aa6a-70e79937b5ee" providerId="ADAL" clId="{47725663-F716-41FF-B174-174AB4D314E8}" dt="2025-10-29T00:11:18.133" v="276" actId="1076"/>
          <ac:spMkLst>
            <pc:docMk/>
            <pc:sldMk cId="3485727604" sldId="2147481872"/>
            <ac:spMk id="27" creationId="{33AF3AE4-DC50-4BAA-9E90-D42B3EA03081}"/>
          </ac:spMkLst>
        </pc:spChg>
        <pc:spChg chg="mod">
          <ac:chgData name="이충성(CHOONGSUNG LEE)[lcs00306]/사원/제조DX.제조DX솔루션.셀추적기술팀" userId="6833e862-c7ef-4111-aa6a-70e79937b5ee" providerId="ADAL" clId="{47725663-F716-41FF-B174-174AB4D314E8}" dt="2025-10-29T00:08:11.604" v="28" actId="20577"/>
          <ac:spMkLst>
            <pc:docMk/>
            <pc:sldMk cId="3485727604" sldId="2147481872"/>
            <ac:spMk id="33" creationId="{708B1D54-9D52-42CB-82CB-E5D69946BACE}"/>
          </ac:spMkLst>
        </pc:spChg>
        <pc:graphicFrameChg chg="mod modGraphic">
          <ac:chgData name="이충성(CHOONGSUNG LEE)[lcs00306]/사원/제조DX.제조DX솔루션.셀추적기술팀" userId="6833e862-c7ef-4111-aa6a-70e79937b5ee" providerId="ADAL" clId="{47725663-F716-41FF-B174-174AB4D314E8}" dt="2025-10-29T00:13:21.254" v="414" actId="207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  <pc:graphicFrameChg chg="mod modGraphic">
          <ac:chgData name="이충성(CHOONGSUNG LEE)[lcs00306]/사원/제조DX.제조DX솔루션.셀추적기술팀" userId="6833e862-c7ef-4111-aa6a-70e79937b5ee" providerId="ADAL" clId="{47725663-F716-41FF-B174-174AB4D314E8}" dt="2025-10-29T00:12:47.129" v="402" actId="207"/>
          <ac:graphicFrameMkLst>
            <pc:docMk/>
            <pc:sldMk cId="3485727604" sldId="2147481872"/>
            <ac:graphicFrameMk id="36" creationId="{66252906-857F-42C8-86CE-4F1F8E43E2F9}"/>
          </ac:graphicFrameMkLst>
        </pc:graphicFrameChg>
      </pc:sldChg>
    </pc:docChg>
  </pc:docChgLst>
  <pc:docChgLst>
    <pc:chgData name="임상현(IAN SANGHYUN LIM)[ilim0507]/선임/제조DX.제조DX솔루션.셀추적기술팀" userId="1bdf7f23-b0bd-4e65-8e13-272ca93280fa" providerId="ADAL" clId="{FBEC2243-5190-4D6C-8016-2D803095BE83}"/>
    <pc:docChg chg="modSld">
      <pc:chgData name="임상현(IAN SANGHYUN LIM)[ilim0507]/선임/제조DX.제조DX솔루션.셀추적기술팀" userId="1bdf7f23-b0bd-4e65-8e13-272ca93280fa" providerId="ADAL" clId="{FBEC2243-5190-4D6C-8016-2D803095BE83}" dt="2025-11-11T01:21:35.227" v="6" actId="20577"/>
      <pc:docMkLst>
        <pc:docMk/>
      </pc:docMkLst>
      <pc:sldChg chg="modSp">
        <pc:chgData name="임상현(IAN SANGHYUN LIM)[ilim0507]/선임/제조DX.제조DX솔루션.셀추적기술팀" userId="1bdf7f23-b0bd-4e65-8e13-272ca93280fa" providerId="ADAL" clId="{FBEC2243-5190-4D6C-8016-2D803095BE83}" dt="2025-11-11T01:21:35.227" v="6" actId="20577"/>
        <pc:sldMkLst>
          <pc:docMk/>
          <pc:sldMk cId="2197542616" sldId="2241"/>
        </pc:sldMkLst>
        <pc:spChg chg="mod">
          <ac:chgData name="임상현(IAN SANGHYUN LIM)[ilim0507]/선임/제조DX.제조DX솔루션.셀추적기술팀" userId="1bdf7f23-b0bd-4e65-8e13-272ca93280fa" providerId="ADAL" clId="{FBEC2243-5190-4D6C-8016-2D803095BE83}" dt="2025-11-11T01:21:29.993" v="1" actId="207"/>
          <ac:spMkLst>
            <pc:docMk/>
            <pc:sldMk cId="2197542616" sldId="2241"/>
            <ac:spMk id="24" creationId="{9E88BCD6-65AC-474C-9E19-A37722C332DC}"/>
          </ac:spMkLst>
        </pc:spChg>
        <pc:spChg chg="mod">
          <ac:chgData name="임상현(IAN SANGHYUN LIM)[ilim0507]/선임/제조DX.제조DX솔루션.셀추적기술팀" userId="1bdf7f23-b0bd-4e65-8e13-272ca93280fa" providerId="ADAL" clId="{FBEC2243-5190-4D6C-8016-2D803095BE83}" dt="2025-11-11T01:21:35.227" v="6" actId="20577"/>
          <ac:spMkLst>
            <pc:docMk/>
            <pc:sldMk cId="2197542616" sldId="2241"/>
            <ac:spMk id="28" creationId="{EAE9226F-F722-4CEF-AF1A-BC8DF22E007D}"/>
          </ac:spMkLst>
        </pc:spChg>
      </pc:sldChg>
    </pc:docChg>
  </pc:docChgLst>
  <pc:docChgLst>
    <pc:chgData name="김승필(SEUNGPIL KIM)[spkim]/책임/제조DX.제조DX솔루션.셀추적기술팀" userId="407f73c3-021a-44fd-b8e7-f3d9a6efd4ba" providerId="ADAL" clId="{3311C76E-20D9-4C53-86BE-26BF11DDB6AC}"/>
    <pc:docChg chg="modSld">
      <pc:chgData name="김승필(SEUNGPIL KIM)[spkim]/책임/제조DX.제조DX솔루션.셀추적기술팀" userId="407f73c3-021a-44fd-b8e7-f3d9a6efd4ba" providerId="ADAL" clId="{3311C76E-20D9-4C53-86BE-26BF11DDB6AC}" dt="2025-11-25T09:01:58.090" v="4" actId="20577"/>
      <pc:docMkLst>
        <pc:docMk/>
      </pc:docMkLst>
      <pc:sldChg chg="modSp mod">
        <pc:chgData name="김승필(SEUNGPIL KIM)[spkim]/책임/제조DX.제조DX솔루션.셀추적기술팀" userId="407f73c3-021a-44fd-b8e7-f3d9a6efd4ba" providerId="ADAL" clId="{3311C76E-20D9-4C53-86BE-26BF11DDB6AC}" dt="2025-11-25T09:01:58.090" v="4" actId="20577"/>
        <pc:sldMkLst>
          <pc:docMk/>
          <pc:sldMk cId="1840780179" sldId="2147482020"/>
        </pc:sldMkLst>
        <pc:spChg chg="mod">
          <ac:chgData name="김승필(SEUNGPIL KIM)[spkim]/책임/제조DX.제조DX솔루션.셀추적기술팀" userId="407f73c3-021a-44fd-b8e7-f3d9a6efd4ba" providerId="ADAL" clId="{3311C76E-20D9-4C53-86BE-26BF11DDB6AC}" dt="2025-11-25T09:01:53.965" v="2"/>
          <ac:spMkLst>
            <pc:docMk/>
            <pc:sldMk cId="1840780179" sldId="2147482020"/>
            <ac:spMk id="24" creationId="{9E88BCD6-65AC-474C-9E19-A37722C332DC}"/>
          </ac:spMkLst>
        </pc:spChg>
        <pc:spChg chg="mod">
          <ac:chgData name="김승필(SEUNGPIL KIM)[spkim]/책임/제조DX.제조DX솔루션.셀추적기술팀" userId="407f73c3-021a-44fd-b8e7-f3d9a6efd4ba" providerId="ADAL" clId="{3311C76E-20D9-4C53-86BE-26BF11DDB6AC}" dt="2025-11-25T09:01:58.090" v="4" actId="20577"/>
          <ac:spMkLst>
            <pc:docMk/>
            <pc:sldMk cId="1840780179" sldId="2147482020"/>
            <ac:spMk id="28" creationId="{EAE9226F-F722-4CEF-AF1A-BC8DF22E007D}"/>
          </ac:spMkLst>
        </pc:spChg>
      </pc:sldChg>
    </pc:docChg>
  </pc:docChgLst>
  <pc:docChgLst>
    <pc:chgData name="최재호(JAE HO CHOI)[jaeho_c]/사원/제조DX.제조DX솔루션.데이터통합분석팀" userId="e6d80de8-376d-47c4-b6ee-7d3a37679110" providerId="ADAL" clId="{C97836A9-48DD-4C61-8F0E-B81D7876B7A8}"/>
    <pc:docChg chg="undo custSel addSld modSld sldOrd modSection">
      <pc:chgData name="최재호(JAE HO CHOI)[jaeho_c]/사원/제조DX.제조DX솔루션.데이터통합분석팀" userId="e6d80de8-376d-47c4-b6ee-7d3a37679110" providerId="ADAL" clId="{C97836A9-48DD-4C61-8F0E-B81D7876B7A8}" dt="2025-10-23T04:16:49.031" v="4072" actId="20577"/>
      <pc:docMkLst>
        <pc:docMk/>
      </pc:docMkLst>
      <pc:sldChg chg="modSp mod">
        <pc:chgData name="최재호(JAE HO CHOI)[jaeho_c]/사원/제조DX.제조DX솔루션.데이터통합분석팀" userId="e6d80de8-376d-47c4-b6ee-7d3a37679110" providerId="ADAL" clId="{C97836A9-48DD-4C61-8F0E-B81D7876B7A8}" dt="2025-10-22T05:22:32.058" v="42" actId="207"/>
        <pc:sldMkLst>
          <pc:docMk/>
          <pc:sldMk cId="1836933339" sldId="2147481967"/>
        </pc:sldMkLst>
        <pc:spChg chg="mod">
          <ac:chgData name="최재호(JAE HO CHOI)[jaeho_c]/사원/제조DX.제조DX솔루션.데이터통합분석팀" userId="e6d80de8-376d-47c4-b6ee-7d3a37679110" providerId="ADAL" clId="{C97836A9-48DD-4C61-8F0E-B81D7876B7A8}" dt="2025-10-22T05:22:19.776" v="27" actId="20577"/>
          <ac:spMkLst>
            <pc:docMk/>
            <pc:sldMk cId="1836933339" sldId="2147481967"/>
            <ac:spMk id="3" creationId="{8F2E0B2C-C282-4F8C-9665-16016B36AE34}"/>
          </ac:spMkLst>
        </pc:spChg>
        <pc:graphicFrameChg chg="mod modGraphic">
          <ac:chgData name="최재호(JAE HO CHOI)[jaeho_c]/사원/제조DX.제조DX솔루션.데이터통합분석팀" userId="e6d80de8-376d-47c4-b6ee-7d3a37679110" providerId="ADAL" clId="{C97836A9-48DD-4C61-8F0E-B81D7876B7A8}" dt="2025-10-22T05:22:32.058" v="42" actId="207"/>
          <ac:graphicFrameMkLst>
            <pc:docMk/>
            <pc:sldMk cId="1836933339" sldId="2147481967"/>
            <ac:graphicFrameMk id="2" creationId="{7AEF2CFF-477B-47DA-8339-6D17E423C984}"/>
          </ac:graphicFrameMkLst>
        </pc:graphicFrameChg>
      </pc:sldChg>
      <pc:sldChg chg="modSp mod">
        <pc:chgData name="최재호(JAE HO CHOI)[jaeho_c]/사원/제조DX.제조DX솔루션.데이터통합분석팀" userId="e6d80de8-376d-47c4-b6ee-7d3a37679110" providerId="ADAL" clId="{C97836A9-48DD-4C61-8F0E-B81D7876B7A8}" dt="2025-10-22T05:19:30.480" v="6" actId="207"/>
        <pc:sldMkLst>
          <pc:docMk/>
          <pc:sldMk cId="2187038781" sldId="2147482019"/>
        </pc:sldMkLst>
        <pc:spChg chg="mod">
          <ac:chgData name="최재호(JAE HO CHOI)[jaeho_c]/사원/제조DX.제조DX솔루션.데이터통합분석팀" userId="e6d80de8-376d-47c4-b6ee-7d3a37679110" providerId="ADAL" clId="{C97836A9-48DD-4C61-8F0E-B81D7876B7A8}" dt="2025-10-22T05:19:25.949" v="5" actId="20577"/>
          <ac:spMkLst>
            <pc:docMk/>
            <pc:sldMk cId="2187038781" sldId="2147482019"/>
            <ac:spMk id="9" creationId="{00000000-0000-0000-0000-000000000000}"/>
          </ac:spMkLst>
        </pc:spChg>
        <pc:graphicFrameChg chg="modGraphic">
          <ac:chgData name="최재호(JAE HO CHOI)[jaeho_c]/사원/제조DX.제조DX솔루션.데이터통합분석팀" userId="e6d80de8-376d-47c4-b6ee-7d3a37679110" providerId="ADAL" clId="{C97836A9-48DD-4C61-8F0E-B81D7876B7A8}" dt="2025-10-22T05:19:30.480" v="6" actId="207"/>
          <ac:graphicFrameMkLst>
            <pc:docMk/>
            <pc:sldMk cId="2187038781" sldId="2147482019"/>
            <ac:graphicFrameMk id="19" creationId="{3E86696F-E35A-4B06-9B46-63A4A6A986C1}"/>
          </ac:graphicFrameMkLst>
        </pc:graphicFrameChg>
      </pc:sldChg>
    </pc:docChg>
  </pc:docChgLst>
  <pc:docChgLst>
    <pc:chgData name="박태욱(TAEWOOK PARK)[ptw0425]/선임/제조DX.제조DX솔루션.데이터통합분석팀" userId="18db157e-00fe-4d5a-8b38-02cf359aca36" providerId="ADAL" clId="{6350CB82-F759-4572-B93E-9787B708A386}"/>
    <pc:docChg chg="undo custSel modSld">
      <pc:chgData name="박태욱(TAEWOOK PARK)[ptw0425]/선임/제조DX.제조DX솔루션.데이터통합분석팀" userId="18db157e-00fe-4d5a-8b38-02cf359aca36" providerId="ADAL" clId="{6350CB82-F759-4572-B93E-9787B708A386}" dt="2025-11-19T19:24:35.314" v="2503" actId="207"/>
      <pc:docMkLst>
        <pc:docMk/>
      </pc:docMkLst>
      <pc:sldChg chg="modSp">
        <pc:chgData name="박태욱(TAEWOOK PARK)[ptw0425]/선임/제조DX.제조DX솔루션.데이터통합분석팀" userId="18db157e-00fe-4d5a-8b38-02cf359aca36" providerId="ADAL" clId="{6350CB82-F759-4572-B93E-9787B708A386}" dt="2025-11-19T18:21:35.189" v="84" actId="20577"/>
        <pc:sldMkLst>
          <pc:docMk/>
          <pc:sldMk cId="3942421698" sldId="2147481945"/>
        </pc:sldMkLst>
        <pc:spChg chg="mod">
          <ac:chgData name="박태욱(TAEWOOK PARK)[ptw0425]/선임/제조DX.제조DX솔루션.데이터통합분석팀" userId="18db157e-00fe-4d5a-8b38-02cf359aca36" providerId="ADAL" clId="{6350CB82-F759-4572-B93E-9787B708A386}" dt="2025-11-19T18:13:35.188" v="19" actId="20577"/>
          <ac:spMkLst>
            <pc:docMk/>
            <pc:sldMk cId="3942421698" sldId="2147481945"/>
            <ac:spMk id="12" creationId="{701DBD41-0962-47BC-BF85-0E3D71312932}"/>
          </ac:spMkLst>
        </pc:spChg>
        <pc:spChg chg="mod">
          <ac:chgData name="박태욱(TAEWOOK PARK)[ptw0425]/선임/제조DX.제조DX솔루션.데이터통합분석팀" userId="18db157e-00fe-4d5a-8b38-02cf359aca36" providerId="ADAL" clId="{6350CB82-F759-4572-B93E-9787B708A386}" dt="2025-11-19T18:21:35.189" v="84" actId="20577"/>
          <ac:spMkLst>
            <pc:docMk/>
            <pc:sldMk cId="3942421698" sldId="2147481945"/>
            <ac:spMk id="206" creationId="{ACFDFB86-7559-4A05-960F-CF25959572A1}"/>
          </ac:spMkLst>
        </pc:spChg>
        <pc:spChg chg="mod">
          <ac:chgData name="박태욱(TAEWOOK PARK)[ptw0425]/선임/제조DX.제조DX솔루션.데이터통합분석팀" userId="18db157e-00fe-4d5a-8b38-02cf359aca36" providerId="ADAL" clId="{6350CB82-F759-4572-B93E-9787B708A386}" dt="2025-11-19T18:16:31.311" v="42" actId="20577"/>
          <ac:spMkLst>
            <pc:docMk/>
            <pc:sldMk cId="3942421698" sldId="2147481945"/>
            <ac:spMk id="207" creationId="{4FFF88C8-2F81-4E72-A301-0C2B5334B8B8}"/>
          </ac:spMkLst>
        </pc:spChg>
        <pc:grpChg chg="mod">
          <ac:chgData name="박태욱(TAEWOOK PARK)[ptw0425]/선임/제조DX.제조DX솔루션.데이터통합분석팀" userId="18db157e-00fe-4d5a-8b38-02cf359aca36" providerId="ADAL" clId="{6350CB82-F759-4572-B93E-9787B708A386}" dt="2025-11-19T18:15:35.532" v="29" actId="1076"/>
          <ac:grpSpMkLst>
            <pc:docMk/>
            <pc:sldMk cId="3942421698" sldId="2147481945"/>
            <ac:grpSpMk id="184" creationId="{F2DFE0D2-4F6C-46A6-B88F-2B35BDDDA18E}"/>
          </ac:grpSpMkLst>
        </pc:grpChg>
        <pc:graphicFrameChg chg="modGraphic">
          <ac:chgData name="박태욱(TAEWOOK PARK)[ptw0425]/선임/제조DX.제조DX솔루션.데이터통합분석팀" userId="18db157e-00fe-4d5a-8b38-02cf359aca36" providerId="ADAL" clId="{6350CB82-F759-4572-B93E-9787B708A386}" dt="2025-11-19T18:15:24.718" v="28" actId="207"/>
          <ac:graphicFrameMkLst>
            <pc:docMk/>
            <pc:sldMk cId="3942421698" sldId="2147481945"/>
            <ac:graphicFrameMk id="19" creationId="{3E86696F-E35A-4B06-9B46-63A4A6A986C1}"/>
          </ac:graphicFrameMkLst>
        </pc:graphicFrameChg>
        <pc:graphicFrameChg chg="modGraphic">
          <ac:chgData name="박태욱(TAEWOOK PARK)[ptw0425]/선임/제조DX.제조DX솔루션.데이터통합분석팀" userId="18db157e-00fe-4d5a-8b38-02cf359aca36" providerId="ADAL" clId="{6350CB82-F759-4572-B93E-9787B708A386}" dt="2025-11-19T18:16:22.254" v="38" actId="20577"/>
          <ac:graphicFrameMkLst>
            <pc:docMk/>
            <pc:sldMk cId="3942421698" sldId="2147481945"/>
            <ac:graphicFrameMk id="194" creationId="{EF584CD6-CEC7-4651-BA19-6526E7899803}"/>
          </ac:graphicFrameMkLst>
        </pc:graphicFrameChg>
      </pc:sldChg>
      <pc:sldChg chg="addSp delSp modSp">
        <pc:chgData name="박태욱(TAEWOOK PARK)[ptw0425]/선임/제조DX.제조DX솔루션.데이터통합분석팀" userId="18db157e-00fe-4d5a-8b38-02cf359aca36" providerId="ADAL" clId="{6350CB82-F759-4572-B93E-9787B708A386}" dt="2025-11-19T19:03:36.358" v="1616" actId="207"/>
        <pc:sldMkLst>
          <pc:docMk/>
          <pc:sldMk cId="1581856275" sldId="2147482000"/>
        </pc:sldMkLst>
        <pc:spChg chg="del mod ord">
          <ac:chgData name="박태욱(TAEWOOK PARK)[ptw0425]/선임/제조DX.제조DX솔루션.데이터통합분석팀" userId="18db157e-00fe-4d5a-8b38-02cf359aca36" providerId="ADAL" clId="{6350CB82-F759-4572-B93E-9787B708A386}" dt="2025-11-19T18:38:05.554" v="357" actId="478"/>
          <ac:spMkLst>
            <pc:docMk/>
            <pc:sldMk cId="1581856275" sldId="2147482000"/>
            <ac:spMk id="6" creationId="{1A14AFA6-7542-621D-9F1F-9F8E72C9D05F}"/>
          </ac:spMkLst>
        </pc:spChg>
        <pc:spChg chg="mod">
          <ac:chgData name="박태욱(TAEWOOK PARK)[ptw0425]/선임/제조DX.제조DX솔루션.데이터통합분석팀" userId="18db157e-00fe-4d5a-8b38-02cf359aca36" providerId="ADAL" clId="{6350CB82-F759-4572-B93E-9787B708A386}" dt="2025-11-19T18:39:50.375" v="541" actId="20577"/>
          <ac:spMkLst>
            <pc:docMk/>
            <pc:sldMk cId="1581856275" sldId="2147482000"/>
            <ac:spMk id="12" creationId="{7FB6881A-B9CA-FAA9-B570-5210A8A2FFCF}"/>
          </ac:spMkLst>
        </pc:spChg>
        <pc:spChg chg="mod ord">
          <ac:chgData name="박태욱(TAEWOOK PARK)[ptw0425]/선임/제조DX.제조DX솔루션.데이터통합분석팀" userId="18db157e-00fe-4d5a-8b38-02cf359aca36" providerId="ADAL" clId="{6350CB82-F759-4572-B93E-9787B708A386}" dt="2025-11-19T19:01:49.381" v="1442" actId="1037"/>
          <ac:spMkLst>
            <pc:docMk/>
            <pc:sldMk cId="1581856275" sldId="2147482000"/>
            <ac:spMk id="24" creationId="{48A2806F-1558-4FE0-9EEF-3F4C82EBF8C2}"/>
          </ac:spMkLst>
        </pc:spChg>
        <pc:spChg chg="add mod ord">
          <ac:chgData name="박태욱(TAEWOOK PARK)[ptw0425]/선임/제조DX.제조DX솔루션.데이터통합분석팀" userId="18db157e-00fe-4d5a-8b38-02cf359aca36" providerId="ADAL" clId="{6350CB82-F759-4572-B93E-9787B708A386}" dt="2025-11-19T18:46:44.118" v="736" actId="1037"/>
          <ac:spMkLst>
            <pc:docMk/>
            <pc:sldMk cId="1581856275" sldId="2147482000"/>
            <ac:spMk id="25" creationId="{0B971FE4-E9BA-498F-AF47-8FC5194B27D2}"/>
          </ac:spMkLst>
        </pc:spChg>
        <pc:spChg chg="del ord">
          <ac:chgData name="박태욱(TAEWOOK PARK)[ptw0425]/선임/제조DX.제조DX솔루션.데이터통합분석팀" userId="18db157e-00fe-4d5a-8b38-02cf359aca36" providerId="ADAL" clId="{6350CB82-F759-4572-B93E-9787B708A386}" dt="2025-11-19T18:39:33.071" v="539" actId="478"/>
          <ac:spMkLst>
            <pc:docMk/>
            <pc:sldMk cId="1581856275" sldId="2147482000"/>
            <ac:spMk id="26" creationId="{A23EE23F-C7AB-4ABF-A9F5-BDC418CBE301}"/>
          </ac:spMkLst>
        </pc:spChg>
        <pc:spChg chg="del mod ord">
          <ac:chgData name="박태욱(TAEWOOK PARK)[ptw0425]/선임/제조DX.제조DX솔루션.데이터통합분석팀" userId="18db157e-00fe-4d5a-8b38-02cf359aca36" providerId="ADAL" clId="{6350CB82-F759-4572-B93E-9787B708A386}" dt="2025-11-19T18:38:56.399" v="488" actId="478"/>
          <ac:spMkLst>
            <pc:docMk/>
            <pc:sldMk cId="1581856275" sldId="2147482000"/>
            <ac:spMk id="27" creationId="{A1540208-2844-44A0-A1A3-AD24AE285D93}"/>
          </ac:spMkLst>
        </pc:spChg>
        <pc:spChg chg="del mod ord">
          <ac:chgData name="박태욱(TAEWOOK PARK)[ptw0425]/선임/제조DX.제조DX솔루션.데이터통합분석팀" userId="18db157e-00fe-4d5a-8b38-02cf359aca36" providerId="ADAL" clId="{6350CB82-F759-4572-B93E-9787B708A386}" dt="2025-11-19T18:38:32.061" v="438" actId="478"/>
          <ac:spMkLst>
            <pc:docMk/>
            <pc:sldMk cId="1581856275" sldId="2147482000"/>
            <ac:spMk id="28" creationId="{D7E7A623-5D45-469E-9C09-7CEDB05378BD}"/>
          </ac:spMkLst>
        </pc:spChg>
        <pc:spChg chg="mod ord">
          <ac:chgData name="박태욱(TAEWOOK PARK)[ptw0425]/선임/제조DX.제조DX솔루션.데이터통합분석팀" userId="18db157e-00fe-4d5a-8b38-02cf359aca36" providerId="ADAL" clId="{6350CB82-F759-4572-B93E-9787B708A386}" dt="2025-11-19T18:46:12.938" v="689" actId="1076"/>
          <ac:spMkLst>
            <pc:docMk/>
            <pc:sldMk cId="1581856275" sldId="2147482000"/>
            <ac:spMk id="29" creationId="{36761B3B-78ED-40A0-8329-CF91758A67DC}"/>
          </ac:spMkLst>
        </pc:spChg>
        <pc:spChg chg="del ord">
          <ac:chgData name="박태욱(TAEWOOK PARK)[ptw0425]/선임/제조DX.제조DX솔루션.데이터통합분석팀" userId="18db157e-00fe-4d5a-8b38-02cf359aca36" providerId="ADAL" clId="{6350CB82-F759-4572-B93E-9787B708A386}" dt="2025-11-19T18:39:33.071" v="539" actId="478"/>
          <ac:spMkLst>
            <pc:docMk/>
            <pc:sldMk cId="1581856275" sldId="2147482000"/>
            <ac:spMk id="30" creationId="{C8C31A88-6498-49A0-89A8-34ECDC5D9E8C}"/>
          </ac:spMkLst>
        </pc:spChg>
        <pc:spChg chg="mod ord">
          <ac:chgData name="박태욱(TAEWOOK PARK)[ptw0425]/선임/제조DX.제조DX솔루션.데이터통합분석팀" userId="18db157e-00fe-4d5a-8b38-02cf359aca36" providerId="ADAL" clId="{6350CB82-F759-4572-B93E-9787B708A386}" dt="2025-11-19T18:46:25.152" v="704" actId="1037"/>
          <ac:spMkLst>
            <pc:docMk/>
            <pc:sldMk cId="1581856275" sldId="2147482000"/>
            <ac:spMk id="31" creationId="{3250D339-52C0-4249-B0FD-E0F6141B4873}"/>
          </ac:spMkLst>
        </pc:spChg>
        <pc:spChg chg="add mod ord">
          <ac:chgData name="박태욱(TAEWOOK PARK)[ptw0425]/선임/제조DX.제조DX솔루션.데이터통합분석팀" userId="18db157e-00fe-4d5a-8b38-02cf359aca36" providerId="ADAL" clId="{6350CB82-F759-4572-B93E-9787B708A386}" dt="2025-11-19T18:46:54.525" v="776" actId="1038"/>
          <ac:spMkLst>
            <pc:docMk/>
            <pc:sldMk cId="1581856275" sldId="2147482000"/>
            <ac:spMk id="32" creationId="{C471AE02-7802-42CF-B159-6BE6769CBE7D}"/>
          </ac:spMkLst>
        </pc:spChg>
        <pc:spChg chg="mod ord">
          <ac:chgData name="박태욱(TAEWOOK PARK)[ptw0425]/선임/제조DX.제조DX솔루션.데이터통합분석팀" userId="18db157e-00fe-4d5a-8b38-02cf359aca36" providerId="ADAL" clId="{6350CB82-F759-4572-B93E-9787B708A386}" dt="2025-11-19T18:46:28.251" v="705" actId="1076"/>
          <ac:spMkLst>
            <pc:docMk/>
            <pc:sldMk cId="1581856275" sldId="2147482000"/>
            <ac:spMk id="35" creationId="{344DB16E-1572-4B7E-9DCE-055AE74FC54D}"/>
          </ac:spMkLst>
        </pc:spChg>
        <pc:spChg chg="add mod ord">
          <ac:chgData name="박태욱(TAEWOOK PARK)[ptw0425]/선임/제조DX.제조DX솔루션.데이터통합분석팀" userId="18db157e-00fe-4d5a-8b38-02cf359aca36" providerId="ADAL" clId="{6350CB82-F759-4572-B93E-9787B708A386}" dt="2025-11-19T18:46:19.722" v="690" actId="1076"/>
          <ac:spMkLst>
            <pc:docMk/>
            <pc:sldMk cId="1581856275" sldId="2147482000"/>
            <ac:spMk id="36" creationId="{0BFB7CB2-4760-4B60-BD69-A40A8E725E1A}"/>
          </ac:spMkLst>
        </pc:spChg>
        <pc:spChg chg="add mod ord">
          <ac:chgData name="박태욱(TAEWOOK PARK)[ptw0425]/선임/제조DX.제조DX솔루션.데이터통합분석팀" userId="18db157e-00fe-4d5a-8b38-02cf359aca36" providerId="ADAL" clId="{6350CB82-F759-4572-B93E-9787B708A386}" dt="2025-11-19T18:46:19.722" v="690" actId="1076"/>
          <ac:spMkLst>
            <pc:docMk/>
            <pc:sldMk cId="1581856275" sldId="2147482000"/>
            <ac:spMk id="37" creationId="{1811DB4A-5ACC-4232-B3EF-E09D569BFA78}"/>
          </ac:spMkLst>
        </pc:spChg>
        <pc:spChg chg="mod ord">
          <ac:chgData name="박태욱(TAEWOOK PARK)[ptw0425]/선임/제조DX.제조DX솔루션.데이터통합분석팀" userId="18db157e-00fe-4d5a-8b38-02cf359aca36" providerId="ADAL" clId="{6350CB82-F759-4572-B93E-9787B708A386}" dt="2025-11-19T18:46:47.429" v="745" actId="1037"/>
          <ac:spMkLst>
            <pc:docMk/>
            <pc:sldMk cId="1581856275" sldId="2147482000"/>
            <ac:spMk id="39" creationId="{495690E6-6FAA-4F8A-8397-367245662C0A}"/>
          </ac:spMkLst>
        </pc:spChg>
        <pc:spChg chg="add mod ord">
          <ac:chgData name="박태욱(TAEWOOK PARK)[ptw0425]/선임/제조DX.제조DX솔루션.데이터통합분석팀" userId="18db157e-00fe-4d5a-8b38-02cf359aca36" providerId="ADAL" clId="{6350CB82-F759-4572-B93E-9787B708A386}" dt="2025-11-19T18:46:12.938" v="689" actId="1076"/>
          <ac:spMkLst>
            <pc:docMk/>
            <pc:sldMk cId="1581856275" sldId="2147482000"/>
            <ac:spMk id="40" creationId="{A84078D2-72F0-4BC8-A58F-2BD0C29E4F64}"/>
          </ac:spMkLst>
        </pc:spChg>
        <pc:spChg chg="add mod">
          <ac:chgData name="박태욱(TAEWOOK PARK)[ptw0425]/선임/제조DX.제조DX솔루션.데이터통합분석팀" userId="18db157e-00fe-4d5a-8b38-02cf359aca36" providerId="ADAL" clId="{6350CB82-F759-4572-B93E-9787B708A386}" dt="2025-11-19T18:47:13.602" v="821" actId="1037"/>
          <ac:spMkLst>
            <pc:docMk/>
            <pc:sldMk cId="1581856275" sldId="2147482000"/>
            <ac:spMk id="41" creationId="{EA1C31F8-8DA8-4869-A9A9-74C74922142E}"/>
          </ac:spMkLst>
        </pc:spChg>
        <pc:spChg chg="add mod">
          <ac:chgData name="박태욱(TAEWOOK PARK)[ptw0425]/선임/제조DX.제조DX솔루션.데이터통합분석팀" userId="18db157e-00fe-4d5a-8b38-02cf359aca36" providerId="ADAL" clId="{6350CB82-F759-4572-B93E-9787B708A386}" dt="2025-11-19T18:47:21.632" v="835" actId="1076"/>
          <ac:spMkLst>
            <pc:docMk/>
            <pc:sldMk cId="1581856275" sldId="2147482000"/>
            <ac:spMk id="43" creationId="{503E2E6A-2405-46F2-950D-5CB1770F37DF}"/>
          </ac:spMkLst>
        </pc:spChg>
        <pc:spChg chg="add mod">
          <ac:chgData name="박태욱(TAEWOOK PARK)[ptw0425]/선임/제조DX.제조DX솔루션.데이터통합분석팀" userId="18db157e-00fe-4d5a-8b38-02cf359aca36" providerId="ADAL" clId="{6350CB82-F759-4572-B93E-9787B708A386}" dt="2025-11-19T18:47:35.390" v="845" actId="1037"/>
          <ac:spMkLst>
            <pc:docMk/>
            <pc:sldMk cId="1581856275" sldId="2147482000"/>
            <ac:spMk id="44" creationId="{EB839203-7168-4BBE-A444-45A39CCAC65C}"/>
          </ac:spMkLst>
        </pc:spChg>
        <pc:spChg chg="add mod">
          <ac:chgData name="박태욱(TAEWOOK PARK)[ptw0425]/선임/제조DX.제조DX솔루션.데이터통합분석팀" userId="18db157e-00fe-4d5a-8b38-02cf359aca36" providerId="ADAL" clId="{6350CB82-F759-4572-B93E-9787B708A386}" dt="2025-11-19T18:47:51.410" v="873" actId="1076"/>
          <ac:spMkLst>
            <pc:docMk/>
            <pc:sldMk cId="1581856275" sldId="2147482000"/>
            <ac:spMk id="45" creationId="{79561886-0127-4AB3-AF9B-0F411264DAED}"/>
          </ac:spMkLst>
        </pc:spChg>
        <pc:spChg chg="del mod ord">
          <ac:chgData name="박태욱(TAEWOOK PARK)[ptw0425]/선임/제조DX.제조DX솔루션.데이터통합분석팀" userId="18db157e-00fe-4d5a-8b38-02cf359aca36" providerId="ADAL" clId="{6350CB82-F759-4572-B93E-9787B708A386}" dt="2025-11-19T18:38:05.554" v="357" actId="478"/>
          <ac:spMkLst>
            <pc:docMk/>
            <pc:sldMk cId="1581856275" sldId="2147482000"/>
            <ac:spMk id="46" creationId="{8A5F2874-381D-4D1F-8374-263825DEA72A}"/>
          </ac:spMkLst>
        </pc:spChg>
        <pc:graphicFrameChg chg="mod modGraphic">
          <ac:chgData name="박태욱(TAEWOOK PARK)[ptw0425]/선임/제조DX.제조DX솔루션.데이터통합분석팀" userId="18db157e-00fe-4d5a-8b38-02cf359aca36" providerId="ADAL" clId="{6350CB82-F759-4572-B93E-9787B708A386}" dt="2025-11-19T19:03:36.358" v="1616" actId="207"/>
          <ac:graphicFrameMkLst>
            <pc:docMk/>
            <pc:sldMk cId="1581856275" sldId="2147482000"/>
            <ac:graphicFrameMk id="19" creationId="{4485889C-7C23-1E44-3F44-63DAC7688EA0}"/>
          </ac:graphicFrameMkLst>
        </pc:graphicFrameChg>
        <pc:picChg chg="add del mod">
          <ac:chgData name="박태욱(TAEWOOK PARK)[ptw0425]/선임/제조DX.제조DX솔루션.데이터통합분석팀" userId="18db157e-00fe-4d5a-8b38-02cf359aca36" providerId="ADAL" clId="{6350CB82-F759-4572-B93E-9787B708A386}" dt="2025-11-19T18:45:37.215" v="671" actId="478"/>
          <ac:picMkLst>
            <pc:docMk/>
            <pc:sldMk cId="1581856275" sldId="2147482000"/>
            <ac:picMk id="2" creationId="{BB34D8C1-BC7A-4AE9-9302-E836892AB907}"/>
          </ac:picMkLst>
        </pc:picChg>
        <pc:picChg chg="add mod">
          <ac:chgData name="박태욱(TAEWOOK PARK)[ptw0425]/선임/제조DX.제조DX솔루션.데이터통합분석팀" userId="18db157e-00fe-4d5a-8b38-02cf359aca36" providerId="ADAL" clId="{6350CB82-F759-4572-B93E-9787B708A386}" dt="2025-11-19T18:45:57.442" v="687" actId="1036"/>
          <ac:picMkLst>
            <pc:docMk/>
            <pc:sldMk cId="1581856275" sldId="2147482000"/>
            <ac:picMk id="3" creationId="{A15D1BA8-68F1-4D48-84CD-8329CDD21466}"/>
          </ac:picMkLst>
        </pc:picChg>
        <pc:picChg chg="del mod">
          <ac:chgData name="박태욱(TAEWOOK PARK)[ptw0425]/선임/제조DX.제조DX솔루션.데이터통합분석팀" userId="18db157e-00fe-4d5a-8b38-02cf359aca36" providerId="ADAL" clId="{6350CB82-F759-4572-B93E-9787B708A386}" dt="2025-11-19T18:36:15.780" v="295" actId="478"/>
          <ac:picMkLst>
            <pc:docMk/>
            <pc:sldMk cId="1581856275" sldId="2147482000"/>
            <ac:picMk id="7" creationId="{6F48A846-6684-F86E-DF26-2A82994F0658}"/>
          </ac:picMkLst>
        </pc:picChg>
      </pc:sldChg>
      <pc:sldChg chg="addSp delSp modSp">
        <pc:chgData name="박태욱(TAEWOOK PARK)[ptw0425]/선임/제조DX.제조DX솔루션.데이터통합분석팀" userId="18db157e-00fe-4d5a-8b38-02cf359aca36" providerId="ADAL" clId="{6350CB82-F759-4572-B93E-9787B708A386}" dt="2025-11-19T18:32:18.508" v="279" actId="478"/>
        <pc:sldMkLst>
          <pc:docMk/>
          <pc:sldMk cId="312166392" sldId="2147482002"/>
        </pc:sldMkLst>
        <pc:spChg chg="mod ord">
          <ac:chgData name="박태욱(TAEWOOK PARK)[ptw0425]/선임/제조DX.제조DX솔루션.데이터통합분석팀" userId="18db157e-00fe-4d5a-8b38-02cf359aca36" providerId="ADAL" clId="{6350CB82-F759-4572-B93E-9787B708A386}" dt="2025-11-19T18:30:52.703" v="267" actId="1076"/>
          <ac:spMkLst>
            <pc:docMk/>
            <pc:sldMk cId="312166392" sldId="2147482002"/>
            <ac:spMk id="26" creationId="{E3C769AB-2D27-4FCC-9CEA-0BAC3D918831}"/>
          </ac:spMkLst>
        </pc:spChg>
        <pc:spChg chg="mod ord">
          <ac:chgData name="박태욱(TAEWOOK PARK)[ptw0425]/선임/제조DX.제조DX솔루션.데이터통합분석팀" userId="18db157e-00fe-4d5a-8b38-02cf359aca36" providerId="ADAL" clId="{6350CB82-F759-4572-B93E-9787B708A386}" dt="2025-11-19T18:30:30.948" v="264" actId="166"/>
          <ac:spMkLst>
            <pc:docMk/>
            <pc:sldMk cId="312166392" sldId="2147482002"/>
            <ac:spMk id="27" creationId="{B6A8BBAB-5653-48FE-8819-DADF4B70F57D}"/>
          </ac:spMkLst>
        </pc:spChg>
        <pc:spChg chg="ord">
          <ac:chgData name="박태욱(TAEWOOK PARK)[ptw0425]/선임/제조DX.제조DX솔루션.데이터통합분석팀" userId="18db157e-00fe-4d5a-8b38-02cf359aca36" providerId="ADAL" clId="{6350CB82-F759-4572-B93E-9787B708A386}" dt="2025-11-19T18:30:30.948" v="264" actId="166"/>
          <ac:spMkLst>
            <pc:docMk/>
            <pc:sldMk cId="312166392" sldId="2147482002"/>
            <ac:spMk id="28" creationId="{E456A944-0E13-41C1-A653-938679706B70}"/>
          </ac:spMkLst>
        </pc:spChg>
        <pc:spChg chg="del ord">
          <ac:chgData name="박태욱(TAEWOOK PARK)[ptw0425]/선임/제조DX.제조DX솔루션.데이터통합분석팀" userId="18db157e-00fe-4d5a-8b38-02cf359aca36" providerId="ADAL" clId="{6350CB82-F759-4572-B93E-9787B708A386}" dt="2025-11-19T18:30:14.515" v="262" actId="478"/>
          <ac:spMkLst>
            <pc:docMk/>
            <pc:sldMk cId="312166392" sldId="2147482002"/>
            <ac:spMk id="29" creationId="{8A5BE810-3D84-4FEC-9B95-82791A8BCB43}"/>
          </ac:spMkLst>
        </pc:spChg>
        <pc:spChg chg="mod ord">
          <ac:chgData name="박태욱(TAEWOOK PARK)[ptw0425]/선임/제조DX.제조DX솔루션.데이터통합분석팀" userId="18db157e-00fe-4d5a-8b38-02cf359aca36" providerId="ADAL" clId="{6350CB82-F759-4572-B93E-9787B708A386}" dt="2025-11-19T18:30:46.922" v="265" actId="1076"/>
          <ac:spMkLst>
            <pc:docMk/>
            <pc:sldMk cId="312166392" sldId="2147482002"/>
            <ac:spMk id="30" creationId="{AF5D302B-F0FA-4F20-8A49-38C8CF22A96C}"/>
          </ac:spMkLst>
        </pc:spChg>
        <pc:spChg chg="mod ord">
          <ac:chgData name="박태욱(TAEWOOK PARK)[ptw0425]/선임/제조DX.제조DX솔루션.데이터통합분석팀" userId="18db157e-00fe-4d5a-8b38-02cf359aca36" providerId="ADAL" clId="{6350CB82-F759-4572-B93E-9787B708A386}" dt="2025-11-19T18:29:58.227" v="258" actId="1037"/>
          <ac:spMkLst>
            <pc:docMk/>
            <pc:sldMk cId="312166392" sldId="2147482002"/>
            <ac:spMk id="32" creationId="{501187A7-1906-4D6B-A521-A81484904AA8}"/>
          </ac:spMkLst>
        </pc:spChg>
        <pc:spChg chg="ord">
          <ac:chgData name="박태욱(TAEWOOK PARK)[ptw0425]/선임/제조DX.제조DX솔루션.데이터통합분석팀" userId="18db157e-00fe-4d5a-8b38-02cf359aca36" providerId="ADAL" clId="{6350CB82-F759-4572-B93E-9787B708A386}" dt="2025-11-19T18:30:30.948" v="264" actId="166"/>
          <ac:spMkLst>
            <pc:docMk/>
            <pc:sldMk cId="312166392" sldId="2147482002"/>
            <ac:spMk id="33" creationId="{5B78B3F2-33E2-B974-55CE-10943D6F5330}"/>
          </ac:spMkLst>
        </pc:spChg>
        <pc:spChg chg="mod ord">
          <ac:chgData name="박태욱(TAEWOOK PARK)[ptw0425]/선임/제조DX.제조DX솔루션.데이터통합분석팀" userId="18db157e-00fe-4d5a-8b38-02cf359aca36" providerId="ADAL" clId="{6350CB82-F759-4572-B93E-9787B708A386}" dt="2025-11-19T18:31:13.094" v="278" actId="1035"/>
          <ac:spMkLst>
            <pc:docMk/>
            <pc:sldMk cId="312166392" sldId="2147482002"/>
            <ac:spMk id="39" creationId="{02D21486-C6F4-40F7-9985-058EF1BFC7DF}"/>
          </ac:spMkLst>
        </pc:spChg>
        <pc:spChg chg="ord">
          <ac:chgData name="박태욱(TAEWOOK PARK)[ptw0425]/선임/제조DX.제조DX솔루션.데이터통합분석팀" userId="18db157e-00fe-4d5a-8b38-02cf359aca36" providerId="ADAL" clId="{6350CB82-F759-4572-B93E-9787B708A386}" dt="2025-11-19T18:30:30.948" v="264" actId="166"/>
          <ac:spMkLst>
            <pc:docMk/>
            <pc:sldMk cId="312166392" sldId="2147482002"/>
            <ac:spMk id="42" creationId="{56BC5D27-5C16-A0E2-A34D-210F71560EC7}"/>
          </ac:spMkLst>
        </pc:spChg>
        <pc:spChg chg="mod ord">
          <ac:chgData name="박태욱(TAEWOOK PARK)[ptw0425]/선임/제조DX.제조DX솔루션.데이터통합분석팀" userId="18db157e-00fe-4d5a-8b38-02cf359aca36" providerId="ADAL" clId="{6350CB82-F759-4572-B93E-9787B708A386}" dt="2025-11-19T18:31:13.094" v="278" actId="1035"/>
          <ac:spMkLst>
            <pc:docMk/>
            <pc:sldMk cId="312166392" sldId="2147482002"/>
            <ac:spMk id="45" creationId="{812D0328-CADA-422D-9A82-99CBFFA5D4AB}"/>
          </ac:spMkLst>
        </pc:spChg>
        <pc:spChg chg="mod ord">
          <ac:chgData name="박태욱(TAEWOOK PARK)[ptw0425]/선임/제조DX.제조DX솔루션.데이터통합분석팀" userId="18db157e-00fe-4d5a-8b38-02cf359aca36" providerId="ADAL" clId="{6350CB82-F759-4572-B93E-9787B708A386}" dt="2025-11-19T18:31:13.094" v="278" actId="1035"/>
          <ac:spMkLst>
            <pc:docMk/>
            <pc:sldMk cId="312166392" sldId="2147482002"/>
            <ac:spMk id="46" creationId="{997ADC17-4579-416F-82BC-E915E5DE6166}"/>
          </ac:spMkLst>
        </pc:spChg>
        <pc:spChg chg="mod ord">
          <ac:chgData name="박태욱(TAEWOOK PARK)[ptw0425]/선임/제조DX.제조DX솔루션.데이터통합분석팀" userId="18db157e-00fe-4d5a-8b38-02cf359aca36" providerId="ADAL" clId="{6350CB82-F759-4572-B93E-9787B708A386}" dt="2025-11-19T18:31:02.564" v="271" actId="1076"/>
          <ac:spMkLst>
            <pc:docMk/>
            <pc:sldMk cId="312166392" sldId="2147482002"/>
            <ac:spMk id="47" creationId="{67F9B96C-26F6-41FF-88EB-78DAD2F00133}"/>
          </ac:spMkLst>
        </pc:spChg>
        <pc:spChg chg="mod ord">
          <ac:chgData name="박태욱(TAEWOOK PARK)[ptw0425]/선임/제조DX.제조DX솔루션.데이터통합분석팀" userId="18db157e-00fe-4d5a-8b38-02cf359aca36" providerId="ADAL" clId="{6350CB82-F759-4572-B93E-9787B708A386}" dt="2025-11-19T18:31:05.619" v="272" actId="1076"/>
          <ac:spMkLst>
            <pc:docMk/>
            <pc:sldMk cId="312166392" sldId="2147482002"/>
            <ac:spMk id="48" creationId="{4F76E618-81BE-402C-8B1F-99E17332DE9F}"/>
          </ac:spMkLst>
        </pc:spChg>
        <pc:spChg chg="mod ord">
          <ac:chgData name="박태욱(TAEWOOK PARK)[ptw0425]/선임/제조DX.제조DX솔루션.데이터통합분석팀" userId="18db157e-00fe-4d5a-8b38-02cf359aca36" providerId="ADAL" clId="{6350CB82-F759-4572-B93E-9787B708A386}" dt="2025-11-19T18:30:49.996" v="266" actId="1076"/>
          <ac:spMkLst>
            <pc:docMk/>
            <pc:sldMk cId="312166392" sldId="2147482002"/>
            <ac:spMk id="49" creationId="{5253611E-91CE-41D6-BAC9-7E1CCF9FC5BF}"/>
          </ac:spMkLst>
        </pc:spChg>
        <pc:spChg chg="mod ord">
          <ac:chgData name="박태욱(TAEWOOK PARK)[ptw0425]/선임/제조DX.제조DX솔루션.데이터통합분석팀" userId="18db157e-00fe-4d5a-8b38-02cf359aca36" providerId="ADAL" clId="{6350CB82-F759-4572-B93E-9787B708A386}" dt="2025-11-19T18:30:10.202" v="261" actId="1076"/>
          <ac:spMkLst>
            <pc:docMk/>
            <pc:sldMk cId="312166392" sldId="2147482002"/>
            <ac:spMk id="50" creationId="{35FADD7C-FBB2-4460-AB22-4C95C715FA94}"/>
          </ac:spMkLst>
        </pc:spChg>
        <pc:spChg chg="mod ord">
          <ac:chgData name="박태욱(TAEWOOK PARK)[ptw0425]/선임/제조DX.제조DX솔루션.데이터통합분석팀" userId="18db157e-00fe-4d5a-8b38-02cf359aca36" providerId="ADAL" clId="{6350CB82-F759-4572-B93E-9787B708A386}" dt="2025-11-19T18:30:06.201" v="260" actId="1076"/>
          <ac:spMkLst>
            <pc:docMk/>
            <pc:sldMk cId="312166392" sldId="2147482002"/>
            <ac:spMk id="51" creationId="{456DCBD2-DBA6-49A1-9E16-AB4F1A90BCCF}"/>
          </ac:spMkLst>
        </pc:spChg>
        <pc:spChg chg="mod ord">
          <ac:chgData name="박태욱(TAEWOOK PARK)[ptw0425]/선임/제조DX.제조DX솔루션.데이터통합분석팀" userId="18db157e-00fe-4d5a-8b38-02cf359aca36" providerId="ADAL" clId="{6350CB82-F759-4572-B93E-9787B708A386}" dt="2025-11-19T18:30:18.389" v="263" actId="1076"/>
          <ac:spMkLst>
            <pc:docMk/>
            <pc:sldMk cId="312166392" sldId="2147482002"/>
            <ac:spMk id="52" creationId="{F5085A94-E520-49F9-84E8-F0E805003D7F}"/>
          </ac:spMkLst>
        </pc:spChg>
        <pc:spChg chg="mod ord">
          <ac:chgData name="박태욱(TAEWOOK PARK)[ptw0425]/선임/제조DX.제조DX솔루션.데이터통합분석팀" userId="18db157e-00fe-4d5a-8b38-02cf359aca36" providerId="ADAL" clId="{6350CB82-F759-4572-B93E-9787B708A386}" dt="2025-11-19T18:29:51.225" v="255" actId="20577"/>
          <ac:spMkLst>
            <pc:docMk/>
            <pc:sldMk cId="312166392" sldId="2147482002"/>
            <ac:spMk id="54" creationId="{77804A08-00C2-4345-9D9B-8B992EC7D8C8}"/>
          </ac:spMkLst>
        </pc:spChg>
        <pc:graphicFrameChg chg="mod modGraphic">
          <ac:chgData name="박태욱(TAEWOOK PARK)[ptw0425]/선임/제조DX.제조DX솔루션.데이터통합분석팀" userId="18db157e-00fe-4d5a-8b38-02cf359aca36" providerId="ADAL" clId="{6350CB82-F759-4572-B93E-9787B708A386}" dt="2025-11-19T18:28:43.352" v="244" actId="20577"/>
          <ac:graphicFrameMkLst>
            <pc:docMk/>
            <pc:sldMk cId="312166392" sldId="2147482002"/>
            <ac:graphicFrameMk id="31" creationId="{52B29498-600E-4C61-A390-CBDE748E9B42}"/>
          </ac:graphicFrameMkLst>
        </pc:graphicFrameChg>
        <pc:picChg chg="del mod ord">
          <ac:chgData name="박태욱(TAEWOOK PARK)[ptw0425]/선임/제조DX.제조DX솔루션.데이터통합분석팀" userId="18db157e-00fe-4d5a-8b38-02cf359aca36" providerId="ADAL" clId="{6350CB82-F759-4572-B93E-9787B708A386}" dt="2025-11-19T18:32:18.508" v="279" actId="478"/>
          <ac:picMkLst>
            <pc:docMk/>
            <pc:sldMk cId="312166392" sldId="2147482002"/>
            <ac:picMk id="2" creationId="{10EA5F65-B427-CA0A-7FCC-62A54B6C800A}"/>
          </ac:picMkLst>
        </pc:picChg>
        <pc:picChg chg="add mod">
          <ac:chgData name="박태욱(TAEWOOK PARK)[ptw0425]/선임/제조DX.제조DX솔루션.데이터통합분석팀" userId="18db157e-00fe-4d5a-8b38-02cf359aca36" providerId="ADAL" clId="{6350CB82-F759-4572-B93E-9787B708A386}" dt="2025-11-19T18:29:39.221" v="252" actId="14100"/>
          <ac:picMkLst>
            <pc:docMk/>
            <pc:sldMk cId="312166392" sldId="2147482002"/>
            <ac:picMk id="3" creationId="{88757D91-EB93-4B82-8296-E8B4EFFA4D92}"/>
          </ac:picMkLst>
        </pc:picChg>
      </pc:sldChg>
      <pc:sldChg chg="modSp">
        <pc:chgData name="박태욱(TAEWOOK PARK)[ptw0425]/선임/제조DX.제조DX솔루션.데이터통합분석팀" userId="18db157e-00fe-4d5a-8b38-02cf359aca36" providerId="ADAL" clId="{6350CB82-F759-4572-B93E-9787B708A386}" dt="2025-11-19T19:24:35.314" v="2503" actId="207"/>
        <pc:sldMkLst>
          <pc:docMk/>
          <pc:sldMk cId="3422623579" sldId="2147482052"/>
        </pc:sldMkLst>
        <pc:spChg chg="mod">
          <ac:chgData name="박태욱(TAEWOOK PARK)[ptw0425]/선임/제조DX.제조DX솔루션.데이터통합분석팀" userId="18db157e-00fe-4d5a-8b38-02cf359aca36" providerId="ADAL" clId="{6350CB82-F759-4572-B93E-9787B708A386}" dt="2025-11-19T19:23:27.193" v="2500" actId="20577"/>
          <ac:spMkLst>
            <pc:docMk/>
            <pc:sldMk cId="3422623579" sldId="2147482052"/>
            <ac:spMk id="5" creationId="{6BC9B294-291A-D23F-C381-45EA6FDC28AB}"/>
          </ac:spMkLst>
        </pc:spChg>
        <pc:spChg chg="mod">
          <ac:chgData name="박태욱(TAEWOOK PARK)[ptw0425]/선임/제조DX.제조DX솔루션.데이터통합분석팀" userId="18db157e-00fe-4d5a-8b38-02cf359aca36" providerId="ADAL" clId="{6350CB82-F759-4572-B93E-9787B708A386}" dt="2025-11-19T19:23:36.912" v="2502" actId="1035"/>
          <ac:spMkLst>
            <pc:docMk/>
            <pc:sldMk cId="3422623579" sldId="2147482052"/>
            <ac:spMk id="12" creationId="{6692D194-EAA7-4A30-B79B-2E6BD596C9C1}"/>
          </ac:spMkLst>
        </pc:spChg>
        <pc:spChg chg="mod">
          <ac:chgData name="박태욱(TAEWOOK PARK)[ptw0425]/선임/제조DX.제조DX솔루션.데이터통합분석팀" userId="18db157e-00fe-4d5a-8b38-02cf359aca36" providerId="ADAL" clId="{6350CB82-F759-4572-B93E-9787B708A386}" dt="2025-11-19T19:23:36.912" v="2502" actId="1035"/>
          <ac:spMkLst>
            <pc:docMk/>
            <pc:sldMk cId="3422623579" sldId="2147482052"/>
            <ac:spMk id="14" creationId="{FF3B58DF-5463-4003-B574-D2C07836F890}"/>
          </ac:spMkLst>
        </pc:spChg>
        <pc:spChg chg="mod">
          <ac:chgData name="박태욱(TAEWOOK PARK)[ptw0425]/선임/제조DX.제조DX솔루션.데이터통합분석팀" userId="18db157e-00fe-4d5a-8b38-02cf359aca36" providerId="ADAL" clId="{6350CB82-F759-4572-B93E-9787B708A386}" dt="2025-11-19T19:23:36.912" v="2502" actId="1035"/>
          <ac:spMkLst>
            <pc:docMk/>
            <pc:sldMk cId="3422623579" sldId="2147482052"/>
            <ac:spMk id="15" creationId="{1347EB15-DE53-4F8D-A41D-C25B54697F69}"/>
          </ac:spMkLst>
        </pc:spChg>
        <pc:spChg chg="mod">
          <ac:chgData name="박태욱(TAEWOOK PARK)[ptw0425]/선임/제조DX.제조DX솔루션.데이터통합분석팀" userId="18db157e-00fe-4d5a-8b38-02cf359aca36" providerId="ADAL" clId="{6350CB82-F759-4572-B93E-9787B708A386}" dt="2025-11-19T19:23:36.912" v="2502" actId="1035"/>
          <ac:spMkLst>
            <pc:docMk/>
            <pc:sldMk cId="3422623579" sldId="2147482052"/>
            <ac:spMk id="18" creationId="{B039936C-EA9E-4773-B7D0-A42716E92176}"/>
          </ac:spMkLst>
        </pc:spChg>
        <pc:spChg chg="mod">
          <ac:chgData name="박태욱(TAEWOOK PARK)[ptw0425]/선임/제조DX.제조DX솔루션.데이터통합분석팀" userId="18db157e-00fe-4d5a-8b38-02cf359aca36" providerId="ADAL" clId="{6350CB82-F759-4572-B93E-9787B708A386}" dt="2025-11-19T19:23:36.912" v="2502" actId="1035"/>
          <ac:spMkLst>
            <pc:docMk/>
            <pc:sldMk cId="3422623579" sldId="2147482052"/>
            <ac:spMk id="19" creationId="{47237EF7-60B2-4748-A9B6-B8972E1054A8}"/>
          </ac:spMkLst>
        </pc:spChg>
        <pc:spChg chg="mod">
          <ac:chgData name="박태욱(TAEWOOK PARK)[ptw0425]/선임/제조DX.제조DX솔루션.데이터통합분석팀" userId="18db157e-00fe-4d5a-8b38-02cf359aca36" providerId="ADAL" clId="{6350CB82-F759-4572-B93E-9787B708A386}" dt="2025-11-19T19:23:36.912" v="2502" actId="1035"/>
          <ac:spMkLst>
            <pc:docMk/>
            <pc:sldMk cId="3422623579" sldId="2147482052"/>
            <ac:spMk id="20" creationId="{3F2F36C2-F626-42D6-AE61-D4F0D42979D7}"/>
          </ac:spMkLst>
        </pc:spChg>
        <pc:graphicFrameChg chg="mod">
          <ac:chgData name="박태욱(TAEWOOK PARK)[ptw0425]/선임/제조DX.제조DX솔루션.데이터통합분석팀" userId="18db157e-00fe-4d5a-8b38-02cf359aca36" providerId="ADAL" clId="{6350CB82-F759-4572-B93E-9787B708A386}" dt="2025-11-19T19:23:36.912" v="2502" actId="1035"/>
          <ac:graphicFrameMkLst>
            <pc:docMk/>
            <pc:sldMk cId="3422623579" sldId="2147482052"/>
            <ac:graphicFrameMk id="8" creationId="{9F593721-68A0-50F6-F9A2-24B7FD3C4A98}"/>
          </ac:graphicFrameMkLst>
        </pc:graphicFrameChg>
        <pc:graphicFrameChg chg="mod modGraphic">
          <ac:chgData name="박태욱(TAEWOOK PARK)[ptw0425]/선임/제조DX.제조DX솔루션.데이터통합분석팀" userId="18db157e-00fe-4d5a-8b38-02cf359aca36" providerId="ADAL" clId="{6350CB82-F759-4572-B93E-9787B708A386}" dt="2025-11-19T19:24:35.314" v="2503" actId="207"/>
          <ac:graphicFrameMkLst>
            <pc:docMk/>
            <pc:sldMk cId="3422623579" sldId="2147482052"/>
            <ac:graphicFrameMk id="16" creationId="{613F9ABA-5239-42FE-8096-8438F8CEB7F0}"/>
          </ac:graphicFrameMkLst>
        </pc:graphicFrameChg>
      </pc:sldChg>
    </pc:docChg>
  </pc:docChgLst>
  <pc:docChgLst>
    <pc:chgData name="김종우(JONG WOO KIM)[jongwoo_kim]/선임/제조DX.제조DX솔루션.데이터통합분석팀" userId="S::jongwoo_kim@lgensol.com::724af6f9-8cbb-4db2-a128-c90de53c6762" providerId="AD" clId="Web-{CED955B6-E76F-B4FB-6500-478994563F14}"/>
    <pc:docChg chg="modSld">
      <pc:chgData name="김종우(JONG WOO KIM)[jongwoo_kim]/선임/제조DX.제조DX솔루션.데이터통합분석팀" userId="S::jongwoo_kim@lgensol.com::724af6f9-8cbb-4db2-a128-c90de53c6762" providerId="AD" clId="Web-{CED955B6-E76F-B4FB-6500-478994563F14}" dt="2025-10-29T05:41:41.225" v="188" actId="14100"/>
      <pc:docMkLst>
        <pc:docMk/>
      </pc:docMkLst>
    </pc:docChg>
  </pc:docChgLst>
  <pc:docChgLst>
    <pc:chgData name="김석중(SEOKJUNG KIM)[ksj_0420]/사원/제조DX.제조DX솔루션.롤맵기술팀" userId="4e10f057-622c-4bad-88ca-d96f01a66173" providerId="ADAL" clId="{1745DDEB-59C9-4713-84B7-B6445CD807BA}"/>
    <pc:docChg chg="custSel modSld">
      <pc:chgData name="김석중(SEOKJUNG KIM)[ksj_0420]/사원/제조DX.제조DX솔루션.롤맵기술팀" userId="4e10f057-622c-4bad-88ca-d96f01a66173" providerId="ADAL" clId="{1745DDEB-59C9-4713-84B7-B6445CD807BA}" dt="2025-10-15T06:56:31.734" v="923"/>
      <pc:docMkLst>
        <pc:docMk/>
      </pc:docMkLst>
      <pc:sldChg chg="modSp">
        <pc:chgData name="김석중(SEOKJUNG KIM)[ksj_0420]/사원/제조DX.제조DX솔루션.롤맵기술팀" userId="4e10f057-622c-4bad-88ca-d96f01a66173" providerId="ADAL" clId="{1745DDEB-59C9-4713-84B7-B6445CD807BA}" dt="2025-10-15T06:51:42.564" v="908" actId="20577"/>
        <pc:sldMkLst>
          <pc:docMk/>
          <pc:sldMk cId="31248691" sldId="2147481916"/>
        </pc:sldMkLst>
        <pc:spChg chg="mod">
          <ac:chgData name="김석중(SEOKJUNG KIM)[ksj_0420]/사원/제조DX.제조DX솔루션.롤맵기술팀" userId="4e10f057-622c-4bad-88ca-d96f01a66173" providerId="ADAL" clId="{1745DDEB-59C9-4713-84B7-B6445CD807BA}" dt="2025-10-15T06:36:30.446" v="2" actId="20577"/>
          <ac:spMkLst>
            <pc:docMk/>
            <pc:sldMk cId="31248691" sldId="2147481916"/>
            <ac:spMk id="18" creationId="{72943F47-EAEA-4391-A2BC-C7C33A8E8CFD}"/>
          </ac:spMkLst>
        </pc:spChg>
        <pc:graphicFrameChg chg="mod modGraphic">
          <ac:chgData name="김석중(SEOKJUNG KIM)[ksj_0420]/사원/제조DX.제조DX솔루션.롤맵기술팀" userId="4e10f057-622c-4bad-88ca-d96f01a66173" providerId="ADAL" clId="{1745DDEB-59C9-4713-84B7-B6445CD807BA}" dt="2025-10-15T06:51:42.564" v="908" actId="20577"/>
          <ac:graphicFrameMkLst>
            <pc:docMk/>
            <pc:sldMk cId="31248691" sldId="2147481916"/>
            <ac:graphicFrameMk id="3" creationId="{3E86696F-E35A-4B06-9B46-63A4A6A986C1}"/>
          </ac:graphicFrameMkLst>
        </pc:graphicFrameChg>
      </pc:sldChg>
      <pc:sldChg chg="modSp">
        <pc:chgData name="김석중(SEOKJUNG KIM)[ksj_0420]/사원/제조DX.제조DX솔루션.롤맵기술팀" userId="4e10f057-622c-4bad-88ca-d96f01a66173" providerId="ADAL" clId="{1745DDEB-59C9-4713-84B7-B6445CD807BA}" dt="2025-10-15T06:51:36.043" v="906" actId="20577"/>
        <pc:sldMkLst>
          <pc:docMk/>
          <pc:sldMk cId="2827412370" sldId="2147481939"/>
        </pc:sldMkLst>
        <pc:spChg chg="mod">
          <ac:chgData name="김석중(SEOKJUNG KIM)[ksj_0420]/사원/제조DX.제조DX솔루션.롤맵기술팀" userId="4e10f057-622c-4bad-88ca-d96f01a66173" providerId="ADAL" clId="{1745DDEB-59C9-4713-84B7-B6445CD807BA}" dt="2025-10-15T06:51:13.809" v="867" actId="20577"/>
          <ac:spMkLst>
            <pc:docMk/>
            <pc:sldMk cId="2827412370" sldId="2147481939"/>
            <ac:spMk id="18" creationId="{72943F47-EAEA-4391-A2BC-C7C33A8E8CFD}"/>
          </ac:spMkLst>
        </pc:spChg>
        <pc:graphicFrameChg chg="mod modGraphic">
          <ac:chgData name="김석중(SEOKJUNG KIM)[ksj_0420]/사원/제조DX.제조DX솔루션.롤맵기술팀" userId="4e10f057-622c-4bad-88ca-d96f01a66173" providerId="ADAL" clId="{1745DDEB-59C9-4713-84B7-B6445CD807BA}" dt="2025-10-15T06:51:36.043" v="906" actId="20577"/>
          <ac:graphicFrameMkLst>
            <pc:docMk/>
            <pc:sldMk cId="2827412370" sldId="2147481939"/>
            <ac:graphicFrameMk id="3" creationId="{3E86696F-E35A-4B06-9B46-63A4A6A986C1}"/>
          </ac:graphicFrameMkLst>
        </pc:graphicFrameChg>
      </pc:sldChg>
      <pc:sldChg chg="modSp">
        <pc:chgData name="김석중(SEOKJUNG KIM)[ksj_0420]/사원/제조DX.제조DX솔루션.롤맵기술팀" userId="4e10f057-622c-4bad-88ca-d96f01a66173" providerId="ADAL" clId="{1745DDEB-59C9-4713-84B7-B6445CD807BA}" dt="2025-10-15T06:51:05.820" v="866" actId="20577"/>
        <pc:sldMkLst>
          <pc:docMk/>
          <pc:sldMk cId="120050373" sldId="2147481971"/>
        </pc:sldMkLst>
        <pc:spChg chg="mod">
          <ac:chgData name="김석중(SEOKJUNG KIM)[ksj_0420]/사원/제조DX.제조DX솔루션.롤맵기술팀" userId="4e10f057-622c-4bad-88ca-d96f01a66173" providerId="ADAL" clId="{1745DDEB-59C9-4713-84B7-B6445CD807BA}" dt="2025-10-15T06:51:05.820" v="866" actId="20577"/>
          <ac:spMkLst>
            <pc:docMk/>
            <pc:sldMk cId="120050373" sldId="2147481971"/>
            <ac:spMk id="18" creationId="{72943F47-EAEA-4391-A2BC-C7C33A8E8CFD}"/>
          </ac:spMkLst>
        </pc:spChg>
      </pc:sldChg>
    </pc:docChg>
  </pc:docChgLst>
  <pc:docChgLst>
    <pc:chgData name="서준효(JUNHYO SU)[sujunhyo]/책임/제조DX.제조DX솔루션.데이터통합분석팀" userId="d69e963c-cd7d-4842-a4a9-f0ce48daaa93" providerId="ADAL" clId="{A4866632-4584-4FB8-8AC2-DBE5A20DFDB2}"/>
    <pc:docChg chg="undo custSel modSld">
      <pc:chgData name="서준효(JUNHYO SU)[sujunhyo]/책임/제조DX.제조DX솔루션.데이터통합분석팀" userId="d69e963c-cd7d-4842-a4a9-f0ce48daaa93" providerId="ADAL" clId="{A4866632-4584-4FB8-8AC2-DBE5A20DFDB2}" dt="2025-11-20T05:28:39.097" v="5445" actId="1076"/>
      <pc:docMkLst>
        <pc:docMk/>
      </pc:docMkLst>
      <pc:sldChg chg="addSp delSp modSp mod">
        <pc:chgData name="서준효(JUNHYO SU)[sujunhyo]/책임/제조DX.제조DX솔루션.데이터통합분석팀" userId="d69e963c-cd7d-4842-a4a9-f0ce48daaa93" providerId="ADAL" clId="{A4866632-4584-4FB8-8AC2-DBE5A20DFDB2}" dt="2025-11-20T05:28:39.097" v="5445" actId="1076"/>
        <pc:sldMkLst>
          <pc:docMk/>
          <pc:sldMk cId="3422623579" sldId="2147482052"/>
        </pc:sldMkLst>
        <pc:spChg chg="mod ord">
          <ac:chgData name="서준효(JUNHYO SU)[sujunhyo]/책임/제조DX.제조DX솔루션.데이터통합분석팀" userId="d69e963c-cd7d-4842-a4a9-f0ce48daaa93" providerId="ADAL" clId="{A4866632-4584-4FB8-8AC2-DBE5A20DFDB2}" dt="2025-11-20T05:28:18.163" v="5416" actId="20577"/>
          <ac:spMkLst>
            <pc:docMk/>
            <pc:sldMk cId="3422623579" sldId="2147482052"/>
            <ac:spMk id="5" creationId="{6BC9B294-291A-D23F-C381-45EA6FDC28AB}"/>
          </ac:spMkLst>
        </pc:spChg>
        <pc:spChg chg="add mod">
          <ac:chgData name="서준효(JUNHYO SU)[sujunhyo]/책임/제조DX.제조DX솔루션.데이터통합분석팀" userId="d69e963c-cd7d-4842-a4a9-f0ce48daaa93" providerId="ADAL" clId="{A4866632-4584-4FB8-8AC2-DBE5A20DFDB2}" dt="2025-11-20T05:28:39.097" v="5445" actId="1076"/>
          <ac:spMkLst>
            <pc:docMk/>
            <pc:sldMk cId="3422623579" sldId="2147482052"/>
            <ac:spMk id="11" creationId="{0AA8025B-DD63-4B45-EC33-ACB99CE681F6}"/>
          </ac:spMkLst>
        </pc:spChg>
        <pc:spChg chg="mod">
          <ac:chgData name="서준효(JUNHYO SU)[sujunhyo]/책임/제조DX.제조DX솔루션.데이터통합분석팀" userId="d69e963c-cd7d-4842-a4a9-f0ce48daaa93" providerId="ADAL" clId="{A4866632-4584-4FB8-8AC2-DBE5A20DFDB2}" dt="2025-11-20T05:26:48.255" v="5390" actId="164"/>
          <ac:spMkLst>
            <pc:docMk/>
            <pc:sldMk cId="3422623579" sldId="2147482052"/>
            <ac:spMk id="12" creationId="{6692D194-EAA7-4A30-B79B-2E6BD596C9C1}"/>
          </ac:spMkLst>
        </pc:spChg>
        <pc:spChg chg="mod">
          <ac:chgData name="서준효(JUNHYO SU)[sujunhyo]/책임/제조DX.제조DX솔루션.데이터통합분석팀" userId="d69e963c-cd7d-4842-a4a9-f0ce48daaa93" providerId="ADAL" clId="{A4866632-4584-4FB8-8AC2-DBE5A20DFDB2}" dt="2025-11-20T05:26:48.255" v="5390" actId="164"/>
          <ac:spMkLst>
            <pc:docMk/>
            <pc:sldMk cId="3422623579" sldId="2147482052"/>
            <ac:spMk id="14" creationId="{FF3B58DF-5463-4003-B574-D2C07836F890}"/>
          </ac:spMkLst>
        </pc:spChg>
        <pc:spChg chg="mod">
          <ac:chgData name="서준효(JUNHYO SU)[sujunhyo]/책임/제조DX.제조DX솔루션.데이터통합분석팀" userId="d69e963c-cd7d-4842-a4a9-f0ce48daaa93" providerId="ADAL" clId="{A4866632-4584-4FB8-8AC2-DBE5A20DFDB2}" dt="2025-11-20T05:26:48.255" v="5390" actId="164"/>
          <ac:spMkLst>
            <pc:docMk/>
            <pc:sldMk cId="3422623579" sldId="2147482052"/>
            <ac:spMk id="15" creationId="{1347EB15-DE53-4F8D-A41D-C25B54697F69}"/>
          </ac:spMkLst>
        </pc:spChg>
        <pc:spChg chg="mod">
          <ac:chgData name="서준효(JUNHYO SU)[sujunhyo]/책임/제조DX.제조DX솔루션.데이터통합분석팀" userId="d69e963c-cd7d-4842-a4a9-f0ce48daaa93" providerId="ADAL" clId="{A4866632-4584-4FB8-8AC2-DBE5A20DFDB2}" dt="2025-11-20T05:26:48.255" v="5390" actId="164"/>
          <ac:spMkLst>
            <pc:docMk/>
            <pc:sldMk cId="3422623579" sldId="2147482052"/>
            <ac:spMk id="18" creationId="{B039936C-EA9E-4773-B7D0-A42716E92176}"/>
          </ac:spMkLst>
        </pc:spChg>
        <pc:spChg chg="mod">
          <ac:chgData name="서준효(JUNHYO SU)[sujunhyo]/책임/제조DX.제조DX솔루션.데이터통합분석팀" userId="d69e963c-cd7d-4842-a4a9-f0ce48daaa93" providerId="ADAL" clId="{A4866632-4584-4FB8-8AC2-DBE5A20DFDB2}" dt="2025-11-20T05:26:48.255" v="5390" actId="164"/>
          <ac:spMkLst>
            <pc:docMk/>
            <pc:sldMk cId="3422623579" sldId="2147482052"/>
            <ac:spMk id="19" creationId="{47237EF7-60B2-4748-A9B6-B8972E1054A8}"/>
          </ac:spMkLst>
        </pc:spChg>
        <pc:spChg chg="mod">
          <ac:chgData name="서준효(JUNHYO SU)[sujunhyo]/책임/제조DX.제조DX솔루션.데이터통합분석팀" userId="d69e963c-cd7d-4842-a4a9-f0ce48daaa93" providerId="ADAL" clId="{A4866632-4584-4FB8-8AC2-DBE5A20DFDB2}" dt="2025-11-20T05:26:48.255" v="5390" actId="164"/>
          <ac:spMkLst>
            <pc:docMk/>
            <pc:sldMk cId="3422623579" sldId="2147482052"/>
            <ac:spMk id="20" creationId="{3F2F36C2-F626-42D6-AE61-D4F0D42979D7}"/>
          </ac:spMkLst>
        </pc:spChg>
        <pc:spChg chg="mod">
          <ac:chgData name="서준효(JUNHYO SU)[sujunhyo]/책임/제조DX.제조DX솔루션.데이터통합분석팀" userId="d69e963c-cd7d-4842-a4a9-f0ce48daaa93" providerId="ADAL" clId="{A4866632-4584-4FB8-8AC2-DBE5A20DFDB2}" dt="2025-11-19T04:05:38.305" v="3" actId="1076"/>
          <ac:spMkLst>
            <pc:docMk/>
            <pc:sldMk cId="3422623579" sldId="2147482052"/>
            <ac:spMk id="21" creationId="{CB270C23-74FA-4F73-95AD-E9822BA83867}"/>
          </ac:spMkLst>
        </pc:spChg>
        <pc:spChg chg="mod">
          <ac:chgData name="서준효(JUNHYO SU)[sujunhyo]/책임/제조DX.제조DX솔루션.데이터통합분석팀" userId="d69e963c-cd7d-4842-a4a9-f0ce48daaa93" providerId="ADAL" clId="{A4866632-4584-4FB8-8AC2-DBE5A20DFDB2}" dt="2025-11-19T04:06:18.707" v="5" actId="1076"/>
          <ac:spMkLst>
            <pc:docMk/>
            <pc:sldMk cId="3422623579" sldId="2147482052"/>
            <ac:spMk id="24" creationId="{D1BFD141-0C5E-DB3F-5D17-F715E8E37BD0}"/>
          </ac:spMkLst>
        </pc:spChg>
        <pc:spChg chg="mod">
          <ac:chgData name="서준효(JUNHYO SU)[sujunhyo]/책임/제조DX.제조DX솔루션.데이터통합분석팀" userId="d69e963c-cd7d-4842-a4a9-f0ce48daaa93" providerId="ADAL" clId="{A4866632-4584-4FB8-8AC2-DBE5A20DFDB2}" dt="2025-11-19T04:06:18.707" v="5" actId="1076"/>
          <ac:spMkLst>
            <pc:docMk/>
            <pc:sldMk cId="3422623579" sldId="2147482052"/>
            <ac:spMk id="25" creationId="{F19E7734-DC94-873D-0C05-64F7361DCDCE}"/>
          </ac:spMkLst>
        </pc:spChg>
        <pc:grpChg chg="add mod">
          <ac:chgData name="서준효(JUNHYO SU)[sujunhyo]/책임/제조DX.제조DX솔루션.데이터통합분석팀" userId="d69e963c-cd7d-4842-a4a9-f0ce48daaa93" providerId="ADAL" clId="{A4866632-4584-4FB8-8AC2-DBE5A20DFDB2}" dt="2025-11-20T05:28:36.219" v="5444" actId="1076"/>
          <ac:grpSpMkLst>
            <pc:docMk/>
            <pc:sldMk cId="3422623579" sldId="2147482052"/>
            <ac:grpSpMk id="2" creationId="{239DD73F-0043-75ED-D651-D0E5D3609F7C}"/>
          </ac:grpSpMkLst>
        </pc:grpChg>
        <pc:graphicFrameChg chg="mod modGraphic">
          <ac:chgData name="서준효(JUNHYO SU)[sujunhyo]/책임/제조DX.제조DX솔루션.데이터통합분석팀" userId="d69e963c-cd7d-4842-a4a9-f0ce48daaa93" providerId="ADAL" clId="{A4866632-4584-4FB8-8AC2-DBE5A20DFDB2}" dt="2025-11-20T05:27:54.280" v="5412" actId="1076"/>
          <ac:graphicFrameMkLst>
            <pc:docMk/>
            <pc:sldMk cId="3422623579" sldId="2147482052"/>
            <ac:graphicFrameMk id="7" creationId="{ED1D777A-F458-D0BE-C537-083D00DFCE32}"/>
          </ac:graphicFrameMkLst>
        </pc:graphicFrameChg>
        <pc:graphicFrameChg chg="mod">
          <ac:chgData name="서준효(JUNHYO SU)[sujunhyo]/책임/제조DX.제조DX솔루션.데이터통합분석팀" userId="d69e963c-cd7d-4842-a4a9-f0ce48daaa93" providerId="ADAL" clId="{A4866632-4584-4FB8-8AC2-DBE5A20DFDB2}" dt="2025-11-20T05:28:31.032" v="5443" actId="1035"/>
          <ac:graphicFrameMkLst>
            <pc:docMk/>
            <pc:sldMk cId="3422623579" sldId="2147482052"/>
            <ac:graphicFrameMk id="8" creationId="{9F593721-68A0-50F6-F9A2-24B7FD3C4A98}"/>
          </ac:graphicFrameMkLst>
        </pc:graphicFrameChg>
        <pc:graphicFrameChg chg="mod modGraphic">
          <ac:chgData name="서준효(JUNHYO SU)[sujunhyo]/책임/제조DX.제조DX솔루션.데이터통합분석팀" userId="d69e963c-cd7d-4842-a4a9-f0ce48daaa93" providerId="ADAL" clId="{A4866632-4584-4FB8-8AC2-DBE5A20DFDB2}" dt="2025-11-20T05:28:31.032" v="5443" actId="1035"/>
          <ac:graphicFrameMkLst>
            <pc:docMk/>
            <pc:sldMk cId="3422623579" sldId="2147482052"/>
            <ac:graphicFrameMk id="16" creationId="{613F9ABA-5239-42FE-8096-8438F8CEB7F0}"/>
          </ac:graphicFrameMkLst>
        </pc:graphicFrameChg>
        <pc:picChg chg="add del mod">
          <ac:chgData name="서준효(JUNHYO SU)[sujunhyo]/책임/제조DX.제조DX솔루션.데이터통합분석팀" userId="d69e963c-cd7d-4842-a4a9-f0ce48daaa93" providerId="ADAL" clId="{A4866632-4584-4FB8-8AC2-DBE5A20DFDB2}" dt="2025-11-19T04:57:48.666" v="1260" actId="478"/>
          <ac:picMkLst>
            <pc:docMk/>
            <pc:sldMk cId="3422623579" sldId="2147482052"/>
            <ac:picMk id="3" creationId="{7BC601C7-2FD6-8116-E9AA-90E1644E0379}"/>
          </ac:picMkLst>
        </pc:picChg>
        <pc:picChg chg="add del mod">
          <ac:chgData name="서준효(JUNHYO SU)[sujunhyo]/책임/제조DX.제조DX솔루션.데이터통합분석팀" userId="d69e963c-cd7d-4842-a4a9-f0ce48daaa93" providerId="ADAL" clId="{A4866632-4584-4FB8-8AC2-DBE5A20DFDB2}" dt="2025-11-19T05:03:53.944" v="1646" actId="478"/>
          <ac:picMkLst>
            <pc:docMk/>
            <pc:sldMk cId="3422623579" sldId="2147482052"/>
            <ac:picMk id="6" creationId="{065B4649-9643-48C1-6FD9-2CE5CFEC0437}"/>
          </ac:picMkLst>
        </pc:picChg>
        <pc:picChg chg="add del mod ord">
          <ac:chgData name="서준효(JUNHYO SU)[sujunhyo]/책임/제조DX.제조DX솔루션.데이터통합분석팀" userId="d69e963c-cd7d-4842-a4a9-f0ce48daaa93" providerId="ADAL" clId="{A4866632-4584-4FB8-8AC2-DBE5A20DFDB2}" dt="2025-11-19T05:26:10.461" v="3234" actId="478"/>
          <ac:picMkLst>
            <pc:docMk/>
            <pc:sldMk cId="3422623579" sldId="2147482052"/>
            <ac:picMk id="10" creationId="{10C23CA1-A2BC-265A-3005-623BE5640796}"/>
          </ac:picMkLst>
        </pc:picChg>
        <pc:picChg chg="add del mod">
          <ac:chgData name="서준효(JUNHYO SU)[sujunhyo]/책임/제조DX.제조DX솔루션.데이터통합분석팀" userId="d69e963c-cd7d-4842-a4a9-f0ce48daaa93" providerId="ADAL" clId="{A4866632-4584-4FB8-8AC2-DBE5A20DFDB2}" dt="2025-11-19T05:35:17.467" v="4057" actId="478"/>
          <ac:picMkLst>
            <pc:docMk/>
            <pc:sldMk cId="3422623579" sldId="2147482052"/>
            <ac:picMk id="17" creationId="{1BD6713D-FFC7-6725-9861-F79DC0556C00}"/>
          </ac:picMkLst>
        </pc:picChg>
      </pc:sldChg>
      <pc:sldChg chg="modSp mod">
        <pc:chgData name="서준효(JUNHYO SU)[sujunhyo]/책임/제조DX.제조DX솔루션.데이터통합분석팀" userId="d69e963c-cd7d-4842-a4a9-f0ce48daaa93" providerId="ADAL" clId="{A4866632-4584-4FB8-8AC2-DBE5A20DFDB2}" dt="2025-11-19T04:43:26" v="74"/>
        <pc:sldMkLst>
          <pc:docMk/>
          <pc:sldMk cId="2878646389" sldId="2147482127"/>
        </pc:sldMkLst>
        <pc:spChg chg="mod">
          <ac:chgData name="서준효(JUNHYO SU)[sujunhyo]/책임/제조DX.제조DX솔루션.데이터통합분석팀" userId="d69e963c-cd7d-4842-a4a9-f0ce48daaa93" providerId="ADAL" clId="{A4866632-4584-4FB8-8AC2-DBE5A20DFDB2}" dt="2025-11-19T04:43:26" v="74"/>
          <ac:spMkLst>
            <pc:docMk/>
            <pc:sldMk cId="2878646389" sldId="2147482127"/>
            <ac:spMk id="18" creationId="{CD6FE8C4-D3CA-4ACB-997B-147E1EDF00F6}"/>
          </ac:spMkLst>
        </pc:spChg>
      </pc:sldChg>
    </pc:docChg>
  </pc:docChgLst>
  <pc:docChgLst>
    <pc:chgData name="박태욱(TAEWOOK PARK)[ptw0425]/선임/제조DX.제조DX솔루션.데이터통합분석팀" userId="18db157e-00fe-4d5a-8b38-02cf359aca36" providerId="ADAL" clId="{5D5088DF-3003-4082-80B3-672E0872252D}"/>
    <pc:docChg chg="undo custSel modSld">
      <pc:chgData name="박태욱(TAEWOOK PARK)[ptw0425]/선임/제조DX.제조DX솔루션.데이터통합분석팀" userId="18db157e-00fe-4d5a-8b38-02cf359aca36" providerId="ADAL" clId="{5D5088DF-3003-4082-80B3-672E0872252D}" dt="2025-11-26T08:51:58.042" v="1101" actId="478"/>
      <pc:docMkLst>
        <pc:docMk/>
      </pc:docMkLst>
      <pc:sldChg chg="modSp">
        <pc:chgData name="박태욱(TAEWOOK PARK)[ptw0425]/선임/제조DX.제조DX솔루션.데이터통합분석팀" userId="18db157e-00fe-4d5a-8b38-02cf359aca36" providerId="ADAL" clId="{5D5088DF-3003-4082-80B3-672E0872252D}" dt="2025-11-26T08:27:55.862" v="730"/>
        <pc:sldMkLst>
          <pc:docMk/>
          <pc:sldMk cId="3942421698" sldId="2147481945"/>
        </pc:sldMkLst>
        <pc:spChg chg="mod">
          <ac:chgData name="박태욱(TAEWOOK PARK)[ptw0425]/선임/제조DX.제조DX솔루션.데이터통합분석팀" userId="18db157e-00fe-4d5a-8b38-02cf359aca36" providerId="ADAL" clId="{5D5088DF-3003-4082-80B3-672E0872252D}" dt="2025-11-26T08:27:39.041" v="729" actId="20577"/>
          <ac:spMkLst>
            <pc:docMk/>
            <pc:sldMk cId="3942421698" sldId="2147481945"/>
            <ac:spMk id="12" creationId="{701DBD41-0962-47BC-BF85-0E3D71312932}"/>
          </ac:spMkLst>
        </pc:spChg>
        <pc:spChg chg="mod">
          <ac:chgData name="박태욱(TAEWOOK PARK)[ptw0425]/선임/제조DX.제조DX솔루션.데이터통합분석팀" userId="18db157e-00fe-4d5a-8b38-02cf359aca36" providerId="ADAL" clId="{5D5088DF-3003-4082-80B3-672E0872252D}" dt="2025-11-26T08:27:02.582" v="717" actId="20577"/>
          <ac:spMkLst>
            <pc:docMk/>
            <pc:sldMk cId="3942421698" sldId="2147481945"/>
            <ac:spMk id="206" creationId="{ACFDFB86-7559-4A05-960F-CF25959572A1}"/>
          </ac:spMkLst>
        </pc:spChg>
        <pc:spChg chg="mod">
          <ac:chgData name="박태욱(TAEWOOK PARK)[ptw0425]/선임/제조DX.제조DX솔루션.데이터통합분석팀" userId="18db157e-00fe-4d5a-8b38-02cf359aca36" providerId="ADAL" clId="{5D5088DF-3003-4082-80B3-672E0872252D}" dt="2025-11-26T08:27:29.707" v="725" actId="20577"/>
          <ac:spMkLst>
            <pc:docMk/>
            <pc:sldMk cId="3942421698" sldId="2147481945"/>
            <ac:spMk id="207" creationId="{4FFF88C8-2F81-4E72-A301-0C2B5334B8B8}"/>
          </ac:spMkLst>
        </pc:spChg>
        <pc:grpChg chg="mod">
          <ac:chgData name="박태욱(TAEWOOK PARK)[ptw0425]/선임/제조DX.제조DX솔루션.데이터통합분석팀" userId="18db157e-00fe-4d5a-8b38-02cf359aca36" providerId="ADAL" clId="{5D5088DF-3003-4082-80B3-672E0872252D}" dt="2025-11-26T08:24:27.562" v="673" actId="1076"/>
          <ac:grpSpMkLst>
            <pc:docMk/>
            <pc:sldMk cId="3942421698" sldId="2147481945"/>
            <ac:grpSpMk id="184" creationId="{F2DFE0D2-4F6C-46A6-B88F-2B35BDDDA18E}"/>
          </ac:grpSpMkLst>
        </pc:grpChg>
        <pc:graphicFrameChg chg="mod">
          <ac:chgData name="박태욱(TAEWOOK PARK)[ptw0425]/선임/제조DX.제조DX솔루션.데이터통합분석팀" userId="18db157e-00fe-4d5a-8b38-02cf359aca36" providerId="ADAL" clId="{5D5088DF-3003-4082-80B3-672E0872252D}" dt="2025-11-26T08:27:55.862" v="730"/>
          <ac:graphicFrameMkLst>
            <pc:docMk/>
            <pc:sldMk cId="3942421698" sldId="2147481945"/>
            <ac:graphicFrameMk id="19" creationId="{3E86696F-E35A-4B06-9B46-63A4A6A986C1}"/>
          </ac:graphicFrameMkLst>
        </pc:graphicFrameChg>
        <pc:graphicFrameChg chg="modGraphic">
          <ac:chgData name="박태욱(TAEWOOK PARK)[ptw0425]/선임/제조DX.제조DX솔루션.데이터통합분석팀" userId="18db157e-00fe-4d5a-8b38-02cf359aca36" providerId="ADAL" clId="{5D5088DF-3003-4082-80B3-672E0872252D}" dt="2025-11-26T08:25:56.376" v="689" actId="20577"/>
          <ac:graphicFrameMkLst>
            <pc:docMk/>
            <pc:sldMk cId="3942421698" sldId="2147481945"/>
            <ac:graphicFrameMk id="194" creationId="{EF584CD6-CEC7-4651-BA19-6526E7899803}"/>
          </ac:graphicFrameMkLst>
        </pc:graphicFrameChg>
      </pc:sldChg>
      <pc:sldChg chg="addSp delSp modSp">
        <pc:chgData name="박태욱(TAEWOOK PARK)[ptw0425]/선임/제조DX.제조DX솔루션.데이터통합분석팀" userId="18db157e-00fe-4d5a-8b38-02cf359aca36" providerId="ADAL" clId="{5D5088DF-3003-4082-80B3-672E0872252D}" dt="2025-11-26T08:36:51.805" v="984" actId="207"/>
        <pc:sldMkLst>
          <pc:docMk/>
          <pc:sldMk cId="1581856275" sldId="2147482000"/>
        </pc:sldMkLst>
        <pc:spChg chg="mod">
          <ac:chgData name="박태욱(TAEWOOK PARK)[ptw0425]/선임/제조DX.제조DX솔루션.데이터통합분석팀" userId="18db157e-00fe-4d5a-8b38-02cf359aca36" providerId="ADAL" clId="{5D5088DF-3003-4082-80B3-672E0872252D}" dt="2025-11-25T22:08:47.207" v="5" actId="20577"/>
          <ac:spMkLst>
            <pc:docMk/>
            <pc:sldMk cId="1581856275" sldId="2147482000"/>
            <ac:spMk id="12" creationId="{7FB6881A-B9CA-FAA9-B570-5210A8A2FFCF}"/>
          </ac:spMkLst>
        </pc:spChg>
        <pc:spChg chg="mod ord">
          <ac:chgData name="박태욱(TAEWOOK PARK)[ptw0425]/선임/제조DX.제조DX솔루션.데이터통합분석팀" userId="18db157e-00fe-4d5a-8b38-02cf359aca36" providerId="ADAL" clId="{5D5088DF-3003-4082-80B3-672E0872252D}" dt="2025-11-26T08:36:42.874" v="983" actId="20577"/>
          <ac:spMkLst>
            <pc:docMk/>
            <pc:sldMk cId="1581856275" sldId="2147482000"/>
            <ac:spMk id="24" creationId="{48A2806F-1558-4FE0-9EEF-3F4C82EBF8C2}"/>
          </ac:spMkLst>
        </pc:spChg>
        <pc:spChg chg="del ord">
          <ac:chgData name="박태욱(TAEWOOK PARK)[ptw0425]/선임/제조DX.제조DX솔루션.데이터통합분석팀" userId="18db157e-00fe-4d5a-8b38-02cf359aca36" providerId="ADAL" clId="{5D5088DF-3003-4082-80B3-672E0872252D}" dt="2025-11-26T08:31:53.117" v="776" actId="478"/>
          <ac:spMkLst>
            <pc:docMk/>
            <pc:sldMk cId="1581856275" sldId="2147482000"/>
            <ac:spMk id="25" creationId="{0B971FE4-E9BA-498F-AF47-8FC5194B27D2}"/>
          </ac:spMkLst>
        </pc:spChg>
        <pc:spChg chg="add mod">
          <ac:chgData name="박태욱(TAEWOOK PARK)[ptw0425]/선임/제조DX.제조DX솔루션.데이터통합분석팀" userId="18db157e-00fe-4d5a-8b38-02cf359aca36" providerId="ADAL" clId="{5D5088DF-3003-4082-80B3-672E0872252D}" dt="2025-11-26T08:32:11.184" v="785" actId="20577"/>
          <ac:spMkLst>
            <pc:docMk/>
            <pc:sldMk cId="1581856275" sldId="2147482000"/>
            <ac:spMk id="27" creationId="{E7019B02-2BE9-4256-ADAD-6482CB6A87F1}"/>
          </ac:spMkLst>
        </pc:spChg>
        <pc:spChg chg="add mod">
          <ac:chgData name="박태욱(TAEWOOK PARK)[ptw0425]/선임/제조DX.제조DX솔루션.데이터통합분석팀" userId="18db157e-00fe-4d5a-8b38-02cf359aca36" providerId="ADAL" clId="{5D5088DF-3003-4082-80B3-672E0872252D}" dt="2025-11-26T08:33:01.641" v="852"/>
          <ac:spMkLst>
            <pc:docMk/>
            <pc:sldMk cId="1581856275" sldId="2147482000"/>
            <ac:spMk id="28" creationId="{FBC00E5E-EC22-45F3-96D9-9708D7A51E8F}"/>
          </ac:spMkLst>
        </pc:spChg>
        <pc:spChg chg="mod ord">
          <ac:chgData name="박태욱(TAEWOOK PARK)[ptw0425]/선임/제조DX.제조DX솔루션.데이터통합분석팀" userId="18db157e-00fe-4d5a-8b38-02cf359aca36" providerId="ADAL" clId="{5D5088DF-3003-4082-80B3-672E0872252D}" dt="2025-11-26T08:31:31.320" v="765" actId="1038"/>
          <ac:spMkLst>
            <pc:docMk/>
            <pc:sldMk cId="1581856275" sldId="2147482000"/>
            <ac:spMk id="29" creationId="{36761B3B-78ED-40A0-8329-CF91758A67DC}"/>
          </ac:spMkLst>
        </pc:spChg>
        <pc:spChg chg="mod ord">
          <ac:chgData name="박태욱(TAEWOOK PARK)[ptw0425]/선임/제조DX.제조DX솔루션.데이터통합분석팀" userId="18db157e-00fe-4d5a-8b38-02cf359aca36" providerId="ADAL" clId="{5D5088DF-3003-4082-80B3-672E0872252D}" dt="2025-11-26T08:31:46.487" v="774" actId="1035"/>
          <ac:spMkLst>
            <pc:docMk/>
            <pc:sldMk cId="1581856275" sldId="2147482000"/>
            <ac:spMk id="31" creationId="{3250D339-52C0-4249-B0FD-E0F6141B4873}"/>
          </ac:spMkLst>
        </pc:spChg>
        <pc:spChg chg="del ord">
          <ac:chgData name="박태욱(TAEWOOK PARK)[ptw0425]/선임/제조DX.제조DX솔루션.데이터통합분석팀" userId="18db157e-00fe-4d5a-8b38-02cf359aca36" providerId="ADAL" clId="{5D5088DF-3003-4082-80B3-672E0872252D}" dt="2025-11-26T08:33:13.275" v="855" actId="478"/>
          <ac:spMkLst>
            <pc:docMk/>
            <pc:sldMk cId="1581856275" sldId="2147482000"/>
            <ac:spMk id="32" creationId="{C471AE02-7802-42CF-B159-6BE6769CBE7D}"/>
          </ac:spMkLst>
        </pc:spChg>
        <pc:spChg chg="mod ord">
          <ac:chgData name="박태욱(TAEWOOK PARK)[ptw0425]/선임/제조DX.제조DX솔루션.데이터통합분석팀" userId="18db157e-00fe-4d5a-8b38-02cf359aca36" providerId="ADAL" clId="{5D5088DF-3003-4082-80B3-672E0872252D}" dt="2025-11-26T08:31:50.147" v="775" actId="1076"/>
          <ac:spMkLst>
            <pc:docMk/>
            <pc:sldMk cId="1581856275" sldId="2147482000"/>
            <ac:spMk id="35" creationId="{344DB16E-1572-4B7E-9DCE-055AE74FC54D}"/>
          </ac:spMkLst>
        </pc:spChg>
        <pc:spChg chg="del ord">
          <ac:chgData name="박태욱(TAEWOOK PARK)[ptw0425]/선임/제조DX.제조DX솔루션.데이터통합분석팀" userId="18db157e-00fe-4d5a-8b38-02cf359aca36" providerId="ADAL" clId="{5D5088DF-3003-4082-80B3-672E0872252D}" dt="2025-11-26T08:31:40.648" v="770" actId="478"/>
          <ac:spMkLst>
            <pc:docMk/>
            <pc:sldMk cId="1581856275" sldId="2147482000"/>
            <ac:spMk id="36" creationId="{0BFB7CB2-4760-4B60-BD69-A40A8E725E1A}"/>
          </ac:spMkLst>
        </pc:spChg>
        <pc:spChg chg="mod ord">
          <ac:chgData name="박태욱(TAEWOOK PARK)[ptw0425]/선임/제조DX.제조DX솔루션.데이터통합분석팀" userId="18db157e-00fe-4d5a-8b38-02cf359aca36" providerId="ADAL" clId="{5D5088DF-3003-4082-80B3-672E0872252D}" dt="2025-11-26T08:33:21.387" v="856" actId="1076"/>
          <ac:spMkLst>
            <pc:docMk/>
            <pc:sldMk cId="1581856275" sldId="2147482000"/>
            <ac:spMk id="37" creationId="{1811DB4A-5ACC-4232-B3EF-E09D569BFA78}"/>
          </ac:spMkLst>
        </pc:spChg>
        <pc:spChg chg="mod ord">
          <ac:chgData name="박태욱(TAEWOOK PARK)[ptw0425]/선임/제조DX.제조DX솔루션.데이터통합분석팀" userId="18db157e-00fe-4d5a-8b38-02cf359aca36" providerId="ADAL" clId="{5D5088DF-3003-4082-80B3-672E0872252D}" dt="2025-11-26T08:31:56.589" v="777" actId="1076"/>
          <ac:spMkLst>
            <pc:docMk/>
            <pc:sldMk cId="1581856275" sldId="2147482000"/>
            <ac:spMk id="39" creationId="{495690E6-6FAA-4F8A-8397-367245662C0A}"/>
          </ac:spMkLst>
        </pc:spChg>
        <pc:spChg chg="mod ord">
          <ac:chgData name="박태욱(TAEWOOK PARK)[ptw0425]/선임/제조DX.제조DX솔루션.데이터통합분석팀" userId="18db157e-00fe-4d5a-8b38-02cf359aca36" providerId="ADAL" clId="{5D5088DF-3003-4082-80B3-672E0872252D}" dt="2025-11-26T08:31:33.840" v="768" actId="1038"/>
          <ac:spMkLst>
            <pc:docMk/>
            <pc:sldMk cId="1581856275" sldId="2147482000"/>
            <ac:spMk id="40" creationId="{A84078D2-72F0-4BC8-A58F-2BD0C29E4F64}"/>
          </ac:spMkLst>
        </pc:spChg>
        <pc:spChg chg="mod ord">
          <ac:chgData name="박태욱(TAEWOOK PARK)[ptw0425]/선임/제조DX.제조DX솔루션.데이터통합분석팀" userId="18db157e-00fe-4d5a-8b38-02cf359aca36" providerId="ADAL" clId="{5D5088DF-3003-4082-80B3-672E0872252D}" dt="2025-11-26T08:32:53.414" v="833" actId="1076"/>
          <ac:spMkLst>
            <pc:docMk/>
            <pc:sldMk cId="1581856275" sldId="2147482000"/>
            <ac:spMk id="41" creationId="{EA1C31F8-8DA8-4869-A9A9-74C74922142E}"/>
          </ac:spMkLst>
        </pc:spChg>
        <pc:spChg chg="mod ord">
          <ac:chgData name="박태욱(TAEWOOK PARK)[ptw0425]/선임/제조DX.제조DX솔루션.데이터통합분석팀" userId="18db157e-00fe-4d5a-8b38-02cf359aca36" providerId="ADAL" clId="{5D5088DF-3003-4082-80B3-672E0872252D}" dt="2025-11-26T08:32:44.393" v="813" actId="1038"/>
          <ac:spMkLst>
            <pc:docMk/>
            <pc:sldMk cId="1581856275" sldId="2147482000"/>
            <ac:spMk id="43" creationId="{503E2E6A-2405-46F2-950D-5CB1770F37DF}"/>
          </ac:spMkLst>
        </pc:spChg>
        <pc:spChg chg="ord">
          <ac:chgData name="박태욱(TAEWOOK PARK)[ptw0425]/선임/제조DX.제조DX솔루션.데이터통합분석팀" userId="18db157e-00fe-4d5a-8b38-02cf359aca36" providerId="ADAL" clId="{5D5088DF-3003-4082-80B3-672E0872252D}" dt="2025-11-26T08:31:03.357" v="745" actId="166"/>
          <ac:spMkLst>
            <pc:docMk/>
            <pc:sldMk cId="1581856275" sldId="2147482000"/>
            <ac:spMk id="44" creationId="{EB839203-7168-4BBE-A444-45A39CCAC65C}"/>
          </ac:spMkLst>
        </pc:spChg>
        <pc:spChg chg="mod ord">
          <ac:chgData name="박태욱(TAEWOOK PARK)[ptw0425]/선임/제조DX.제조DX솔루션.데이터통합분석팀" userId="18db157e-00fe-4d5a-8b38-02cf359aca36" providerId="ADAL" clId="{5D5088DF-3003-4082-80B3-672E0872252D}" dt="2025-11-26T08:33:03.171" v="854" actId="20577"/>
          <ac:spMkLst>
            <pc:docMk/>
            <pc:sldMk cId="1581856275" sldId="2147482000"/>
            <ac:spMk id="45" creationId="{79561886-0127-4AB3-AF9B-0F411264DAED}"/>
          </ac:spMkLst>
        </pc:spChg>
        <pc:graphicFrameChg chg="mod modGraphic">
          <ac:chgData name="박태욱(TAEWOOK PARK)[ptw0425]/선임/제조DX.제조DX솔루션.데이터통합분석팀" userId="18db157e-00fe-4d5a-8b38-02cf359aca36" providerId="ADAL" clId="{5D5088DF-3003-4082-80B3-672E0872252D}" dt="2025-11-26T08:36:51.805" v="984" actId="207"/>
          <ac:graphicFrameMkLst>
            <pc:docMk/>
            <pc:sldMk cId="1581856275" sldId="2147482000"/>
            <ac:graphicFrameMk id="19" creationId="{4485889C-7C23-1E44-3F44-63DAC7688EA0}"/>
          </ac:graphicFrameMkLst>
        </pc:graphicFrameChg>
        <pc:picChg chg="add mod">
          <ac:chgData name="박태욱(TAEWOOK PARK)[ptw0425]/선임/제조DX.제조DX솔루션.데이터통합분석팀" userId="18db157e-00fe-4d5a-8b38-02cf359aca36" providerId="ADAL" clId="{5D5088DF-3003-4082-80B3-672E0872252D}" dt="2025-11-26T08:31:11.200" v="750" actId="1035"/>
          <ac:picMkLst>
            <pc:docMk/>
            <pc:sldMk cId="1581856275" sldId="2147482000"/>
            <ac:picMk id="2" creationId="{8ACAA145-4B88-472B-9E16-60BF248BEC1E}"/>
          </ac:picMkLst>
        </pc:picChg>
        <pc:picChg chg="del">
          <ac:chgData name="박태욱(TAEWOOK PARK)[ptw0425]/선임/제조DX.제조DX솔루션.데이터통합분석팀" userId="18db157e-00fe-4d5a-8b38-02cf359aca36" providerId="ADAL" clId="{5D5088DF-3003-4082-80B3-672E0872252D}" dt="2025-11-26T08:31:05.100" v="746" actId="478"/>
          <ac:picMkLst>
            <pc:docMk/>
            <pc:sldMk cId="1581856275" sldId="2147482000"/>
            <ac:picMk id="3" creationId="{A15D1BA8-68F1-4D48-84CD-8329CDD21466}"/>
          </ac:picMkLst>
        </pc:picChg>
      </pc:sldChg>
      <pc:sldChg chg="addSp delSp">
        <pc:chgData name="박태욱(TAEWOOK PARK)[ptw0425]/선임/제조DX.제조DX솔루션.데이터통합분석팀" userId="18db157e-00fe-4d5a-8b38-02cf359aca36" providerId="ADAL" clId="{5D5088DF-3003-4082-80B3-672E0872252D}" dt="2025-11-26T08:30:33.439" v="736"/>
        <pc:sldMkLst>
          <pc:docMk/>
          <pc:sldMk cId="918579543" sldId="2147482001"/>
        </pc:sldMkLst>
        <pc:picChg chg="add del">
          <ac:chgData name="박태욱(TAEWOOK PARK)[ptw0425]/선임/제조DX.제조DX솔루션.데이터통합분석팀" userId="18db157e-00fe-4d5a-8b38-02cf359aca36" providerId="ADAL" clId="{5D5088DF-3003-4082-80B3-672E0872252D}" dt="2025-11-26T08:30:33.439" v="736"/>
          <ac:picMkLst>
            <pc:docMk/>
            <pc:sldMk cId="918579543" sldId="2147482001"/>
            <ac:picMk id="2" creationId="{95E64DC4-678F-4FC9-AF9D-740F9C163857}"/>
          </ac:picMkLst>
        </pc:picChg>
      </pc:sldChg>
      <pc:sldChg chg="addSp delSp modSp">
        <pc:chgData name="박태욱(TAEWOOK PARK)[ptw0425]/선임/제조DX.제조DX솔루션.데이터통합분석팀" userId="18db157e-00fe-4d5a-8b38-02cf359aca36" providerId="ADAL" clId="{5D5088DF-3003-4082-80B3-672E0872252D}" dt="2025-11-26T08:45:44.597" v="1086" actId="207"/>
        <pc:sldMkLst>
          <pc:docMk/>
          <pc:sldMk cId="312166392" sldId="2147482002"/>
        </pc:sldMkLst>
        <pc:spChg chg="mod">
          <ac:chgData name="박태욱(TAEWOOK PARK)[ptw0425]/선임/제조DX.제조DX솔루션.데이터통합분석팀" userId="18db157e-00fe-4d5a-8b38-02cf359aca36" providerId="ADAL" clId="{5D5088DF-3003-4082-80B3-672E0872252D}" dt="2025-11-25T22:09:24.397" v="11" actId="20577"/>
          <ac:spMkLst>
            <pc:docMk/>
            <pc:sldMk cId="312166392" sldId="2147482002"/>
            <ac:spMk id="12" creationId="{19633123-6446-353B-C876-F791027DDDCD}"/>
          </ac:spMkLst>
        </pc:spChg>
        <pc:spChg chg="ord">
          <ac:chgData name="박태욱(TAEWOOK PARK)[ptw0425]/선임/제조DX.제조DX솔루션.데이터통합분석팀" userId="18db157e-00fe-4d5a-8b38-02cf359aca36" providerId="ADAL" clId="{5D5088DF-3003-4082-80B3-672E0872252D}" dt="2025-11-26T08:42:52.596" v="1032" actId="166"/>
          <ac:spMkLst>
            <pc:docMk/>
            <pc:sldMk cId="312166392" sldId="2147482002"/>
            <ac:spMk id="26" creationId="{E3C769AB-2D27-4FCC-9CEA-0BAC3D918831}"/>
          </ac:spMkLst>
        </pc:spChg>
        <pc:spChg chg="mod">
          <ac:chgData name="박태욱(TAEWOOK PARK)[ptw0425]/선임/제조DX.제조DX솔루션.데이터통합분석팀" userId="18db157e-00fe-4d5a-8b38-02cf359aca36" providerId="ADAL" clId="{5D5088DF-3003-4082-80B3-672E0872252D}" dt="2025-11-26T08:37:12.219" v="988" actId="20577"/>
          <ac:spMkLst>
            <pc:docMk/>
            <pc:sldMk cId="312166392" sldId="2147482002"/>
            <ac:spMk id="27" creationId="{B6A8BBAB-5653-48FE-8819-DADF4B70F57D}"/>
          </ac:spMkLst>
        </pc:spChg>
        <pc:spChg chg="mod ord">
          <ac:chgData name="박태욱(TAEWOOK PARK)[ptw0425]/선임/제조DX.제조DX솔루션.데이터통합분석팀" userId="18db157e-00fe-4d5a-8b38-02cf359aca36" providerId="ADAL" clId="{5D5088DF-3003-4082-80B3-672E0872252D}" dt="2025-11-26T08:44:03.011" v="1065" actId="1076"/>
          <ac:spMkLst>
            <pc:docMk/>
            <pc:sldMk cId="312166392" sldId="2147482002"/>
            <ac:spMk id="30" creationId="{AF5D302B-F0FA-4F20-8A49-38C8CF22A96C}"/>
          </ac:spMkLst>
        </pc:spChg>
        <pc:spChg chg="mod ord">
          <ac:chgData name="박태욱(TAEWOOK PARK)[ptw0425]/선임/제조DX.제조DX솔루션.데이터통합분석팀" userId="18db157e-00fe-4d5a-8b38-02cf359aca36" providerId="ADAL" clId="{5D5088DF-3003-4082-80B3-672E0872252D}" dt="2025-11-26T08:44:14.938" v="1069" actId="1076"/>
          <ac:spMkLst>
            <pc:docMk/>
            <pc:sldMk cId="312166392" sldId="2147482002"/>
            <ac:spMk id="32" creationId="{501187A7-1906-4D6B-A521-A81484904AA8}"/>
          </ac:spMkLst>
        </pc:spChg>
        <pc:spChg chg="mod ord">
          <ac:chgData name="박태욱(TAEWOOK PARK)[ptw0425]/선임/제조DX.제조DX솔루션.데이터통합분석팀" userId="18db157e-00fe-4d5a-8b38-02cf359aca36" providerId="ADAL" clId="{5D5088DF-3003-4082-80B3-672E0872252D}" dt="2025-11-26T08:43:54.103" v="1062" actId="1076"/>
          <ac:spMkLst>
            <pc:docMk/>
            <pc:sldMk cId="312166392" sldId="2147482002"/>
            <ac:spMk id="39" creationId="{02D21486-C6F4-40F7-9985-058EF1BFC7DF}"/>
          </ac:spMkLst>
        </pc:spChg>
        <pc:spChg chg="mod ord">
          <ac:chgData name="박태욱(TAEWOOK PARK)[ptw0425]/선임/제조DX.제조DX솔루션.데이터통합분석팀" userId="18db157e-00fe-4d5a-8b38-02cf359aca36" providerId="ADAL" clId="{5D5088DF-3003-4082-80B3-672E0872252D}" dt="2025-11-26T08:43:59.614" v="1064" actId="1076"/>
          <ac:spMkLst>
            <pc:docMk/>
            <pc:sldMk cId="312166392" sldId="2147482002"/>
            <ac:spMk id="45" creationId="{812D0328-CADA-422D-9A82-99CBFFA5D4AB}"/>
          </ac:spMkLst>
        </pc:spChg>
        <pc:spChg chg="mod ord">
          <ac:chgData name="박태욱(TAEWOOK PARK)[ptw0425]/선임/제조DX.제조DX솔루션.데이터통합분석팀" userId="18db157e-00fe-4d5a-8b38-02cf359aca36" providerId="ADAL" clId="{5D5088DF-3003-4082-80B3-672E0872252D}" dt="2025-11-26T08:43:56.980" v="1063" actId="1076"/>
          <ac:spMkLst>
            <pc:docMk/>
            <pc:sldMk cId="312166392" sldId="2147482002"/>
            <ac:spMk id="46" creationId="{997ADC17-4579-416F-82BC-E915E5DE6166}"/>
          </ac:spMkLst>
        </pc:spChg>
        <pc:spChg chg="mod ord">
          <ac:chgData name="박태욱(TAEWOOK PARK)[ptw0425]/선임/제조DX.제조DX솔루션.데이터통합분석팀" userId="18db157e-00fe-4d5a-8b38-02cf359aca36" providerId="ADAL" clId="{5D5088DF-3003-4082-80B3-672E0872252D}" dt="2025-11-26T08:43:51.191" v="1061" actId="1036"/>
          <ac:spMkLst>
            <pc:docMk/>
            <pc:sldMk cId="312166392" sldId="2147482002"/>
            <ac:spMk id="47" creationId="{67F9B96C-26F6-41FF-88EB-78DAD2F00133}"/>
          </ac:spMkLst>
        </pc:spChg>
        <pc:spChg chg="mod ord">
          <ac:chgData name="박태욱(TAEWOOK PARK)[ptw0425]/선임/제조DX.제조DX솔루션.데이터통합분석팀" userId="18db157e-00fe-4d5a-8b38-02cf359aca36" providerId="ADAL" clId="{5D5088DF-3003-4082-80B3-672E0872252D}" dt="2025-11-26T08:43:51.191" v="1061" actId="1036"/>
          <ac:spMkLst>
            <pc:docMk/>
            <pc:sldMk cId="312166392" sldId="2147482002"/>
            <ac:spMk id="48" creationId="{4F76E618-81BE-402C-8B1F-99E17332DE9F}"/>
          </ac:spMkLst>
        </pc:spChg>
        <pc:spChg chg="mod ord">
          <ac:chgData name="박태욱(TAEWOOK PARK)[ptw0425]/선임/제조DX.제조DX솔루션.데이터통합분석팀" userId="18db157e-00fe-4d5a-8b38-02cf359aca36" providerId="ADAL" clId="{5D5088DF-3003-4082-80B3-672E0872252D}" dt="2025-11-26T08:44:05.470" v="1066" actId="1076"/>
          <ac:spMkLst>
            <pc:docMk/>
            <pc:sldMk cId="312166392" sldId="2147482002"/>
            <ac:spMk id="49" creationId="{5253611E-91CE-41D6-BAC9-7E1CCF9FC5BF}"/>
          </ac:spMkLst>
        </pc:spChg>
        <pc:spChg chg="mod ord">
          <ac:chgData name="박태욱(TAEWOOK PARK)[ptw0425]/선임/제조DX.제조DX솔루션.데이터통합분석팀" userId="18db157e-00fe-4d5a-8b38-02cf359aca36" providerId="ADAL" clId="{5D5088DF-3003-4082-80B3-672E0872252D}" dt="2025-11-26T08:44:10.050" v="1067" actId="1076"/>
          <ac:spMkLst>
            <pc:docMk/>
            <pc:sldMk cId="312166392" sldId="2147482002"/>
            <ac:spMk id="50" creationId="{35FADD7C-FBB2-4460-AB22-4C95C715FA94}"/>
          </ac:spMkLst>
        </pc:spChg>
        <pc:spChg chg="mod ord">
          <ac:chgData name="박태욱(TAEWOOK PARK)[ptw0425]/선임/제조DX.제조DX솔루션.데이터통합분석팀" userId="18db157e-00fe-4d5a-8b38-02cf359aca36" providerId="ADAL" clId="{5D5088DF-3003-4082-80B3-672E0872252D}" dt="2025-11-26T08:44:12.333" v="1068" actId="1076"/>
          <ac:spMkLst>
            <pc:docMk/>
            <pc:sldMk cId="312166392" sldId="2147482002"/>
            <ac:spMk id="51" creationId="{456DCBD2-DBA6-49A1-9E16-AB4F1A90BCCF}"/>
          </ac:spMkLst>
        </pc:spChg>
        <pc:spChg chg="ord">
          <ac:chgData name="박태욱(TAEWOOK PARK)[ptw0425]/선임/제조DX.제조DX솔루션.데이터통합분석팀" userId="18db157e-00fe-4d5a-8b38-02cf359aca36" providerId="ADAL" clId="{5D5088DF-3003-4082-80B3-672E0872252D}" dt="2025-11-26T08:42:52.596" v="1032" actId="166"/>
          <ac:spMkLst>
            <pc:docMk/>
            <pc:sldMk cId="312166392" sldId="2147482002"/>
            <ac:spMk id="52" creationId="{F5085A94-E520-49F9-84E8-F0E805003D7F}"/>
          </ac:spMkLst>
        </pc:spChg>
        <pc:spChg chg="mod ord">
          <ac:chgData name="박태욱(TAEWOOK PARK)[ptw0425]/선임/제조DX.제조DX솔루션.데이터통합분석팀" userId="18db157e-00fe-4d5a-8b38-02cf359aca36" providerId="ADAL" clId="{5D5088DF-3003-4082-80B3-672E0872252D}" dt="2025-11-26T08:43:04.347" v="1039" actId="1035"/>
          <ac:spMkLst>
            <pc:docMk/>
            <pc:sldMk cId="312166392" sldId="2147482002"/>
            <ac:spMk id="54" creationId="{77804A08-00C2-4345-9D9B-8B992EC7D8C8}"/>
          </ac:spMkLst>
        </pc:spChg>
        <pc:graphicFrameChg chg="add del mod">
          <ac:chgData name="박태욱(TAEWOOK PARK)[ptw0425]/선임/제조DX.제조DX솔루션.데이터통합분석팀" userId="18db157e-00fe-4d5a-8b38-02cf359aca36" providerId="ADAL" clId="{5D5088DF-3003-4082-80B3-672E0872252D}" dt="2025-11-26T08:40:48.333" v="1019" actId="478"/>
          <ac:graphicFrameMkLst>
            <pc:docMk/>
            <pc:sldMk cId="312166392" sldId="2147482002"/>
            <ac:graphicFrameMk id="2" creationId="{68103944-EC1B-463E-B4AC-251C8BCDB30F}"/>
          </ac:graphicFrameMkLst>
        </pc:graphicFrameChg>
        <pc:graphicFrameChg chg="add del mod">
          <ac:chgData name="박태욱(TAEWOOK PARK)[ptw0425]/선임/제조DX.제조DX솔루션.데이터통합분석팀" userId="18db157e-00fe-4d5a-8b38-02cf359aca36" providerId="ADAL" clId="{5D5088DF-3003-4082-80B3-672E0872252D}" dt="2025-11-26T08:40:46.881" v="1018" actId="478"/>
          <ac:graphicFrameMkLst>
            <pc:docMk/>
            <pc:sldMk cId="312166392" sldId="2147482002"/>
            <ac:graphicFrameMk id="4" creationId="{E2F09104-FDA3-4DAA-9F77-EE1CFF70ECB5}"/>
          </ac:graphicFrameMkLst>
        </pc:graphicFrameChg>
        <pc:graphicFrameChg chg="mod modGraphic">
          <ac:chgData name="박태욱(TAEWOOK PARK)[ptw0425]/선임/제조DX.제조DX솔루션.데이터통합분석팀" userId="18db157e-00fe-4d5a-8b38-02cf359aca36" providerId="ADAL" clId="{5D5088DF-3003-4082-80B3-672E0872252D}" dt="2025-11-26T08:45:44.597" v="1086" actId="207"/>
          <ac:graphicFrameMkLst>
            <pc:docMk/>
            <pc:sldMk cId="312166392" sldId="2147482002"/>
            <ac:graphicFrameMk id="19" creationId="{54728183-150A-36AF-E666-2145F7FF2814}"/>
          </ac:graphicFrameMkLst>
        </pc:graphicFrameChg>
        <pc:graphicFrameChg chg="mod modGraphic">
          <ac:chgData name="박태욱(TAEWOOK PARK)[ptw0425]/선임/제조DX.제조DX솔루션.데이터통합분석팀" userId="18db157e-00fe-4d5a-8b38-02cf359aca36" providerId="ADAL" clId="{5D5088DF-3003-4082-80B3-672E0872252D}" dt="2025-11-26T08:44:53.066" v="1075" actId="20577"/>
          <ac:graphicFrameMkLst>
            <pc:docMk/>
            <pc:sldMk cId="312166392" sldId="2147482002"/>
            <ac:graphicFrameMk id="31" creationId="{52B29498-600E-4C61-A390-CBDE748E9B42}"/>
          </ac:graphicFrameMkLst>
        </pc:graphicFrameChg>
        <pc:picChg chg="del">
          <ac:chgData name="박태욱(TAEWOOK PARK)[ptw0425]/선임/제조DX.제조DX솔루션.데이터통합분석팀" userId="18db157e-00fe-4d5a-8b38-02cf359aca36" providerId="ADAL" clId="{5D5088DF-3003-4082-80B3-672E0872252D}" dt="2025-11-26T08:42:47.479" v="1031" actId="478"/>
          <ac:picMkLst>
            <pc:docMk/>
            <pc:sldMk cId="312166392" sldId="2147482002"/>
            <ac:picMk id="3" creationId="{88757D91-EB93-4B82-8296-E8B4EFFA4D92}"/>
          </ac:picMkLst>
        </pc:picChg>
        <pc:picChg chg="add mod modCrop">
          <ac:chgData name="박태욱(TAEWOOK PARK)[ptw0425]/선임/제조DX.제조DX솔루션.데이터통합분석팀" userId="18db157e-00fe-4d5a-8b38-02cf359aca36" providerId="ADAL" clId="{5D5088DF-3003-4082-80B3-672E0872252D}" dt="2025-11-26T08:43:43.189" v="1057" actId="1036"/>
          <ac:picMkLst>
            <pc:docMk/>
            <pc:sldMk cId="312166392" sldId="2147482002"/>
            <ac:picMk id="5" creationId="{C875F6E2-0AE2-4A65-BFB1-C9E4E834F8C1}"/>
          </ac:picMkLst>
        </pc:picChg>
      </pc:sldChg>
      <pc:sldChg chg="addSp delSp modSp">
        <pc:chgData name="박태욱(TAEWOOK PARK)[ptw0425]/선임/제조DX.제조DX솔루션.데이터통합분석팀" userId="18db157e-00fe-4d5a-8b38-02cf359aca36" providerId="ADAL" clId="{5D5088DF-3003-4082-80B3-672E0872252D}" dt="2025-11-26T08:51:58.042" v="1101" actId="478"/>
        <pc:sldMkLst>
          <pc:docMk/>
          <pc:sldMk cId="3422623579" sldId="2147482052"/>
        </pc:sldMkLst>
        <pc:spChg chg="mod">
          <ac:chgData name="박태욱(TAEWOOK PARK)[ptw0425]/선임/제조DX.제조DX솔루션.데이터통합분석팀" userId="18db157e-00fe-4d5a-8b38-02cf359aca36" providerId="ADAL" clId="{5D5088DF-3003-4082-80B3-672E0872252D}" dt="2025-11-25T22:44:43.706" v="655"/>
          <ac:spMkLst>
            <pc:docMk/>
            <pc:sldMk cId="3422623579" sldId="2147482052"/>
            <ac:spMk id="5" creationId="{6BC9B294-291A-D23F-C381-45EA6FDC28AB}"/>
          </ac:spMkLst>
        </pc:spChg>
        <pc:graphicFrameChg chg="add del modGraphic">
          <ac:chgData name="박태욱(TAEWOOK PARK)[ptw0425]/선임/제조DX.제조DX솔루션.데이터통합분석팀" userId="18db157e-00fe-4d5a-8b38-02cf359aca36" providerId="ADAL" clId="{5D5088DF-3003-4082-80B3-672E0872252D}" dt="2025-11-26T08:51:58.042" v="1101" actId="478"/>
          <ac:graphicFrameMkLst>
            <pc:docMk/>
            <pc:sldMk cId="3422623579" sldId="2147482052"/>
            <ac:graphicFrameMk id="16" creationId="{613F9ABA-5239-42FE-8096-8438F8CEB7F0}"/>
          </ac:graphicFrameMkLst>
        </pc:graphicFrameChg>
      </pc:sldChg>
      <pc:sldChg chg="modSp">
        <pc:chgData name="박태욱(TAEWOOK PARK)[ptw0425]/선임/제조DX.제조DX솔루션.데이터통합분석팀" userId="18db157e-00fe-4d5a-8b38-02cf359aca36" providerId="ADAL" clId="{5D5088DF-3003-4082-80B3-672E0872252D}" dt="2025-11-26T08:23:00.509" v="672" actId="207"/>
        <pc:sldMkLst>
          <pc:docMk/>
          <pc:sldMk cId="2384569951" sldId="2147482053"/>
        </pc:sldMkLst>
        <pc:spChg chg="mod">
          <ac:chgData name="박태욱(TAEWOOK PARK)[ptw0425]/선임/제조DX.제조DX솔루션.데이터통합분석팀" userId="18db157e-00fe-4d5a-8b38-02cf359aca36" providerId="ADAL" clId="{5D5088DF-3003-4082-80B3-672E0872252D}" dt="2025-11-26T08:20:08.016" v="659" actId="20577"/>
          <ac:spMkLst>
            <pc:docMk/>
            <pc:sldMk cId="2384569951" sldId="2147482053"/>
            <ac:spMk id="12" creationId="{701DBD41-0962-47BC-BF85-0E3D71312932}"/>
          </ac:spMkLst>
        </pc:spChg>
        <pc:spChg chg="mod">
          <ac:chgData name="박태욱(TAEWOOK PARK)[ptw0425]/선임/제조DX.제조DX솔루션.데이터통합분석팀" userId="18db157e-00fe-4d5a-8b38-02cf359aca36" providerId="ADAL" clId="{5D5088DF-3003-4082-80B3-672E0872252D}" dt="2025-11-26T08:20:36.073" v="663" actId="20577"/>
          <ac:spMkLst>
            <pc:docMk/>
            <pc:sldMk cId="2384569951" sldId="2147482053"/>
            <ac:spMk id="27" creationId="{97F7FDAA-1F66-4394-AC4C-8B83DC6513E8}"/>
          </ac:spMkLst>
        </pc:spChg>
        <pc:graphicFrameChg chg="modGraphic">
          <ac:chgData name="박태욱(TAEWOOK PARK)[ptw0425]/선임/제조DX.제조DX솔루션.데이터통합분석팀" userId="18db157e-00fe-4d5a-8b38-02cf359aca36" providerId="ADAL" clId="{5D5088DF-3003-4082-80B3-672E0872252D}" dt="2025-11-26T08:23:00.509" v="672" actId="207"/>
          <ac:graphicFrameMkLst>
            <pc:docMk/>
            <pc:sldMk cId="2384569951" sldId="2147482053"/>
            <ac:graphicFrameMk id="19" creationId="{3E86696F-E35A-4B06-9B46-63A4A6A986C1}"/>
          </ac:graphicFrameMkLst>
        </pc:graphicFrameChg>
        <pc:graphicFrameChg chg="mod modGraphic">
          <ac:chgData name="박태욱(TAEWOOK PARK)[ptw0425]/선임/제조DX.제조DX솔루션.데이터통합분석팀" userId="18db157e-00fe-4d5a-8b38-02cf359aca36" providerId="ADAL" clId="{5D5088DF-3003-4082-80B3-672E0872252D}" dt="2025-11-26T08:22:55.285" v="671" actId="20577"/>
          <ac:graphicFrameMkLst>
            <pc:docMk/>
            <pc:sldMk cId="2384569951" sldId="2147482053"/>
            <ac:graphicFrameMk id="28" creationId="{8E57A695-D268-4688-9478-372B05ABC3E9}"/>
          </ac:graphicFrameMkLst>
        </pc:graphicFrameChg>
      </pc:sldChg>
    </pc:docChg>
  </pc:docChgLst>
  <pc:docChgLst>
    <pc:chgData name="정재호(JAEHO JUNG)[jaehojung]/책임/제조DX.제조DX솔루션.롤맵기술팀" userId="aa3d0302-b3a4-4200-bac8-b06cc4c0365e" providerId="ADAL" clId="{8EDB9FEC-5214-4E46-BC10-427C683B2A87}"/>
    <pc:docChg chg="undo redo custSel modSld">
      <pc:chgData name="정재호(JAEHO JUNG)[jaehojung]/책임/제조DX.제조DX솔루션.롤맵기술팀" userId="aa3d0302-b3a4-4200-bac8-b06cc4c0365e" providerId="ADAL" clId="{8EDB9FEC-5214-4E46-BC10-427C683B2A87}" dt="2025-12-18T23:59:00.813" v="121" actId="207"/>
      <pc:docMkLst>
        <pc:docMk/>
      </pc:docMkLst>
      <pc:sldChg chg="modSp mod">
        <pc:chgData name="정재호(JAEHO JUNG)[jaehojung]/책임/제조DX.제조DX솔루션.롤맵기술팀" userId="aa3d0302-b3a4-4200-bac8-b06cc4c0365e" providerId="ADAL" clId="{8EDB9FEC-5214-4E46-BC10-427C683B2A87}" dt="2025-12-18T23:38:53.363" v="3" actId="20577"/>
        <pc:sldMkLst>
          <pc:docMk/>
          <pc:sldMk cId="2751367990" sldId="746"/>
        </pc:sldMkLst>
        <pc:spChg chg="mod">
          <ac:chgData name="정재호(JAEHO JUNG)[jaehojung]/책임/제조DX.제조DX솔루션.롤맵기술팀" userId="aa3d0302-b3a4-4200-bac8-b06cc4c0365e" providerId="ADAL" clId="{8EDB9FEC-5214-4E46-BC10-427C683B2A87}" dt="2025-12-18T23:38:53.363" v="3" actId="20577"/>
          <ac:spMkLst>
            <pc:docMk/>
            <pc:sldMk cId="2751367990" sldId="746"/>
            <ac:spMk id="19" creationId="{00000000-0000-0000-0000-000000000000}"/>
          </ac:spMkLst>
        </pc:sp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3128345894" sldId="2181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3128345894" sldId="2181"/>
            <ac:graphicFrameMk id="19" creationId="{27E2D345-B6CE-4ADC-A147-DCFDEFBE886E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6:40.497" v="59" actId="207"/>
        <pc:sldMkLst>
          <pc:docMk/>
          <pc:sldMk cId="3247425241" sldId="2209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6:40.497" v="59" actId="207"/>
          <ac:graphicFrameMkLst>
            <pc:docMk/>
            <pc:sldMk cId="3247425241" sldId="2209"/>
            <ac:graphicFrameMk id="2" creationId="{29E34190-670E-8138-9058-C8A6221C765B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8:50.249" v="72" actId="207"/>
        <pc:sldMkLst>
          <pc:docMk/>
          <pc:sldMk cId="4054304740" sldId="2213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8:50.249" v="72" actId="207"/>
          <ac:graphicFrameMkLst>
            <pc:docMk/>
            <pc:sldMk cId="4054304740" sldId="2213"/>
            <ac:graphicFrameMk id="18" creationId="{ACD91870-1828-466F-AE38-B03A708B4440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6:51.876" v="63" actId="207"/>
        <pc:sldMkLst>
          <pc:docMk/>
          <pc:sldMk cId="2197542616" sldId="2241"/>
        </pc:sldMkLst>
        <pc:spChg chg="mod">
          <ac:chgData name="정재호(JAEHO JUNG)[jaehojung]/책임/제조DX.제조DX솔루션.롤맵기술팀" userId="aa3d0302-b3a4-4200-bac8-b06cc4c0365e" providerId="ADAL" clId="{8EDB9FEC-5214-4E46-BC10-427C683B2A87}" dt="2025-12-18T23:46:51.876" v="63" actId="207"/>
          <ac:spMkLst>
            <pc:docMk/>
            <pc:sldMk cId="2197542616" sldId="2241"/>
            <ac:spMk id="24" creationId="{9E88BCD6-65AC-474C-9E19-A37722C332DC}"/>
          </ac:spMkLst>
        </pc:spChg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2197542616" sldId="2241"/>
            <ac:graphicFrameMk id="23" creationId="{5C18F150-F800-4366-B81F-1DDA815C713E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2:10.456" v="5" actId="207"/>
        <pc:sldMkLst>
          <pc:docMk/>
          <pc:sldMk cId="3266697761" sldId="2278"/>
        </pc:sldMkLst>
        <pc:spChg chg="mod">
          <ac:chgData name="정재호(JAEHO JUNG)[jaehojung]/책임/제조DX.제조DX솔루션.롤맵기술팀" userId="aa3d0302-b3a4-4200-bac8-b06cc4c0365e" providerId="ADAL" clId="{8EDB9FEC-5214-4E46-BC10-427C683B2A87}" dt="2025-12-18T23:42:10.456" v="5" actId="207"/>
          <ac:spMkLst>
            <pc:docMk/>
            <pc:sldMk cId="3266697761" sldId="2278"/>
            <ac:spMk id="2" creationId="{D0FF2AED-0046-C817-3E30-4FE796B4077E}"/>
          </ac:spMkLst>
        </pc:spChg>
        <pc:spChg chg="mod">
          <ac:chgData name="정재호(JAEHO JUNG)[jaehojung]/책임/제조DX.제조DX솔루션.롤맵기술팀" userId="aa3d0302-b3a4-4200-bac8-b06cc4c0365e" providerId="ADAL" clId="{8EDB9FEC-5214-4E46-BC10-427C683B2A87}" dt="2025-12-18T23:42:07.724" v="4" actId="207"/>
          <ac:spMkLst>
            <pc:docMk/>
            <pc:sldMk cId="3266697761" sldId="2278"/>
            <ac:spMk id="18" creationId="{FC55D7C3-19BB-417C-88D2-249E3D408DED}"/>
          </ac:spMkLst>
        </pc:sp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7:05.793" v="68" actId="207"/>
        <pc:sldMkLst>
          <pc:docMk/>
          <pc:sldMk cId="2130555548" sldId="2147481730"/>
        </pc:sldMkLst>
        <pc:spChg chg="mod">
          <ac:chgData name="정재호(JAEHO JUNG)[jaehojung]/책임/제조DX.제조DX솔루션.롤맵기술팀" userId="aa3d0302-b3a4-4200-bac8-b06cc4c0365e" providerId="ADAL" clId="{8EDB9FEC-5214-4E46-BC10-427C683B2A87}" dt="2025-12-18T23:47:05.793" v="68" actId="207"/>
          <ac:spMkLst>
            <pc:docMk/>
            <pc:sldMk cId="2130555548" sldId="2147481730"/>
            <ac:spMk id="21" creationId="{4C3181BD-8769-4C0D-8973-C9F2BE0DC598}"/>
          </ac:spMkLst>
        </pc:spChg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2130555548" sldId="2147481730"/>
            <ac:graphicFrameMk id="13" creationId="{F757E1E4-6685-4945-A4F6-DAED56351FBF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8:44.760" v="70" actId="207"/>
        <pc:sldMkLst>
          <pc:docMk/>
          <pc:sldMk cId="2458212547" sldId="2147481747"/>
        </pc:sldMkLst>
        <pc:spChg chg="mod">
          <ac:chgData name="정재호(JAEHO JUNG)[jaehojung]/책임/제조DX.제조DX솔루션.롤맵기술팀" userId="aa3d0302-b3a4-4200-bac8-b06cc4c0365e" providerId="ADAL" clId="{8EDB9FEC-5214-4E46-BC10-427C683B2A87}" dt="2025-12-18T23:48:44.760" v="70" actId="207"/>
          <ac:spMkLst>
            <pc:docMk/>
            <pc:sldMk cId="2458212547" sldId="2147481747"/>
            <ac:spMk id="7" creationId="{BA910CD7-E9CF-953B-5522-AC8930FB5FE7}"/>
          </ac:spMkLst>
        </pc:spChg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2458212547" sldId="2147481747"/>
            <ac:graphicFrameMk id="6" creationId="{222CF891-BA04-43DA-4BB9-9CF561AB2E0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823201166" sldId="2147481777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823201166" sldId="2147481777"/>
            <ac:graphicFrameMk id="18" creationId="{55131CA1-94C5-4119-9FFA-B59478564C56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1939008890" sldId="2147481782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1939008890" sldId="2147481782"/>
            <ac:graphicFrameMk id="12" creationId="{C3023DD0-7C43-4203-B5A2-FEE1D52EE026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2448533226" sldId="2147481784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2448533226" sldId="2147481784"/>
            <ac:graphicFrameMk id="12" creationId="{C3023DD0-7C43-4203-B5A2-FEE1D52EE026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57:41.022" v="104" actId="207"/>
        <pc:sldMkLst>
          <pc:docMk/>
          <pc:sldMk cId="921970639" sldId="2147481788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57:41.022" v="104" actId="207"/>
          <ac:graphicFrameMkLst>
            <pc:docMk/>
            <pc:sldMk cId="921970639" sldId="2147481788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2775106084" sldId="2147481796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2775106084" sldId="2147481796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6:34.969" v="57" actId="207"/>
        <pc:sldMkLst>
          <pc:docMk/>
          <pc:sldMk cId="360237742" sldId="2147481816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6:34.969" v="57" actId="207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317861486" sldId="2147481830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317861486" sldId="214748183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2808239855" sldId="2147481841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2808239855" sldId="2147481841"/>
            <ac:graphicFrameMk id="13" creationId="{F757E1E4-6685-4945-A4F6-DAED56351FBF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54:32.313" v="74" actId="207"/>
        <pc:sldMkLst>
          <pc:docMk/>
          <pc:sldMk cId="3485727604" sldId="2147481872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54:32.313" v="74" actId="207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6:27.854" v="55" actId="207"/>
        <pc:sldMkLst>
          <pc:docMk/>
          <pc:sldMk cId="1726257096" sldId="2147481882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6:27.854" v="55" actId="20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3560242218" sldId="2147481893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3560242218" sldId="2147481893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2847513058" sldId="2147481898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2847513058" sldId="2147481898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4156727770" sldId="2147481900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4156727770" sldId="2147481900"/>
            <ac:graphicFrameMk id="128" creationId="{BBF379D4-99A2-4D31-9CB5-2BDACF36F890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6:21.237" v="53" actId="207"/>
        <pc:sldMkLst>
          <pc:docMk/>
          <pc:sldMk cId="3355826466" sldId="2147481908"/>
        </pc:sldMkLst>
        <pc:spChg chg="mod">
          <ac:chgData name="정재호(JAEHO JUNG)[jaehojung]/책임/제조DX.제조DX솔루션.롤맵기술팀" userId="aa3d0302-b3a4-4200-bac8-b06cc4c0365e" providerId="ADAL" clId="{8EDB9FEC-5214-4E46-BC10-427C683B2A87}" dt="2025-12-18T23:46:19.848" v="52" actId="207"/>
          <ac:spMkLst>
            <pc:docMk/>
            <pc:sldMk cId="3355826466" sldId="2147481908"/>
            <ac:spMk id="19" creationId="{5352E5F4-D151-4C3D-9E5F-99A1B7FDF265}"/>
          </ac:spMkLst>
        </pc:spChg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6:21.237" v="53" actId="207"/>
          <ac:graphicFrameMkLst>
            <pc:docMk/>
            <pc:sldMk cId="3355826466" sldId="2147481908"/>
            <ac:graphicFrameMk id="22" creationId="{87B4D5F0-BF4D-4C5D-9F6A-CB9792895DFC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4145388933" sldId="2147481913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4145388933" sldId="2147481913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760095899" sldId="2147481914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760095899" sldId="2147481914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31248691" sldId="2147481916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31248691" sldId="2147481916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1894137771" sldId="2147481918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1894137771" sldId="2147481918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1357868518" sldId="2147481919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1357868518" sldId="2147481919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4:40.904" v="23" actId="207"/>
        <pc:sldMkLst>
          <pc:docMk/>
          <pc:sldMk cId="197830340" sldId="2147481920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4:40.904" v="23" actId="207"/>
          <ac:graphicFrameMkLst>
            <pc:docMk/>
            <pc:sldMk cId="197830340" sldId="2147481920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4:48.780" v="26" actId="207"/>
        <pc:sldMkLst>
          <pc:docMk/>
          <pc:sldMk cId="3590236053" sldId="2147481921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4:48.780" v="26" actId="207"/>
          <ac:graphicFrameMkLst>
            <pc:docMk/>
            <pc:sldMk cId="3590236053" sldId="2147481921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5:00.645" v="30" actId="207"/>
        <pc:sldMkLst>
          <pc:docMk/>
          <pc:sldMk cId="1825793658" sldId="2147481922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5:00.645" v="30" actId="207"/>
          <ac:graphicFrameMkLst>
            <pc:docMk/>
            <pc:sldMk cId="1825793658" sldId="2147481922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4:46.146" v="25" actId="207"/>
        <pc:sldMkLst>
          <pc:docMk/>
          <pc:sldMk cId="170204060" sldId="2147481923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4:46.146" v="25" actId="207"/>
          <ac:graphicFrameMkLst>
            <pc:docMk/>
            <pc:sldMk cId="170204060" sldId="2147481923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5:16.434" v="35" actId="207"/>
        <pc:sldMkLst>
          <pc:docMk/>
          <pc:sldMk cId="1214419362" sldId="2147481924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5:16.434" v="35" actId="207"/>
          <ac:graphicFrameMkLst>
            <pc:docMk/>
            <pc:sldMk cId="1214419362" sldId="2147481924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5:20.047" v="36" actId="207"/>
        <pc:sldMkLst>
          <pc:docMk/>
          <pc:sldMk cId="662252130" sldId="2147481925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5:20.047" v="36" actId="207"/>
          <ac:graphicFrameMkLst>
            <pc:docMk/>
            <pc:sldMk cId="662252130" sldId="2147481925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5:22.609" v="37" actId="207"/>
        <pc:sldMkLst>
          <pc:docMk/>
          <pc:sldMk cId="2994820085" sldId="2147481926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5:22.609" v="37" actId="207"/>
          <ac:graphicFrameMkLst>
            <pc:docMk/>
            <pc:sldMk cId="2994820085" sldId="2147481926"/>
            <ac:graphicFrameMk id="11" creationId="{C66F9B45-D343-4DF8-ABA9-D48571FAC964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3301325517" sldId="2147481928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3301325517" sldId="2147481928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5:26.872" v="38" actId="207"/>
        <pc:sldMkLst>
          <pc:docMk/>
          <pc:sldMk cId="2750834388" sldId="2147481930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5:26.872" v="38" actId="207"/>
          <ac:graphicFrameMkLst>
            <pc:docMk/>
            <pc:sldMk cId="2750834388" sldId="2147481930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6:49.410" v="62" actId="207"/>
        <pc:sldMkLst>
          <pc:docMk/>
          <pc:sldMk cId="1439661179" sldId="2147481935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6:49.410" v="62" actId="207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2827412370" sldId="2147481939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2827412370" sldId="2147481939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5:54.545" v="45" actId="207"/>
        <pc:sldMkLst>
          <pc:docMk/>
          <pc:sldMk cId="3218446010" sldId="2147481940"/>
        </pc:sldMkLst>
        <pc:graphicFrameChg chg="modGraphic">
          <ac:chgData name="정재호(JAEHO JUNG)[jaehojung]/책임/제조DX.제조DX솔루션.롤맵기술팀" userId="aa3d0302-b3a4-4200-bac8-b06cc4c0365e" providerId="ADAL" clId="{8EDB9FEC-5214-4E46-BC10-427C683B2A87}" dt="2025-12-18T23:45:54.545" v="45" actId="207"/>
          <ac:graphicFrameMkLst>
            <pc:docMk/>
            <pc:sldMk cId="3218446010" sldId="2147481940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1007887036" sldId="2147481943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1007887036" sldId="2147481943"/>
            <ac:graphicFrameMk id="7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54:49.599" v="78" actId="207"/>
        <pc:sldMkLst>
          <pc:docMk/>
          <pc:sldMk cId="2559780372" sldId="2147481944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54:49.599" v="78" actId="207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59:00.813" v="121" actId="207"/>
        <pc:sldMkLst>
          <pc:docMk/>
          <pc:sldMk cId="3942421698" sldId="2147481945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3942421698" sldId="2147481945"/>
            <ac:graphicFrameMk id="19" creationId="{3E86696F-E35A-4B06-9B46-63A4A6A986C1}"/>
          </ac:graphicFrameMkLst>
        </pc:graphicFrameChg>
        <pc:graphicFrameChg chg="modGraphic">
          <ac:chgData name="정재호(JAEHO JUNG)[jaehojung]/책임/제조DX.제조DX솔루션.롤맵기술팀" userId="aa3d0302-b3a4-4200-bac8-b06cc4c0365e" providerId="ADAL" clId="{8EDB9FEC-5214-4E46-BC10-427C683B2A87}" dt="2025-12-18T23:59:00.813" v="121" actId="207"/>
          <ac:graphicFrameMkLst>
            <pc:docMk/>
            <pc:sldMk cId="3942421698" sldId="2147481945"/>
            <ac:graphicFrameMk id="194" creationId="{EF584CD6-CEC7-4651-BA19-6526E7899803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57:47.446" v="105" actId="207"/>
        <pc:sldMkLst>
          <pc:docMk/>
          <pc:sldMk cId="1625678813" sldId="2147481949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57:47.446" v="105" actId="207"/>
          <ac:graphicFrameMkLst>
            <pc:docMk/>
            <pc:sldMk cId="1625678813" sldId="214748194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231687253" sldId="2147481951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231687253" sldId="2147481951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56:57.546" v="92" actId="207"/>
        <pc:sldMkLst>
          <pc:docMk/>
          <pc:sldMk cId="2230191528" sldId="2147481954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56:57.546" v="92" actId="207"/>
          <ac:graphicFrameMkLst>
            <pc:docMk/>
            <pc:sldMk cId="2230191528" sldId="2147481954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57:24.602" v="102" actId="207"/>
        <pc:sldMkLst>
          <pc:docMk/>
          <pc:sldMk cId="4208823273" sldId="2147481955"/>
        </pc:sldMkLst>
        <pc:spChg chg="mod">
          <ac:chgData name="정재호(JAEHO JUNG)[jaehojung]/책임/제조DX.제조DX솔루션.롤맵기술팀" userId="aa3d0302-b3a4-4200-bac8-b06cc4c0365e" providerId="ADAL" clId="{8EDB9FEC-5214-4E46-BC10-427C683B2A87}" dt="2025-12-18T23:57:24.602" v="102" actId="207"/>
          <ac:spMkLst>
            <pc:docMk/>
            <pc:sldMk cId="4208823273" sldId="2147481955"/>
            <ac:spMk id="46" creationId="{FC3B12BE-4589-4397-8B71-019FF34AA35E}"/>
          </ac:spMkLst>
        </pc:spChg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57:17.151" v="96" actId="207"/>
          <ac:graphicFrameMkLst>
            <pc:docMk/>
            <pc:sldMk cId="4208823273" sldId="2147481955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57:27.230" v="103" actId="207"/>
        <pc:sldMkLst>
          <pc:docMk/>
          <pc:sldMk cId="1325916645" sldId="2147481957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57:27.230" v="103" actId="207"/>
          <ac:graphicFrameMkLst>
            <pc:docMk/>
            <pc:sldMk cId="1325916645" sldId="2147481957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216908218" sldId="2147481958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216908218" sldId="2147481958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309422038" sldId="2147481959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309422038" sldId="2147481959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3979644057" sldId="2147481961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3979644057" sldId="2147481961"/>
            <ac:graphicFrameMk id="7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5:04.969" v="31" actId="207"/>
        <pc:sldMkLst>
          <pc:docMk/>
          <pc:sldMk cId="3019991654" sldId="2147481963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5:04.969" v="31" actId="207"/>
          <ac:graphicFrameMkLst>
            <pc:docMk/>
            <pc:sldMk cId="3019991654" sldId="214748196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1836933339" sldId="2147481967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1836933339" sldId="2147481967"/>
            <ac:graphicFrameMk id="2" creationId="{7AEF2CFF-477B-47DA-8339-6D17E423C984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120050373" sldId="2147481971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120050373" sldId="214748197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2437512027" sldId="2147481974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2437512027" sldId="2147481974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3944531596" sldId="2147481982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3944531596" sldId="2147481982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2039431435" sldId="2147481998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2039431435" sldId="2147481998"/>
            <ac:graphicFrameMk id="19" creationId="{6372799A-6D2F-CAB9-A28D-9AE207E27A5D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1581856275" sldId="2147482000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1581856275" sldId="2147482000"/>
            <ac:graphicFrameMk id="19" creationId="{4485889C-7C23-1E44-3F44-63DAC7688EA0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918579543" sldId="2147482001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918579543" sldId="2147482001"/>
            <ac:graphicFrameMk id="19" creationId="{74A97E53-4B3E-7B1D-6455-30F66AF12773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312166392" sldId="2147482002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312166392" sldId="2147482002"/>
            <ac:graphicFrameMk id="19" creationId="{54728183-150A-36AF-E666-2145F7FF2814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523953427" sldId="2147482003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523953427" sldId="2147482003"/>
            <ac:graphicFrameMk id="19" creationId="{19848739-F2DD-2D37-126B-F820F44BF33F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3544279689" sldId="2147482010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3544279689" sldId="214748201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2187038781" sldId="2147482019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2187038781" sldId="2147482019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6:56.687" v="65" actId="207"/>
        <pc:sldMkLst>
          <pc:docMk/>
          <pc:sldMk cId="1840780179" sldId="2147482020"/>
        </pc:sldMkLst>
        <pc:spChg chg="mod">
          <ac:chgData name="정재호(JAEHO JUNG)[jaehojung]/책임/제조DX.제조DX솔루션.롤맵기술팀" userId="aa3d0302-b3a4-4200-bac8-b06cc4c0365e" providerId="ADAL" clId="{8EDB9FEC-5214-4E46-BC10-427C683B2A87}" dt="2025-12-18T23:46:56.687" v="65" actId="207"/>
          <ac:spMkLst>
            <pc:docMk/>
            <pc:sldMk cId="1840780179" sldId="2147482020"/>
            <ac:spMk id="24" creationId="{9E88BCD6-65AC-474C-9E19-A37722C332DC}"/>
          </ac:spMkLst>
        </pc:spChg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1840780179" sldId="2147482020"/>
            <ac:graphicFrameMk id="23" creationId="{5C18F150-F800-4366-B81F-1DDA815C713E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3413456565" sldId="2147482030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3413456565" sldId="2147482030"/>
            <ac:graphicFrameMk id="7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54:40.153" v="76" actId="207"/>
        <pc:sldMkLst>
          <pc:docMk/>
          <pc:sldMk cId="863012316" sldId="2147482046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54:40.153" v="76" actId="207"/>
          <ac:graphicFrameMkLst>
            <pc:docMk/>
            <pc:sldMk cId="863012316" sldId="2147482046"/>
            <ac:graphicFrameMk id="7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55:29.198" v="85" actId="207"/>
        <pc:sldMkLst>
          <pc:docMk/>
          <pc:sldMk cId="3422623579" sldId="2147482052"/>
        </pc:sldMkLst>
        <pc:spChg chg="mod">
          <ac:chgData name="정재호(JAEHO JUNG)[jaehojung]/책임/제조DX.제조DX솔루션.롤맵기술팀" userId="aa3d0302-b3a4-4200-bac8-b06cc4c0365e" providerId="ADAL" clId="{8EDB9FEC-5214-4E46-BC10-427C683B2A87}" dt="2025-12-18T23:55:29.198" v="85" actId="207"/>
          <ac:spMkLst>
            <pc:docMk/>
            <pc:sldMk cId="3422623579" sldId="2147482052"/>
            <ac:spMk id="5" creationId="{6BC9B294-291A-D23F-C381-45EA6FDC28AB}"/>
          </ac:spMkLst>
        </pc:sp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55:33.846" v="86" actId="207"/>
        <pc:sldMkLst>
          <pc:docMk/>
          <pc:sldMk cId="3572448725" sldId="2147482058"/>
        </pc:sldMkLst>
        <pc:spChg chg="mod">
          <ac:chgData name="정재호(JAEHO JUNG)[jaehojung]/책임/제조DX.제조DX솔루션.롤맵기술팀" userId="aa3d0302-b3a4-4200-bac8-b06cc4c0365e" providerId="ADAL" clId="{8EDB9FEC-5214-4E46-BC10-427C683B2A87}" dt="2025-12-18T23:55:33.846" v="86" actId="207"/>
          <ac:spMkLst>
            <pc:docMk/>
            <pc:sldMk cId="3572448725" sldId="2147482058"/>
            <ac:spMk id="20" creationId="{BB178E88-B809-4A0C-AEDB-08EDDEFC3101}"/>
          </ac:spMkLst>
        </pc:sp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2781412765" sldId="2147482059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2781412765" sldId="2147482059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57:51.821" v="106" actId="207"/>
        <pc:sldMkLst>
          <pc:docMk/>
          <pc:sldMk cId="122266075" sldId="2147482060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57:51.821" v="106" actId="207"/>
          <ac:graphicFrameMkLst>
            <pc:docMk/>
            <pc:sldMk cId="122266075" sldId="214748206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1403505765" sldId="2147482062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1403505765" sldId="2147482062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3206166957" sldId="2147482063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3206166957" sldId="214748206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525295630" sldId="2147482064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525295630" sldId="2147482064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58:02.410" v="109" actId="207"/>
        <pc:sldMkLst>
          <pc:docMk/>
          <pc:sldMk cId="710661984" sldId="2147482065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58:02.410" v="109" actId="207"/>
          <ac:graphicFrameMkLst>
            <pc:docMk/>
            <pc:sldMk cId="710661984" sldId="2147482065"/>
            <ac:graphicFrameMk id="27" creationId="{C0FBC9B7-527F-49F4-9D3C-676F45B49387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2510186531" sldId="2147482066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2510186531" sldId="214748206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906537507" sldId="2147482067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906537507" sldId="2147482067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4:57.820" v="29" actId="207"/>
        <pc:sldMkLst>
          <pc:docMk/>
          <pc:sldMk cId="3052076470" sldId="2147482071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4:57.820" v="29" actId="207"/>
          <ac:graphicFrameMkLst>
            <pc:docMk/>
            <pc:sldMk cId="3052076470" sldId="2147482071"/>
            <ac:graphicFrameMk id="11" creationId="{C66F9B45-D343-4DF8-ABA9-D48571FAC964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2065805413" sldId="2147482074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2065805413" sldId="214748207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3379836515" sldId="2147482076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3379836515" sldId="2147482076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681262127" sldId="2147482091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681262127" sldId="2147482091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5:41.891" v="43" actId="207"/>
        <pc:sldMkLst>
          <pc:docMk/>
          <pc:sldMk cId="645500483" sldId="2147482092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5:41.891" v="43" actId="207"/>
          <ac:graphicFrameMkLst>
            <pc:docMk/>
            <pc:sldMk cId="645500483" sldId="2147482092"/>
            <ac:graphicFrameMk id="2" creationId="{AA655E7B-33D1-41F9-B470-4F20832661EB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5:32.360" v="40" actId="207"/>
        <pc:sldMkLst>
          <pc:docMk/>
          <pc:sldMk cId="1623035640" sldId="2147482093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5:32.360" v="40" actId="207"/>
          <ac:graphicFrameMkLst>
            <pc:docMk/>
            <pc:sldMk cId="1623035640" sldId="2147482093"/>
            <ac:graphicFrameMk id="3" creationId="{688BD945-555D-E069-F619-02973A6A481F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5:46.058" v="44" actId="207"/>
        <pc:sldMkLst>
          <pc:docMk/>
          <pc:sldMk cId="1480914234" sldId="2147482094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5:46.058" v="44" actId="207"/>
          <ac:graphicFrameMkLst>
            <pc:docMk/>
            <pc:sldMk cId="1480914234" sldId="2147482094"/>
            <ac:graphicFrameMk id="2" creationId="{BF944F8E-1F62-4F7E-B1C6-632F29AA10BD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5:11.030" v="33" actId="207"/>
        <pc:sldMkLst>
          <pc:docMk/>
          <pc:sldMk cId="2069960929" sldId="2147482097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5:11.030" v="33" actId="207"/>
          <ac:graphicFrameMkLst>
            <pc:docMk/>
            <pc:sldMk cId="2069960929" sldId="2147482097"/>
            <ac:graphicFrameMk id="2" creationId="{534EE123-7406-4F16-AB1D-7380FC4446F3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4:53.320" v="28" actId="207"/>
        <pc:sldMkLst>
          <pc:docMk/>
          <pc:sldMk cId="1159326832" sldId="2147482102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4:53.320" v="28" actId="207"/>
          <ac:graphicFrameMkLst>
            <pc:docMk/>
            <pc:sldMk cId="1159326832" sldId="2147482102"/>
            <ac:graphicFrameMk id="3" creationId="{FD6B18E8-DEC2-01A8-175D-70F1A4B3682F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4004658893" sldId="2147482110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4004658893" sldId="214748211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1578263784" sldId="2147482114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1578263784" sldId="2147482114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55:36.773" v="87" actId="207"/>
        <pc:sldMkLst>
          <pc:docMk/>
          <pc:sldMk cId="1843005666" sldId="2147482119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55:36.773" v="87" actId="207"/>
          <ac:graphicFrameMkLst>
            <pc:docMk/>
            <pc:sldMk cId="1843005666" sldId="2147482119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55:39.289" v="88" actId="207"/>
        <pc:sldMkLst>
          <pc:docMk/>
          <pc:sldMk cId="1631578392" sldId="2147482120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55:39.289" v="88" actId="207"/>
          <ac:graphicFrameMkLst>
            <pc:docMk/>
            <pc:sldMk cId="1631578392" sldId="214748212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3164116880" sldId="2147482121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3164116880" sldId="2147482121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55:42.119" v="89" actId="207"/>
        <pc:sldMkLst>
          <pc:docMk/>
          <pc:sldMk cId="199823846" sldId="2147482123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55:42.119" v="89" actId="207"/>
          <ac:graphicFrameMkLst>
            <pc:docMk/>
            <pc:sldMk cId="199823846" sldId="214748212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1017769001" sldId="2147482124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1017769001" sldId="2147482124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58:25.201" v="116" actId="207"/>
        <pc:sldMkLst>
          <pc:docMk/>
          <pc:sldMk cId="2878646389" sldId="2147482127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58:25.201" v="116" actId="207"/>
          <ac:graphicFrameMkLst>
            <pc:docMk/>
            <pc:sldMk cId="2878646389" sldId="2147482127"/>
            <ac:graphicFrameMk id="24" creationId="{CB1E1DE9-356B-4185-A911-636EBB59988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2637692209" sldId="2147482139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2637692209" sldId="2147482139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5:36.565" v="41" actId="207"/>
        <pc:sldMkLst>
          <pc:docMk/>
          <pc:sldMk cId="24529797" sldId="2147482142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5:36.565" v="41" actId="207"/>
          <ac:graphicFrameMkLst>
            <pc:docMk/>
            <pc:sldMk cId="24529797" sldId="2147482142"/>
            <ac:graphicFrameMk id="3" creationId="{688BD945-555D-E069-F619-02973A6A481F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622379998" sldId="2147482147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622379998" sldId="2147482147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5:57.570" v="46" actId="207"/>
        <pc:sldMkLst>
          <pc:docMk/>
          <pc:sldMk cId="719476191" sldId="2147482153"/>
        </pc:sldMkLst>
        <pc:graphicFrameChg chg="modGraphic">
          <ac:chgData name="정재호(JAEHO JUNG)[jaehojung]/책임/제조DX.제조DX솔루션.롤맵기술팀" userId="aa3d0302-b3a4-4200-bac8-b06cc4c0365e" providerId="ADAL" clId="{8EDB9FEC-5214-4E46-BC10-427C683B2A87}" dt="2025-12-18T23:45:57.570" v="46" actId="207"/>
          <ac:graphicFrameMkLst>
            <pc:docMk/>
            <pc:sldMk cId="719476191" sldId="2147482153"/>
            <ac:graphicFrameMk id="30" creationId="{FD723AF4-8C6A-45D2-91AF-E831F6E1C5CD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5:59.091" v="47" actId="207"/>
        <pc:sldMkLst>
          <pc:docMk/>
          <pc:sldMk cId="1357361098" sldId="2147482154"/>
        </pc:sldMkLst>
        <pc:graphicFrameChg chg="modGraphic">
          <ac:chgData name="정재호(JAEHO JUNG)[jaehojung]/책임/제조DX.제조DX솔루션.롤맵기술팀" userId="aa3d0302-b3a4-4200-bac8-b06cc4c0365e" providerId="ADAL" clId="{8EDB9FEC-5214-4E46-BC10-427C683B2A87}" dt="2025-12-18T23:45:59.091" v="47" actId="207"/>
          <ac:graphicFrameMkLst>
            <pc:docMk/>
            <pc:sldMk cId="1357361098" sldId="2147482154"/>
            <ac:graphicFrameMk id="30" creationId="{C0F93F35-42AD-20F8-E91F-7F9106DB2E2F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6:00.598" v="48" actId="207"/>
        <pc:sldMkLst>
          <pc:docMk/>
          <pc:sldMk cId="2756542074" sldId="2147482155"/>
        </pc:sldMkLst>
        <pc:graphicFrameChg chg="modGraphic">
          <ac:chgData name="정재호(JAEHO JUNG)[jaehojung]/책임/제조DX.제조DX솔루션.롤맵기술팀" userId="aa3d0302-b3a4-4200-bac8-b06cc4c0365e" providerId="ADAL" clId="{8EDB9FEC-5214-4E46-BC10-427C683B2A87}" dt="2025-12-18T23:46:00.598" v="48" actId="207"/>
          <ac:graphicFrameMkLst>
            <pc:docMk/>
            <pc:sldMk cId="2756542074" sldId="2147482155"/>
            <ac:graphicFrameMk id="30" creationId="{FD723AF4-8C6A-45D2-91AF-E831F6E1C5CD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6:04.916" v="49" actId="207"/>
        <pc:sldMkLst>
          <pc:docMk/>
          <pc:sldMk cId="3468524003" sldId="2147482158"/>
        </pc:sldMkLst>
        <pc:graphicFrameChg chg="modGraphic">
          <ac:chgData name="정재호(JAEHO JUNG)[jaehojung]/책임/제조DX.제조DX솔루션.롤맵기술팀" userId="aa3d0302-b3a4-4200-bac8-b06cc4c0365e" providerId="ADAL" clId="{8EDB9FEC-5214-4E46-BC10-427C683B2A87}" dt="2025-12-18T23:46:04.916" v="49" actId="207"/>
          <ac:graphicFrameMkLst>
            <pc:docMk/>
            <pc:sldMk cId="3468524003" sldId="2147482158"/>
            <ac:graphicFrameMk id="30" creationId="{FD723AF4-8C6A-45D2-91AF-E831F6E1C5CD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6:06.723" v="50" actId="207"/>
        <pc:sldMkLst>
          <pc:docMk/>
          <pc:sldMk cId="3982393149" sldId="2147482159"/>
        </pc:sldMkLst>
        <pc:graphicFrameChg chg="modGraphic">
          <ac:chgData name="정재호(JAEHO JUNG)[jaehojung]/책임/제조DX.제조DX솔루션.롤맵기술팀" userId="aa3d0302-b3a4-4200-bac8-b06cc4c0365e" providerId="ADAL" clId="{8EDB9FEC-5214-4E46-BC10-427C683B2A87}" dt="2025-12-18T23:46:06.723" v="50" actId="207"/>
          <ac:graphicFrameMkLst>
            <pc:docMk/>
            <pc:sldMk cId="3982393149" sldId="2147482159"/>
            <ac:graphicFrameMk id="30" creationId="{FD723AF4-8C6A-45D2-91AF-E831F6E1C5CD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57:59.403" v="108" actId="207"/>
        <pc:sldMkLst>
          <pc:docMk/>
          <pc:sldMk cId="1009432166" sldId="2147482165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57:59.403" v="108" actId="207"/>
          <ac:graphicFrameMkLst>
            <pc:docMk/>
            <pc:sldMk cId="1009432166" sldId="2147482165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316395411" sldId="2147482169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316395411" sldId="2147482169"/>
            <ac:graphicFrameMk id="19" creationId="{4485889C-7C23-1E44-3F44-63DAC7688EA0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1233649719" sldId="2147482170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1233649719" sldId="2147482170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57:12.809" v="95" actId="207"/>
        <pc:sldMkLst>
          <pc:docMk/>
          <pc:sldMk cId="2449185649" sldId="2147482171"/>
        </pc:sldMkLst>
        <pc:spChg chg="mod">
          <ac:chgData name="정재호(JAEHO JUNG)[jaehojung]/책임/제조DX.제조DX솔루션.롤맵기술팀" userId="aa3d0302-b3a4-4200-bac8-b06cc4c0365e" providerId="ADAL" clId="{8EDB9FEC-5214-4E46-BC10-427C683B2A87}" dt="2025-12-18T23:57:12.809" v="95" actId="207"/>
          <ac:spMkLst>
            <pc:docMk/>
            <pc:sldMk cId="2449185649" sldId="2147482171"/>
            <ac:spMk id="6" creationId="{CF68E5EB-7D37-DC2C-C047-7E37F80C7814}"/>
          </ac:spMkLst>
        </pc:spChg>
        <pc:spChg chg="mod">
          <ac:chgData name="정재호(JAEHO JUNG)[jaehojung]/책임/제조DX.제조DX솔루션.롤맵기술팀" userId="aa3d0302-b3a4-4200-bac8-b06cc4c0365e" providerId="ADAL" clId="{8EDB9FEC-5214-4E46-BC10-427C683B2A87}" dt="2025-12-18T23:57:04.053" v="94" actId="207"/>
          <ac:spMkLst>
            <pc:docMk/>
            <pc:sldMk cId="2449185649" sldId="2147482171"/>
            <ac:spMk id="46" creationId="{FC3B12BE-4589-4397-8B71-019FF34AA35E}"/>
          </ac:spMkLst>
        </pc:spChg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57:01.247" v="93" actId="207"/>
          <ac:graphicFrameMkLst>
            <pc:docMk/>
            <pc:sldMk cId="2449185649" sldId="2147482171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58:41.254" v="119" actId="207"/>
        <pc:sldMkLst>
          <pc:docMk/>
          <pc:sldMk cId="4090368207" sldId="2147482176"/>
        </pc:sldMkLst>
        <pc:graphicFrameChg chg="modGraphic">
          <ac:chgData name="정재호(JAEHO JUNG)[jaehojung]/책임/제조DX.제조DX솔루션.롤맵기술팀" userId="aa3d0302-b3a4-4200-bac8-b06cc4c0365e" providerId="ADAL" clId="{8EDB9FEC-5214-4E46-BC10-427C683B2A87}" dt="2025-12-18T23:58:41.254" v="119" actId="207"/>
          <ac:graphicFrameMkLst>
            <pc:docMk/>
            <pc:sldMk cId="4090368207" sldId="2147482176"/>
            <ac:graphicFrameMk id="4" creationId="{A9FF49AC-C043-485B-613B-D9A8BCFD6DF2}"/>
          </ac:graphicFrameMkLst>
        </pc:graphicFrameChg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4090368207" sldId="2147482176"/>
            <ac:graphicFrameMk id="24" creationId="{CB1E1DE9-356B-4185-A911-636EBB59988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3397328042" sldId="2147482177"/>
        </pc:sldMkLst>
        <pc:graphicFrameChg chg="mod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3397328042" sldId="2147482177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1679489757" sldId="2147482178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1679489757" sldId="2147482178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4:27.872" v="20"/>
        <pc:sldMkLst>
          <pc:docMk/>
          <pc:sldMk cId="1221641555" sldId="2147482179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4:27.872" v="20"/>
          <ac:graphicFrameMkLst>
            <pc:docMk/>
            <pc:sldMk cId="1221641555" sldId="2147482179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6:15.195" v="51" actId="207"/>
        <pc:sldMkLst>
          <pc:docMk/>
          <pc:sldMk cId="1018146487" sldId="2147482182"/>
        </pc:sldMkLst>
        <pc:spChg chg="mod">
          <ac:chgData name="정재호(JAEHO JUNG)[jaehojung]/책임/제조DX.제조DX솔루션.롤맵기술팀" userId="aa3d0302-b3a4-4200-bac8-b06cc4c0365e" providerId="ADAL" clId="{8EDB9FEC-5214-4E46-BC10-427C683B2A87}" dt="2025-12-18T23:46:15.195" v="51" actId="207"/>
          <ac:spMkLst>
            <pc:docMk/>
            <pc:sldMk cId="1018146487" sldId="2147482182"/>
            <ac:spMk id="5" creationId="{35A89E83-6FD7-14F9-B06F-B4BF96EC1B02}"/>
          </ac:spMkLst>
        </pc:sp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55:01.546" v="82" actId="207"/>
        <pc:sldMkLst>
          <pc:docMk/>
          <pc:sldMk cId="593023446" sldId="2147482183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55:01.546" v="82" actId="207"/>
          <ac:graphicFrameMkLst>
            <pc:docMk/>
            <pc:sldMk cId="593023446" sldId="2147482183"/>
            <ac:graphicFrameMk id="7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6:43.192" v="60" actId="207"/>
        <pc:sldMkLst>
          <pc:docMk/>
          <pc:sldMk cId="765530318" sldId="2147482186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6:43.192" v="60" actId="207"/>
          <ac:graphicFrameMkLst>
            <pc:docMk/>
            <pc:sldMk cId="765530318" sldId="2147482186"/>
            <ac:graphicFrameMk id="39" creationId="{36D09815-1974-4BCF-A55B-BBF74D36A8E4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47:03.646" v="67" actId="207"/>
        <pc:sldMkLst>
          <pc:docMk/>
          <pc:sldMk cId="4200498281" sldId="2147482187"/>
        </pc:sldMkLst>
        <pc:spChg chg="mod">
          <ac:chgData name="정재호(JAEHO JUNG)[jaehojung]/책임/제조DX.제조DX솔루션.롤맵기술팀" userId="aa3d0302-b3a4-4200-bac8-b06cc4c0365e" providerId="ADAL" clId="{8EDB9FEC-5214-4E46-BC10-427C683B2A87}" dt="2025-12-18T23:46:59.691" v="66" actId="207"/>
          <ac:spMkLst>
            <pc:docMk/>
            <pc:sldMk cId="4200498281" sldId="2147482187"/>
            <ac:spMk id="28" creationId="{9DCBE425-F1D5-4BFC-B873-4EE260231385}"/>
          </ac:spMkLst>
        </pc:spChg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47:03.646" v="67" actId="207"/>
          <ac:graphicFrameMkLst>
            <pc:docMk/>
            <pc:sldMk cId="4200498281" sldId="2147482187"/>
            <ac:graphicFrameMk id="26" creationId="{69535265-C004-4936-875B-51A1C786A3B6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55:10.840" v="84" actId="207"/>
        <pc:sldMkLst>
          <pc:docMk/>
          <pc:sldMk cId="1969703136" sldId="2147482188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55:10.840" v="84" actId="207"/>
          <ac:graphicFrameMkLst>
            <pc:docMk/>
            <pc:sldMk cId="1969703136" sldId="2147482188"/>
            <ac:graphicFrameMk id="39" creationId="{36D09815-1974-4BCF-A55B-BBF74D36A8E4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EDB9FEC-5214-4E46-BC10-427C683B2A87}" dt="2025-12-18T23:58:35.710" v="118" actId="207"/>
        <pc:sldMkLst>
          <pc:docMk/>
          <pc:sldMk cId="1808525341" sldId="2147482189"/>
        </pc:sldMkLst>
        <pc:graphicFrameChg chg="mod modGraphic">
          <ac:chgData name="정재호(JAEHO JUNG)[jaehojung]/책임/제조DX.제조DX솔루션.롤맵기술팀" userId="aa3d0302-b3a4-4200-bac8-b06cc4c0365e" providerId="ADAL" clId="{8EDB9FEC-5214-4E46-BC10-427C683B2A87}" dt="2025-12-18T23:58:30.908" v="117" actId="207"/>
          <ac:graphicFrameMkLst>
            <pc:docMk/>
            <pc:sldMk cId="1808525341" sldId="2147482189"/>
            <ac:graphicFrameMk id="7" creationId="{226A00FA-A5AC-7760-DA02-D66970800823}"/>
          </ac:graphicFrameMkLst>
        </pc:graphicFrameChg>
        <pc:graphicFrameChg chg="modGraphic">
          <ac:chgData name="정재호(JAEHO JUNG)[jaehojung]/책임/제조DX.제조DX솔루션.롤맵기술팀" userId="aa3d0302-b3a4-4200-bac8-b06cc4c0365e" providerId="ADAL" clId="{8EDB9FEC-5214-4E46-BC10-427C683B2A87}" dt="2025-12-18T23:58:35.710" v="118" actId="207"/>
          <ac:graphicFrameMkLst>
            <pc:docMk/>
            <pc:sldMk cId="1808525341" sldId="2147482189"/>
            <ac:graphicFrameMk id="18" creationId="{6C9AA077-FE86-15F5-5DB8-C1BE73F5B36E}"/>
          </ac:graphicFrameMkLst>
        </pc:graphicFrameChg>
      </pc:sldChg>
    </pc:docChg>
  </pc:docChgLst>
  <pc:docChgLst>
    <pc:chgData name="강규택()[kyutaek.kang]/책임/제조DX.제조DX솔루션.롤맵기술팀" userId="4f16d406-d3c1-4344-8c6a-6a2e0f4ae759" providerId="ADAL" clId="{79D1DD8D-692E-428E-B914-76F24D54E78D}"/>
    <pc:docChg chg="custSel modSld">
      <pc:chgData name="강규택()[kyutaek.kang]/책임/제조DX.제조DX솔루션.롤맵기술팀" userId="4f16d406-d3c1-4344-8c6a-6a2e0f4ae759" providerId="ADAL" clId="{79D1DD8D-692E-428E-B914-76F24D54E78D}" dt="2025-12-16T09:08:17.505" v="694" actId="20577"/>
      <pc:docMkLst>
        <pc:docMk/>
      </pc:docMkLst>
      <pc:sldChg chg="modSp mod">
        <pc:chgData name="강규택()[kyutaek.kang]/책임/제조DX.제조DX솔루션.롤맵기술팀" userId="4f16d406-d3c1-4344-8c6a-6a2e0f4ae759" providerId="ADAL" clId="{79D1DD8D-692E-428E-B914-76F24D54E78D}" dt="2025-12-16T09:08:02.286" v="693" actId="20577"/>
        <pc:sldMkLst>
          <pc:docMk/>
          <pc:sldMk cId="760095899" sldId="2147481914"/>
        </pc:sldMkLst>
        <pc:spChg chg="mod">
          <ac:chgData name="강규택()[kyutaek.kang]/책임/제조DX.제조DX솔루션.롤맵기술팀" userId="4f16d406-d3c1-4344-8c6a-6a2e0f4ae759" providerId="ADAL" clId="{79D1DD8D-692E-428E-B914-76F24D54E78D}" dt="2025-12-16T09:07:49.673" v="691" actId="20577"/>
          <ac:spMkLst>
            <pc:docMk/>
            <pc:sldMk cId="760095899" sldId="2147481914"/>
            <ac:spMk id="18" creationId="{72943F47-EAEA-4391-A2BC-C7C33A8E8CFD}"/>
          </ac:spMkLst>
        </pc:spChg>
        <pc:graphicFrameChg chg="mod modGraphic">
          <ac:chgData name="강규택()[kyutaek.kang]/책임/제조DX.제조DX솔루션.롤맵기술팀" userId="4f16d406-d3c1-4344-8c6a-6a2e0f4ae759" providerId="ADAL" clId="{79D1DD8D-692E-428E-B914-76F24D54E78D}" dt="2025-12-16T09:08:02.286" v="693" actId="20577"/>
          <ac:graphicFrameMkLst>
            <pc:docMk/>
            <pc:sldMk cId="760095899" sldId="2147481914"/>
            <ac:graphicFrameMk id="3" creationId="{3E86696F-E35A-4B06-9B46-63A4A6A986C1}"/>
          </ac:graphicFrameMkLst>
        </pc:graphicFrameChg>
      </pc:sldChg>
      <pc:sldChg chg="modSp mod">
        <pc:chgData name="강규택()[kyutaek.kang]/책임/제조DX.제조DX솔루션.롤맵기술팀" userId="4f16d406-d3c1-4344-8c6a-6a2e0f4ae759" providerId="ADAL" clId="{79D1DD8D-692E-428E-B914-76F24D54E78D}" dt="2025-12-16T09:08:17.505" v="694" actId="20577"/>
        <pc:sldMkLst>
          <pc:docMk/>
          <pc:sldMk cId="197830340" sldId="2147481920"/>
        </pc:sldMkLst>
        <pc:spChg chg="mod">
          <ac:chgData name="강규택()[kyutaek.kang]/책임/제조DX.제조DX솔루션.롤맵기술팀" userId="4f16d406-d3c1-4344-8c6a-6a2e0f4ae759" providerId="ADAL" clId="{79D1DD8D-692E-428E-B914-76F24D54E78D}" dt="2025-12-16T09:07:20.590" v="686" actId="20577"/>
          <ac:spMkLst>
            <pc:docMk/>
            <pc:sldMk cId="197830340" sldId="2147481920"/>
            <ac:spMk id="11" creationId="{67F1B651-D06A-4EEC-A09C-7F9D9CBFDA37}"/>
          </ac:spMkLst>
        </pc:spChg>
        <pc:graphicFrameChg chg="mod modGraphic">
          <ac:chgData name="강규택()[kyutaek.kang]/책임/제조DX.제조DX솔루션.롤맵기술팀" userId="4f16d406-d3c1-4344-8c6a-6a2e0f4ae759" providerId="ADAL" clId="{79D1DD8D-692E-428E-B914-76F24D54E78D}" dt="2025-12-16T09:08:17.505" v="694" actId="20577"/>
          <ac:graphicFrameMkLst>
            <pc:docMk/>
            <pc:sldMk cId="197830340" sldId="2147481920"/>
            <ac:graphicFrameMk id="3" creationId="{3E86696F-E35A-4B06-9B46-63A4A6A986C1}"/>
          </ac:graphicFrameMkLst>
        </pc:graphicFrameChg>
      </pc:sldChg>
    </pc:docChg>
  </pc:docChgLst>
  <pc:docChgLst>
    <pc:chgData name="박재완(parkjaewan)[jaewan25]/사원/제조지능화.데이터솔루션.전극롤맵기술팀" userId="f6b571f3-609a-4560-9b16-be759616b682" providerId="ADAL" clId="{B8B4C877-7FED-4F32-B879-313AA40AF393}"/>
    <pc:docChg chg="undo custSel modSld">
      <pc:chgData name="박재완(parkjaewan)[jaewan25]/사원/제조지능화.데이터솔루션.전극롤맵기술팀" userId="f6b571f3-609a-4560-9b16-be759616b682" providerId="ADAL" clId="{B8B4C877-7FED-4F32-B879-313AA40AF393}" dt="2025-11-11T08:58:06.349" v="850" actId="20577"/>
      <pc:docMkLst>
        <pc:docMk/>
      </pc:docMkLst>
      <pc:sldChg chg="modSp">
        <pc:chgData name="박재완(parkjaewan)[jaewan25]/사원/제조지능화.데이터솔루션.전극롤맵기술팀" userId="f6b571f3-609a-4560-9b16-be759616b682" providerId="ADAL" clId="{B8B4C877-7FED-4F32-B879-313AA40AF393}" dt="2025-11-11T03:54:48.710" v="119" actId="20577"/>
        <pc:sldMkLst>
          <pc:docMk/>
          <pc:sldMk cId="1357868518" sldId="2147481919"/>
        </pc:sldMkLst>
        <pc:spChg chg="mod">
          <ac:chgData name="박재완(parkjaewan)[jaewan25]/사원/제조지능화.데이터솔루션.전극롤맵기술팀" userId="f6b571f3-609a-4560-9b16-be759616b682" providerId="ADAL" clId="{B8B4C877-7FED-4F32-B879-313AA40AF393}" dt="2025-11-11T03:50:20.489" v="5" actId="20577"/>
          <ac:spMkLst>
            <pc:docMk/>
            <pc:sldMk cId="1357868518" sldId="2147481919"/>
            <ac:spMk id="18" creationId="{72943F47-EAEA-4391-A2BC-C7C33A8E8CFD}"/>
          </ac:spMkLst>
        </pc:spChg>
        <pc:graphicFrameChg chg="mod modGraphic">
          <ac:chgData name="박재완(parkjaewan)[jaewan25]/사원/제조지능화.데이터솔루션.전극롤맵기술팀" userId="f6b571f3-609a-4560-9b16-be759616b682" providerId="ADAL" clId="{B8B4C877-7FED-4F32-B879-313AA40AF393}" dt="2025-11-11T03:54:48.710" v="119" actId="20577"/>
          <ac:graphicFrameMkLst>
            <pc:docMk/>
            <pc:sldMk cId="1357868518" sldId="2147481919"/>
            <ac:graphicFrameMk id="3" creationId="{3E86696F-E35A-4B06-9B46-63A4A6A986C1}"/>
          </ac:graphicFrameMkLst>
        </pc:graphicFrameChg>
      </pc:sldChg>
      <pc:sldChg chg="modSp">
        <pc:chgData name="박재완(parkjaewan)[jaewan25]/사원/제조지능화.데이터솔루션.전극롤맵기술팀" userId="f6b571f3-609a-4560-9b16-be759616b682" providerId="ADAL" clId="{B8B4C877-7FED-4F32-B879-313AA40AF393}" dt="2025-11-11T04:00:06.652" v="392"/>
        <pc:sldMkLst>
          <pc:docMk/>
          <pc:sldMk cId="2212638310" sldId="2147482164"/>
        </pc:sldMkLst>
        <pc:spChg chg="mod">
          <ac:chgData name="박재완(parkjaewan)[jaewan25]/사원/제조지능화.데이터솔루션.전극롤맵기술팀" userId="f6b571f3-609a-4560-9b16-be759616b682" providerId="ADAL" clId="{B8B4C877-7FED-4F32-B879-313AA40AF393}" dt="2025-11-11T03:58:20.947" v="359" actId="20577"/>
          <ac:spMkLst>
            <pc:docMk/>
            <pc:sldMk cId="2212638310" sldId="2147482164"/>
            <ac:spMk id="18" creationId="{72943F47-EAEA-4391-A2BC-C7C33A8E8CFD}"/>
          </ac:spMkLst>
        </pc:spChg>
        <pc:graphicFrameChg chg="mod modGraphic">
          <ac:chgData name="박재완(parkjaewan)[jaewan25]/사원/제조지능화.데이터솔루션.전극롤맵기술팀" userId="f6b571f3-609a-4560-9b16-be759616b682" providerId="ADAL" clId="{B8B4C877-7FED-4F32-B879-313AA40AF393}" dt="2025-11-11T03:58:15.954" v="357" actId="20577"/>
          <ac:graphicFrameMkLst>
            <pc:docMk/>
            <pc:sldMk cId="2212638310" sldId="2147482164"/>
            <ac:graphicFrameMk id="3" creationId="{3E86696F-E35A-4B06-9B46-63A4A6A986C1}"/>
          </ac:graphicFrameMkLst>
        </pc:graphicFrameChg>
        <pc:graphicFrameChg chg="mod modGraphic">
          <ac:chgData name="박재완(parkjaewan)[jaewan25]/사원/제조지능화.데이터솔루션.전극롤맵기술팀" userId="f6b571f3-609a-4560-9b16-be759616b682" providerId="ADAL" clId="{B8B4C877-7FED-4F32-B879-313AA40AF393}" dt="2025-11-11T04:00:06.652" v="392"/>
          <ac:graphicFrameMkLst>
            <pc:docMk/>
            <pc:sldMk cId="2212638310" sldId="2147482164"/>
            <ac:graphicFrameMk id="20" creationId="{59845E70-C4E5-4740-A295-04E091284578}"/>
          </ac:graphicFrameMkLst>
        </pc:graphicFrameChg>
      </pc:sldChg>
    </pc:docChg>
  </pc:docChgLst>
  <pc:docChgLst>
    <pc:chgData name="최성민(SEONGMIN CHOI)[choi.sm]/책임/제조DX.제조DX솔루션.셀추적기술팀" userId="07d78882-1949-43a5-b27f-5851f4ea844b" providerId="ADAL" clId="{91A8C2D8-52C5-4A40-83AD-CF02603739C2}"/>
    <pc:docChg chg="custSel modSld">
      <pc:chgData name="최성민(SEONGMIN CHOI)[choi.sm]/책임/제조DX.제조DX솔루션.셀추적기술팀" userId="07d78882-1949-43a5-b27f-5851f4ea844b" providerId="ADAL" clId="{91A8C2D8-52C5-4A40-83AD-CF02603739C2}" dt="2025-12-09T18:41:52.948" v="1555" actId="20577"/>
      <pc:docMkLst>
        <pc:docMk/>
      </pc:docMkLst>
      <pc:sldChg chg="modSp mod">
        <pc:chgData name="최성민(SEONGMIN CHOI)[choi.sm]/책임/제조DX.제조DX솔루션.셀추적기술팀" userId="07d78882-1949-43a5-b27f-5851f4ea844b" providerId="ADAL" clId="{91A8C2D8-52C5-4A40-83AD-CF02603739C2}" dt="2025-12-09T18:41:52.948" v="1555" actId="20577"/>
        <pc:sldMkLst>
          <pc:docMk/>
          <pc:sldMk cId="3247425241" sldId="2209"/>
        </pc:sldMkLst>
        <pc:spChg chg="mod">
          <ac:chgData name="최성민(SEONGMIN CHOI)[choi.sm]/책임/제조DX.제조DX솔루션.셀추적기술팀" userId="07d78882-1949-43a5-b27f-5851f4ea844b" providerId="ADAL" clId="{91A8C2D8-52C5-4A40-83AD-CF02603739C2}" dt="2025-12-08T23:01:45.091" v="5" actId="20577"/>
          <ac:spMkLst>
            <pc:docMk/>
            <pc:sldMk cId="3247425241" sldId="2209"/>
            <ac:spMk id="4" creationId="{01A9972C-912C-D4D6-7371-FDEB8083BB52}"/>
          </ac:spMkLst>
        </pc:spChg>
        <pc:graphicFrameChg chg="mod modGraphic">
          <ac:chgData name="최성민(SEONGMIN CHOI)[choi.sm]/책임/제조DX.제조DX솔루션.셀추적기술팀" userId="07d78882-1949-43a5-b27f-5851f4ea844b" providerId="ADAL" clId="{91A8C2D8-52C5-4A40-83AD-CF02603739C2}" dt="2025-12-09T18:41:52.948" v="1555" actId="20577"/>
          <ac:graphicFrameMkLst>
            <pc:docMk/>
            <pc:sldMk cId="3247425241" sldId="2209"/>
            <ac:graphicFrameMk id="2" creationId="{29E34190-670E-8138-9058-C8A6221C765B}"/>
          </ac:graphicFrameMkLst>
        </pc:graphicFrameChg>
      </pc:sldChg>
      <pc:sldChg chg="addSp modSp mod">
        <pc:chgData name="최성민(SEONGMIN CHOI)[choi.sm]/책임/제조DX.제조DX솔루션.셀추적기술팀" userId="07d78882-1949-43a5-b27f-5851f4ea844b" providerId="ADAL" clId="{91A8C2D8-52C5-4A40-83AD-CF02603739C2}" dt="2025-12-09T18:40:20.638" v="1521"/>
        <pc:sldMkLst>
          <pc:docMk/>
          <pc:sldMk cId="2458212547" sldId="2147481747"/>
        </pc:sldMkLst>
        <pc:spChg chg="mod">
          <ac:chgData name="최성민(SEONGMIN CHOI)[choi.sm]/책임/제조DX.제조DX솔루션.셀추적기술팀" userId="07d78882-1949-43a5-b27f-5851f4ea844b" providerId="ADAL" clId="{91A8C2D8-52C5-4A40-83AD-CF02603739C2}" dt="2025-12-09T18:40:20.638" v="1521"/>
          <ac:spMkLst>
            <pc:docMk/>
            <pc:sldMk cId="2458212547" sldId="2147481747"/>
            <ac:spMk id="7" creationId="{BA910CD7-E9CF-953B-5522-AC8930FB5FE7}"/>
          </ac:spMkLst>
        </pc:spChg>
        <pc:spChg chg="mod">
          <ac:chgData name="최성민(SEONGMIN CHOI)[choi.sm]/책임/제조DX.제조DX솔루션.셀추적기술팀" userId="07d78882-1949-43a5-b27f-5851f4ea844b" providerId="ADAL" clId="{91A8C2D8-52C5-4A40-83AD-CF02603739C2}" dt="2025-12-09T18:26:33.434" v="1499" actId="20577"/>
          <ac:spMkLst>
            <pc:docMk/>
            <pc:sldMk cId="2458212547" sldId="2147481747"/>
            <ac:spMk id="9" creationId="{1A064BA9-9B98-338B-D5F8-37689F43EA46}"/>
          </ac:spMkLst>
        </pc:spChg>
        <pc:graphicFrameChg chg="add mod">
          <ac:chgData name="최성민(SEONGMIN CHOI)[choi.sm]/책임/제조DX.제조DX솔루션.셀추적기술팀" userId="07d78882-1949-43a5-b27f-5851f4ea844b" providerId="ADAL" clId="{91A8C2D8-52C5-4A40-83AD-CF02603739C2}" dt="2025-12-09T18:39:25.641" v="1502"/>
          <ac:graphicFrameMkLst>
            <pc:docMk/>
            <pc:sldMk cId="2458212547" sldId="2147481747"/>
            <ac:graphicFrameMk id="2" creationId="{AC6FFAAA-D63C-40D2-EE86-DA4CD16E949F}"/>
          </ac:graphicFrameMkLst>
        </pc:graphicFrameChg>
        <pc:graphicFrameChg chg="modGraphic">
          <ac:chgData name="최성민(SEONGMIN CHOI)[choi.sm]/책임/제조DX.제조DX솔루션.셀추적기술팀" userId="07d78882-1949-43a5-b27f-5851f4ea844b" providerId="ADAL" clId="{91A8C2D8-52C5-4A40-83AD-CF02603739C2}" dt="2025-12-09T17:55:16.151" v="18" actId="20577"/>
          <ac:graphicFrameMkLst>
            <pc:docMk/>
            <pc:sldMk cId="2458212547" sldId="2147481747"/>
            <ac:graphicFrameMk id="6" creationId="{222CF891-BA04-43DA-4BB9-9CF561AB2E01}"/>
          </ac:graphicFrameMkLst>
        </pc:graphicFrameChg>
      </pc:sldChg>
    </pc:docChg>
  </pc:docChgLst>
  <pc:docChgLst>
    <pc:chgData name="하현수(HYUNSU HA)[hhyunsu]/사원/제조DX.제조DX솔루션.데이터통합분석팀" userId="9e77bdc7-3e9b-448f-b147-818418b5b91e" providerId="ADAL" clId="{53515111-4DB5-445D-A6CC-8FFEA33D006B}"/>
    <pc:docChg chg="custSel modSld">
      <pc:chgData name="하현수(HYUNSU HA)[hhyunsu]/사원/제조DX.제조DX솔루션.데이터통합분석팀" userId="9e77bdc7-3e9b-448f-b147-818418b5b91e" providerId="ADAL" clId="{53515111-4DB5-445D-A6CC-8FFEA33D006B}" dt="2025-12-10T01:17:30.876" v="181"/>
      <pc:docMkLst>
        <pc:docMk/>
      </pc:docMkLst>
      <pc:sldChg chg="addSp modSp mod">
        <pc:chgData name="하현수(HYUNSU HA)[hhyunsu]/사원/제조DX.제조DX솔루션.데이터통합분석팀" userId="9e77bdc7-3e9b-448f-b147-818418b5b91e" providerId="ADAL" clId="{53515111-4DB5-445D-A6CC-8FFEA33D006B}" dt="2025-12-10T01:17:30.876" v="181"/>
        <pc:sldMkLst>
          <pc:docMk/>
          <pc:sldMk cId="4090368207" sldId="2147482176"/>
        </pc:sldMkLst>
        <pc:spChg chg="mod">
          <ac:chgData name="하현수(HYUNSU HA)[hhyunsu]/사원/제조DX.제조DX솔루션.데이터통합분석팀" userId="9e77bdc7-3e9b-448f-b147-818418b5b91e" providerId="ADAL" clId="{53515111-4DB5-445D-A6CC-8FFEA33D006B}" dt="2025-12-10T00:25:48.698" v="30" actId="1037"/>
          <ac:spMkLst>
            <pc:docMk/>
            <pc:sldMk cId="4090368207" sldId="2147482176"/>
            <ac:spMk id="3" creationId="{C10E3029-036F-8695-A8C8-C7EAC577AF4A}"/>
          </ac:spMkLst>
        </pc:spChg>
        <pc:spChg chg="mod">
          <ac:chgData name="하현수(HYUNSU HA)[hhyunsu]/사원/제조DX.제조DX솔루션.데이터통합분석팀" userId="9e77bdc7-3e9b-448f-b147-818418b5b91e" providerId="ADAL" clId="{53515111-4DB5-445D-A6CC-8FFEA33D006B}" dt="2025-12-10T00:24:16.125" v="2" actId="20577"/>
          <ac:spMkLst>
            <pc:docMk/>
            <pc:sldMk cId="4090368207" sldId="2147482176"/>
            <ac:spMk id="18" creationId="{CD6FE8C4-D3CA-4ACB-997B-147E1EDF00F6}"/>
          </ac:spMkLst>
        </pc:spChg>
        <pc:graphicFrameChg chg="mod modGraphic">
          <ac:chgData name="하현수(HYUNSU HA)[hhyunsu]/사원/제조DX.제조DX솔루션.데이터통합분석팀" userId="9e77bdc7-3e9b-448f-b147-818418b5b91e" providerId="ADAL" clId="{53515111-4DB5-445D-A6CC-8FFEA33D006B}" dt="2025-12-10T01:17:30.876" v="181"/>
          <ac:graphicFrameMkLst>
            <pc:docMk/>
            <pc:sldMk cId="4090368207" sldId="2147482176"/>
            <ac:graphicFrameMk id="2" creationId="{5E211AA2-28C5-2BA3-AE11-A185334FC7F1}"/>
          </ac:graphicFrameMkLst>
        </pc:graphicFrameChg>
        <pc:graphicFrameChg chg="add mod modGraphic">
          <ac:chgData name="하현수(HYUNSU HA)[hhyunsu]/사원/제조DX.제조DX솔루션.데이터통합분석팀" userId="9e77bdc7-3e9b-448f-b147-818418b5b91e" providerId="ADAL" clId="{53515111-4DB5-445D-A6CC-8FFEA33D006B}" dt="2025-12-10T01:02:49.751" v="180" actId="20577"/>
          <ac:graphicFrameMkLst>
            <pc:docMk/>
            <pc:sldMk cId="4090368207" sldId="2147482176"/>
            <ac:graphicFrameMk id="4" creationId="{A9FF49AC-C043-485B-613B-D9A8BCFD6DF2}"/>
          </ac:graphicFrameMkLst>
        </pc:graphicFrameChg>
        <pc:graphicFrameChg chg="modGraphic">
          <ac:chgData name="하현수(HYUNSU HA)[hhyunsu]/사원/제조DX.제조DX솔루션.데이터통합분석팀" userId="9e77bdc7-3e9b-448f-b147-818418b5b91e" providerId="ADAL" clId="{53515111-4DB5-445D-A6CC-8FFEA33D006B}" dt="2025-12-10T01:00:06.464" v="52" actId="207"/>
          <ac:graphicFrameMkLst>
            <pc:docMk/>
            <pc:sldMk cId="4090368207" sldId="2147482176"/>
            <ac:graphicFrameMk id="24" creationId="{CB1E1DE9-356B-4185-A911-636EBB599881}"/>
          </ac:graphicFrameMkLst>
        </pc:graphicFrameChg>
      </pc:sldChg>
    </pc:docChg>
  </pc:docChgLst>
  <pc:docChgLst>
    <pc:chgData name="조현우(HYEONWOO CHO)[recoiner]/선임/제조DX.제조DX솔루션.셀추적기술팀" userId="c7996fdb-9092-4875-8c6f-a0f02242852c" providerId="ADAL" clId="{DCE7E16F-9130-4B39-9B23-9FAECDFDD369}"/>
    <pc:docChg chg="custSel modSld">
      <pc:chgData name="조현우(HYEONWOO CHO)[recoiner]/선임/제조DX.제조DX솔루션.셀추적기술팀" userId="c7996fdb-9092-4875-8c6f-a0f02242852c" providerId="ADAL" clId="{DCE7E16F-9130-4B39-9B23-9FAECDFDD369}" dt="2025-11-25T00:28:10.526" v="586" actId="207"/>
      <pc:docMkLst>
        <pc:docMk/>
      </pc:docMkLst>
      <pc:sldChg chg="modSp mod">
        <pc:chgData name="조현우(HYEONWOO CHO)[recoiner]/선임/제조DX.제조DX솔루션.셀추적기술팀" userId="c7996fdb-9092-4875-8c6f-a0f02242852c" providerId="ADAL" clId="{DCE7E16F-9130-4B39-9B23-9FAECDFDD369}" dt="2025-11-25T00:22:31.870" v="179" actId="207"/>
        <pc:sldMkLst>
          <pc:docMk/>
          <pc:sldMk cId="2105941167" sldId="2117"/>
        </pc:sldMkLst>
        <pc:spChg chg="mod">
          <ac:chgData name="조현우(HYEONWOO CHO)[recoiner]/선임/제조DX.제조DX솔루션.셀추적기술팀" userId="c7996fdb-9092-4875-8c6f-a0f02242852c" providerId="ADAL" clId="{DCE7E16F-9130-4B39-9B23-9FAECDFDD369}" dt="2025-11-25T00:22:31.870" v="179" actId="207"/>
          <ac:spMkLst>
            <pc:docMk/>
            <pc:sldMk cId="2105941167" sldId="2117"/>
            <ac:spMk id="28" creationId="{EB8479F3-B5EA-CFD0-1E43-70E717E15F67}"/>
          </ac:spMkLst>
        </pc:spChg>
      </pc:sldChg>
      <pc:sldChg chg="addSp modSp mod">
        <pc:chgData name="조현우(HYEONWOO CHO)[recoiner]/선임/제조DX.제조DX솔루션.셀추적기술팀" userId="c7996fdb-9092-4875-8c6f-a0f02242852c" providerId="ADAL" clId="{DCE7E16F-9130-4B39-9B23-9FAECDFDD369}" dt="2025-11-25T00:28:10.526" v="586" actId="207"/>
        <pc:sldMkLst>
          <pc:docMk/>
          <pc:sldMk cId="2808239855" sldId="2147481841"/>
        </pc:sldMkLst>
        <pc:spChg chg="mod">
          <ac:chgData name="조현우(HYEONWOO CHO)[recoiner]/선임/제조DX.제조DX솔루션.셀추적기술팀" userId="c7996fdb-9092-4875-8c6f-a0f02242852c" providerId="ADAL" clId="{DCE7E16F-9130-4B39-9B23-9FAECDFDD369}" dt="2025-11-25T00:25:14.248" v="354" actId="1076"/>
          <ac:spMkLst>
            <pc:docMk/>
            <pc:sldMk cId="2808239855" sldId="2147481841"/>
            <ac:spMk id="10" creationId="{4ECF0187-39D7-45CD-92D7-4A912D1194B9}"/>
          </ac:spMkLst>
        </pc:spChg>
        <pc:spChg chg="mod">
          <ac:chgData name="조현우(HYEONWOO CHO)[recoiner]/선임/제조DX.제조DX솔루션.셀추적기술팀" userId="c7996fdb-9092-4875-8c6f-a0f02242852c" providerId="ADAL" clId="{DCE7E16F-9130-4B39-9B23-9FAECDFDD369}" dt="2025-11-25T00:28:10.526" v="586" actId="207"/>
          <ac:spMkLst>
            <pc:docMk/>
            <pc:sldMk cId="2808239855" sldId="2147481841"/>
            <ac:spMk id="21" creationId="{4C3181BD-8769-4C0D-8973-C9F2BE0DC598}"/>
          </ac:spMkLst>
        </pc:spChg>
        <pc:spChg chg="mod">
          <ac:chgData name="조현우(HYEONWOO CHO)[recoiner]/선임/제조DX.제조DX솔루션.셀추적기술팀" userId="c7996fdb-9092-4875-8c6f-a0f02242852c" providerId="ADAL" clId="{DCE7E16F-9130-4B39-9B23-9FAECDFDD369}" dt="2025-11-25T00:22:58.503" v="187" actId="20577"/>
          <ac:spMkLst>
            <pc:docMk/>
            <pc:sldMk cId="2808239855" sldId="2147481841"/>
            <ac:spMk id="33" creationId="{25BB38E2-DC62-4BCD-AF1A-7CF9643A7F60}"/>
          </ac:spMkLst>
        </pc:spChg>
        <pc:graphicFrameChg chg="add mod modGraphic">
          <ac:chgData name="조현우(HYEONWOO CHO)[recoiner]/선임/제조DX.제조DX솔루션.셀추적기술팀" userId="c7996fdb-9092-4875-8c6f-a0f02242852c" providerId="ADAL" clId="{DCE7E16F-9130-4B39-9B23-9FAECDFDD369}" dt="2025-11-25T00:27:04.731" v="490"/>
          <ac:graphicFrameMkLst>
            <pc:docMk/>
            <pc:sldMk cId="2808239855" sldId="2147481841"/>
            <ac:graphicFrameMk id="5" creationId="{36B9322A-3EA3-53DF-F6FF-479758E635D0}"/>
          </ac:graphicFrameMkLst>
        </pc:graphicFrameChg>
        <pc:graphicFrameChg chg="mod">
          <ac:chgData name="조현우(HYEONWOO CHO)[recoiner]/선임/제조DX.제조DX솔루션.셀추적기술팀" userId="c7996fdb-9092-4875-8c6f-a0f02242852c" providerId="ADAL" clId="{DCE7E16F-9130-4B39-9B23-9FAECDFDD369}" dt="2025-11-25T00:25:14.248" v="354" actId="1076"/>
          <ac:graphicFrameMkLst>
            <pc:docMk/>
            <pc:sldMk cId="2808239855" sldId="2147481841"/>
            <ac:graphicFrameMk id="9" creationId="{5858CA98-AD52-C0F0-4CE4-3FD1239795DE}"/>
          </ac:graphicFrameMkLst>
        </pc:graphicFrameChg>
      </pc:sldChg>
    </pc:docChg>
  </pc:docChgLst>
  <pc:docChgLst>
    <pc:chgData name="박재기(JAEKI PARK)[jaeki.park]/책임/제조DX.제조DX솔루션.롤맵기술팀" userId="017bd20c-fbed-4bdf-8b3a-a779a6145a08" providerId="ADAL" clId="{D76B9BB3-9035-4D85-98EF-711E872CD1AD}"/>
    <pc:docChg chg="custSel modSld">
      <pc:chgData name="박재기(JAEKI PARK)[jaeki.park]/책임/제조DX.제조DX솔루션.롤맵기술팀" userId="017bd20c-fbed-4bdf-8b3a-a779a6145a08" providerId="ADAL" clId="{D76B9BB3-9035-4D85-98EF-711E872CD1AD}" dt="2025-12-02T21:54:13.572" v="116" actId="207"/>
      <pc:docMkLst>
        <pc:docMk/>
      </pc:docMkLst>
      <pc:sldChg chg="modSp mod">
        <pc:chgData name="박재기(JAEKI PARK)[jaeki.park]/책임/제조DX.제조DX솔루션.롤맵기술팀" userId="017bd20c-fbed-4bdf-8b3a-a779a6145a08" providerId="ADAL" clId="{D76B9BB3-9035-4D85-98EF-711E872CD1AD}" dt="2025-12-02T21:54:13.572" v="116" actId="207"/>
        <pc:sldMkLst>
          <pc:docMk/>
          <pc:sldMk cId="2750834388" sldId="2147481930"/>
        </pc:sldMkLst>
        <pc:spChg chg="mod">
          <ac:chgData name="박재기(JAEKI PARK)[jaeki.park]/책임/제조DX.제조DX솔루션.롤맵기술팀" userId="017bd20c-fbed-4bdf-8b3a-a779a6145a08" providerId="ADAL" clId="{D76B9BB3-9035-4D85-98EF-711E872CD1AD}" dt="2025-12-02T21:53:27.957" v="4" actId="20577"/>
          <ac:spMkLst>
            <pc:docMk/>
            <pc:sldMk cId="2750834388" sldId="2147481930"/>
            <ac:spMk id="18" creationId="{72943F47-EAEA-4391-A2BC-C7C33A8E8CFD}"/>
          </ac:spMkLst>
        </pc:spChg>
        <pc:graphicFrameChg chg="mod modGraphic">
          <ac:chgData name="박재기(JAEKI PARK)[jaeki.park]/책임/제조DX.제조DX솔루션.롤맵기술팀" userId="017bd20c-fbed-4bdf-8b3a-a779a6145a08" providerId="ADAL" clId="{D76B9BB3-9035-4D85-98EF-711E872CD1AD}" dt="2025-12-02T21:54:13.572" v="116" actId="207"/>
          <ac:graphicFrameMkLst>
            <pc:docMk/>
            <pc:sldMk cId="2750834388" sldId="2147481930"/>
            <ac:graphicFrameMk id="3" creationId="{3E86696F-E35A-4B06-9B46-63A4A6A986C1}"/>
          </ac:graphicFrameMkLst>
        </pc:graphicFrameChg>
      </pc:sldChg>
    </pc:docChg>
  </pc:docChgLst>
  <pc:docChgLst>
    <pc:chgData name="박수완(SUWAN PARK)[jacob]/선임/제조DX.제조DX솔루션.롤맵기술팀" userId="a93f8606-b708-4471-898c-5970f970088f" providerId="ADAL" clId="{7C114CC4-943D-43AC-A1DB-E6B46B6FBABD}"/>
    <pc:docChg chg="custSel modSld">
      <pc:chgData name="박수완(SUWAN PARK)[jacob]/선임/제조DX.제조DX솔루션.롤맵기술팀" userId="a93f8606-b708-4471-898c-5970f970088f" providerId="ADAL" clId="{7C114CC4-943D-43AC-A1DB-E6B46B6FBABD}" dt="2025-11-26T06:59:16.382" v="1084" actId="20577"/>
      <pc:docMkLst>
        <pc:docMk/>
      </pc:docMkLst>
      <pc:sldChg chg="modSp">
        <pc:chgData name="박수완(SUWAN PARK)[jacob]/선임/제조DX.제조DX솔루션.롤맵기술팀" userId="a93f8606-b708-4471-898c-5970f970088f" providerId="ADAL" clId="{7C114CC4-943D-43AC-A1DB-E6B46B6FBABD}" dt="2025-11-26T06:42:09.656" v="0" actId="20577"/>
        <pc:sldMkLst>
          <pc:docMk/>
          <pc:sldMk cId="197830340" sldId="2147481920"/>
        </pc:sldMkLst>
        <pc:graphicFrameChg chg="modGraphic">
          <ac:chgData name="박수완(SUWAN PARK)[jacob]/선임/제조DX.제조DX솔루션.롤맵기술팀" userId="a93f8606-b708-4471-898c-5970f970088f" providerId="ADAL" clId="{7C114CC4-943D-43AC-A1DB-E6B46B6FBABD}" dt="2025-11-26T06:42:09.656" v="0" actId="20577"/>
          <ac:graphicFrameMkLst>
            <pc:docMk/>
            <pc:sldMk cId="197830340" sldId="2147481920"/>
            <ac:graphicFrameMk id="3" creationId="{3E86696F-E35A-4B06-9B46-63A4A6A986C1}"/>
          </ac:graphicFrameMkLst>
        </pc:graphicFrameChg>
      </pc:sldChg>
      <pc:sldChg chg="modSp">
        <pc:chgData name="박수완(SUWAN PARK)[jacob]/선임/제조DX.제조DX솔루션.롤맵기술팀" userId="a93f8606-b708-4471-898c-5970f970088f" providerId="ADAL" clId="{7C114CC4-943D-43AC-A1DB-E6B46B6FBABD}" dt="2025-11-26T06:42:16.377" v="4" actId="20577"/>
        <pc:sldMkLst>
          <pc:docMk/>
          <pc:sldMk cId="3590236053" sldId="2147481921"/>
        </pc:sldMkLst>
        <pc:spChg chg="mod">
          <ac:chgData name="박수완(SUWAN PARK)[jacob]/선임/제조DX.제조DX솔루션.롤맵기술팀" userId="a93f8606-b708-4471-898c-5970f970088f" providerId="ADAL" clId="{7C114CC4-943D-43AC-A1DB-E6B46B6FBABD}" dt="2025-11-26T06:42:16.377" v="4" actId="20577"/>
          <ac:spMkLst>
            <pc:docMk/>
            <pc:sldMk cId="3590236053" sldId="2147481921"/>
            <ac:spMk id="18" creationId="{72943F47-EAEA-4391-A2BC-C7C33A8E8CFD}"/>
          </ac:spMkLst>
        </pc:spChg>
      </pc:sldChg>
      <pc:sldChg chg="modSp">
        <pc:chgData name="박수완(SUWAN PARK)[jacob]/선임/제조DX.제조DX솔루션.롤맵기술팀" userId="a93f8606-b708-4471-898c-5970f970088f" providerId="ADAL" clId="{7C114CC4-943D-43AC-A1DB-E6B46B6FBABD}" dt="2025-11-26T06:42:47.517" v="11" actId="207"/>
        <pc:sldMkLst>
          <pc:docMk/>
          <pc:sldMk cId="1825793658" sldId="2147481922"/>
        </pc:sldMkLst>
        <pc:spChg chg="mod">
          <ac:chgData name="박수완(SUWAN PARK)[jacob]/선임/제조DX.제조DX솔루션.롤맵기술팀" userId="a93f8606-b708-4471-898c-5970f970088f" providerId="ADAL" clId="{7C114CC4-943D-43AC-A1DB-E6B46B6FBABD}" dt="2025-11-26T06:42:40.633" v="10" actId="20577"/>
          <ac:spMkLst>
            <pc:docMk/>
            <pc:sldMk cId="1825793658" sldId="2147481922"/>
            <ac:spMk id="18" creationId="{72943F47-EAEA-4391-A2BC-C7C33A8E8CFD}"/>
          </ac:spMkLst>
        </pc:spChg>
        <pc:graphicFrameChg chg="modGraphic">
          <ac:chgData name="박수완(SUWAN PARK)[jacob]/선임/제조DX.제조DX솔루션.롤맵기술팀" userId="a93f8606-b708-4471-898c-5970f970088f" providerId="ADAL" clId="{7C114CC4-943D-43AC-A1DB-E6B46B6FBABD}" dt="2025-11-26T06:42:47.517" v="11" actId="207"/>
          <ac:graphicFrameMkLst>
            <pc:docMk/>
            <pc:sldMk cId="1825793658" sldId="2147481922"/>
            <ac:graphicFrameMk id="3" creationId="{3E86696F-E35A-4B06-9B46-63A4A6A986C1}"/>
          </ac:graphicFrameMkLst>
        </pc:graphicFrameChg>
      </pc:sldChg>
      <pc:sldChg chg="addSp modSp">
        <pc:chgData name="박수완(SUWAN PARK)[jacob]/선임/제조DX.제조DX솔루션.롤맵기술팀" userId="a93f8606-b708-4471-898c-5970f970088f" providerId="ADAL" clId="{7C114CC4-943D-43AC-A1DB-E6B46B6FBABD}" dt="2025-11-26T06:55:29.671" v="825" actId="20577"/>
        <pc:sldMkLst>
          <pc:docMk/>
          <pc:sldMk cId="3019991654" sldId="2147481963"/>
        </pc:sldMkLst>
        <pc:spChg chg="mod">
          <ac:chgData name="박수완(SUWAN PARK)[jacob]/선임/제조DX.제조DX솔루션.롤맵기술팀" userId="a93f8606-b708-4471-898c-5970f970088f" providerId="ADAL" clId="{7C114CC4-943D-43AC-A1DB-E6B46B6FBABD}" dt="2025-11-26T06:53:56.899" v="566" actId="20577"/>
          <ac:spMkLst>
            <pc:docMk/>
            <pc:sldMk cId="3019991654" sldId="2147481963"/>
            <ac:spMk id="18" creationId="{72943F47-EAEA-4391-A2BC-C7C33A8E8CFD}"/>
          </ac:spMkLst>
        </pc:spChg>
        <pc:graphicFrameChg chg="mod modGraphic">
          <ac:chgData name="박수완(SUWAN PARK)[jacob]/선임/제조DX.제조DX솔루션.롤맵기술팀" userId="a93f8606-b708-4471-898c-5970f970088f" providerId="ADAL" clId="{7C114CC4-943D-43AC-A1DB-E6B46B6FBABD}" dt="2025-11-26T06:55:29.671" v="825" actId="20577"/>
          <ac:graphicFrameMkLst>
            <pc:docMk/>
            <pc:sldMk cId="3019991654" sldId="2147481963"/>
            <ac:graphicFrameMk id="3" creationId="{3E86696F-E35A-4B06-9B46-63A4A6A986C1}"/>
          </ac:graphicFrameMkLst>
        </pc:graphicFrameChg>
        <pc:picChg chg="add mod">
          <ac:chgData name="박수완(SUWAN PARK)[jacob]/선임/제조DX.제조DX솔루션.롤맵기술팀" userId="a93f8606-b708-4471-898c-5970f970088f" providerId="ADAL" clId="{7C114CC4-943D-43AC-A1DB-E6B46B6FBABD}" dt="2025-11-26T06:51:48.105" v="412" actId="14100"/>
          <ac:picMkLst>
            <pc:docMk/>
            <pc:sldMk cId="3019991654" sldId="2147481963"/>
            <ac:picMk id="4" creationId="{66D7CC28-6ED8-4867-99F9-5DB99B27F162}"/>
          </ac:picMkLst>
        </pc:picChg>
      </pc:sldChg>
      <pc:sldChg chg="modSp">
        <pc:chgData name="박수완(SUWAN PARK)[jacob]/선임/제조DX.제조DX솔루션.롤맵기술팀" userId="a93f8606-b708-4471-898c-5970f970088f" providerId="ADAL" clId="{7C114CC4-943D-43AC-A1DB-E6B46B6FBABD}" dt="2025-11-26T06:59:16.382" v="1084" actId="20577"/>
        <pc:sldMkLst>
          <pc:docMk/>
          <pc:sldMk cId="2069960929" sldId="2147482097"/>
        </pc:sldMkLst>
        <pc:spChg chg="mod">
          <ac:chgData name="박수완(SUWAN PARK)[jacob]/선임/제조DX.제조DX솔루션.롤맵기술팀" userId="a93f8606-b708-4471-898c-5970f970088f" providerId="ADAL" clId="{7C114CC4-943D-43AC-A1DB-E6B46B6FBABD}" dt="2025-11-26T06:57:16.121" v="829" actId="20577"/>
          <ac:spMkLst>
            <pc:docMk/>
            <pc:sldMk cId="2069960929" sldId="2147482097"/>
            <ac:spMk id="5" creationId="{1BA4416D-28F9-470C-B9CE-A95FA731A2E2}"/>
          </ac:spMkLst>
        </pc:spChg>
        <pc:graphicFrameChg chg="mod modGraphic">
          <ac:chgData name="박수완(SUWAN PARK)[jacob]/선임/제조DX.제조DX솔루션.롤맵기술팀" userId="a93f8606-b708-4471-898c-5970f970088f" providerId="ADAL" clId="{7C114CC4-943D-43AC-A1DB-E6B46B6FBABD}" dt="2025-11-26T06:59:16.382" v="1084" actId="20577"/>
          <ac:graphicFrameMkLst>
            <pc:docMk/>
            <pc:sldMk cId="2069960929" sldId="2147482097"/>
            <ac:graphicFrameMk id="2" creationId="{534EE123-7406-4F16-AB1D-7380FC4446F3}"/>
          </ac:graphicFrameMkLst>
        </pc:graphicFrameChg>
      </pc:sldChg>
    </pc:docChg>
  </pc:docChgLst>
  <pc:docChgLst>
    <pc:chgData name="조은지(EUNJI JO)[joeunji]/선임/제조DX.제조DX솔루션.데이터통합분석팀" userId="d82ce3d5-2c2f-4d6b-9fbb-477c92d9f333" providerId="ADAL" clId="{2B9DFC00-8025-4918-9FB5-7D62401BADC5}"/>
    <pc:docChg chg="custSel modSld">
      <pc:chgData name="조은지(EUNJI JO)[joeunji]/선임/제조DX.제조DX솔루션.데이터통합분석팀" userId="d82ce3d5-2c2f-4d6b-9fbb-477c92d9f333" providerId="ADAL" clId="{2B9DFC00-8025-4918-9FB5-7D62401BADC5}" dt="2025-11-19T02:06:37.661" v="1816" actId="6549"/>
      <pc:docMkLst>
        <pc:docMk/>
      </pc:docMkLst>
      <pc:sldChg chg="modSp">
        <pc:chgData name="조은지(EUNJI JO)[joeunji]/선임/제조DX.제조DX솔루션.데이터통합분석팀" userId="d82ce3d5-2c2f-4d6b-9fbb-477c92d9f333" providerId="ADAL" clId="{2B9DFC00-8025-4918-9FB5-7D62401BADC5}" dt="2025-11-19T01:24:36.535" v="1587" actId="207"/>
        <pc:sldMkLst>
          <pc:docMk/>
          <pc:sldMk cId="921970639" sldId="2147481788"/>
        </pc:sldMkLst>
        <pc:spChg chg="mod">
          <ac:chgData name="조은지(EUNJI JO)[joeunji]/선임/제조DX.제조DX솔루션.데이터통합분석팀" userId="d82ce3d5-2c2f-4d6b-9fbb-477c92d9f333" providerId="ADAL" clId="{2B9DFC00-8025-4918-9FB5-7D62401BADC5}" dt="2025-11-19T01:24:28.837" v="1584" actId="20577"/>
          <ac:spMkLst>
            <pc:docMk/>
            <pc:sldMk cId="921970639" sldId="2147481788"/>
            <ac:spMk id="9" creationId="{00000000-0000-0000-0000-000000000000}"/>
          </ac:spMkLst>
        </pc:spChg>
        <pc:graphicFrameChg chg="modGraphic">
          <ac:chgData name="조은지(EUNJI JO)[joeunji]/선임/제조DX.제조DX솔루션.데이터통합분석팀" userId="d82ce3d5-2c2f-4d6b-9fbb-477c92d9f333" providerId="ADAL" clId="{2B9DFC00-8025-4918-9FB5-7D62401BADC5}" dt="2025-11-19T01:24:36.535" v="1587" actId="207"/>
          <ac:graphicFrameMkLst>
            <pc:docMk/>
            <pc:sldMk cId="921970639" sldId="2147481788"/>
            <ac:graphicFrameMk id="19" creationId="{3E86696F-E35A-4B06-9B46-63A4A6A986C1}"/>
          </ac:graphicFrameMkLst>
        </pc:graphicFrameChg>
        <pc:picChg chg="mod">
          <ac:chgData name="조은지(EUNJI JO)[joeunji]/선임/제조DX.제조DX솔루션.데이터통합분석팀" userId="d82ce3d5-2c2f-4d6b-9fbb-477c92d9f333" providerId="ADAL" clId="{2B9DFC00-8025-4918-9FB5-7D62401BADC5}" dt="2025-11-19T01:24:23.539" v="1582" actId="14826"/>
          <ac:picMkLst>
            <pc:docMk/>
            <pc:sldMk cId="921970639" sldId="2147481788"/>
            <ac:picMk id="4" creationId="{4C5E0C0D-AC3C-4100-8028-E2A9F83C856E}"/>
          </ac:picMkLst>
        </pc:picChg>
        <pc:picChg chg="mod">
          <ac:chgData name="조은지(EUNJI JO)[joeunji]/선임/제조DX.제조DX솔루션.데이터통합분석팀" userId="d82ce3d5-2c2f-4d6b-9fbb-477c92d9f333" providerId="ADAL" clId="{2B9DFC00-8025-4918-9FB5-7D62401BADC5}" dt="2025-11-19T01:23:27.763" v="1573" actId="14826"/>
          <ac:picMkLst>
            <pc:docMk/>
            <pc:sldMk cId="921970639" sldId="2147481788"/>
            <ac:picMk id="5" creationId="{AF036937-D67C-4866-AE5D-29D75EF5272F}"/>
          </ac:picMkLst>
        </pc:picChg>
      </pc:sldChg>
      <pc:sldChg chg="modSp">
        <pc:chgData name="조은지(EUNJI JO)[joeunji]/선임/제조DX.제조DX솔루션.데이터통합분석팀" userId="d82ce3d5-2c2f-4d6b-9fbb-477c92d9f333" providerId="ADAL" clId="{2B9DFC00-8025-4918-9FB5-7D62401BADC5}" dt="2025-11-18T08:50:32.569" v="1548" actId="20577"/>
        <pc:sldMkLst>
          <pc:docMk/>
          <pc:sldMk cId="317861486" sldId="2147481830"/>
        </pc:sldMkLst>
        <pc:spChg chg="mod">
          <ac:chgData name="조은지(EUNJI JO)[joeunji]/선임/제조DX.제조DX솔루션.데이터통합분석팀" userId="d82ce3d5-2c2f-4d6b-9fbb-477c92d9f333" providerId="ADAL" clId="{2B9DFC00-8025-4918-9FB5-7D62401BADC5}" dt="2025-11-18T08:50:32.569" v="1548" actId="20577"/>
          <ac:spMkLst>
            <pc:docMk/>
            <pc:sldMk cId="317861486" sldId="2147481830"/>
            <ac:spMk id="41" creationId="{88611533-2EB6-4D24-AED6-C795A5A2B08E}"/>
          </ac:spMkLst>
        </pc:spChg>
        <pc:graphicFrameChg chg="modGraphic">
          <ac:chgData name="조은지(EUNJI JO)[joeunji]/선임/제조DX.제조DX솔루션.데이터통합분석팀" userId="d82ce3d5-2c2f-4d6b-9fbb-477c92d9f333" providerId="ADAL" clId="{2B9DFC00-8025-4918-9FB5-7D62401BADC5}" dt="2025-11-18T08:50:26.787" v="1539" actId="207"/>
          <ac:graphicFrameMkLst>
            <pc:docMk/>
            <pc:sldMk cId="317861486" sldId="2147481830"/>
            <ac:graphicFrameMk id="19" creationId="{3E86696F-E35A-4B06-9B46-63A4A6A986C1}"/>
          </ac:graphicFrameMkLst>
        </pc:graphicFrameChg>
      </pc:sldChg>
      <pc:sldChg chg="modSp">
        <pc:chgData name="조은지(EUNJI JO)[joeunji]/선임/제조DX.제조DX솔루션.데이터통합분석팀" userId="d82ce3d5-2c2f-4d6b-9fbb-477c92d9f333" providerId="ADAL" clId="{2B9DFC00-8025-4918-9FB5-7D62401BADC5}" dt="2025-11-19T01:35:14.362" v="1743" actId="207"/>
        <pc:sldMkLst>
          <pc:docMk/>
          <pc:sldMk cId="1625678813" sldId="2147481949"/>
        </pc:sldMkLst>
        <pc:spChg chg="mod">
          <ac:chgData name="조은지(EUNJI JO)[joeunji]/선임/제조DX.제조DX솔루션.데이터통합분석팀" userId="d82ce3d5-2c2f-4d6b-9fbb-477c92d9f333" providerId="ADAL" clId="{2B9DFC00-8025-4918-9FB5-7D62401BADC5}" dt="2025-11-19T01:26:37.949" v="1593" actId="20577"/>
          <ac:spMkLst>
            <pc:docMk/>
            <pc:sldMk cId="1625678813" sldId="2147481949"/>
            <ac:spMk id="9" creationId="{00000000-0000-0000-0000-000000000000}"/>
          </ac:spMkLst>
        </pc:spChg>
        <pc:graphicFrameChg chg="mod modGraphic">
          <ac:chgData name="조은지(EUNJI JO)[joeunji]/선임/제조DX.제조DX솔루션.데이터통합분석팀" userId="d82ce3d5-2c2f-4d6b-9fbb-477c92d9f333" providerId="ADAL" clId="{2B9DFC00-8025-4918-9FB5-7D62401BADC5}" dt="2025-11-19T01:35:14.362" v="1743" actId="207"/>
          <ac:graphicFrameMkLst>
            <pc:docMk/>
            <pc:sldMk cId="1625678813" sldId="2147481949"/>
            <ac:graphicFrameMk id="19" creationId="{3E86696F-E35A-4B06-9B46-63A4A6A986C1}"/>
          </ac:graphicFrameMkLst>
        </pc:graphicFrameChg>
        <pc:picChg chg="mod">
          <ac:chgData name="조은지(EUNJI JO)[joeunji]/선임/제조DX.제조DX솔루션.데이터통합분석팀" userId="d82ce3d5-2c2f-4d6b-9fbb-477c92d9f333" providerId="ADAL" clId="{2B9DFC00-8025-4918-9FB5-7D62401BADC5}" dt="2025-11-19T01:35:08.377" v="1740" actId="14826"/>
          <ac:picMkLst>
            <pc:docMk/>
            <pc:sldMk cId="1625678813" sldId="2147481949"/>
            <ac:picMk id="7" creationId="{38CBFD90-029D-46A2-B11A-6E1E178CB95D}"/>
          </ac:picMkLst>
        </pc:picChg>
        <pc:picChg chg="mod">
          <ac:chgData name="조은지(EUNJI JO)[joeunji]/선임/제조DX.제조DX솔루션.데이터통합분석팀" userId="d82ce3d5-2c2f-4d6b-9fbb-477c92d9f333" providerId="ADAL" clId="{2B9DFC00-8025-4918-9FB5-7D62401BADC5}" dt="2025-11-19T01:29:56.177" v="1602" actId="14826"/>
          <ac:picMkLst>
            <pc:docMk/>
            <pc:sldMk cId="1625678813" sldId="2147481949"/>
            <ac:picMk id="8" creationId="{BA2C43F2-4B52-4C03-96AE-3CA2D75093A3}"/>
          </ac:picMkLst>
        </pc:picChg>
      </pc:sldChg>
      <pc:sldChg chg="modSp">
        <pc:chgData name="조은지(EUNJI JO)[joeunji]/선임/제조DX.제조DX솔루션.데이터통합분석팀" userId="d82ce3d5-2c2f-4d6b-9fbb-477c92d9f333" providerId="ADAL" clId="{2B9DFC00-8025-4918-9FB5-7D62401BADC5}" dt="2025-11-19T01:16:49.290" v="1572" actId="20577"/>
        <pc:sldMkLst>
          <pc:docMk/>
          <pc:sldMk cId="2230191528" sldId="2147481954"/>
        </pc:sldMkLst>
        <pc:spChg chg="mod">
          <ac:chgData name="조은지(EUNJI JO)[joeunji]/선임/제조DX.제조DX솔루션.데이터통합분석팀" userId="d82ce3d5-2c2f-4d6b-9fbb-477c92d9f333" providerId="ADAL" clId="{2B9DFC00-8025-4918-9FB5-7D62401BADC5}" dt="2025-11-18T08:45:20.195" v="731"/>
          <ac:spMkLst>
            <pc:docMk/>
            <pc:sldMk cId="2230191528" sldId="2147481954"/>
            <ac:spMk id="35" creationId="{ABE19A9F-A8FA-462C-9FAC-B538C1BB4CB0}"/>
          </ac:spMkLst>
        </pc:spChg>
        <pc:graphicFrameChg chg="mod modGraphic">
          <ac:chgData name="조은지(EUNJI JO)[joeunji]/선임/제조DX.제조DX솔루션.데이터통합분석팀" userId="d82ce3d5-2c2f-4d6b-9fbb-477c92d9f333" providerId="ADAL" clId="{2B9DFC00-8025-4918-9FB5-7D62401BADC5}" dt="2025-11-19T01:16:49.290" v="1572" actId="20577"/>
          <ac:graphicFrameMkLst>
            <pc:docMk/>
            <pc:sldMk cId="2230191528" sldId="2147481954"/>
            <ac:graphicFrameMk id="19" creationId="{3E86696F-E35A-4B06-9B46-63A4A6A986C1}"/>
          </ac:graphicFrameMkLst>
        </pc:graphicFrameChg>
      </pc:sldChg>
      <pc:sldChg chg="modSp">
        <pc:chgData name="조은지(EUNJI JO)[joeunji]/선임/제조DX.제조DX솔루션.데이터통합분석팀" userId="d82ce3d5-2c2f-4d6b-9fbb-477c92d9f333" providerId="ADAL" clId="{2B9DFC00-8025-4918-9FB5-7D62401BADC5}" dt="2025-11-19T02:06:37.661" v="1816" actId="6549"/>
        <pc:sldMkLst>
          <pc:docMk/>
          <pc:sldMk cId="3572448725" sldId="2147482058"/>
        </pc:sldMkLst>
        <pc:spChg chg="mod">
          <ac:chgData name="조은지(EUNJI JO)[joeunji]/선임/제조DX.제조DX솔루션.데이터통합분석팀" userId="d82ce3d5-2c2f-4d6b-9fbb-477c92d9f333" providerId="ADAL" clId="{2B9DFC00-8025-4918-9FB5-7D62401BADC5}" dt="2025-11-19T02:06:37.661" v="1816" actId="6549"/>
          <ac:spMkLst>
            <pc:docMk/>
            <pc:sldMk cId="3572448725" sldId="2147482058"/>
            <ac:spMk id="20" creationId="{BB178E88-B809-4A0C-AEDB-08EDDEFC3101}"/>
          </ac:spMkLst>
        </pc:spChg>
      </pc:sldChg>
      <pc:sldChg chg="delSp modSp">
        <pc:chgData name="조은지(EUNJI JO)[joeunji]/선임/제조DX.제조DX솔루션.데이터통합분석팀" userId="d82ce3d5-2c2f-4d6b-9fbb-477c92d9f333" providerId="ADAL" clId="{2B9DFC00-8025-4918-9FB5-7D62401BADC5}" dt="2025-11-18T08:43:42.583" v="504" actId="20577"/>
        <pc:sldMkLst>
          <pc:docMk/>
          <pc:sldMk cId="1631578392" sldId="2147482120"/>
        </pc:sldMkLst>
        <pc:spChg chg="mod">
          <ac:chgData name="조은지(EUNJI JO)[joeunji]/선임/제조DX.제조DX솔루션.데이터통합분석팀" userId="d82ce3d5-2c2f-4d6b-9fbb-477c92d9f333" providerId="ADAL" clId="{2B9DFC00-8025-4918-9FB5-7D62401BADC5}" dt="2025-11-18T08:38:19.747" v="8" actId="20577"/>
          <ac:spMkLst>
            <pc:docMk/>
            <pc:sldMk cId="1631578392" sldId="2147482120"/>
            <ac:spMk id="9" creationId="{00000000-0000-0000-0000-000000000000}"/>
          </ac:spMkLst>
        </pc:spChg>
        <pc:spChg chg="del">
          <ac:chgData name="조은지(EUNJI JO)[joeunji]/선임/제조DX.제조DX솔루션.데이터통합분석팀" userId="d82ce3d5-2c2f-4d6b-9fbb-477c92d9f333" providerId="ADAL" clId="{2B9DFC00-8025-4918-9FB5-7D62401BADC5}" dt="2025-11-18T08:43:39.180" v="503" actId="478"/>
          <ac:spMkLst>
            <pc:docMk/>
            <pc:sldMk cId="1631578392" sldId="2147482120"/>
            <ac:spMk id="12" creationId="{753BCF2D-2E5C-4CEA-BB2C-8EDED51CBA36}"/>
          </ac:spMkLst>
        </pc:spChg>
        <pc:spChg chg="del">
          <ac:chgData name="조은지(EUNJI JO)[joeunji]/선임/제조DX.제조DX솔루션.데이터통합분석팀" userId="d82ce3d5-2c2f-4d6b-9fbb-477c92d9f333" providerId="ADAL" clId="{2B9DFC00-8025-4918-9FB5-7D62401BADC5}" dt="2025-11-18T08:40:02.284" v="58" actId="478"/>
          <ac:spMkLst>
            <pc:docMk/>
            <pc:sldMk cId="1631578392" sldId="2147482120"/>
            <ac:spMk id="15" creationId="{DA08E337-134D-4A23-94E6-0A40609B7EE3}"/>
          </ac:spMkLst>
        </pc:spChg>
        <pc:graphicFrameChg chg="mod modGraphic">
          <ac:chgData name="조은지(EUNJI JO)[joeunji]/선임/제조DX.제조DX솔루션.데이터통합분석팀" userId="d82ce3d5-2c2f-4d6b-9fbb-477c92d9f333" providerId="ADAL" clId="{2B9DFC00-8025-4918-9FB5-7D62401BADC5}" dt="2025-11-18T08:43:42.583" v="504" actId="20577"/>
          <ac:graphicFrameMkLst>
            <pc:docMk/>
            <pc:sldMk cId="1631578392" sldId="2147482120"/>
            <ac:graphicFrameMk id="19" creationId="{3E86696F-E35A-4B06-9B46-63A4A6A986C1}"/>
          </ac:graphicFrameMkLst>
        </pc:graphicFrameChg>
      </pc:sldChg>
      <pc:sldChg chg="modSp">
        <pc:chgData name="조은지(EUNJI JO)[joeunji]/선임/제조DX.제조DX솔루션.데이터통합분석팀" userId="d82ce3d5-2c2f-4d6b-9fbb-477c92d9f333" providerId="ADAL" clId="{2B9DFC00-8025-4918-9FB5-7D62401BADC5}" dt="2025-11-19T01:16:08.276" v="1555"/>
        <pc:sldMkLst>
          <pc:docMk/>
          <pc:sldMk cId="199823846" sldId="2147482123"/>
        </pc:sldMkLst>
        <pc:spChg chg="mod">
          <ac:chgData name="조은지(EUNJI JO)[joeunji]/선임/제조DX.제조DX솔루션.데이터통합분석팀" userId="d82ce3d5-2c2f-4d6b-9fbb-477c92d9f333" providerId="ADAL" clId="{2B9DFC00-8025-4918-9FB5-7D62401BADC5}" dt="2025-11-19T01:16:08.276" v="1555"/>
          <ac:spMkLst>
            <pc:docMk/>
            <pc:sldMk cId="199823846" sldId="2147482123"/>
            <ac:spMk id="14" creationId="{C637FE6F-3FE5-4466-894B-728BEC961433}"/>
          </ac:spMkLst>
        </pc:spChg>
        <pc:graphicFrameChg chg="modGraphic">
          <ac:chgData name="조은지(EUNJI JO)[joeunji]/선임/제조DX.제조DX솔루션.데이터통합분석팀" userId="d82ce3d5-2c2f-4d6b-9fbb-477c92d9f333" providerId="ADAL" clId="{2B9DFC00-8025-4918-9FB5-7D62401BADC5}" dt="2025-11-19T01:16:02.601" v="1549" actId="207"/>
          <ac:graphicFrameMkLst>
            <pc:docMk/>
            <pc:sldMk cId="199823846" sldId="2147482123"/>
            <ac:graphicFrameMk id="19" creationId="{3E86696F-E35A-4B06-9B46-63A4A6A986C1}"/>
          </ac:graphicFrameMkLst>
        </pc:graphicFrameChg>
      </pc:sldChg>
    </pc:docChg>
  </pc:docChgLst>
  <pc:docChgLst>
    <pc:chgData name="한기덕(KIDEOK HAN)[han_kd]/선임/제조DX.제조DX솔루션.롤맵기술팀" userId="7d38c165-0d58-4bf4-8bd1-efc05948b82d" providerId="ADAL" clId="{13BA1666-35F4-45CB-A2EA-DA86C93586B1}"/>
    <pc:docChg chg="custSel modSld">
      <pc:chgData name="한기덕(KIDEOK HAN)[han_kd]/선임/제조DX.제조DX솔루션.롤맵기술팀" userId="7d38c165-0d58-4bf4-8bd1-efc05948b82d" providerId="ADAL" clId="{13BA1666-35F4-45CB-A2EA-DA86C93586B1}" dt="2025-10-15T06:01:34.038" v="2577" actId="207"/>
      <pc:docMkLst>
        <pc:docMk/>
      </pc:docMkLst>
      <pc:sldChg chg="delSp modSp">
        <pc:chgData name="한기덕(KIDEOK HAN)[han_kd]/선임/제조DX.제조DX솔루션.롤맵기술팀" userId="7d38c165-0d58-4bf4-8bd1-efc05948b82d" providerId="ADAL" clId="{13BA1666-35F4-45CB-A2EA-DA86C93586B1}" dt="2025-10-15T05:47:33.209" v="2516" actId="20577"/>
        <pc:sldMkLst>
          <pc:docMk/>
          <pc:sldMk cId="1214419362" sldId="2147481924"/>
        </pc:sldMkLst>
        <pc:spChg chg="mod">
          <ac:chgData name="한기덕(KIDEOK HAN)[han_kd]/선임/제조DX.제조DX솔루션.롤맵기술팀" userId="7d38c165-0d58-4bf4-8bd1-efc05948b82d" providerId="ADAL" clId="{13BA1666-35F4-45CB-A2EA-DA86C93586B1}" dt="2025-10-15T05:07:50.229" v="7" actId="20577"/>
          <ac:spMkLst>
            <pc:docMk/>
            <pc:sldMk cId="1214419362" sldId="2147481924"/>
            <ac:spMk id="18" creationId="{72943F47-EAEA-4391-A2BC-C7C33A8E8CFD}"/>
          </ac:spMkLst>
        </pc:spChg>
        <pc:graphicFrameChg chg="mod modGraphic">
          <ac:chgData name="한기덕(KIDEOK HAN)[han_kd]/선임/제조DX.제조DX솔루션.롤맵기술팀" userId="7d38c165-0d58-4bf4-8bd1-efc05948b82d" providerId="ADAL" clId="{13BA1666-35F4-45CB-A2EA-DA86C93586B1}" dt="2025-10-15T05:47:33.209" v="2516" actId="20577"/>
          <ac:graphicFrameMkLst>
            <pc:docMk/>
            <pc:sldMk cId="1214419362" sldId="2147481924"/>
            <ac:graphicFrameMk id="3" creationId="{3E86696F-E35A-4B06-9B46-63A4A6A986C1}"/>
          </ac:graphicFrameMkLst>
        </pc:graphicFrameChg>
        <pc:picChg chg="mod">
          <ac:chgData name="한기덕(KIDEOK HAN)[han_kd]/선임/제조DX.제조DX솔루션.롤맵기술팀" userId="7d38c165-0d58-4bf4-8bd1-efc05948b82d" providerId="ADAL" clId="{13BA1666-35F4-45CB-A2EA-DA86C93586B1}" dt="2025-10-15T05:40:37.370" v="1343" actId="1038"/>
          <ac:picMkLst>
            <pc:docMk/>
            <pc:sldMk cId="1214419362" sldId="2147481924"/>
            <ac:picMk id="6" creationId="{3464EE66-247C-45C8-9525-CD893673CBA2}"/>
          </ac:picMkLst>
        </pc:picChg>
      </pc:sldChg>
      <pc:sldChg chg="delSp modSp">
        <pc:chgData name="한기덕(KIDEOK HAN)[han_kd]/선임/제조DX.제조DX솔루션.롤맵기술팀" userId="7d38c165-0d58-4bf4-8bd1-efc05948b82d" providerId="ADAL" clId="{13BA1666-35F4-45CB-A2EA-DA86C93586B1}" dt="2025-10-15T05:47:30.131" v="2514" actId="20577"/>
        <pc:sldMkLst>
          <pc:docMk/>
          <pc:sldMk cId="662252130" sldId="2147481925"/>
        </pc:sldMkLst>
        <pc:spChg chg="mod">
          <ac:chgData name="한기덕(KIDEOK HAN)[han_kd]/선임/제조DX.제조DX솔루션.롤맵기술팀" userId="7d38c165-0d58-4bf4-8bd1-efc05948b82d" providerId="ADAL" clId="{13BA1666-35F4-45CB-A2EA-DA86C93586B1}" dt="2025-10-15T05:36:43.287" v="892" actId="20577"/>
          <ac:spMkLst>
            <pc:docMk/>
            <pc:sldMk cId="662252130" sldId="2147481925"/>
            <ac:spMk id="18" creationId="{72943F47-EAEA-4391-A2BC-C7C33A8E8CFD}"/>
          </ac:spMkLst>
        </pc:spChg>
        <pc:spChg chg="mod">
          <ac:chgData name="한기덕(KIDEOK HAN)[han_kd]/선임/제조DX.제조DX솔루션.롤맵기술팀" userId="7d38c165-0d58-4bf4-8bd1-efc05948b82d" providerId="ADAL" clId="{13BA1666-35F4-45CB-A2EA-DA86C93586B1}" dt="2025-10-15T05:36:45.956" v="903" actId="20577"/>
          <ac:spMkLst>
            <pc:docMk/>
            <pc:sldMk cId="662252130" sldId="2147481925"/>
            <ac:spMk id="19" creationId="{1CE4A1AF-5D49-43F9-9F31-E88EAE372D41}"/>
          </ac:spMkLst>
        </pc:spChg>
        <pc:graphicFrameChg chg="mod modGraphic">
          <ac:chgData name="한기덕(KIDEOK HAN)[han_kd]/선임/제조DX.제조DX솔루션.롤맵기술팀" userId="7d38c165-0d58-4bf4-8bd1-efc05948b82d" providerId="ADAL" clId="{13BA1666-35F4-45CB-A2EA-DA86C93586B1}" dt="2025-10-15T05:47:30.131" v="2514" actId="20577"/>
          <ac:graphicFrameMkLst>
            <pc:docMk/>
            <pc:sldMk cId="662252130" sldId="2147481925"/>
            <ac:graphicFrameMk id="3" creationId="{3E86696F-E35A-4B06-9B46-63A4A6A986C1}"/>
          </ac:graphicFrameMkLst>
        </pc:graphicFrameChg>
        <pc:graphicFrameChg chg="mod modGraphic">
          <ac:chgData name="한기덕(KIDEOK HAN)[han_kd]/선임/제조DX.제조DX솔루션.롤맵기술팀" userId="7d38c165-0d58-4bf4-8bd1-efc05948b82d" providerId="ADAL" clId="{13BA1666-35F4-45CB-A2EA-DA86C93586B1}" dt="2025-10-15T05:42:18.553" v="1562"/>
          <ac:graphicFrameMkLst>
            <pc:docMk/>
            <pc:sldMk cId="662252130" sldId="2147481925"/>
            <ac:graphicFrameMk id="8" creationId="{E6F75BF7-8B0C-4581-9AE0-D00A4BF0AC8C}"/>
          </ac:graphicFrameMkLst>
        </pc:graphicFrameChg>
      </pc:sldChg>
      <pc:sldChg chg="delSp modSp">
        <pc:chgData name="한기덕(KIDEOK HAN)[han_kd]/선임/제조DX.제조DX솔루션.롤맵기술팀" userId="7d38c165-0d58-4bf4-8bd1-efc05948b82d" providerId="ADAL" clId="{13BA1666-35F4-45CB-A2EA-DA86C93586B1}" dt="2025-10-15T05:47:24.365" v="2512" actId="20577"/>
        <pc:sldMkLst>
          <pc:docMk/>
          <pc:sldMk cId="645500483" sldId="2147482092"/>
        </pc:sldMkLst>
        <pc:spChg chg="mod">
          <ac:chgData name="한기덕(KIDEOK HAN)[han_kd]/선임/제조DX.제조DX솔루션.롤맵기술팀" userId="7d38c165-0d58-4bf4-8bd1-efc05948b82d" providerId="ADAL" clId="{13BA1666-35F4-45CB-A2EA-DA86C93586B1}" dt="2025-10-15T05:44:07.043" v="1834" actId="20577"/>
          <ac:spMkLst>
            <pc:docMk/>
            <pc:sldMk cId="645500483" sldId="2147482092"/>
            <ac:spMk id="6" creationId="{3E1F1638-F2C5-4E2F-ABED-94997FF8C926}"/>
          </ac:spMkLst>
        </pc:spChg>
        <pc:graphicFrameChg chg="mod modGraphic">
          <ac:chgData name="한기덕(KIDEOK HAN)[han_kd]/선임/제조DX.제조DX솔루션.롤맵기술팀" userId="7d38c165-0d58-4bf4-8bd1-efc05948b82d" providerId="ADAL" clId="{13BA1666-35F4-45CB-A2EA-DA86C93586B1}" dt="2025-10-15T05:47:24.365" v="2512" actId="20577"/>
          <ac:graphicFrameMkLst>
            <pc:docMk/>
            <pc:sldMk cId="645500483" sldId="2147482092"/>
            <ac:graphicFrameMk id="2" creationId="{AA655E7B-33D1-41F9-B470-4F20832661EB}"/>
          </ac:graphicFrameMkLst>
        </pc:graphicFrameChg>
      </pc:sldChg>
    </pc:docChg>
  </pc:docChgLst>
  <pc:docChgLst>
    <pc:chgData name="조현우(HYEONWOO CHO)[recoiner]/선임/제조DX.제조DX솔루션.셀추적기술팀" userId="c7996fdb-9092-4875-8c6f-a0f02242852c" providerId="ADAL" clId="{47129CE9-0E92-4AF1-BF3E-8148924AAE9E}"/>
    <pc:docChg chg="undo custSel modSld">
      <pc:chgData name="조현우(HYEONWOO CHO)[recoiner]/선임/제조DX.제조DX솔루션.셀추적기술팀" userId="c7996fdb-9092-4875-8c6f-a0f02242852c" providerId="ADAL" clId="{47129CE9-0E92-4AF1-BF3E-8148924AAE9E}" dt="2025-12-16T04:28:54.708" v="3472" actId="20577"/>
      <pc:docMkLst>
        <pc:docMk/>
      </pc:docMkLst>
      <pc:sldChg chg="addSp delSp modSp mod">
        <pc:chgData name="조현우(HYEONWOO CHO)[recoiner]/선임/제조DX.제조DX솔루션.셀추적기술팀" userId="c7996fdb-9092-4875-8c6f-a0f02242852c" providerId="ADAL" clId="{47129CE9-0E92-4AF1-BF3E-8148924AAE9E}" dt="2025-12-16T04:28:54.708" v="3472" actId="20577"/>
        <pc:sldMkLst>
          <pc:docMk/>
          <pc:sldMk cId="2808239855" sldId="2147481841"/>
        </pc:sldMkLst>
        <pc:spChg chg="del mod">
          <ac:chgData name="조현우(HYEONWOO CHO)[recoiner]/선임/제조DX.제조DX솔루션.셀추적기술팀" userId="c7996fdb-9092-4875-8c6f-a0f02242852c" providerId="ADAL" clId="{47129CE9-0E92-4AF1-BF3E-8148924AAE9E}" dt="2025-12-15T23:54:55.261" v="72" actId="478"/>
          <ac:spMkLst>
            <pc:docMk/>
            <pc:sldMk cId="2808239855" sldId="2147481841"/>
            <ac:spMk id="2" creationId="{FFDF4087-2E66-4155-BBF0-4422E36F25D7}"/>
          </ac:spMkLst>
        </pc:spChg>
        <pc:spChg chg="add del mod">
          <ac:chgData name="조현우(HYEONWOO CHO)[recoiner]/선임/제조DX.제조DX솔루션.셀추적기술팀" userId="c7996fdb-9092-4875-8c6f-a0f02242852c" providerId="ADAL" clId="{47129CE9-0E92-4AF1-BF3E-8148924AAE9E}" dt="2025-12-16T00:03:07.693" v="469" actId="478"/>
          <ac:spMkLst>
            <pc:docMk/>
            <pc:sldMk cId="2808239855" sldId="2147481841"/>
            <ac:spMk id="5" creationId="{32BAF192-7614-8E2D-7AD3-66DFEE9FAB34}"/>
          </ac:spMkLst>
        </pc:spChg>
        <pc:spChg chg="add mod">
          <ac:chgData name="조현우(HYEONWOO CHO)[recoiner]/선임/제조DX.제조DX솔루션.셀추적기술팀" userId="c7996fdb-9092-4875-8c6f-a0f02242852c" providerId="ADAL" clId="{47129CE9-0E92-4AF1-BF3E-8148924AAE9E}" dt="2025-12-16T00:43:19.874" v="2956" actId="1076"/>
          <ac:spMkLst>
            <pc:docMk/>
            <pc:sldMk cId="2808239855" sldId="2147481841"/>
            <ac:spMk id="9" creationId="{90D6F9A8-9F3D-A1DC-CFC3-66480C3421B5}"/>
          </ac:spMkLst>
        </pc:spChg>
        <pc:spChg chg="add mod">
          <ac:chgData name="조현우(HYEONWOO CHO)[recoiner]/선임/제조DX.제조DX솔루션.셀추적기술팀" userId="c7996fdb-9092-4875-8c6f-a0f02242852c" providerId="ADAL" clId="{47129CE9-0E92-4AF1-BF3E-8148924AAE9E}" dt="2025-12-16T00:46:30.908" v="3037" actId="1038"/>
          <ac:spMkLst>
            <pc:docMk/>
            <pc:sldMk cId="2808239855" sldId="2147481841"/>
            <ac:spMk id="10" creationId="{85D51E64-09B8-5FC1-47FD-2D915D499202}"/>
          </ac:spMkLst>
        </pc:spChg>
        <pc:spChg chg="add mod">
          <ac:chgData name="조현우(HYEONWOO CHO)[recoiner]/선임/제조DX.제조DX솔루션.셀추적기술팀" userId="c7996fdb-9092-4875-8c6f-a0f02242852c" providerId="ADAL" clId="{47129CE9-0E92-4AF1-BF3E-8148924AAE9E}" dt="2025-12-16T00:46:11.748" v="3029" actId="1035"/>
          <ac:spMkLst>
            <pc:docMk/>
            <pc:sldMk cId="2808239855" sldId="2147481841"/>
            <ac:spMk id="11" creationId="{3B5DBFB5-0E48-164C-A7DF-179F59C31C0D}"/>
          </ac:spMkLst>
        </pc:spChg>
        <pc:spChg chg="add mod">
          <ac:chgData name="조현우(HYEONWOO CHO)[recoiner]/선임/제조DX.제조DX솔루션.셀추적기술팀" userId="c7996fdb-9092-4875-8c6f-a0f02242852c" providerId="ADAL" clId="{47129CE9-0E92-4AF1-BF3E-8148924AAE9E}" dt="2025-12-16T00:46:27.804" v="3034" actId="1038"/>
          <ac:spMkLst>
            <pc:docMk/>
            <pc:sldMk cId="2808239855" sldId="2147481841"/>
            <ac:spMk id="14" creationId="{8844FC68-8DA6-2691-7F66-937964C2745D}"/>
          </ac:spMkLst>
        </pc:spChg>
        <pc:spChg chg="add mod">
          <ac:chgData name="조현우(HYEONWOO CHO)[recoiner]/선임/제조DX.제조DX솔루션.셀추적기술팀" userId="c7996fdb-9092-4875-8c6f-a0f02242852c" providerId="ADAL" clId="{47129CE9-0E92-4AF1-BF3E-8148924AAE9E}" dt="2025-12-16T00:29:09.043" v="2622" actId="1076"/>
          <ac:spMkLst>
            <pc:docMk/>
            <pc:sldMk cId="2808239855" sldId="2147481841"/>
            <ac:spMk id="15" creationId="{50DE879C-4152-B442-E3BB-752665F739AC}"/>
          </ac:spMkLst>
        </pc:spChg>
        <pc:spChg chg="mod">
          <ac:chgData name="조현우(HYEONWOO CHO)[recoiner]/선임/제조DX.제조DX솔루션.셀추적기술팀" userId="c7996fdb-9092-4875-8c6f-a0f02242852c" providerId="ADAL" clId="{47129CE9-0E92-4AF1-BF3E-8148924AAE9E}" dt="2025-12-16T04:28:54.708" v="3472" actId="20577"/>
          <ac:spMkLst>
            <pc:docMk/>
            <pc:sldMk cId="2808239855" sldId="2147481841"/>
            <ac:spMk id="21" creationId="{4C3181BD-8769-4C0D-8973-C9F2BE0DC598}"/>
          </ac:spMkLst>
        </pc:spChg>
        <pc:spChg chg="del mod">
          <ac:chgData name="조현우(HYEONWOO CHO)[recoiner]/선임/제조DX.제조DX솔루션.셀추적기술팀" userId="c7996fdb-9092-4875-8c6f-a0f02242852c" providerId="ADAL" clId="{47129CE9-0E92-4AF1-BF3E-8148924AAE9E}" dt="2025-12-15T23:54:53.438" v="71" actId="478"/>
          <ac:spMkLst>
            <pc:docMk/>
            <pc:sldMk cId="2808239855" sldId="2147481841"/>
            <ac:spMk id="23" creationId="{26F68DEC-C8F2-4911-8CEE-EDC79D948B7F}"/>
          </ac:spMkLst>
        </pc:spChg>
        <pc:spChg chg="mod">
          <ac:chgData name="조현우(HYEONWOO CHO)[recoiner]/선임/제조DX.제조DX솔루션.셀추적기술팀" userId="c7996fdb-9092-4875-8c6f-a0f02242852c" providerId="ADAL" clId="{47129CE9-0E92-4AF1-BF3E-8148924AAE9E}" dt="2025-12-15T23:55:07.282" v="79" actId="20577"/>
          <ac:spMkLst>
            <pc:docMk/>
            <pc:sldMk cId="2808239855" sldId="2147481841"/>
            <ac:spMk id="33" creationId="{25BB38E2-DC62-4BCD-AF1A-7CF9643A7F60}"/>
          </ac:spMkLst>
        </pc:spChg>
        <pc:graphicFrameChg chg="mod modGraphic">
          <ac:chgData name="조현우(HYEONWOO CHO)[recoiner]/선임/제조DX.제조DX솔루션.셀추적기술팀" userId="c7996fdb-9092-4875-8c6f-a0f02242852c" providerId="ADAL" clId="{47129CE9-0E92-4AF1-BF3E-8148924AAE9E}" dt="2025-12-16T00:53:40.935" v="3467"/>
          <ac:graphicFrameMkLst>
            <pc:docMk/>
            <pc:sldMk cId="2808239855" sldId="2147481841"/>
            <ac:graphicFrameMk id="7" creationId="{97D11758-F3BF-B7D9-5440-57B4E0E08302}"/>
          </ac:graphicFrameMkLst>
        </pc:graphicFrameChg>
        <pc:graphicFrameChg chg="modGraphic">
          <ac:chgData name="조현우(HYEONWOO CHO)[recoiner]/선임/제조DX.제조DX솔루션.셀추적기술팀" userId="c7996fdb-9092-4875-8c6f-a0f02242852c" providerId="ADAL" clId="{47129CE9-0E92-4AF1-BF3E-8148924AAE9E}" dt="2025-12-16T00:28:38.701" v="2508" actId="20577"/>
          <ac:graphicFrameMkLst>
            <pc:docMk/>
            <pc:sldMk cId="2808239855" sldId="2147481841"/>
            <ac:graphicFrameMk id="8" creationId="{535296F5-AA63-4889-B2E2-B081CA1F71D3}"/>
          </ac:graphicFrameMkLst>
        </pc:graphicFrameChg>
        <pc:picChg chg="mod">
          <ac:chgData name="조현우(HYEONWOO CHO)[recoiner]/선임/제조DX.제조DX솔루션.셀추적기술팀" userId="c7996fdb-9092-4875-8c6f-a0f02242852c" providerId="ADAL" clId="{47129CE9-0E92-4AF1-BF3E-8148924AAE9E}" dt="2025-12-16T00:43:53.446" v="2982" actId="1036"/>
          <ac:picMkLst>
            <pc:docMk/>
            <pc:sldMk cId="2808239855" sldId="2147481841"/>
            <ac:picMk id="6" creationId="{F1960DB5-BC0E-7437-8A95-F1DB53528F61}"/>
          </ac:picMkLst>
        </pc:picChg>
        <pc:cxnChg chg="add del mod">
          <ac:chgData name="조현우(HYEONWOO CHO)[recoiner]/선임/제조DX.제조DX솔루션.셀추적기술팀" userId="c7996fdb-9092-4875-8c6f-a0f02242852c" providerId="ADAL" clId="{47129CE9-0E92-4AF1-BF3E-8148924AAE9E}" dt="2025-12-16T00:32:10.913" v="2686" actId="478"/>
          <ac:cxnSpMkLst>
            <pc:docMk/>
            <pc:sldMk cId="2808239855" sldId="2147481841"/>
            <ac:cxnSpMk id="17" creationId="{A64A38E1-FED7-CB9E-1E05-D499985E96EF}"/>
          </ac:cxnSpMkLst>
        </pc:cxnChg>
      </pc:sldChg>
    </pc:docChg>
  </pc:docChgLst>
  <pc:docChgLst>
    <pc:chgData name="김지원(JIWON KIM)[jiwonkim]/사원/제조DX.제조DX솔루션.롤맵기술팀" userId="943d6483-24ce-443d-b7b2-0672c51f7cc5" providerId="ADAL" clId="{78A7D86D-C2F9-4877-8F8B-9940C1E106D6}"/>
    <pc:docChg chg="undo custSel modSld">
      <pc:chgData name="김지원(JIWON KIM)[jiwonkim]/사원/제조DX.제조DX솔루션.롤맵기술팀" userId="943d6483-24ce-443d-b7b2-0672c51f7cc5" providerId="ADAL" clId="{78A7D86D-C2F9-4877-8F8B-9940C1E106D6}" dt="2025-10-22T06:36:24.432" v="1452" actId="20577"/>
      <pc:docMkLst>
        <pc:docMk/>
      </pc:docMkLst>
      <pc:sldChg chg="modSp">
        <pc:chgData name="김지원(JIWON KIM)[jiwonkim]/사원/제조DX.제조DX솔루션.롤맵기술팀" userId="943d6483-24ce-443d-b7b2-0672c51f7cc5" providerId="ADAL" clId="{78A7D86D-C2F9-4877-8F8B-9940C1E106D6}" dt="2025-10-22T06:22:35.260" v="19" actId="20577"/>
        <pc:sldMkLst>
          <pc:docMk/>
          <pc:sldMk cId="3218446010" sldId="2147481940"/>
        </pc:sldMkLst>
        <pc:spChg chg="mod">
          <ac:chgData name="김지원(JIWON KIM)[jiwonkim]/사원/제조DX.제조DX솔루션.롤맵기술팀" userId="943d6483-24ce-443d-b7b2-0672c51f7cc5" providerId="ADAL" clId="{78A7D86D-C2F9-4877-8F8B-9940C1E106D6}" dt="2025-10-22T06:19:57.651" v="7" actId="20577"/>
          <ac:spMkLst>
            <pc:docMk/>
            <pc:sldMk cId="3218446010" sldId="2147481940"/>
            <ac:spMk id="58" creationId="{F3C86BF0-D0BF-4133-905A-31AB80E93062}"/>
          </ac:spMkLst>
        </pc:spChg>
        <pc:spChg chg="mod">
          <ac:chgData name="김지원(JIWON KIM)[jiwonkim]/사원/제조DX.제조DX솔루션.롤맵기술팀" userId="943d6483-24ce-443d-b7b2-0672c51f7cc5" providerId="ADAL" clId="{78A7D86D-C2F9-4877-8F8B-9940C1E106D6}" dt="2025-10-22T06:20:05.979" v="9" actId="20577"/>
          <ac:spMkLst>
            <pc:docMk/>
            <pc:sldMk cId="3218446010" sldId="2147481940"/>
            <ac:spMk id="59" creationId="{39743783-4C89-472A-AA3E-562527987CE2}"/>
          </ac:spMkLst>
        </pc:spChg>
        <pc:graphicFrameChg chg="modGraphic">
          <ac:chgData name="김지원(JIWON KIM)[jiwonkim]/사원/제조DX.제조DX솔루션.롤맵기술팀" userId="943d6483-24ce-443d-b7b2-0672c51f7cc5" providerId="ADAL" clId="{78A7D86D-C2F9-4877-8F8B-9940C1E106D6}" dt="2025-10-22T06:22:35.260" v="19" actId="20577"/>
          <ac:graphicFrameMkLst>
            <pc:docMk/>
            <pc:sldMk cId="3218446010" sldId="2147481940"/>
            <ac:graphicFrameMk id="21" creationId="{B17BC81E-4040-4B89-BFD6-444CE79E9A52}"/>
          </ac:graphicFrameMkLst>
        </pc:graphicFrameChg>
      </pc:sldChg>
    </pc:docChg>
  </pc:docChgLst>
  <pc:docChgLst>
    <pc:chgData name="강주예(JUYE KANG)[juyekang]/사원/제조DX.제조DX솔루션.데이터통합분석팀" userId="95b90ab0-d72b-4b5f-a979-51e7fc1ad660" providerId="ADAL" clId="{BCA867FF-652A-4C49-9673-A00671ED5D37}"/>
    <pc:docChg chg="undo custSel modSld">
      <pc:chgData name="강주예(JUYE KANG)[juyekang]/사원/제조DX.제조DX솔루션.데이터통합분석팀" userId="95b90ab0-d72b-4b5f-a979-51e7fc1ad660" providerId="ADAL" clId="{BCA867FF-652A-4C49-9673-A00671ED5D37}" dt="2025-12-03T05:57:44.107" v="2772" actId="20577"/>
      <pc:docMkLst>
        <pc:docMk/>
      </pc:docMkLst>
      <pc:sldChg chg="addSp delSp modSp mod">
        <pc:chgData name="강주예(JUYE KANG)[juyekang]/사원/제조DX.제조DX솔루션.데이터통합분석팀" userId="95b90ab0-d72b-4b5f-a979-51e7fc1ad660" providerId="ADAL" clId="{BCA867FF-652A-4C49-9673-A00671ED5D37}" dt="2025-12-02T08:28:36.152" v="916" actId="20577"/>
        <pc:sldMkLst>
          <pc:docMk/>
          <pc:sldMk cId="622379998" sldId="2147482147"/>
        </pc:sldMkLst>
        <pc:spChg chg="mod">
          <ac:chgData name="강주예(JUYE KANG)[juyekang]/사원/제조DX.제조DX솔루션.데이터통합분석팀" userId="95b90ab0-d72b-4b5f-a979-51e7fc1ad660" providerId="ADAL" clId="{BCA867FF-652A-4C49-9673-A00671ED5D37}" dt="2025-12-02T08:28:36.152" v="916" actId="20577"/>
          <ac:spMkLst>
            <pc:docMk/>
            <pc:sldMk cId="622379998" sldId="2147482147"/>
            <ac:spMk id="9" creationId="{00000000-0000-0000-0000-000000000000}"/>
          </ac:spMkLst>
        </pc:spChg>
        <pc:graphicFrameChg chg="modGraphic">
          <ac:chgData name="강주예(JUYE KANG)[juyekang]/사원/제조DX.제조DX솔루션.데이터통합분석팀" userId="95b90ab0-d72b-4b5f-a979-51e7fc1ad660" providerId="ADAL" clId="{BCA867FF-652A-4C49-9673-A00671ED5D37}" dt="2025-12-02T08:22:47.270" v="477" actId="20577"/>
          <ac:graphicFrameMkLst>
            <pc:docMk/>
            <pc:sldMk cId="622379998" sldId="2147482147"/>
            <ac:graphicFrameMk id="4" creationId="{0472E171-D1D3-400C-B416-93D7B68E3795}"/>
          </ac:graphicFrameMkLst>
        </pc:graphicFrameChg>
        <pc:graphicFrameChg chg="mod modGraphic">
          <ac:chgData name="강주예(JUYE KANG)[juyekang]/사원/제조DX.제조DX솔루션.데이터통합분석팀" userId="95b90ab0-d72b-4b5f-a979-51e7fc1ad660" providerId="ADAL" clId="{BCA867FF-652A-4C49-9673-A00671ED5D37}" dt="2025-12-02T08:27:00.189" v="847" actId="14734"/>
          <ac:graphicFrameMkLst>
            <pc:docMk/>
            <pc:sldMk cId="622379998" sldId="2147482147"/>
            <ac:graphicFrameMk id="14" creationId="{C3470D81-2A51-44B3-A6BB-CD8CA0F3C09D}"/>
          </ac:graphicFrameMkLst>
        </pc:graphicFrameChg>
        <pc:graphicFrameChg chg="mod modGraphic">
          <ac:chgData name="강주예(JUYE KANG)[juyekang]/사원/제조DX.제조DX솔루션.데이터통합분석팀" userId="95b90ab0-d72b-4b5f-a979-51e7fc1ad660" providerId="ADAL" clId="{BCA867FF-652A-4C49-9673-A00671ED5D37}" dt="2025-12-02T08:24:55.052" v="647" actId="20577"/>
          <ac:graphicFrameMkLst>
            <pc:docMk/>
            <pc:sldMk cId="622379998" sldId="2147482147"/>
            <ac:graphicFrameMk id="17" creationId="{13E32185-611D-4FB9-A8E7-E49F2D59E1E0}"/>
          </ac:graphicFrameMkLst>
        </pc:graphicFrameChg>
        <pc:graphicFrameChg chg="mod modGraphic">
          <ac:chgData name="강주예(JUYE KANG)[juyekang]/사원/제조DX.제조DX솔루션.데이터통합분석팀" userId="95b90ab0-d72b-4b5f-a979-51e7fc1ad660" providerId="ADAL" clId="{BCA867FF-652A-4C49-9673-A00671ED5D37}" dt="2025-12-02T08:28:12.150" v="911" actId="20577"/>
          <ac:graphicFrameMkLst>
            <pc:docMk/>
            <pc:sldMk cId="622379998" sldId="2147482147"/>
            <ac:graphicFrameMk id="19" creationId="{3E86696F-E35A-4B06-9B46-63A4A6A986C1}"/>
          </ac:graphicFrameMkLst>
        </pc:graphicFrameChg>
        <pc:picChg chg="add mod">
          <ac:chgData name="강주예(JUYE KANG)[juyekang]/사원/제조DX.제조DX솔루션.데이터통합분석팀" userId="95b90ab0-d72b-4b5f-a979-51e7fc1ad660" providerId="ADAL" clId="{BCA867FF-652A-4C49-9673-A00671ED5D37}" dt="2025-12-02T08:27:42.550" v="907" actId="1076"/>
          <ac:picMkLst>
            <pc:docMk/>
            <pc:sldMk cId="622379998" sldId="2147482147"/>
            <ac:picMk id="3" creationId="{767D76A4-2FB8-6614-7719-059AD43780E4}"/>
          </ac:picMkLst>
        </pc:picChg>
        <pc:picChg chg="add mod">
          <ac:chgData name="강주예(JUYE KANG)[juyekang]/사원/제조DX.제조DX솔루션.데이터통합분석팀" userId="95b90ab0-d72b-4b5f-a979-51e7fc1ad660" providerId="ADAL" clId="{BCA867FF-652A-4C49-9673-A00671ED5D37}" dt="2025-12-02T08:27:44.709" v="908" actId="1076"/>
          <ac:picMkLst>
            <pc:docMk/>
            <pc:sldMk cId="622379998" sldId="2147482147"/>
            <ac:picMk id="6" creationId="{66C5C850-483E-7483-48F8-4BDB137227A4}"/>
          </ac:picMkLst>
        </pc:picChg>
        <pc:picChg chg="del">
          <ac:chgData name="강주예(JUYE KANG)[juyekang]/사원/제조DX.제조DX솔루션.데이터통합분석팀" userId="95b90ab0-d72b-4b5f-a979-51e7fc1ad660" providerId="ADAL" clId="{BCA867FF-652A-4C49-9673-A00671ED5D37}" dt="2025-12-02T08:23:57.820" v="630" actId="478"/>
          <ac:picMkLst>
            <pc:docMk/>
            <pc:sldMk cId="622379998" sldId="2147482147"/>
            <ac:picMk id="8" creationId="{A4FE5EDC-8A52-4C6C-AA7D-C57DBEB99F3A}"/>
          </ac:picMkLst>
        </pc:picChg>
        <pc:picChg chg="del">
          <ac:chgData name="강주예(JUYE KANG)[juyekang]/사원/제조DX.제조DX솔루션.데이터통합분석팀" userId="95b90ab0-d72b-4b5f-a979-51e7fc1ad660" providerId="ADAL" clId="{BCA867FF-652A-4C49-9673-A00671ED5D37}" dt="2025-12-02T08:23:58.771" v="631" actId="478"/>
          <ac:picMkLst>
            <pc:docMk/>
            <pc:sldMk cId="622379998" sldId="2147482147"/>
            <ac:picMk id="12" creationId="{8D2F949C-C154-492A-ADDC-F59F68BB4058}"/>
          </ac:picMkLst>
        </pc:picChg>
        <pc:picChg chg="del">
          <ac:chgData name="강주예(JUYE KANG)[juyekang]/사원/제조DX.제조DX솔루션.데이터통합분석팀" userId="95b90ab0-d72b-4b5f-a979-51e7fc1ad660" providerId="ADAL" clId="{BCA867FF-652A-4C49-9673-A00671ED5D37}" dt="2025-12-02T08:26:00.906" v="648" actId="478"/>
          <ac:picMkLst>
            <pc:docMk/>
            <pc:sldMk cId="622379998" sldId="2147482147"/>
            <ac:picMk id="18" creationId="{899F0088-6853-4451-AFA8-60566C6D853B}"/>
          </ac:picMkLst>
        </pc:picChg>
        <pc:picChg chg="add mod">
          <ac:chgData name="강주예(JUYE KANG)[juyekang]/사원/제조DX.제조DX솔루션.데이터통합분석팀" userId="95b90ab0-d72b-4b5f-a979-51e7fc1ad660" providerId="ADAL" clId="{BCA867FF-652A-4C49-9673-A00671ED5D37}" dt="2025-12-02T08:28:09.961" v="910" actId="1076"/>
          <ac:picMkLst>
            <pc:docMk/>
            <pc:sldMk cId="622379998" sldId="2147482147"/>
            <ac:picMk id="20" creationId="{7CCD25C5-EFBD-B41D-518D-60D25A81CAEB}"/>
          </ac:picMkLst>
        </pc:picChg>
      </pc:sldChg>
      <pc:sldChg chg="delSp modSp mod">
        <pc:chgData name="강주예(JUYE KANG)[juyekang]/사원/제조DX.제조DX솔루션.데이터통합분석팀" userId="95b90ab0-d72b-4b5f-a979-51e7fc1ad660" providerId="ADAL" clId="{BCA867FF-652A-4C49-9673-A00671ED5D37}" dt="2025-12-03T05:57:44.107" v="2772" actId="20577"/>
        <pc:sldMkLst>
          <pc:docMk/>
          <pc:sldMk cId="316395411" sldId="2147482169"/>
        </pc:sldMkLst>
        <pc:spChg chg="mod">
          <ac:chgData name="강주예(JUYE KANG)[juyekang]/사원/제조DX.제조DX솔루션.데이터통합분석팀" userId="95b90ab0-d72b-4b5f-a979-51e7fc1ad660" providerId="ADAL" clId="{BCA867FF-652A-4C49-9673-A00671ED5D37}" dt="2025-12-03T05:48:36.886" v="927"/>
          <ac:spMkLst>
            <pc:docMk/>
            <pc:sldMk cId="316395411" sldId="2147482169"/>
            <ac:spMk id="12" creationId="{7FB6881A-B9CA-FAA9-B570-5210A8A2FFCF}"/>
          </ac:spMkLst>
        </pc:spChg>
        <pc:graphicFrameChg chg="mod modGraphic">
          <ac:chgData name="강주예(JUYE KANG)[juyekang]/사원/제조DX.제조DX솔루션.데이터통합분석팀" userId="95b90ab0-d72b-4b5f-a979-51e7fc1ad660" providerId="ADAL" clId="{BCA867FF-652A-4C49-9673-A00671ED5D37}" dt="2025-12-03T05:57:44.107" v="2772" actId="20577"/>
          <ac:graphicFrameMkLst>
            <pc:docMk/>
            <pc:sldMk cId="316395411" sldId="2147482169"/>
            <ac:graphicFrameMk id="19" creationId="{4485889C-7C23-1E44-3F44-63DAC7688EA0}"/>
          </ac:graphicFrameMkLst>
        </pc:graphicFrameChg>
        <pc:picChg chg="mod">
          <ac:chgData name="강주예(JUYE KANG)[juyekang]/사원/제조DX.제조DX솔루션.데이터통합분석팀" userId="95b90ab0-d72b-4b5f-a979-51e7fc1ad660" providerId="ADAL" clId="{BCA867FF-652A-4C49-9673-A00671ED5D37}" dt="2025-12-03T05:55:41.865" v="2297" actId="1035"/>
          <ac:picMkLst>
            <pc:docMk/>
            <pc:sldMk cId="316395411" sldId="2147482169"/>
            <ac:picMk id="2" creationId="{0B2A9AE8-AEDE-4228-A43D-8E77EEC5757C}"/>
          </ac:picMkLst>
        </pc:picChg>
        <pc:picChg chg="del">
          <ac:chgData name="강주예(JUYE KANG)[juyekang]/사원/제조DX.제조DX솔루션.데이터통합분석팀" userId="95b90ab0-d72b-4b5f-a979-51e7fc1ad660" providerId="ADAL" clId="{BCA867FF-652A-4C49-9673-A00671ED5D37}" dt="2025-12-03T05:53:01.313" v="1670" actId="478"/>
          <ac:picMkLst>
            <pc:docMk/>
            <pc:sldMk cId="316395411" sldId="2147482169"/>
            <ac:picMk id="4" creationId="{8DB81AEE-5525-4279-8228-71C6EEFE3039}"/>
          </ac:picMkLst>
        </pc:picChg>
        <pc:picChg chg="del">
          <ac:chgData name="강주예(JUYE KANG)[juyekang]/사원/제조DX.제조DX솔루션.데이터통합분석팀" userId="95b90ab0-d72b-4b5f-a979-51e7fc1ad660" providerId="ADAL" clId="{BCA867FF-652A-4C49-9673-A00671ED5D37}" dt="2025-12-03T05:53:01.738" v="1671" actId="478"/>
          <ac:picMkLst>
            <pc:docMk/>
            <pc:sldMk cId="316395411" sldId="2147482169"/>
            <ac:picMk id="6" creationId="{DD58FF3D-4426-41DF-A7B8-81D89A21253B}"/>
          </ac:picMkLst>
        </pc:picChg>
      </pc:sldChg>
      <pc:sldChg chg="addSp delSp modSp mod">
        <pc:chgData name="강주예(JUYE KANG)[juyekang]/사원/제조DX.제조DX솔루션.데이터통합분석팀" userId="95b90ab0-d72b-4b5f-a979-51e7fc1ad660" providerId="ADAL" clId="{BCA867FF-652A-4C49-9673-A00671ED5D37}" dt="2025-12-02T08:18:30.744" v="444" actId="20577"/>
        <pc:sldMkLst>
          <pc:docMk/>
          <pc:sldMk cId="1233649719" sldId="2147482170"/>
        </pc:sldMkLst>
        <pc:spChg chg="mod">
          <ac:chgData name="강주예(JUYE KANG)[juyekang]/사원/제조DX.제조DX솔루션.데이터통합분석팀" userId="95b90ab0-d72b-4b5f-a979-51e7fc1ad660" providerId="ADAL" clId="{BCA867FF-652A-4C49-9673-A00671ED5D37}" dt="2025-12-02T08:18:30.744" v="444" actId="20577"/>
          <ac:spMkLst>
            <pc:docMk/>
            <pc:sldMk cId="1233649719" sldId="2147482170"/>
            <ac:spMk id="9" creationId="{00000000-0000-0000-0000-000000000000}"/>
          </ac:spMkLst>
        </pc:spChg>
        <pc:graphicFrameChg chg="modGraphic">
          <ac:chgData name="강주예(JUYE KANG)[juyekang]/사원/제조DX.제조DX솔루션.데이터통합분석팀" userId="95b90ab0-d72b-4b5f-a979-51e7fc1ad660" providerId="ADAL" clId="{BCA867FF-652A-4C49-9673-A00671ED5D37}" dt="2025-12-02T08:11:44.451" v="33" actId="20577"/>
          <ac:graphicFrameMkLst>
            <pc:docMk/>
            <pc:sldMk cId="1233649719" sldId="2147482170"/>
            <ac:graphicFrameMk id="4" creationId="{0472E171-D1D3-400C-B416-93D7B68E3795}"/>
          </ac:graphicFrameMkLst>
        </pc:graphicFrameChg>
        <pc:graphicFrameChg chg="modGraphic">
          <ac:chgData name="강주예(JUYE KANG)[juyekang]/사원/제조DX.제조DX솔루션.데이터통합분석팀" userId="95b90ab0-d72b-4b5f-a979-51e7fc1ad660" providerId="ADAL" clId="{BCA867FF-652A-4C49-9673-A00671ED5D37}" dt="2025-12-02T08:16:03.852" v="242" actId="20577"/>
          <ac:graphicFrameMkLst>
            <pc:docMk/>
            <pc:sldMk cId="1233649719" sldId="2147482170"/>
            <ac:graphicFrameMk id="14" creationId="{C3470D81-2A51-44B3-A6BB-CD8CA0F3C09D}"/>
          </ac:graphicFrameMkLst>
        </pc:graphicFrameChg>
        <pc:graphicFrameChg chg="modGraphic">
          <ac:chgData name="강주예(JUYE KANG)[juyekang]/사원/제조DX.제조DX솔루션.데이터통합분석팀" userId="95b90ab0-d72b-4b5f-a979-51e7fc1ad660" providerId="ADAL" clId="{BCA867FF-652A-4C49-9673-A00671ED5D37}" dt="2025-12-02T08:13:24.606" v="65" actId="20577"/>
          <ac:graphicFrameMkLst>
            <pc:docMk/>
            <pc:sldMk cId="1233649719" sldId="2147482170"/>
            <ac:graphicFrameMk id="17" creationId="{13E32185-611D-4FB9-A8E7-E49F2D59E1E0}"/>
          </ac:graphicFrameMkLst>
        </pc:graphicFrameChg>
        <pc:graphicFrameChg chg="mod modGraphic">
          <ac:chgData name="강주예(JUYE KANG)[juyekang]/사원/제조DX.제조DX솔루션.데이터통합분석팀" userId="95b90ab0-d72b-4b5f-a979-51e7fc1ad660" providerId="ADAL" clId="{BCA867FF-652A-4C49-9673-A00671ED5D37}" dt="2025-12-02T08:17:48.121" v="434" actId="20577"/>
          <ac:graphicFrameMkLst>
            <pc:docMk/>
            <pc:sldMk cId="1233649719" sldId="2147482170"/>
            <ac:graphicFrameMk id="19" creationId="{3E86696F-E35A-4B06-9B46-63A4A6A986C1}"/>
          </ac:graphicFrameMkLst>
        </pc:graphicFrameChg>
        <pc:picChg chg="add mod">
          <ac:chgData name="강주예(JUYE KANG)[juyekang]/사원/제조DX.제조DX솔루션.데이터통합분석팀" userId="95b90ab0-d72b-4b5f-a979-51e7fc1ad660" providerId="ADAL" clId="{BCA867FF-652A-4C49-9673-A00671ED5D37}" dt="2025-12-02T08:12:28.743" v="45" actId="1076"/>
          <ac:picMkLst>
            <pc:docMk/>
            <pc:sldMk cId="1233649719" sldId="2147482170"/>
            <ac:picMk id="3" creationId="{D18A3541-96CD-C6A9-5AB0-CB872CDD7564}"/>
          </ac:picMkLst>
        </pc:picChg>
        <pc:picChg chg="del">
          <ac:chgData name="강주예(JUYE KANG)[juyekang]/사원/제조DX.제조DX솔루션.데이터통합분석팀" userId="95b90ab0-d72b-4b5f-a979-51e7fc1ad660" providerId="ADAL" clId="{BCA867FF-652A-4C49-9673-A00671ED5D37}" dt="2025-12-02T08:17:51.004" v="435" actId="478"/>
          <ac:picMkLst>
            <pc:docMk/>
            <pc:sldMk cId="1233649719" sldId="2147482170"/>
            <ac:picMk id="6" creationId="{ABCD4EC7-D11F-4B34-BF0C-8312CAE60C8D}"/>
          </ac:picMkLst>
        </pc:picChg>
        <pc:picChg chg="del">
          <ac:chgData name="강주예(JUYE KANG)[juyekang]/사원/제조DX.제조DX솔루션.데이터통합분석팀" userId="95b90ab0-d72b-4b5f-a979-51e7fc1ad660" providerId="ADAL" clId="{BCA867FF-652A-4C49-9673-A00671ED5D37}" dt="2025-12-02T08:12:00.975" v="40" actId="478"/>
          <ac:picMkLst>
            <pc:docMk/>
            <pc:sldMk cId="1233649719" sldId="2147482170"/>
            <ac:picMk id="7" creationId="{9BF24DDA-CCDC-406D-8D20-CAE5317BF002}"/>
          </ac:picMkLst>
        </pc:picChg>
        <pc:picChg chg="del">
          <ac:chgData name="강주예(JUYE KANG)[juyekang]/사원/제조DX.제조DX솔루션.데이터통합분석팀" userId="95b90ab0-d72b-4b5f-a979-51e7fc1ad660" providerId="ADAL" clId="{BCA867FF-652A-4C49-9673-A00671ED5D37}" dt="2025-12-02T08:14:31.251" v="195" actId="478"/>
          <ac:picMkLst>
            <pc:docMk/>
            <pc:sldMk cId="1233649719" sldId="2147482170"/>
            <ac:picMk id="8" creationId="{FEB9443D-D63A-4F2B-8D22-739A56A49366}"/>
          </ac:picMkLst>
        </pc:picChg>
        <pc:picChg chg="add mod">
          <ac:chgData name="강주예(JUYE KANG)[juyekang]/사원/제조DX.제조DX솔루션.데이터통합분석팀" userId="95b90ab0-d72b-4b5f-a979-51e7fc1ad660" providerId="ADAL" clId="{BCA867FF-652A-4C49-9673-A00671ED5D37}" dt="2025-12-02T08:14:56.985" v="202" actId="14100"/>
          <ac:picMkLst>
            <pc:docMk/>
            <pc:sldMk cId="1233649719" sldId="2147482170"/>
            <ac:picMk id="12" creationId="{6348B6B1-A242-1BD4-EF9B-6B4E67F51FE8}"/>
          </ac:picMkLst>
        </pc:picChg>
        <pc:picChg chg="add mod">
          <ac:chgData name="강주예(JUYE KANG)[juyekang]/사원/제조DX.제조DX솔루션.데이터통합분석팀" userId="95b90ab0-d72b-4b5f-a979-51e7fc1ad660" providerId="ADAL" clId="{BCA867FF-652A-4C49-9673-A00671ED5D37}" dt="2025-12-02T08:18:15.317" v="439" actId="14100"/>
          <ac:picMkLst>
            <pc:docMk/>
            <pc:sldMk cId="1233649719" sldId="2147482170"/>
            <ac:picMk id="16" creationId="{B2A79F92-0A28-FC2B-14BE-EFED3666FC9D}"/>
          </ac:picMkLst>
        </pc:picChg>
      </pc:sldChg>
    </pc:docChg>
  </pc:docChgLst>
  <pc:docChgLst>
    <pc:chgData name="정재호(JAEHO JUNG)[jaehojung]/책임/제조DX.제조DX솔루션.롤맵기술팀" userId="29b24f60-0f7d-44b1-87d1-3e99704a1396" providerId="ADAL" clId="{DCD46870-55E4-49FA-AA70-2FC29CAD12D9}"/>
    <pc:docChg chg="undo redo custSel modSld">
      <pc:chgData name="정재호(JAEHO JUNG)[jaehojung]/책임/제조DX.제조DX솔루션.롤맵기술팀" userId="29b24f60-0f7d-44b1-87d1-3e99704a1396" providerId="ADAL" clId="{DCD46870-55E4-49FA-AA70-2FC29CAD12D9}" dt="2025-10-15T02:29:50.923" v="3252" actId="20577"/>
      <pc:docMkLst>
        <pc:docMk/>
      </pc:docMkLst>
      <pc:sldChg chg="modSp">
        <pc:chgData name="정재호(JAEHO JUNG)[jaehojung]/책임/제조DX.제조DX솔루션.롤맵기술팀" userId="29b24f60-0f7d-44b1-87d1-3e99704a1396" providerId="ADAL" clId="{DCD46870-55E4-49FA-AA70-2FC29CAD12D9}" dt="2025-10-13T01:44:19.706" v="828" actId="20577"/>
        <pc:sldMkLst>
          <pc:docMk/>
          <pc:sldMk cId="2751367990" sldId="746"/>
        </pc:sldMkLst>
        <pc:spChg chg="mod">
          <ac:chgData name="정재호(JAEHO JUNG)[jaehojung]/책임/제조DX.제조DX솔루션.롤맵기술팀" userId="29b24f60-0f7d-44b1-87d1-3e99704a1396" providerId="ADAL" clId="{DCD46870-55E4-49FA-AA70-2FC29CAD12D9}" dt="2025-10-13T01:44:19.706" v="828" actId="20577"/>
          <ac:spMkLst>
            <pc:docMk/>
            <pc:sldMk cId="2751367990" sldId="746"/>
            <ac:spMk id="19" creationId="{00000000-0000-0000-0000-000000000000}"/>
          </ac:spMkLst>
        </pc:sp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45:33.585" v="832"/>
        <pc:sldMkLst>
          <pc:docMk/>
          <pc:sldMk cId="3128345894" sldId="2181"/>
        </pc:sldMkLst>
        <pc:graphicFrameChg chg="mod">
          <ac:chgData name="정재호(JAEHO JUNG)[jaehojung]/책임/제조DX.제조DX솔루션.롤맵기술팀" userId="29b24f60-0f7d-44b1-87d1-3e99704a1396" providerId="ADAL" clId="{DCD46870-55E4-49FA-AA70-2FC29CAD12D9}" dt="2025-10-13T01:45:33.585" v="832"/>
          <ac:graphicFrameMkLst>
            <pc:docMk/>
            <pc:sldMk cId="3128345894" sldId="2181"/>
            <ac:graphicFrameMk id="19" creationId="{27E2D345-B6CE-4ADC-A147-DCFDEFBE886E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47:17.006" v="911" actId="207"/>
        <pc:sldMkLst>
          <pc:docMk/>
          <pc:sldMk cId="3247425241" sldId="2209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47:17.006" v="911" actId="207"/>
          <ac:graphicFrameMkLst>
            <pc:docMk/>
            <pc:sldMk cId="3247425241" sldId="2209"/>
            <ac:graphicFrameMk id="10" creationId="{3D87BC00-A29B-4E58-92C4-9B66C49D399C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47:56.022" v="925" actId="207"/>
        <pc:sldMkLst>
          <pc:docMk/>
          <pc:sldMk cId="4054304740" sldId="2213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47:56.022" v="925" actId="207"/>
          <ac:graphicFrameMkLst>
            <pc:docMk/>
            <pc:sldMk cId="4054304740" sldId="2213"/>
            <ac:graphicFrameMk id="18" creationId="{ACD91870-1828-466F-AE38-B03A708B444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47:53.569" v="924" actId="207"/>
        <pc:sldMkLst>
          <pc:docMk/>
          <pc:sldMk cId="2458212547" sldId="2147481747"/>
        </pc:sldMkLst>
        <pc:spChg chg="mod">
          <ac:chgData name="정재호(JAEHO JUNG)[jaehojung]/책임/제조DX.제조DX솔루션.롤맵기술팀" userId="29b24f60-0f7d-44b1-87d1-3e99704a1396" providerId="ADAL" clId="{DCD46870-55E4-49FA-AA70-2FC29CAD12D9}" dt="2025-10-13T02:47:53.569" v="924" actId="207"/>
          <ac:spMkLst>
            <pc:docMk/>
            <pc:sldMk cId="2458212547" sldId="2147481747"/>
            <ac:spMk id="21" creationId="{4C3181BD-8769-4C0D-8973-C9F2BE0DC598}"/>
          </ac:spMkLst>
        </pc:spChg>
        <pc:graphicFrameChg chg="mod">
          <ac:chgData name="정재호(JAEHO JUNG)[jaehojung]/책임/제조DX.제조DX솔루션.롤맵기술팀" userId="29b24f60-0f7d-44b1-87d1-3e99704a1396" providerId="ADAL" clId="{DCD46870-55E4-49FA-AA70-2FC29CAD12D9}" dt="2025-10-13T01:45:33.585" v="832"/>
          <ac:graphicFrameMkLst>
            <pc:docMk/>
            <pc:sldMk cId="2458212547" sldId="2147481747"/>
            <ac:graphicFrameMk id="13" creationId="{F757E1E4-6685-4945-A4F6-DAED56351FB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45:33.585" v="832"/>
        <pc:sldMkLst>
          <pc:docMk/>
          <pc:sldMk cId="823201166" sldId="2147481777"/>
        </pc:sldMkLst>
        <pc:graphicFrameChg chg="mod">
          <ac:chgData name="정재호(JAEHO JUNG)[jaehojung]/책임/제조DX.제조DX솔루션.롤맵기술팀" userId="29b24f60-0f7d-44b1-87d1-3e99704a1396" providerId="ADAL" clId="{DCD46870-55E4-49FA-AA70-2FC29CAD12D9}" dt="2025-10-13T01:45:33.585" v="832"/>
          <ac:graphicFrameMkLst>
            <pc:docMk/>
            <pc:sldMk cId="823201166" sldId="2147481777"/>
            <ac:graphicFrameMk id="18" creationId="{55131CA1-94C5-4119-9FFA-B59478564C56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48:08.759" v="927" actId="207"/>
        <pc:sldMkLst>
          <pc:docMk/>
          <pc:sldMk cId="1939008890" sldId="2147481782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48:08.759" v="927" actId="207"/>
          <ac:graphicFrameMkLst>
            <pc:docMk/>
            <pc:sldMk cId="1939008890" sldId="2147481782"/>
            <ac:graphicFrameMk id="12" creationId="{C3023DD0-7C43-4203-B5A2-FEE1D52EE026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48:17.022" v="932" actId="207"/>
        <pc:sldMkLst>
          <pc:docMk/>
          <pc:sldMk cId="2448533226" sldId="2147481784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48:17.022" v="932" actId="207"/>
          <ac:graphicFrameMkLst>
            <pc:docMk/>
            <pc:sldMk cId="2448533226" sldId="2147481784"/>
            <ac:graphicFrameMk id="12" creationId="{C3023DD0-7C43-4203-B5A2-FEE1D52EE026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53:48.778" v="980" actId="207"/>
        <pc:sldMkLst>
          <pc:docMk/>
          <pc:sldMk cId="921970639" sldId="2147481788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53:48.778" v="980" actId="207"/>
          <ac:graphicFrameMkLst>
            <pc:docMk/>
            <pc:sldMk cId="921970639" sldId="2147481788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45:33.585" v="832"/>
        <pc:sldMkLst>
          <pc:docMk/>
          <pc:sldMk cId="2775106084" sldId="2147481796"/>
        </pc:sldMkLst>
        <pc:graphicFrameChg chg="mod">
          <ac:chgData name="정재호(JAEHO JUNG)[jaehojung]/책임/제조DX.제조DX솔루션.롤맵기술팀" userId="29b24f60-0f7d-44b1-87d1-3e99704a1396" providerId="ADAL" clId="{DCD46870-55E4-49FA-AA70-2FC29CAD12D9}" dt="2025-10-13T01:45:33.585" v="832"/>
          <ac:graphicFrameMkLst>
            <pc:docMk/>
            <pc:sldMk cId="2775106084" sldId="214748179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58:40.926" v="910" actId="207"/>
        <pc:sldMkLst>
          <pc:docMk/>
          <pc:sldMk cId="360237742" sldId="2147481816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1:58:40.926" v="910" actId="207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53:37.272" v="978" actId="207"/>
        <pc:sldMkLst>
          <pc:docMk/>
          <pc:sldMk cId="317861486" sldId="2147481830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53:37.272" v="978" actId="207"/>
          <ac:graphicFrameMkLst>
            <pc:docMk/>
            <pc:sldMk cId="317861486" sldId="214748183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47:51.366" v="923" actId="207"/>
        <pc:sldMkLst>
          <pc:docMk/>
          <pc:sldMk cId="2808239855" sldId="2147481841"/>
        </pc:sldMkLst>
        <pc:spChg chg="mod">
          <ac:chgData name="정재호(JAEHO JUNG)[jaehojung]/책임/제조DX.제조DX솔루션.롤맵기술팀" userId="29b24f60-0f7d-44b1-87d1-3e99704a1396" providerId="ADAL" clId="{DCD46870-55E4-49FA-AA70-2FC29CAD12D9}" dt="2025-10-13T02:47:51.366" v="923" actId="207"/>
          <ac:spMkLst>
            <pc:docMk/>
            <pc:sldMk cId="2808239855" sldId="2147481841"/>
            <ac:spMk id="21" creationId="{4C3181BD-8769-4C0D-8973-C9F2BE0DC598}"/>
          </ac:spMkLst>
        </pc:spChg>
        <pc:graphicFrameChg chg="mod">
          <ac:chgData name="정재호(JAEHO JUNG)[jaehojung]/책임/제조DX.제조DX솔루션.롤맵기술팀" userId="29b24f60-0f7d-44b1-87d1-3e99704a1396" providerId="ADAL" clId="{DCD46870-55E4-49FA-AA70-2FC29CAD12D9}" dt="2025-10-13T01:45:33.585" v="832"/>
          <ac:graphicFrameMkLst>
            <pc:docMk/>
            <pc:sldMk cId="2808239855" sldId="2147481841"/>
            <ac:graphicFrameMk id="13" creationId="{F757E1E4-6685-4945-A4F6-DAED56351FB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58:31.973" v="908" actId="207"/>
        <pc:sldMkLst>
          <pc:docMk/>
          <pc:sldMk cId="1726257096" sldId="2147481882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1:58:31.973" v="908" actId="20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45:33.585" v="832"/>
        <pc:sldMkLst>
          <pc:docMk/>
          <pc:sldMk cId="3560242218" sldId="2147481893"/>
        </pc:sldMkLst>
        <pc:graphicFrameChg chg="mod">
          <ac:chgData name="정재호(JAEHO JUNG)[jaehojung]/책임/제조DX.제조DX솔루션.롤맵기술팀" userId="29b24f60-0f7d-44b1-87d1-3e99704a1396" providerId="ADAL" clId="{DCD46870-55E4-49FA-AA70-2FC29CAD12D9}" dt="2025-10-13T01:45:33.585" v="832"/>
          <ac:graphicFrameMkLst>
            <pc:docMk/>
            <pc:sldMk cId="3560242218" sldId="2147481893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51:43.186" v="939" actId="207"/>
        <pc:sldMkLst>
          <pc:docMk/>
          <pc:sldMk cId="2847513058" sldId="2147481898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51:43.186" v="939" actId="207"/>
          <ac:graphicFrameMkLst>
            <pc:docMk/>
            <pc:sldMk cId="2847513058" sldId="2147481898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51:30.616" v="935" actId="207"/>
        <pc:sldMkLst>
          <pc:docMk/>
          <pc:sldMk cId="4156727770" sldId="2147481900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51:30.616" v="935" actId="207"/>
          <ac:graphicFrameMkLst>
            <pc:docMk/>
            <pc:sldMk cId="4156727770" sldId="2147481900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53:49.051" v="836" actId="207"/>
        <pc:sldMkLst>
          <pc:docMk/>
          <pc:sldMk cId="4145388933" sldId="2147481913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1:53:49.051" v="836" actId="207"/>
          <ac:graphicFrameMkLst>
            <pc:docMk/>
            <pc:sldMk cId="4145388933" sldId="214748191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54:48.848" v="843" actId="207"/>
        <pc:sldMkLst>
          <pc:docMk/>
          <pc:sldMk cId="760095899" sldId="2147481914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1:54:48.848" v="843" actId="207"/>
          <ac:graphicFrameMkLst>
            <pc:docMk/>
            <pc:sldMk cId="760095899" sldId="214748191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54:35.181" v="839" actId="207"/>
        <pc:sldMkLst>
          <pc:docMk/>
          <pc:sldMk cId="31248691" sldId="2147481916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1:54:35.181" v="839" actId="207"/>
          <ac:graphicFrameMkLst>
            <pc:docMk/>
            <pc:sldMk cId="31248691" sldId="2147481916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54:56.816" v="847" actId="207"/>
        <pc:sldMkLst>
          <pc:docMk/>
          <pc:sldMk cId="1894137771" sldId="2147481918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1:54:56.816" v="847" actId="207"/>
          <ac:graphicFrameMkLst>
            <pc:docMk/>
            <pc:sldMk cId="1894137771" sldId="2147481918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55:09.301" v="852" actId="207"/>
        <pc:sldMkLst>
          <pc:docMk/>
          <pc:sldMk cId="197830340" sldId="2147481920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1:55:09.301" v="852" actId="207"/>
          <ac:graphicFrameMkLst>
            <pc:docMk/>
            <pc:sldMk cId="197830340" sldId="2147481920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55:17.477" v="855" actId="207"/>
        <pc:sldMkLst>
          <pc:docMk/>
          <pc:sldMk cId="3590236053" sldId="2147481921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1:55:17.477" v="855" actId="207"/>
          <ac:graphicFrameMkLst>
            <pc:docMk/>
            <pc:sldMk cId="3590236053" sldId="2147481921"/>
            <ac:graphicFrameMk id="3" creationId="{3E86696F-E35A-4B06-9B46-63A4A6A986C1}"/>
          </ac:graphicFrameMkLst>
        </pc:graphicFrameChg>
      </pc:sldChg>
      <pc:sldChg chg="addSp delSp modSp">
        <pc:chgData name="정재호(JAEHO JUNG)[jaehojung]/책임/제조DX.제조DX솔루션.롤맵기술팀" userId="29b24f60-0f7d-44b1-87d1-3e99704a1396" providerId="ADAL" clId="{DCD46870-55E4-49FA-AA70-2FC29CAD12D9}" dt="2025-10-15T02:29:50.923" v="3252" actId="20577"/>
        <pc:sldMkLst>
          <pc:docMk/>
          <pc:sldMk cId="170204060" sldId="2147481923"/>
        </pc:sldMkLst>
        <pc:spChg chg="mod">
          <ac:chgData name="정재호(JAEHO JUNG)[jaehojung]/책임/제조DX.제조DX솔루션.롤맵기술팀" userId="29b24f60-0f7d-44b1-87d1-3e99704a1396" providerId="ADAL" clId="{DCD46870-55E4-49FA-AA70-2FC29CAD12D9}" dt="2025-10-15T01:39:13.211" v="1027" actId="20577"/>
          <ac:spMkLst>
            <pc:docMk/>
            <pc:sldMk cId="170204060" sldId="2147481923"/>
            <ac:spMk id="18" creationId="{72943F47-EAEA-4391-A2BC-C7C33A8E8CFD}"/>
          </ac:spMkLst>
        </pc:spChg>
        <pc:spChg chg="mod">
          <ac:chgData name="정재호(JAEHO JUNG)[jaehojung]/책임/제조DX.제조DX솔루션.롤맵기술팀" userId="29b24f60-0f7d-44b1-87d1-3e99704a1396" providerId="ADAL" clId="{DCD46870-55E4-49FA-AA70-2FC29CAD12D9}" dt="2025-10-15T01:57:05.606" v="2105" actId="1076"/>
          <ac:spMkLst>
            <pc:docMk/>
            <pc:sldMk cId="170204060" sldId="2147481923"/>
            <ac:spMk id="20" creationId="{214FD80B-9ABB-40EC-8683-9AA4294784F3}"/>
          </ac:spMkLst>
        </pc:spChg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5T02:29:50.923" v="3252" actId="20577"/>
          <ac:graphicFrameMkLst>
            <pc:docMk/>
            <pc:sldMk cId="170204060" sldId="2147481923"/>
            <ac:graphicFrameMk id="3" creationId="{3E86696F-E35A-4B06-9B46-63A4A6A986C1}"/>
          </ac:graphicFrameMkLst>
        </pc:graphicFrameChg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5T02:10:06.437" v="3195"/>
          <ac:graphicFrameMkLst>
            <pc:docMk/>
            <pc:sldMk cId="170204060" sldId="2147481923"/>
            <ac:graphicFrameMk id="13" creationId="{1AEF16D4-AAC6-4B2D-9750-87972CA1B025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56:06.754" v="872" actId="207"/>
        <pc:sldMkLst>
          <pc:docMk/>
          <pc:sldMk cId="2994820085" sldId="2147481926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1:56:06.754" v="872" actId="207"/>
          <ac:graphicFrameMkLst>
            <pc:docMk/>
            <pc:sldMk cId="2994820085" sldId="2147481926"/>
            <ac:graphicFrameMk id="11" creationId="{C66F9B45-D343-4DF8-ABA9-D48571FAC96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56:15.066" v="875" actId="207"/>
        <pc:sldMkLst>
          <pc:docMk/>
          <pc:sldMk cId="3301325517" sldId="2147481928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1:56:15.066" v="875" actId="207"/>
          <ac:graphicFrameMkLst>
            <pc:docMk/>
            <pc:sldMk cId="3301325517" sldId="2147481928"/>
            <ac:graphicFrameMk id="3" creationId="{3E86696F-E35A-4B06-9B46-63A4A6A986C1}"/>
          </ac:graphicFrameMkLst>
        </pc:graphicFrameChg>
        <pc:graphicFrameChg chg="modGraphic">
          <ac:chgData name="정재호(JAEHO JUNG)[jaehojung]/책임/제조DX.제조DX솔루션.롤맵기술팀" userId="29b24f60-0f7d-44b1-87d1-3e99704a1396" providerId="ADAL" clId="{DCD46870-55E4-49FA-AA70-2FC29CAD12D9}" dt="2025-10-13T01:56:13.113" v="874" actId="207"/>
          <ac:graphicFrameMkLst>
            <pc:docMk/>
            <pc:sldMk cId="3301325517" sldId="2147481928"/>
            <ac:graphicFrameMk id="28" creationId="{C0CB2BDC-1AC7-410D-9A1B-2922891D2B56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56:20.552" v="877" actId="207"/>
        <pc:sldMkLst>
          <pc:docMk/>
          <pc:sldMk cId="2750834388" sldId="2147481930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1:56:20.552" v="877" actId="207"/>
          <ac:graphicFrameMkLst>
            <pc:docMk/>
            <pc:sldMk cId="2750834388" sldId="2147481930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47:36.967" v="917" actId="207"/>
        <pc:sldMkLst>
          <pc:docMk/>
          <pc:sldMk cId="1007887036" sldId="2147481943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47:36.967" v="917" actId="207"/>
          <ac:graphicFrameMkLst>
            <pc:docMk/>
            <pc:sldMk cId="1007887036" sldId="2147481943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48:22.866" v="933" actId="207"/>
        <pc:sldMkLst>
          <pc:docMk/>
          <pc:sldMk cId="2559780372" sldId="2147481944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48:22.866" v="933" actId="207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57:06.054" v="1006" actId="207"/>
        <pc:sldMkLst>
          <pc:docMk/>
          <pc:sldMk cId="3942421698" sldId="2147481945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57:06.054" v="1006" actId="207"/>
          <ac:graphicFrameMkLst>
            <pc:docMk/>
            <pc:sldMk cId="3942421698" sldId="2147481945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54:03.975" v="990" actId="207"/>
        <pc:sldMkLst>
          <pc:docMk/>
          <pc:sldMk cId="1625678813" sldId="2147481949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54:03.975" v="990" actId="207"/>
          <ac:graphicFrameMkLst>
            <pc:docMk/>
            <pc:sldMk cId="1625678813" sldId="214748194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45:33.585" v="832"/>
        <pc:sldMkLst>
          <pc:docMk/>
          <pc:sldMk cId="231687253" sldId="2147481951"/>
        </pc:sldMkLst>
        <pc:graphicFrameChg chg="mod">
          <ac:chgData name="정재호(JAEHO JUNG)[jaehojung]/책임/제조DX.제조DX솔루션.롤맵기술팀" userId="29b24f60-0f7d-44b1-87d1-3e99704a1396" providerId="ADAL" clId="{DCD46870-55E4-49FA-AA70-2FC29CAD12D9}" dt="2025-10-13T01:45:33.585" v="832"/>
          <ac:graphicFrameMkLst>
            <pc:docMk/>
            <pc:sldMk cId="231687253" sldId="214748195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52:27.804" v="956" actId="207"/>
        <pc:sldMkLst>
          <pc:docMk/>
          <pc:sldMk cId="2230191528" sldId="2147481954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52:27.804" v="956" actId="207"/>
          <ac:graphicFrameMkLst>
            <pc:docMk/>
            <pc:sldMk cId="2230191528" sldId="214748195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52:29.741" v="957" actId="207"/>
        <pc:sldMkLst>
          <pc:docMk/>
          <pc:sldMk cId="4208823273" sldId="2147481955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52:29.741" v="957" actId="207"/>
          <ac:graphicFrameMkLst>
            <pc:docMk/>
            <pc:sldMk cId="4208823273" sldId="2147481955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45:33.585" v="832"/>
        <pc:sldMkLst>
          <pc:docMk/>
          <pc:sldMk cId="309422038" sldId="2147481959"/>
        </pc:sldMkLst>
        <pc:graphicFrameChg chg="mod">
          <ac:chgData name="정재호(JAEHO JUNG)[jaehojung]/책임/제조DX.제조DX솔루션.롤맵기술팀" userId="29b24f60-0f7d-44b1-87d1-3e99704a1396" providerId="ADAL" clId="{DCD46870-55E4-49FA-AA70-2FC29CAD12D9}" dt="2025-10-13T01:45:33.585" v="832"/>
          <ac:graphicFrameMkLst>
            <pc:docMk/>
            <pc:sldMk cId="309422038" sldId="2147481959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45:33.585" v="832"/>
        <pc:sldMkLst>
          <pc:docMk/>
          <pc:sldMk cId="3979644057" sldId="2147481961"/>
        </pc:sldMkLst>
        <pc:graphicFrameChg chg="mod">
          <ac:chgData name="정재호(JAEHO JUNG)[jaehojung]/책임/제조DX.제조DX솔루션.롤맵기술팀" userId="29b24f60-0f7d-44b1-87d1-3e99704a1396" providerId="ADAL" clId="{DCD46870-55E4-49FA-AA70-2FC29CAD12D9}" dt="2025-10-13T01:45:33.585" v="832"/>
          <ac:graphicFrameMkLst>
            <pc:docMk/>
            <pc:sldMk cId="3979644057" sldId="2147481961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55:43.973" v="865" actId="207"/>
        <pc:sldMkLst>
          <pc:docMk/>
          <pc:sldMk cId="3019991654" sldId="2147481963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1:55:43.973" v="865" actId="207"/>
          <ac:graphicFrameMkLst>
            <pc:docMk/>
            <pc:sldMk cId="3019991654" sldId="214748196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53:09.741" v="974" actId="207"/>
        <pc:sldMkLst>
          <pc:docMk/>
          <pc:sldMk cId="1836933339" sldId="2147481967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53:09.741" v="974" actId="207"/>
          <ac:graphicFrameMkLst>
            <pc:docMk/>
            <pc:sldMk cId="1836933339" sldId="2147481967"/>
            <ac:graphicFrameMk id="2" creationId="{7AEF2CFF-477B-47DA-8339-6D17E423C98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45:33.585" v="832"/>
        <pc:sldMkLst>
          <pc:docMk/>
          <pc:sldMk cId="120050373" sldId="2147481971"/>
        </pc:sldMkLst>
        <pc:graphicFrameChg chg="mod">
          <ac:chgData name="정재호(JAEHO JUNG)[jaehojung]/책임/제조DX.제조DX솔루션.롤맵기술팀" userId="29b24f60-0f7d-44b1-87d1-3e99704a1396" providerId="ADAL" clId="{DCD46870-55E4-49FA-AA70-2FC29CAD12D9}" dt="2025-10-13T01:45:33.585" v="832"/>
          <ac:graphicFrameMkLst>
            <pc:docMk/>
            <pc:sldMk cId="120050373" sldId="214748197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45:33.585" v="832"/>
        <pc:sldMkLst>
          <pc:docMk/>
          <pc:sldMk cId="2437512027" sldId="2147481974"/>
        </pc:sldMkLst>
        <pc:graphicFrameChg chg="mod">
          <ac:chgData name="정재호(JAEHO JUNG)[jaehojung]/책임/제조DX.제조DX솔루션.롤맵기술팀" userId="29b24f60-0f7d-44b1-87d1-3e99704a1396" providerId="ADAL" clId="{DCD46870-55E4-49FA-AA70-2FC29CAD12D9}" dt="2025-10-13T01:45:33.585" v="832"/>
          <ac:graphicFrameMkLst>
            <pc:docMk/>
            <pc:sldMk cId="2437512027" sldId="2147481974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45:33.585" v="832"/>
        <pc:sldMkLst>
          <pc:docMk/>
          <pc:sldMk cId="3944531596" sldId="2147481982"/>
        </pc:sldMkLst>
        <pc:graphicFrameChg chg="mod">
          <ac:chgData name="정재호(JAEHO JUNG)[jaehojung]/책임/제조DX.제조DX솔루션.롤맵기술팀" userId="29b24f60-0f7d-44b1-87d1-3e99704a1396" providerId="ADAL" clId="{DCD46870-55E4-49FA-AA70-2FC29CAD12D9}" dt="2025-10-13T01:45:33.585" v="832"/>
          <ac:graphicFrameMkLst>
            <pc:docMk/>
            <pc:sldMk cId="3944531596" sldId="2147481982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57:08.507" v="1007" actId="207"/>
        <pc:sldMkLst>
          <pc:docMk/>
          <pc:sldMk cId="2039431435" sldId="2147481998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57:08.507" v="1007" actId="207"/>
          <ac:graphicFrameMkLst>
            <pc:docMk/>
            <pc:sldMk cId="2039431435" sldId="2147481998"/>
            <ac:graphicFrameMk id="19" creationId="{6372799A-6D2F-CAB9-A28D-9AE207E27A5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57:13.461" v="1008" actId="207"/>
        <pc:sldMkLst>
          <pc:docMk/>
          <pc:sldMk cId="1581856275" sldId="2147482000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57:13.461" v="1008" actId="207"/>
          <ac:graphicFrameMkLst>
            <pc:docMk/>
            <pc:sldMk cId="1581856275" sldId="2147482000"/>
            <ac:graphicFrameMk id="19" creationId="{4485889C-7C23-1E44-3F44-63DAC7688EA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57:22.460" v="1015" actId="207"/>
        <pc:sldMkLst>
          <pc:docMk/>
          <pc:sldMk cId="918579543" sldId="2147482001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57:22.460" v="1015" actId="207"/>
          <ac:graphicFrameMkLst>
            <pc:docMk/>
            <pc:sldMk cId="918579543" sldId="2147482001"/>
            <ac:graphicFrameMk id="19" creationId="{74A97E53-4B3E-7B1D-6455-30F66AF12773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57:39.382" v="1024" actId="207"/>
        <pc:sldMkLst>
          <pc:docMk/>
          <pc:sldMk cId="523953427" sldId="2147482003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57:39.382" v="1024" actId="207"/>
          <ac:graphicFrameMkLst>
            <pc:docMk/>
            <pc:sldMk cId="523953427" sldId="2147482003"/>
            <ac:graphicFrameMk id="19" creationId="{19848739-F2DD-2D37-126B-F820F44BF33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53:45.183" v="979" actId="207"/>
        <pc:sldMkLst>
          <pc:docMk/>
          <pc:sldMk cId="3544279689" sldId="2147482010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53:45.183" v="979" actId="207"/>
          <ac:graphicFrameMkLst>
            <pc:docMk/>
            <pc:sldMk cId="3544279689" sldId="214748201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53:04.601" v="972" actId="207"/>
        <pc:sldMkLst>
          <pc:docMk/>
          <pc:sldMk cId="2187038781" sldId="2147482019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53:04.601" v="972" actId="207"/>
          <ac:graphicFrameMkLst>
            <pc:docMk/>
            <pc:sldMk cId="2187038781" sldId="214748201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45:33.585" v="832"/>
        <pc:sldMkLst>
          <pc:docMk/>
          <pc:sldMk cId="1840780179" sldId="2147482020"/>
        </pc:sldMkLst>
        <pc:graphicFrameChg chg="mod">
          <ac:chgData name="정재호(JAEHO JUNG)[jaehojung]/책임/제조DX.제조DX솔루션.롤맵기술팀" userId="29b24f60-0f7d-44b1-87d1-3e99704a1396" providerId="ADAL" clId="{DCD46870-55E4-49FA-AA70-2FC29CAD12D9}" dt="2025-10-13T01:45:33.585" v="832"/>
          <ac:graphicFrameMkLst>
            <pc:docMk/>
            <pc:sldMk cId="1840780179" sldId="2147482020"/>
            <ac:graphicFrameMk id="23" creationId="{5C18F150-F800-4366-B81F-1DDA815C713E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45:33.585" v="832"/>
        <pc:sldMkLst>
          <pc:docMk/>
          <pc:sldMk cId="3413456565" sldId="2147482030"/>
        </pc:sldMkLst>
        <pc:graphicFrameChg chg="mod">
          <ac:chgData name="정재호(JAEHO JUNG)[jaehojung]/책임/제조DX.제조DX솔루션.롤맵기술팀" userId="29b24f60-0f7d-44b1-87d1-3e99704a1396" providerId="ADAL" clId="{DCD46870-55E4-49FA-AA70-2FC29CAD12D9}" dt="2025-10-13T01:45:33.585" v="832"/>
          <ac:graphicFrameMkLst>
            <pc:docMk/>
            <pc:sldMk cId="3413456565" sldId="2147482030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51:38.116" v="937" actId="207"/>
        <pc:sldMkLst>
          <pc:docMk/>
          <pc:sldMk cId="863012316" sldId="2147482046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51:38.116" v="937" actId="207"/>
          <ac:graphicFrameMkLst>
            <pc:docMk/>
            <pc:sldMk cId="863012316" sldId="2147482046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54:59.238" v="848" actId="207"/>
        <pc:sldMkLst>
          <pc:docMk/>
          <pc:sldMk cId="2781412765" sldId="2147482059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1:54:59.238" v="848" actId="207"/>
          <ac:graphicFrameMkLst>
            <pc:docMk/>
            <pc:sldMk cId="2781412765" sldId="2147482059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45:33.585" v="832"/>
        <pc:sldMkLst>
          <pc:docMk/>
          <pc:sldMk cId="1403505765" sldId="2147482062"/>
        </pc:sldMkLst>
        <pc:graphicFrameChg chg="mod">
          <ac:chgData name="정재호(JAEHO JUNG)[jaehojung]/책임/제조DX.제조DX솔루션.롤맵기술팀" userId="29b24f60-0f7d-44b1-87d1-3e99704a1396" providerId="ADAL" clId="{DCD46870-55E4-49FA-AA70-2FC29CAD12D9}" dt="2025-10-13T01:45:33.585" v="832"/>
          <ac:graphicFrameMkLst>
            <pc:docMk/>
            <pc:sldMk cId="1403505765" sldId="2147482062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45:33.585" v="832"/>
        <pc:sldMkLst>
          <pc:docMk/>
          <pc:sldMk cId="3206166957" sldId="2147482063"/>
        </pc:sldMkLst>
        <pc:graphicFrameChg chg="mod">
          <ac:chgData name="정재호(JAEHO JUNG)[jaehojung]/책임/제조DX.제조DX솔루션.롤맵기술팀" userId="29b24f60-0f7d-44b1-87d1-3e99704a1396" providerId="ADAL" clId="{DCD46870-55E4-49FA-AA70-2FC29CAD12D9}" dt="2025-10-13T01:45:33.585" v="832"/>
          <ac:graphicFrameMkLst>
            <pc:docMk/>
            <pc:sldMk cId="3206166957" sldId="214748206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45:33.585" v="832"/>
        <pc:sldMkLst>
          <pc:docMk/>
          <pc:sldMk cId="525295630" sldId="2147482064"/>
        </pc:sldMkLst>
        <pc:graphicFrameChg chg="mod">
          <ac:chgData name="정재호(JAEHO JUNG)[jaehojung]/책임/제조DX.제조DX솔루션.롤맵기술팀" userId="29b24f60-0f7d-44b1-87d1-3e99704a1396" providerId="ADAL" clId="{DCD46870-55E4-49FA-AA70-2FC29CAD12D9}" dt="2025-10-13T01:45:33.585" v="832"/>
          <ac:graphicFrameMkLst>
            <pc:docMk/>
            <pc:sldMk cId="525295630" sldId="214748206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45:33.585" v="832"/>
        <pc:sldMkLst>
          <pc:docMk/>
          <pc:sldMk cId="2510186531" sldId="2147482066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1:45:33.585" v="832"/>
          <ac:graphicFrameMkLst>
            <pc:docMk/>
            <pc:sldMk cId="2510186531" sldId="214748206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45:33.585" v="832"/>
        <pc:sldMkLst>
          <pc:docMk/>
          <pc:sldMk cId="906537507" sldId="2147482067"/>
        </pc:sldMkLst>
        <pc:graphicFrameChg chg="mod">
          <ac:chgData name="정재호(JAEHO JUNG)[jaehojung]/책임/제조DX.제조DX솔루션.롤맵기술팀" userId="29b24f60-0f7d-44b1-87d1-3e99704a1396" providerId="ADAL" clId="{DCD46870-55E4-49FA-AA70-2FC29CAD12D9}" dt="2025-10-13T01:45:33.585" v="832"/>
          <ac:graphicFrameMkLst>
            <pc:docMk/>
            <pc:sldMk cId="906537507" sldId="2147482067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55:26.738" v="859" actId="207"/>
        <pc:sldMkLst>
          <pc:docMk/>
          <pc:sldMk cId="3052076470" sldId="2147482071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1:55:26.738" v="859" actId="207"/>
          <ac:graphicFrameMkLst>
            <pc:docMk/>
            <pc:sldMk cId="3052076470" sldId="2147482071"/>
            <ac:graphicFrameMk id="11" creationId="{C66F9B45-D343-4DF8-ABA9-D48571FAC96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52:37.899" v="962" actId="207"/>
        <pc:sldMkLst>
          <pc:docMk/>
          <pc:sldMk cId="2065805413" sldId="2147482074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52:37.899" v="962" actId="207"/>
          <ac:graphicFrameMkLst>
            <pc:docMk/>
            <pc:sldMk cId="2065805413" sldId="214748207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45:33.585" v="832"/>
        <pc:sldMkLst>
          <pc:docMk/>
          <pc:sldMk cId="3379836515" sldId="2147482076"/>
        </pc:sldMkLst>
        <pc:graphicFrameChg chg="mod">
          <ac:chgData name="정재호(JAEHO JUNG)[jaehojung]/책임/제조DX.제조DX솔루션.롤맵기술팀" userId="29b24f60-0f7d-44b1-87d1-3e99704a1396" providerId="ADAL" clId="{DCD46870-55E4-49FA-AA70-2FC29CAD12D9}" dt="2025-10-13T01:45:33.585" v="832"/>
          <ac:graphicFrameMkLst>
            <pc:docMk/>
            <pc:sldMk cId="3379836515" sldId="214748207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53:51.160" v="837" actId="207"/>
        <pc:sldMkLst>
          <pc:docMk/>
          <pc:sldMk cId="681262127" sldId="2147482091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1:53:51.160" v="837" actId="207"/>
          <ac:graphicFrameMkLst>
            <pc:docMk/>
            <pc:sldMk cId="681262127" sldId="214748209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56:36.223" v="882" actId="207"/>
        <pc:sldMkLst>
          <pc:docMk/>
          <pc:sldMk cId="645500483" sldId="2147482092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1:56:36.223" v="882" actId="207"/>
          <ac:graphicFrameMkLst>
            <pc:docMk/>
            <pc:sldMk cId="645500483" sldId="2147482092"/>
            <ac:graphicFrameMk id="2" creationId="{AA655E7B-33D1-41F9-B470-4F20832661EB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56:24.660" v="878" actId="207"/>
        <pc:sldMkLst>
          <pc:docMk/>
          <pc:sldMk cId="1623035640" sldId="2147482093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1:56:24.660" v="878" actId="207"/>
          <ac:graphicFrameMkLst>
            <pc:docMk/>
            <pc:sldMk cId="1623035640" sldId="2147482093"/>
            <ac:graphicFrameMk id="3" creationId="{688BD945-555D-E069-F619-02973A6A481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56:40.489" v="884" actId="207"/>
        <pc:sldMkLst>
          <pc:docMk/>
          <pc:sldMk cId="1480914234" sldId="2147482094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1:56:40.489" v="884" actId="207"/>
          <ac:graphicFrameMkLst>
            <pc:docMk/>
            <pc:sldMk cId="1480914234" sldId="2147482094"/>
            <ac:graphicFrameMk id="2" creationId="{BF944F8E-1F62-4F7E-B1C6-632F29AA10B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55:50.457" v="867" actId="207"/>
        <pc:sldMkLst>
          <pc:docMk/>
          <pc:sldMk cId="2069960929" sldId="2147482097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1:55:50.457" v="867" actId="207"/>
          <ac:graphicFrameMkLst>
            <pc:docMk/>
            <pc:sldMk cId="2069960929" sldId="2147482097"/>
            <ac:graphicFrameMk id="2" creationId="{534EE123-7406-4F16-AB1D-7380FC4446F3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55:22.707" v="857" actId="207"/>
        <pc:sldMkLst>
          <pc:docMk/>
          <pc:sldMk cId="1159326832" sldId="2147482102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1:55:22.707" v="857" actId="207"/>
          <ac:graphicFrameMkLst>
            <pc:docMk/>
            <pc:sldMk cId="1159326832" sldId="2147482102"/>
            <ac:graphicFrameMk id="3" creationId="{FD6B18E8-DEC2-01A8-175D-70F1A4B3682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45:33.585" v="832"/>
        <pc:sldMkLst>
          <pc:docMk/>
          <pc:sldMk cId="4004658893" sldId="2147482110"/>
        </pc:sldMkLst>
        <pc:graphicFrameChg chg="mod">
          <ac:chgData name="정재호(JAEHO JUNG)[jaehojung]/책임/제조DX.제조DX솔루션.롤맵기술팀" userId="29b24f60-0f7d-44b1-87d1-3e99704a1396" providerId="ADAL" clId="{DCD46870-55E4-49FA-AA70-2FC29CAD12D9}" dt="2025-10-13T01:45:33.585" v="832"/>
          <ac:graphicFrameMkLst>
            <pc:docMk/>
            <pc:sldMk cId="4004658893" sldId="214748211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45:33.585" v="832"/>
        <pc:sldMkLst>
          <pc:docMk/>
          <pc:sldMk cId="1578263784" sldId="2147482114"/>
        </pc:sldMkLst>
        <pc:graphicFrameChg chg="mod">
          <ac:chgData name="정재호(JAEHO JUNG)[jaehojung]/책임/제조DX.제조DX솔루션.롤맵기술팀" userId="29b24f60-0f7d-44b1-87d1-3e99704a1396" providerId="ADAL" clId="{DCD46870-55E4-49FA-AA70-2FC29CAD12D9}" dt="2025-10-13T01:45:33.585" v="832"/>
          <ac:graphicFrameMkLst>
            <pc:docMk/>
            <pc:sldMk cId="1578263784" sldId="214748211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52:24.194" v="955" actId="207"/>
        <pc:sldMkLst>
          <pc:docMk/>
          <pc:sldMk cId="1631578392" sldId="2147482120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52:24.194" v="955" actId="207"/>
          <ac:graphicFrameMkLst>
            <pc:docMk/>
            <pc:sldMk cId="1631578392" sldId="214748212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45:33.585" v="832"/>
        <pc:sldMkLst>
          <pc:docMk/>
          <pc:sldMk cId="3164116880" sldId="2147482121"/>
        </pc:sldMkLst>
        <pc:graphicFrameChg chg="mod">
          <ac:chgData name="정재호(JAEHO JUNG)[jaehojung]/책임/제조DX.제조DX솔루션.롤맵기술팀" userId="29b24f60-0f7d-44b1-87d1-3e99704a1396" providerId="ADAL" clId="{DCD46870-55E4-49FA-AA70-2FC29CAD12D9}" dt="2025-10-13T01:45:33.585" v="832"/>
          <ac:graphicFrameMkLst>
            <pc:docMk/>
            <pc:sldMk cId="3164116880" sldId="214748212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45:33.585" v="832"/>
        <pc:sldMkLst>
          <pc:docMk/>
          <pc:sldMk cId="199823846" sldId="2147482123"/>
        </pc:sldMkLst>
        <pc:graphicFrameChg chg="mod">
          <ac:chgData name="정재호(JAEHO JUNG)[jaehojung]/책임/제조DX.제조DX솔루션.롤맵기술팀" userId="29b24f60-0f7d-44b1-87d1-3e99704a1396" providerId="ADAL" clId="{DCD46870-55E4-49FA-AA70-2FC29CAD12D9}" dt="2025-10-13T01:45:33.585" v="832"/>
          <ac:graphicFrameMkLst>
            <pc:docMk/>
            <pc:sldMk cId="199823846" sldId="214748212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53:32.553" v="977" actId="207"/>
        <pc:sldMkLst>
          <pc:docMk/>
          <pc:sldMk cId="1017769001" sldId="2147482124"/>
        </pc:sldMkLst>
        <pc:spChg chg="mod">
          <ac:chgData name="정재호(JAEHO JUNG)[jaehojung]/책임/제조DX.제조DX솔루션.롤맵기술팀" userId="29b24f60-0f7d-44b1-87d1-3e99704a1396" providerId="ADAL" clId="{DCD46870-55E4-49FA-AA70-2FC29CAD12D9}" dt="2025-10-13T02:53:32.553" v="977" actId="207"/>
          <ac:spMkLst>
            <pc:docMk/>
            <pc:sldMk cId="1017769001" sldId="2147482124"/>
            <ac:spMk id="42" creationId="{2ACC804B-9A0D-4C6F-97B0-9729B810DEC5}"/>
          </ac:spMkLst>
        </pc:spChg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53:28.366" v="975" actId="207"/>
          <ac:graphicFrameMkLst>
            <pc:docMk/>
            <pc:sldMk cId="1017769001" sldId="214748212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2:54:36.804" v="1003" actId="207"/>
        <pc:sldMkLst>
          <pc:docMk/>
          <pc:sldMk cId="3645708370" sldId="2147482131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2:54:36.804" v="1003" actId="207"/>
          <ac:graphicFrameMkLst>
            <pc:docMk/>
            <pc:sldMk cId="3645708370" sldId="214748213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DCD46870-55E4-49FA-AA70-2FC29CAD12D9}" dt="2025-10-13T01:56:31.551" v="880" actId="207"/>
        <pc:sldMkLst>
          <pc:docMk/>
          <pc:sldMk cId="24529797" sldId="2147482142"/>
        </pc:sldMkLst>
        <pc:graphicFrameChg chg="mod modGraphic">
          <ac:chgData name="정재호(JAEHO JUNG)[jaehojung]/책임/제조DX.제조DX솔루션.롤맵기술팀" userId="29b24f60-0f7d-44b1-87d1-3e99704a1396" providerId="ADAL" clId="{DCD46870-55E4-49FA-AA70-2FC29CAD12D9}" dt="2025-10-13T01:56:31.551" v="880" actId="207"/>
          <ac:graphicFrameMkLst>
            <pc:docMk/>
            <pc:sldMk cId="24529797" sldId="2147482142"/>
            <ac:graphicFrameMk id="3" creationId="{688BD945-555D-E069-F619-02973A6A481F}"/>
          </ac:graphicFrameMkLst>
        </pc:graphicFrameChg>
      </pc:sldChg>
    </pc:docChg>
  </pc:docChgLst>
  <pc:docChgLst>
    <pc:chgData name="이상익(SANGIK LEE)[sangik62.lee]/책임/제조DX.제조DX솔루션.데이터통합분석팀" userId="13b0a8fe-68ef-4bde-a029-dfa0bba51a13" providerId="ADAL" clId="{8298CA9F-127D-4E91-BFEA-B1412F32C1EF}"/>
    <pc:docChg chg="undo custSel modSld">
      <pc:chgData name="이상익(SANGIK LEE)[sangik62.lee]/책임/제조DX.제조DX솔루션.데이터통합분석팀" userId="13b0a8fe-68ef-4bde-a029-dfa0bba51a13" providerId="ADAL" clId="{8298CA9F-127D-4E91-BFEA-B1412F32C1EF}" dt="2025-11-19T00:06:54.505" v="275" actId="20577"/>
      <pc:docMkLst>
        <pc:docMk/>
      </pc:docMkLst>
      <pc:sldChg chg="addSp delSp modSp mod">
        <pc:chgData name="이상익(SANGIK LEE)[sangik62.lee]/책임/제조DX.제조DX솔루션.데이터통합분석팀" userId="13b0a8fe-68ef-4bde-a029-dfa0bba51a13" providerId="ADAL" clId="{8298CA9F-127D-4E91-BFEA-B1412F32C1EF}" dt="2025-11-18T10:04:15.764" v="259" actId="207"/>
        <pc:sldMkLst>
          <pc:docMk/>
          <pc:sldMk cId="122266075" sldId="2147482060"/>
        </pc:sldMkLst>
        <pc:spChg chg="mod">
          <ac:chgData name="이상익(SANGIK LEE)[sangik62.lee]/책임/제조DX.제조DX솔루션.데이터통합분석팀" userId="13b0a8fe-68ef-4bde-a029-dfa0bba51a13" providerId="ADAL" clId="{8298CA9F-127D-4E91-BFEA-B1412F32C1EF}" dt="2025-11-18T09:44:42.495" v="6" actId="20577"/>
          <ac:spMkLst>
            <pc:docMk/>
            <pc:sldMk cId="122266075" sldId="2147482060"/>
            <ac:spMk id="2" creationId="{75252A0B-83AC-FEFF-E760-98723703EAAC}"/>
          </ac:spMkLst>
        </pc:spChg>
        <pc:sp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spMkLst>
            <pc:docMk/>
            <pc:sldMk cId="122266075" sldId="2147482060"/>
            <ac:spMk id="9" creationId="{73A3DFBB-6D25-4955-11B3-B3FC06D398FF}"/>
          </ac:spMkLst>
        </pc:spChg>
        <pc:spChg chg="mod">
          <ac:chgData name="이상익(SANGIK LEE)[sangik62.lee]/책임/제조DX.제조DX솔루션.데이터통합분석팀" userId="13b0a8fe-68ef-4bde-a029-dfa0bba51a13" providerId="ADAL" clId="{8298CA9F-127D-4E91-BFEA-B1412F32C1EF}" dt="2025-11-18T09:44:45.651" v="8" actId="20577"/>
          <ac:spMkLst>
            <pc:docMk/>
            <pc:sldMk cId="122266075" sldId="2147482060"/>
            <ac:spMk id="12" creationId="{F3FD0B98-8992-795B-1E37-70B54B143965}"/>
          </ac:spMkLst>
        </pc:spChg>
        <pc:sp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spMkLst>
            <pc:docMk/>
            <pc:sldMk cId="122266075" sldId="2147482060"/>
            <ac:spMk id="14" creationId="{92BBEC7E-BD33-A8DF-77AB-C073BD08E8C6}"/>
          </ac:spMkLst>
        </pc:spChg>
        <pc:sp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spMkLst>
            <pc:docMk/>
            <pc:sldMk cId="122266075" sldId="2147482060"/>
            <ac:spMk id="15" creationId="{9AE66E10-DAB2-BAE8-CD94-3783ECCFFF4A}"/>
          </ac:spMkLst>
        </pc:spChg>
        <pc:spChg chg="del">
          <ac:chgData name="이상익(SANGIK LEE)[sangik62.lee]/책임/제조DX.제조DX솔루션.데이터통합분석팀" userId="13b0a8fe-68ef-4bde-a029-dfa0bba51a13" providerId="ADAL" clId="{8298CA9F-127D-4E91-BFEA-B1412F32C1EF}" dt="2025-11-18T09:44:29.511" v="1" actId="478"/>
          <ac:spMkLst>
            <pc:docMk/>
            <pc:sldMk cId="122266075" sldId="2147482060"/>
            <ac:spMk id="17" creationId="{BC39C673-7C1F-8C56-5D7D-82A7E16E094C}"/>
          </ac:spMkLst>
        </pc:spChg>
        <pc:sp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spMkLst>
            <pc:docMk/>
            <pc:sldMk cId="122266075" sldId="2147482060"/>
            <ac:spMk id="18" creationId="{66C95849-ED01-ABC2-5E6E-CB568C82C7EB}"/>
          </ac:spMkLst>
        </pc:spChg>
        <pc:sp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spMkLst>
            <pc:docMk/>
            <pc:sldMk cId="122266075" sldId="2147482060"/>
            <ac:spMk id="21" creationId="{3C14A897-E6D2-1269-4E14-0C25A4C3FB86}"/>
          </ac:spMkLst>
        </pc:spChg>
        <pc:spChg chg="del">
          <ac:chgData name="이상익(SANGIK LEE)[sangik62.lee]/책임/제조DX.제조DX솔루션.데이터통합분석팀" userId="13b0a8fe-68ef-4bde-a029-dfa0bba51a13" providerId="ADAL" clId="{8298CA9F-127D-4E91-BFEA-B1412F32C1EF}" dt="2025-11-18T09:44:24.886" v="0" actId="478"/>
          <ac:spMkLst>
            <pc:docMk/>
            <pc:sldMk cId="122266075" sldId="2147482060"/>
            <ac:spMk id="22" creationId="{29887FA5-6D18-4AA4-BF84-664F23CCBB13}"/>
          </ac:spMkLst>
        </pc:spChg>
        <pc:sp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spMkLst>
            <pc:docMk/>
            <pc:sldMk cId="122266075" sldId="2147482060"/>
            <ac:spMk id="28" creationId="{06163D90-794E-AE17-DA9B-8DBEF8C849B3}"/>
          </ac:spMkLst>
        </pc:spChg>
        <pc:sp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spMkLst>
            <pc:docMk/>
            <pc:sldMk cId="122266075" sldId="2147482060"/>
            <ac:spMk id="30" creationId="{E8DBA677-D06B-25B8-CB50-B33299C0FE80}"/>
          </ac:spMkLst>
        </pc:spChg>
        <pc:sp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spMkLst>
            <pc:docMk/>
            <pc:sldMk cId="122266075" sldId="2147482060"/>
            <ac:spMk id="31" creationId="{E42E7331-9D58-758F-EFDB-527BFDFA72E2}"/>
          </ac:spMkLst>
        </pc:spChg>
        <pc:sp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spMkLst>
            <pc:docMk/>
            <pc:sldMk cId="122266075" sldId="2147482060"/>
            <ac:spMk id="35" creationId="{B6B57255-8378-552F-E42D-C50D65454522}"/>
          </ac:spMkLst>
        </pc:spChg>
        <pc:sp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spMkLst>
            <pc:docMk/>
            <pc:sldMk cId="122266075" sldId="2147482060"/>
            <ac:spMk id="36" creationId="{B281BD2E-7243-1590-CA84-F969F0DB45ED}"/>
          </ac:spMkLst>
        </pc:spChg>
        <pc:sp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spMkLst>
            <pc:docMk/>
            <pc:sldMk cId="122266075" sldId="2147482060"/>
            <ac:spMk id="37" creationId="{721F5E2C-08E3-87C8-7BBD-48396049D6E4}"/>
          </ac:spMkLst>
        </pc:spChg>
        <pc:sp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spMkLst>
            <pc:docMk/>
            <pc:sldMk cId="122266075" sldId="2147482060"/>
            <ac:spMk id="38" creationId="{C713CC60-0B05-7A35-D35B-41FED3FFD551}"/>
          </ac:spMkLst>
        </pc:spChg>
        <pc:sp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spMkLst>
            <pc:docMk/>
            <pc:sldMk cId="122266075" sldId="2147482060"/>
            <ac:spMk id="39" creationId="{BA9C32CF-AF4E-6402-BA38-68496AABB425}"/>
          </ac:spMkLst>
        </pc:spChg>
        <pc:sp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spMkLst>
            <pc:docMk/>
            <pc:sldMk cId="122266075" sldId="2147482060"/>
            <ac:spMk id="40" creationId="{2FCC126D-7170-445D-83EE-00A2065A2D62}"/>
          </ac:spMkLst>
        </pc:spChg>
        <pc:spChg chg="del">
          <ac:chgData name="이상익(SANGIK LEE)[sangik62.lee]/책임/제조DX.제조DX솔루션.데이터통합분석팀" userId="13b0a8fe-68ef-4bde-a029-dfa0bba51a13" providerId="ADAL" clId="{8298CA9F-127D-4E91-BFEA-B1412F32C1EF}" dt="2025-11-18T09:44:29.511" v="1" actId="478"/>
          <ac:spMkLst>
            <pc:docMk/>
            <pc:sldMk cId="122266075" sldId="2147482060"/>
            <ac:spMk id="43" creationId="{C4C0F672-88ED-729C-9EE1-65DC7B092BD3}"/>
          </ac:spMkLst>
        </pc:spChg>
        <pc:spChg chg="del">
          <ac:chgData name="이상익(SANGIK LEE)[sangik62.lee]/책임/제조DX.제조DX솔루션.데이터통합분석팀" userId="13b0a8fe-68ef-4bde-a029-dfa0bba51a13" providerId="ADAL" clId="{8298CA9F-127D-4E91-BFEA-B1412F32C1EF}" dt="2025-11-18T09:44:29.511" v="1" actId="478"/>
          <ac:spMkLst>
            <pc:docMk/>
            <pc:sldMk cId="122266075" sldId="2147482060"/>
            <ac:spMk id="45" creationId="{19E7EFE1-3301-0DEC-D213-42182D718173}"/>
          </ac:spMkLst>
        </pc:spChg>
        <pc:spChg chg="del">
          <ac:chgData name="이상익(SANGIK LEE)[sangik62.lee]/책임/제조DX.제조DX솔루션.데이터통합분석팀" userId="13b0a8fe-68ef-4bde-a029-dfa0bba51a13" providerId="ADAL" clId="{8298CA9F-127D-4E91-BFEA-B1412F32C1EF}" dt="2025-11-18T09:44:24.886" v="0" actId="478"/>
          <ac:spMkLst>
            <pc:docMk/>
            <pc:sldMk cId="122266075" sldId="2147482060"/>
            <ac:spMk id="59" creationId="{2EE1B8ED-BC16-7799-EE06-CD65FDADE332}"/>
          </ac:spMkLst>
        </pc:spChg>
        <pc:spChg chg="del">
          <ac:chgData name="이상익(SANGIK LEE)[sangik62.lee]/책임/제조DX.제조DX솔루션.데이터통합분석팀" userId="13b0a8fe-68ef-4bde-a029-dfa0bba51a13" providerId="ADAL" clId="{8298CA9F-127D-4E91-BFEA-B1412F32C1EF}" dt="2025-11-18T09:44:24.886" v="0" actId="478"/>
          <ac:spMkLst>
            <pc:docMk/>
            <pc:sldMk cId="122266075" sldId="2147482060"/>
            <ac:spMk id="60" creationId="{66F5B4F7-B052-3962-CE0A-4600C10B5C90}"/>
          </ac:spMkLst>
        </pc:spChg>
        <pc:spChg chg="del">
          <ac:chgData name="이상익(SANGIK LEE)[sangik62.lee]/책임/제조DX.제조DX솔루션.데이터통합분석팀" userId="13b0a8fe-68ef-4bde-a029-dfa0bba51a13" providerId="ADAL" clId="{8298CA9F-127D-4E91-BFEA-B1412F32C1EF}" dt="2025-11-18T09:44:29.511" v="1" actId="478"/>
          <ac:spMkLst>
            <pc:docMk/>
            <pc:sldMk cId="122266075" sldId="2147482060"/>
            <ac:spMk id="66" creationId="{F01FFD97-2ADE-B74A-F034-EED0206F4E6D}"/>
          </ac:spMkLst>
        </pc:spChg>
        <pc:spChg chg="del">
          <ac:chgData name="이상익(SANGIK LEE)[sangik62.lee]/책임/제조DX.제조DX솔루션.데이터통합분석팀" userId="13b0a8fe-68ef-4bde-a029-dfa0bba51a13" providerId="ADAL" clId="{8298CA9F-127D-4E91-BFEA-B1412F32C1EF}" dt="2025-11-18T09:44:29.511" v="1" actId="478"/>
          <ac:spMkLst>
            <pc:docMk/>
            <pc:sldMk cId="122266075" sldId="2147482060"/>
            <ac:spMk id="67" creationId="{8C9B8156-AB77-EEE1-68B9-76953367D76F}"/>
          </ac:spMkLst>
        </pc:spChg>
        <pc:spChg chg="del">
          <ac:chgData name="이상익(SANGIK LEE)[sangik62.lee]/책임/제조DX.제조DX솔루션.데이터통합분석팀" userId="13b0a8fe-68ef-4bde-a029-dfa0bba51a13" providerId="ADAL" clId="{8298CA9F-127D-4E91-BFEA-B1412F32C1EF}" dt="2025-11-18T09:44:29.511" v="1" actId="478"/>
          <ac:spMkLst>
            <pc:docMk/>
            <pc:sldMk cId="122266075" sldId="2147482060"/>
            <ac:spMk id="70" creationId="{85E07F27-2C48-2ED0-9947-BBAE6BFA904A}"/>
          </ac:spMkLst>
        </pc:spChg>
        <pc:spChg chg="del">
          <ac:chgData name="이상익(SANGIK LEE)[sangik62.lee]/책임/제조DX.제조DX솔루션.데이터통합분석팀" userId="13b0a8fe-68ef-4bde-a029-dfa0bba51a13" providerId="ADAL" clId="{8298CA9F-127D-4E91-BFEA-B1412F32C1EF}" dt="2025-11-18T09:44:29.511" v="1" actId="478"/>
          <ac:spMkLst>
            <pc:docMk/>
            <pc:sldMk cId="122266075" sldId="2147482060"/>
            <ac:spMk id="71" creationId="{3E4137A2-EE26-F913-1657-978D410B62FE}"/>
          </ac:spMkLst>
        </pc:spChg>
        <pc:spChg chg="del">
          <ac:chgData name="이상익(SANGIK LEE)[sangik62.lee]/책임/제조DX.제조DX솔루션.데이터통합분석팀" userId="13b0a8fe-68ef-4bde-a029-dfa0bba51a13" providerId="ADAL" clId="{8298CA9F-127D-4E91-BFEA-B1412F32C1EF}" dt="2025-11-18T09:44:29.511" v="1" actId="478"/>
          <ac:spMkLst>
            <pc:docMk/>
            <pc:sldMk cId="122266075" sldId="2147482060"/>
            <ac:spMk id="72" creationId="{E3BB57DE-13BA-DF6B-3528-509C91F0722B}"/>
          </ac:spMkLst>
        </pc:spChg>
        <pc:spChg chg="del">
          <ac:chgData name="이상익(SANGIK LEE)[sangik62.lee]/책임/제조DX.제조DX솔루션.데이터통합분석팀" userId="13b0a8fe-68ef-4bde-a029-dfa0bba51a13" providerId="ADAL" clId="{8298CA9F-127D-4E91-BFEA-B1412F32C1EF}" dt="2025-11-18T09:44:29.511" v="1" actId="478"/>
          <ac:spMkLst>
            <pc:docMk/>
            <pc:sldMk cId="122266075" sldId="2147482060"/>
            <ac:spMk id="73" creationId="{97293875-46CE-8E78-1C02-3232BD628B19}"/>
          </ac:spMkLst>
        </pc:spChg>
        <pc:spChg chg="del">
          <ac:chgData name="이상익(SANGIK LEE)[sangik62.lee]/책임/제조DX.제조DX솔루션.데이터통합분석팀" userId="13b0a8fe-68ef-4bde-a029-dfa0bba51a13" providerId="ADAL" clId="{8298CA9F-127D-4E91-BFEA-B1412F32C1EF}" dt="2025-11-18T09:44:29.511" v="1" actId="478"/>
          <ac:spMkLst>
            <pc:docMk/>
            <pc:sldMk cId="122266075" sldId="2147482060"/>
            <ac:spMk id="74" creationId="{28C6694C-79A9-838A-FD16-6DD33E6DE9BA}"/>
          </ac:spMkLst>
        </pc:spChg>
        <pc:spChg chg="del">
          <ac:chgData name="이상익(SANGIK LEE)[sangik62.lee]/책임/제조DX.제조DX솔루션.데이터통합분석팀" userId="13b0a8fe-68ef-4bde-a029-dfa0bba51a13" providerId="ADAL" clId="{8298CA9F-127D-4E91-BFEA-B1412F32C1EF}" dt="2025-11-18T09:44:29.511" v="1" actId="478"/>
          <ac:spMkLst>
            <pc:docMk/>
            <pc:sldMk cId="122266075" sldId="2147482060"/>
            <ac:spMk id="75" creationId="{639396AA-F545-DE78-DCE5-80FB63022CE9}"/>
          </ac:spMkLst>
        </pc:spChg>
        <pc:grp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grpSpMkLst>
            <pc:docMk/>
            <pc:sldMk cId="122266075" sldId="2147482060"/>
            <ac:grpSpMk id="48" creationId="{BB719992-94D3-9AA1-B7CB-99FA12B5C9B1}"/>
          </ac:grpSpMkLst>
        </pc:grpChg>
        <pc:grp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grpSpMkLst>
            <pc:docMk/>
            <pc:sldMk cId="122266075" sldId="2147482060"/>
            <ac:grpSpMk id="53" creationId="{BAA7A9C9-235B-0450-2B42-2FD0DAF1E61E}"/>
          </ac:grpSpMkLst>
        </pc:grpChg>
        <pc:grp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grpSpMkLst>
            <pc:docMk/>
            <pc:sldMk cId="122266075" sldId="2147482060"/>
            <ac:grpSpMk id="62" creationId="{C77BCAE2-B44A-6CA4-AAD7-FB5C5FDAB91F}"/>
          </ac:grpSpMkLst>
        </pc:grpChg>
        <pc:graphicFrameChg chg="mod modGraphic">
          <ac:chgData name="이상익(SANGIK LEE)[sangik62.lee]/책임/제조DX.제조DX솔루션.데이터통합분석팀" userId="13b0a8fe-68ef-4bde-a029-dfa0bba51a13" providerId="ADAL" clId="{8298CA9F-127D-4E91-BFEA-B1412F32C1EF}" dt="2025-11-18T10:04:15.764" v="259" actId="207"/>
          <ac:graphicFrameMkLst>
            <pc:docMk/>
            <pc:sldMk cId="122266075" sldId="2147482060"/>
            <ac:graphicFrameMk id="19" creationId="{3E86696F-E35A-4B06-9B46-63A4A6A986C1}"/>
          </ac:graphicFrameMkLst>
        </pc:graphicFrameChg>
        <pc:graphicFrameChg chg="modGraphic">
          <ac:chgData name="이상익(SANGIK LEE)[sangik62.lee]/책임/제조DX.제조DX솔루션.데이터통합분석팀" userId="13b0a8fe-68ef-4bde-a029-dfa0bba51a13" providerId="ADAL" clId="{8298CA9F-127D-4E91-BFEA-B1412F32C1EF}" dt="2025-11-18T09:44:50.745" v="12" actId="20577"/>
          <ac:graphicFrameMkLst>
            <pc:docMk/>
            <pc:sldMk cId="122266075" sldId="2147482060"/>
            <ac:graphicFrameMk id="33" creationId="{46CD41AF-EF77-4A37-BBE0-962806BE7684}"/>
          </ac:graphicFrameMkLst>
        </pc:graphicFrameChg>
        <pc:picChg chg="del">
          <ac:chgData name="이상익(SANGIK LEE)[sangik62.lee]/책임/제조DX.제조DX솔루션.데이터통합분석팀" userId="13b0a8fe-68ef-4bde-a029-dfa0bba51a13" providerId="ADAL" clId="{8298CA9F-127D-4E91-BFEA-B1412F32C1EF}" dt="2025-11-18T09:44:29.511" v="1" actId="478"/>
          <ac:picMkLst>
            <pc:docMk/>
            <pc:sldMk cId="122266075" sldId="2147482060"/>
            <ac:picMk id="5" creationId="{09812E52-5325-4F79-8FB1-59574905572E}"/>
          </ac:picMkLst>
        </pc:picChg>
        <pc:picChg chg="del">
          <ac:chgData name="이상익(SANGIK LEE)[sangik62.lee]/책임/제조DX.제조DX솔루션.데이터통합분석팀" userId="13b0a8fe-68ef-4bde-a029-dfa0bba51a13" providerId="ADAL" clId="{8298CA9F-127D-4E91-BFEA-B1412F32C1EF}" dt="2025-11-18T09:44:29.511" v="1" actId="478"/>
          <ac:picMkLst>
            <pc:docMk/>
            <pc:sldMk cId="122266075" sldId="2147482060"/>
            <ac:picMk id="7" creationId="{70066DBE-0044-421E-AE4B-1BE7B35E1D73}"/>
          </ac:picMkLst>
        </pc:picChg>
        <pc:picChg chg="del">
          <ac:chgData name="이상익(SANGIK LEE)[sangik62.lee]/책임/제조DX.제조DX솔루션.데이터통합분석팀" userId="13b0a8fe-68ef-4bde-a029-dfa0bba51a13" providerId="ADAL" clId="{8298CA9F-127D-4E91-BFEA-B1412F32C1EF}" dt="2025-11-18T09:44:29.511" v="1" actId="478"/>
          <ac:picMkLst>
            <pc:docMk/>
            <pc:sldMk cId="122266075" sldId="2147482060"/>
            <ac:picMk id="8" creationId="{EB9DE90A-F930-7C32-38D4-CC01BAE16B83}"/>
          </ac:picMkLst>
        </pc:picChg>
        <pc:picChg chg="del">
          <ac:chgData name="이상익(SANGIK LEE)[sangik62.lee]/책임/제조DX.제조DX솔루션.데이터통합분석팀" userId="13b0a8fe-68ef-4bde-a029-dfa0bba51a13" providerId="ADAL" clId="{8298CA9F-127D-4E91-BFEA-B1412F32C1EF}" dt="2025-11-18T09:44:29.511" v="1" actId="478"/>
          <ac:picMkLst>
            <pc:docMk/>
            <pc:sldMk cId="122266075" sldId="2147482060"/>
            <ac:picMk id="16" creationId="{8E1014F1-F55C-4B12-954E-F663B4A55291}"/>
          </ac:picMkLst>
        </pc:picChg>
        <pc:picChg chg="del">
          <ac:chgData name="이상익(SANGIK LEE)[sangik62.lee]/책임/제조DX.제조DX솔루션.데이터통합분석팀" userId="13b0a8fe-68ef-4bde-a029-dfa0bba51a13" providerId="ADAL" clId="{8298CA9F-127D-4E91-BFEA-B1412F32C1EF}" dt="2025-11-18T09:44:29.511" v="1" actId="478"/>
          <ac:picMkLst>
            <pc:docMk/>
            <pc:sldMk cId="122266075" sldId="2147482060"/>
            <ac:picMk id="24" creationId="{A3566181-B64A-B62E-429E-110ED43D0E65}"/>
          </ac:picMkLst>
        </pc:picChg>
        <pc:picChg chg="del">
          <ac:chgData name="이상익(SANGIK LEE)[sangik62.lee]/책임/제조DX.제조DX솔루션.데이터통합분석팀" userId="13b0a8fe-68ef-4bde-a029-dfa0bba51a13" providerId="ADAL" clId="{8298CA9F-127D-4E91-BFEA-B1412F32C1EF}" dt="2025-11-18T09:44:29.511" v="1" actId="478"/>
          <ac:picMkLst>
            <pc:docMk/>
            <pc:sldMk cId="122266075" sldId="2147482060"/>
            <ac:picMk id="25" creationId="{643B4D1F-CFBD-45C8-9ED3-B330D2503FA1}"/>
          </ac:picMkLst>
        </pc:picChg>
        <pc:picChg chg="del">
          <ac:chgData name="이상익(SANGIK LEE)[sangik62.lee]/책임/제조DX.제조DX솔루션.데이터통합분석팀" userId="13b0a8fe-68ef-4bde-a029-dfa0bba51a13" providerId="ADAL" clId="{8298CA9F-127D-4E91-BFEA-B1412F32C1EF}" dt="2025-11-18T09:44:29.511" v="1" actId="478"/>
          <ac:picMkLst>
            <pc:docMk/>
            <pc:sldMk cId="122266075" sldId="2147482060"/>
            <ac:picMk id="27" creationId="{84A6F994-2831-413D-AF90-1F782060D969}"/>
          </ac:picMkLst>
        </pc:picChg>
        <pc:picChg chg="del">
          <ac:chgData name="이상익(SANGIK LEE)[sangik62.lee]/책임/제조DX.제조DX솔루션.데이터통합분석팀" userId="13b0a8fe-68ef-4bde-a029-dfa0bba51a13" providerId="ADAL" clId="{8298CA9F-127D-4E91-BFEA-B1412F32C1EF}" dt="2025-11-18T09:44:29.511" v="1" actId="478"/>
          <ac:picMkLst>
            <pc:docMk/>
            <pc:sldMk cId="122266075" sldId="2147482060"/>
            <ac:picMk id="29" creationId="{2B98F421-0936-4975-9002-28E88C95BD32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picMkLst>
            <pc:docMk/>
            <pc:sldMk cId="122266075" sldId="2147482060"/>
            <ac:picMk id="41" creationId="{AC1A60DC-DBCC-681F-FE38-6C93796C36D3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picMkLst>
            <pc:docMk/>
            <pc:sldMk cId="122266075" sldId="2147482060"/>
            <ac:picMk id="42" creationId="{54916F75-78A0-8016-F7E2-7D2170C28A6D}"/>
          </ac:picMkLst>
        </pc:picChg>
        <pc:picChg chg="del">
          <ac:chgData name="이상익(SANGIK LEE)[sangik62.lee]/책임/제조DX.제조DX솔루션.데이터통합분석팀" userId="13b0a8fe-68ef-4bde-a029-dfa0bba51a13" providerId="ADAL" clId="{8298CA9F-127D-4E91-BFEA-B1412F32C1EF}" dt="2025-11-18T09:44:29.511" v="1" actId="478"/>
          <ac:picMkLst>
            <pc:docMk/>
            <pc:sldMk cId="122266075" sldId="2147482060"/>
            <ac:picMk id="44" creationId="{E857F09C-9C17-1A55-7F33-15744B26B051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picMkLst>
            <pc:docMk/>
            <pc:sldMk cId="122266075" sldId="2147482060"/>
            <ac:picMk id="46" creationId="{5361028B-4EC3-DF49-2DA2-7929364A6CF2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picMkLst>
            <pc:docMk/>
            <pc:sldMk cId="122266075" sldId="2147482060"/>
            <ac:picMk id="47" creationId="{ECFBEEF6-E0F8-616C-672B-01926503B681}"/>
          </ac:picMkLst>
        </pc:picChg>
        <pc:picChg chg="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picMkLst>
            <pc:docMk/>
            <pc:sldMk cId="122266075" sldId="2147482060"/>
            <ac:picMk id="49" creationId="{E14DDEA1-0FE1-01FB-3640-EE3DFC53A210}"/>
          </ac:picMkLst>
        </pc:picChg>
        <pc:picChg chg="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picMkLst>
            <pc:docMk/>
            <pc:sldMk cId="122266075" sldId="2147482060"/>
            <ac:picMk id="50" creationId="{03897E90-E744-157C-4547-15DD9DDFEF61}"/>
          </ac:picMkLst>
        </pc:picChg>
        <pc:picChg chg="del">
          <ac:chgData name="이상익(SANGIK LEE)[sangik62.lee]/책임/제조DX.제조DX솔루션.데이터통합분석팀" userId="13b0a8fe-68ef-4bde-a029-dfa0bba51a13" providerId="ADAL" clId="{8298CA9F-127D-4E91-BFEA-B1412F32C1EF}" dt="2025-11-18T09:44:29.511" v="1" actId="478"/>
          <ac:picMkLst>
            <pc:docMk/>
            <pc:sldMk cId="122266075" sldId="2147482060"/>
            <ac:picMk id="51" creationId="{2252BE5C-1126-974E-03C3-82AEF540C356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picMkLst>
            <pc:docMk/>
            <pc:sldMk cId="122266075" sldId="2147482060"/>
            <ac:picMk id="52" creationId="{4B852F2B-522B-D493-2BBF-CD3F5B0B796B}"/>
          </ac:picMkLst>
        </pc:picChg>
        <pc:picChg chg="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picMkLst>
            <pc:docMk/>
            <pc:sldMk cId="122266075" sldId="2147482060"/>
            <ac:picMk id="54" creationId="{F05239DC-19BD-4FAA-34EE-BE19B010ACDB}"/>
          </ac:picMkLst>
        </pc:picChg>
        <pc:picChg chg="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picMkLst>
            <pc:docMk/>
            <pc:sldMk cId="122266075" sldId="2147482060"/>
            <ac:picMk id="55" creationId="{2E8A06C9-A60C-7CBC-9B1C-F360368223A2}"/>
          </ac:picMkLst>
        </pc:picChg>
        <pc:picChg chg="del">
          <ac:chgData name="이상익(SANGIK LEE)[sangik62.lee]/책임/제조DX.제조DX솔루션.데이터통합분석팀" userId="13b0a8fe-68ef-4bde-a029-dfa0bba51a13" providerId="ADAL" clId="{8298CA9F-127D-4E91-BFEA-B1412F32C1EF}" dt="2025-11-18T09:44:29.511" v="1" actId="478"/>
          <ac:picMkLst>
            <pc:docMk/>
            <pc:sldMk cId="122266075" sldId="2147482060"/>
            <ac:picMk id="56" creationId="{7B1595BD-091E-6097-D1E4-A8E360636719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picMkLst>
            <pc:docMk/>
            <pc:sldMk cId="122266075" sldId="2147482060"/>
            <ac:picMk id="57" creationId="{B28FC04E-AD63-0207-301B-98FF31214EEB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picMkLst>
            <pc:docMk/>
            <pc:sldMk cId="122266075" sldId="2147482060"/>
            <ac:picMk id="58" creationId="{F642B565-1A57-562E-0BEE-59449807E00F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8298CA9F-127D-4E91-BFEA-B1412F32C1EF}" dt="2025-11-18T09:46:36.402" v="101" actId="14100"/>
          <ac:picMkLst>
            <pc:docMk/>
            <pc:sldMk cId="122266075" sldId="2147482060"/>
            <ac:picMk id="61" creationId="{E044ADB2-2398-EEF4-A474-D1EB7299AFD3}"/>
          </ac:picMkLst>
        </pc:picChg>
        <pc:picChg chg="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picMkLst>
            <pc:docMk/>
            <pc:sldMk cId="122266075" sldId="2147482060"/>
            <ac:picMk id="63" creationId="{56DD9EC6-DBFA-98BC-F0F2-2B3D045B1547}"/>
          </ac:picMkLst>
        </pc:picChg>
        <pc:picChg chg="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picMkLst>
            <pc:docMk/>
            <pc:sldMk cId="122266075" sldId="2147482060"/>
            <ac:picMk id="64" creationId="{7E3AED47-B4BF-C2E2-0D28-67F0495FA48B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picMkLst>
            <pc:docMk/>
            <pc:sldMk cId="122266075" sldId="2147482060"/>
            <ac:picMk id="65" creationId="{F586D48D-BD0E-4DB9-74ED-097063B66D73}"/>
          </ac:picMkLst>
        </pc:picChg>
        <pc:picChg chg="del">
          <ac:chgData name="이상익(SANGIK LEE)[sangik62.lee]/책임/제조DX.제조DX솔루션.데이터통합분석팀" userId="13b0a8fe-68ef-4bde-a029-dfa0bba51a13" providerId="ADAL" clId="{8298CA9F-127D-4E91-BFEA-B1412F32C1EF}" dt="2025-11-18T09:44:29.511" v="1" actId="478"/>
          <ac:picMkLst>
            <pc:docMk/>
            <pc:sldMk cId="122266075" sldId="2147482060"/>
            <ac:picMk id="68" creationId="{7CA37BC8-1A9B-477C-B411-91BFB969FF71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8298CA9F-127D-4E91-BFEA-B1412F32C1EF}" dt="2025-11-18T09:44:30.167" v="2"/>
          <ac:picMkLst>
            <pc:docMk/>
            <pc:sldMk cId="122266075" sldId="2147482060"/>
            <ac:picMk id="69" creationId="{393AC1AB-3968-B058-1182-552795758C51}"/>
          </ac:picMkLst>
        </pc:picChg>
        <pc:picChg chg="del">
          <ac:chgData name="이상익(SANGIK LEE)[sangik62.lee]/책임/제조DX.제조DX솔루션.데이터통합분석팀" userId="13b0a8fe-68ef-4bde-a029-dfa0bba51a13" providerId="ADAL" clId="{8298CA9F-127D-4E91-BFEA-B1412F32C1EF}" dt="2025-11-18T09:44:29.511" v="1" actId="478"/>
          <ac:picMkLst>
            <pc:docMk/>
            <pc:sldMk cId="122266075" sldId="2147482060"/>
            <ac:picMk id="83" creationId="{BFCCD2C8-7EB0-99CC-2ABC-A3AA40DEC4CD}"/>
          </ac:picMkLst>
        </pc:picChg>
      </pc:sldChg>
      <pc:sldChg chg="modSp mod">
        <pc:chgData name="이상익(SANGIK LEE)[sangik62.lee]/책임/제조DX.제조DX솔루션.데이터통합분석팀" userId="13b0a8fe-68ef-4bde-a029-dfa0bba51a13" providerId="ADAL" clId="{8298CA9F-127D-4E91-BFEA-B1412F32C1EF}" dt="2025-11-19T00:06:54.505" v="275" actId="20577"/>
        <pc:sldMkLst>
          <pc:docMk/>
          <pc:sldMk cId="1843005666" sldId="2147482119"/>
        </pc:sldMkLst>
        <pc:graphicFrameChg chg="modGraphic">
          <ac:chgData name="이상익(SANGIK LEE)[sangik62.lee]/책임/제조DX.제조DX솔루션.데이터통합분석팀" userId="13b0a8fe-68ef-4bde-a029-dfa0bba51a13" providerId="ADAL" clId="{8298CA9F-127D-4E91-BFEA-B1412F32C1EF}" dt="2025-11-19T00:06:54.505" v="275" actId="20577"/>
          <ac:graphicFrameMkLst>
            <pc:docMk/>
            <pc:sldMk cId="1843005666" sldId="2147482119"/>
            <ac:graphicFrameMk id="9" creationId="{A3D61C03-D55B-4E21-8B1C-3A5E062F1415}"/>
          </ac:graphicFrameMkLst>
        </pc:graphicFrameChg>
      </pc:sldChg>
    </pc:docChg>
  </pc:docChgLst>
  <pc:docChgLst>
    <pc:chgData name="윤병호(Byeongho Yun)[bhyun91]/사원/제조지능화.제조PI.지능화기반.기반구축2팀" userId="32fa0f43-f624-4105-82ae-739587876fc5" providerId="ADAL" clId="{46FD019B-AE5E-4232-95DD-7A269D7E3546}"/>
    <pc:docChg chg="undo custSel modSld">
      <pc:chgData name="윤병호(Byeongho Yun)[bhyun91]/사원/제조지능화.제조PI.지능화기반.기반구축2팀" userId="32fa0f43-f624-4105-82ae-739587876fc5" providerId="ADAL" clId="{46FD019B-AE5E-4232-95DD-7A269D7E3546}" dt="2025-11-25T07:16:58.502" v="4309" actId="20577"/>
      <pc:docMkLst>
        <pc:docMk/>
      </pc:docMkLst>
      <pc:sldChg chg="delSp modSp">
        <pc:chgData name="윤병호(Byeongho Yun)[bhyun91]/사원/제조지능화.제조PI.지능화기반.기반구축2팀" userId="32fa0f43-f624-4105-82ae-739587876fc5" providerId="ADAL" clId="{46FD019B-AE5E-4232-95DD-7A269D7E3546}" dt="2025-11-25T06:41:07.368" v="4155" actId="20577"/>
        <pc:sldMkLst>
          <pc:docMk/>
          <pc:sldMk cId="2559780372" sldId="2147481944"/>
        </pc:sldMkLst>
        <pc:spChg chg="del">
          <ac:chgData name="윤병호(Byeongho Yun)[bhyun91]/사원/제조지능화.제조PI.지능화기반.기반구축2팀" userId="32fa0f43-f624-4105-82ae-739587876fc5" providerId="ADAL" clId="{46FD019B-AE5E-4232-95DD-7A269D7E3546}" dt="2025-11-25T01:00:43.509" v="363" actId="478"/>
          <ac:spMkLst>
            <pc:docMk/>
            <pc:sldMk cId="2559780372" sldId="2147481944"/>
            <ac:spMk id="12" creationId="{AF9CA680-6295-49E1-BD5F-5505FAB214B8}"/>
          </ac:spMkLst>
        </pc:spChg>
        <pc:spChg chg="mod">
          <ac:chgData name="윤병호(Byeongho Yun)[bhyun91]/사원/제조지능화.제조PI.지능화기반.기반구축2팀" userId="32fa0f43-f624-4105-82ae-739587876fc5" providerId="ADAL" clId="{46FD019B-AE5E-4232-95DD-7A269D7E3546}" dt="2025-11-25T04:56:02.931" v="4147" actId="20577"/>
          <ac:spMkLst>
            <pc:docMk/>
            <pc:sldMk cId="2559780372" sldId="2147481944"/>
            <ac:spMk id="15" creationId="{283663EA-C7B0-434A-9ECD-E1EE37F619AF}"/>
          </ac:spMkLst>
        </pc:spChg>
        <pc:spChg chg="mod">
          <ac:chgData name="윤병호(Byeongho Yun)[bhyun91]/사원/제조지능화.제조PI.지능화기반.기반구축2팀" userId="32fa0f43-f624-4105-82ae-739587876fc5" providerId="ADAL" clId="{46FD019B-AE5E-4232-95DD-7A269D7E3546}" dt="2025-11-25T00:58:54.852" v="359" actId="1076"/>
          <ac:spMkLst>
            <pc:docMk/>
            <pc:sldMk cId="2559780372" sldId="2147481944"/>
            <ac:spMk id="19" creationId="{2E578BFA-4F52-473A-8A6A-891E8673C473}"/>
          </ac:spMkLst>
        </pc:spChg>
        <pc:spChg chg="mod">
          <ac:chgData name="윤병호(Byeongho Yun)[bhyun91]/사원/제조지능화.제조PI.지능화기반.기반구축2팀" userId="32fa0f43-f624-4105-82ae-739587876fc5" providerId="ADAL" clId="{46FD019B-AE5E-4232-95DD-7A269D7E3546}" dt="2025-11-25T00:58:54.852" v="359" actId="1076"/>
          <ac:spMkLst>
            <pc:docMk/>
            <pc:sldMk cId="2559780372" sldId="2147481944"/>
            <ac:spMk id="21" creationId="{56504C36-E416-4555-A91B-93214BBA4B92}"/>
          </ac:spMkLst>
        </pc:spChg>
        <pc:spChg chg="mod">
          <ac:chgData name="윤병호(Byeongho Yun)[bhyun91]/사원/제조지능화.제조PI.지능화기반.기반구축2팀" userId="32fa0f43-f624-4105-82ae-739587876fc5" providerId="ADAL" clId="{46FD019B-AE5E-4232-95DD-7A269D7E3546}" dt="2025-11-25T00:55:17.132" v="7" actId="20577"/>
          <ac:spMkLst>
            <pc:docMk/>
            <pc:sldMk cId="2559780372" sldId="2147481944"/>
            <ac:spMk id="22" creationId="{81B17DB2-3DCC-4A8F-9347-F9695BEF8B6D}"/>
          </ac:spMkLst>
        </pc:spChg>
        <pc:graphicFrameChg chg="mod modGraphic">
          <ac:chgData name="윤병호(Byeongho Yun)[bhyun91]/사원/제조지능화.제조PI.지능화기반.기반구축2팀" userId="32fa0f43-f624-4105-82ae-739587876fc5" providerId="ADAL" clId="{46FD019B-AE5E-4232-95DD-7A269D7E3546}" dt="2025-11-25T06:41:07.368" v="4155" actId="20577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  <pc:graphicFrameChg chg="mod">
          <ac:chgData name="윤병호(Byeongho Yun)[bhyun91]/사원/제조지능화.제조PI.지능화기반.기반구축2팀" userId="32fa0f43-f624-4105-82ae-739587876fc5" providerId="ADAL" clId="{46FD019B-AE5E-4232-95DD-7A269D7E3546}" dt="2025-11-25T00:58:54.852" v="359" actId="1076"/>
          <ac:graphicFrameMkLst>
            <pc:docMk/>
            <pc:sldMk cId="2559780372" sldId="2147481944"/>
            <ac:graphicFrameMk id="14" creationId="{C0FEE8D4-249E-4A1E-A47A-4401A1E7C448}"/>
          </ac:graphicFrameMkLst>
        </pc:graphicFrameChg>
      </pc:sldChg>
      <pc:sldChg chg="delSp modSp">
        <pc:chgData name="윤병호(Byeongho Yun)[bhyun91]/사원/제조지능화.제조PI.지능화기반.기반구축2팀" userId="32fa0f43-f624-4105-82ae-739587876fc5" providerId="ADAL" clId="{46FD019B-AE5E-4232-95DD-7A269D7E3546}" dt="2025-11-25T07:16:58.502" v="4309" actId="20577"/>
        <pc:sldMkLst>
          <pc:docMk/>
          <pc:sldMk cId="863012316" sldId="2147482046"/>
        </pc:sldMkLst>
        <pc:spChg chg="del">
          <ac:chgData name="윤병호(Byeongho Yun)[bhyun91]/사원/제조지능화.제조PI.지능화기반.기반구축2팀" userId="32fa0f43-f624-4105-82ae-739587876fc5" providerId="ADAL" clId="{46FD019B-AE5E-4232-95DD-7A269D7E3546}" dt="2025-11-25T02:41:20.307" v="1911" actId="478"/>
          <ac:spMkLst>
            <pc:docMk/>
            <pc:sldMk cId="863012316" sldId="2147482046"/>
            <ac:spMk id="22" creationId="{505B5C8C-0005-4C31-BDD9-32B083421F67}"/>
          </ac:spMkLst>
        </pc:spChg>
        <pc:spChg chg="mod">
          <ac:chgData name="윤병호(Byeongho Yun)[bhyun91]/사원/제조지능화.제조PI.지능화기반.기반구축2팀" userId="32fa0f43-f624-4105-82ae-739587876fc5" providerId="ADAL" clId="{46FD019B-AE5E-4232-95DD-7A269D7E3546}" dt="2025-11-25T04:33:54.144" v="3852" actId="1076"/>
          <ac:spMkLst>
            <pc:docMk/>
            <pc:sldMk cId="863012316" sldId="2147482046"/>
            <ac:spMk id="58" creationId="{F2331789-FEC8-45FE-8F7A-D6ABFF734719}"/>
          </ac:spMkLst>
        </pc:spChg>
        <pc:spChg chg="del mod">
          <ac:chgData name="윤병호(Byeongho Yun)[bhyun91]/사원/제조지능화.제조PI.지능화기반.기반구축2팀" userId="32fa0f43-f624-4105-82ae-739587876fc5" providerId="ADAL" clId="{46FD019B-AE5E-4232-95DD-7A269D7E3546}" dt="2025-11-25T04:31:50.350" v="3648" actId="478"/>
          <ac:spMkLst>
            <pc:docMk/>
            <pc:sldMk cId="863012316" sldId="2147482046"/>
            <ac:spMk id="59" creationId="{74E6BC2D-72A7-4557-8795-9662B7AC276C}"/>
          </ac:spMkLst>
        </pc:spChg>
        <pc:spChg chg="mod">
          <ac:chgData name="윤병호(Byeongho Yun)[bhyun91]/사원/제조지능화.제조PI.지능화기반.기반구축2팀" userId="32fa0f43-f624-4105-82ae-739587876fc5" providerId="ADAL" clId="{46FD019B-AE5E-4232-95DD-7A269D7E3546}" dt="2025-11-25T02:42:02.767" v="1929" actId="20577"/>
          <ac:spMkLst>
            <pc:docMk/>
            <pc:sldMk cId="863012316" sldId="2147482046"/>
            <ac:spMk id="63" creationId="{F7E9B123-1E21-48F6-86C5-2777566B3419}"/>
          </ac:spMkLst>
        </pc:spChg>
        <pc:grpChg chg="mod">
          <ac:chgData name="윤병호(Byeongho Yun)[bhyun91]/사원/제조지능화.제조PI.지능화기반.기반구축2팀" userId="32fa0f43-f624-4105-82ae-739587876fc5" providerId="ADAL" clId="{46FD019B-AE5E-4232-95DD-7A269D7E3546}" dt="2025-11-25T02:44:39.348" v="2313" actId="1076"/>
          <ac:grpSpMkLst>
            <pc:docMk/>
            <pc:sldMk cId="863012316" sldId="2147482046"/>
            <ac:grpSpMk id="16" creationId="{EBEBA6D1-3187-4E2E-8242-D9FD8CAB6FCA}"/>
          </ac:grpSpMkLst>
        </pc:grpChg>
        <pc:graphicFrameChg chg="mod modGraphic">
          <ac:chgData name="윤병호(Byeongho Yun)[bhyun91]/사원/제조지능화.제조PI.지능화기반.기반구축2팀" userId="32fa0f43-f624-4105-82ae-739587876fc5" providerId="ADAL" clId="{46FD019B-AE5E-4232-95DD-7A269D7E3546}" dt="2025-11-25T07:16:58.502" v="4309" actId="20577"/>
          <ac:graphicFrameMkLst>
            <pc:docMk/>
            <pc:sldMk cId="863012316" sldId="2147482046"/>
            <ac:graphicFrameMk id="7" creationId="{3E86696F-E35A-4B06-9B46-63A4A6A986C1}"/>
          </ac:graphicFrameMkLst>
        </pc:graphicFrameChg>
        <pc:graphicFrameChg chg="mod">
          <ac:chgData name="윤병호(Byeongho Yun)[bhyun91]/사원/제조지능화.제조PI.지능화기반.기반구축2팀" userId="32fa0f43-f624-4105-82ae-739587876fc5" providerId="ADAL" clId="{46FD019B-AE5E-4232-95DD-7A269D7E3546}" dt="2025-11-25T02:44:39.348" v="2313" actId="1076"/>
          <ac:graphicFrameMkLst>
            <pc:docMk/>
            <pc:sldMk cId="863012316" sldId="2147482046"/>
            <ac:graphicFrameMk id="14" creationId="{C0FEE8D4-249E-4A1E-A47A-4401A1E7C448}"/>
          </ac:graphicFrameMkLst>
        </pc:graphicFrameChg>
        <pc:graphicFrameChg chg="mod modGraphic">
          <ac:chgData name="윤병호(Byeongho Yun)[bhyun91]/사원/제조지능화.제조PI.지능화기반.기반구축2팀" userId="32fa0f43-f624-4105-82ae-739587876fc5" providerId="ADAL" clId="{46FD019B-AE5E-4232-95DD-7A269D7E3546}" dt="2025-11-25T06:39:21.725" v="4154" actId="14734"/>
          <ac:graphicFrameMkLst>
            <pc:docMk/>
            <pc:sldMk cId="863012316" sldId="2147482046"/>
            <ac:graphicFrameMk id="60" creationId="{499311D7-9307-4912-8265-D228438D7B30}"/>
          </ac:graphicFrameMkLst>
        </pc:graphicFrameChg>
      </pc:sldChg>
    </pc:docChg>
  </pc:docChgLst>
  <pc:docChgLst>
    <pc:chgData name="박소영(SOYOUNG PARK)[edtsol_sy32]/사원/제조DX.제조DX솔루션.셀추적기술팀" userId="dc270099-6f2c-44e3-856c-ca44e2079083" providerId="ADAL" clId="{939A3D7F-360A-4774-BC68-2742725CEA50}"/>
    <pc:docChg chg="undo custSel modSld sldOrd">
      <pc:chgData name="박소영(SOYOUNG PARK)[edtsol_sy32]/사원/제조DX.제조DX솔루션.셀추적기술팀" userId="dc270099-6f2c-44e3-856c-ca44e2079083" providerId="ADAL" clId="{939A3D7F-360A-4774-BC68-2742725CEA50}" dt="2025-12-10T01:23:38.488" v="3741" actId="20577"/>
      <pc:docMkLst>
        <pc:docMk/>
      </pc:docMkLst>
      <pc:sldChg chg="addSp delSp modSp mod">
        <pc:chgData name="박소영(SOYOUNG PARK)[edtsol_sy32]/사원/제조DX.제조DX솔루션.셀추적기술팀" userId="dc270099-6f2c-44e3-856c-ca44e2079083" providerId="ADAL" clId="{939A3D7F-360A-4774-BC68-2742725CEA50}" dt="2025-12-10T01:23:38.488" v="3741" actId="20577"/>
        <pc:sldMkLst>
          <pc:docMk/>
          <pc:sldMk cId="360237742" sldId="2147481816"/>
        </pc:sldMkLst>
        <pc:spChg chg="add mod">
          <ac:chgData name="박소영(SOYOUNG PARK)[edtsol_sy32]/사원/제조DX.제조DX솔루션.셀추적기술팀" userId="dc270099-6f2c-44e3-856c-ca44e2079083" providerId="ADAL" clId="{939A3D7F-360A-4774-BC68-2742725CEA50}" dt="2025-12-09T12:33:52.299" v="1328" actId="1036"/>
          <ac:spMkLst>
            <pc:docMk/>
            <pc:sldMk cId="360237742" sldId="2147481816"/>
            <ac:spMk id="2" creationId="{9BE62575-9EB6-09F7-59C0-884A8C1E710E}"/>
          </ac:spMkLst>
        </pc:spChg>
        <pc:spChg chg="del">
          <ac:chgData name="박소영(SOYOUNG PARK)[edtsol_sy32]/사원/제조DX.제조DX솔루션.셀추적기술팀" userId="dc270099-6f2c-44e3-856c-ca44e2079083" providerId="ADAL" clId="{939A3D7F-360A-4774-BC68-2742725CEA50}" dt="2025-12-09T08:40:23.351" v="208" actId="478"/>
          <ac:spMkLst>
            <pc:docMk/>
            <pc:sldMk cId="360237742" sldId="2147481816"/>
            <ac:spMk id="28" creationId="{07CDA242-1663-4DB9-9645-ACC210072059}"/>
          </ac:spMkLst>
        </pc:spChg>
        <pc:spChg chg="mod">
          <ac:chgData name="박소영(SOYOUNG PARK)[edtsol_sy32]/사원/제조DX.제조DX솔루션.셀추적기술팀" userId="dc270099-6f2c-44e3-856c-ca44e2079083" providerId="ADAL" clId="{939A3D7F-360A-4774-BC68-2742725CEA50}" dt="2025-12-10T01:21:00.488" v="3681" actId="20577"/>
          <ac:spMkLst>
            <pc:docMk/>
            <pc:sldMk cId="360237742" sldId="2147481816"/>
            <ac:spMk id="30" creationId="{841F260E-2446-4BD2-9C2C-4CD7B0E3EB2C}"/>
          </ac:spMkLst>
        </pc:spChg>
        <pc:spChg chg="mod">
          <ac:chgData name="박소영(SOYOUNG PARK)[edtsol_sy32]/사원/제조DX.제조DX솔루션.셀추적기술팀" userId="dc270099-6f2c-44e3-856c-ca44e2079083" providerId="ADAL" clId="{939A3D7F-360A-4774-BC68-2742725CEA50}" dt="2025-12-10T01:14:36.121" v="3646" actId="1037"/>
          <ac:spMkLst>
            <pc:docMk/>
            <pc:sldMk cId="360237742" sldId="2147481816"/>
            <ac:spMk id="35" creationId="{FCD1BE7B-3EED-4AD2-A331-755B8C35CF1E}"/>
          </ac:spMkLst>
        </pc:spChg>
        <pc:grpChg chg="mod">
          <ac:chgData name="박소영(SOYOUNG PARK)[edtsol_sy32]/사원/제조DX.제조DX솔루션.셀추적기술팀" userId="dc270099-6f2c-44e3-856c-ca44e2079083" providerId="ADAL" clId="{939A3D7F-360A-4774-BC68-2742725CEA50}" dt="2025-12-09T12:30:43.943" v="1301" actId="1036"/>
          <ac:grpSpMkLst>
            <pc:docMk/>
            <pc:sldMk cId="360237742" sldId="2147481816"/>
            <ac:grpSpMk id="43" creationId="{20E1E280-E49F-4D84-8C99-F911AE0B1153}"/>
          </ac:grpSpMkLst>
        </pc:grpChg>
        <pc:grpChg chg="mod">
          <ac:chgData name="박소영(SOYOUNG PARK)[edtsol_sy32]/사원/제조DX.제조DX솔루션.셀추적기술팀" userId="dc270099-6f2c-44e3-856c-ca44e2079083" providerId="ADAL" clId="{939A3D7F-360A-4774-BC68-2742725CEA50}" dt="2025-12-09T12:30:43.943" v="1301" actId="1036"/>
          <ac:grpSpMkLst>
            <pc:docMk/>
            <pc:sldMk cId="360237742" sldId="2147481816"/>
            <ac:grpSpMk id="46" creationId="{F5961107-5A4C-4298-A3B3-6DDF81572673}"/>
          </ac:grpSpMkLst>
        </pc:grpChg>
        <pc:graphicFrameChg chg="add mod modGraphic">
          <ac:chgData name="박소영(SOYOUNG PARK)[edtsol_sy32]/사원/제조DX.제조DX솔루션.셀추적기술팀" userId="dc270099-6f2c-44e3-856c-ca44e2079083" providerId="ADAL" clId="{939A3D7F-360A-4774-BC68-2742725CEA50}" dt="2025-12-09T12:33:52.299" v="1328" actId="1036"/>
          <ac:graphicFrameMkLst>
            <pc:docMk/>
            <pc:sldMk cId="360237742" sldId="2147481816"/>
            <ac:graphicFrameMk id="6" creationId="{E8A9E737-8191-D8CD-90D8-26CBA6B55AB2}"/>
          </ac:graphicFrameMkLst>
        </pc:graphicFrameChg>
        <pc:graphicFrameChg chg="mod modGraphic">
          <ac:chgData name="박소영(SOYOUNG PARK)[edtsol_sy32]/사원/제조DX.제조DX솔루션.셀추적기술팀" userId="dc270099-6f2c-44e3-856c-ca44e2079083" providerId="ADAL" clId="{939A3D7F-360A-4774-BC68-2742725CEA50}" dt="2025-12-10T01:23:38.488" v="3741" actId="20577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  <pc:graphicFrameChg chg="del">
          <ac:chgData name="박소영(SOYOUNG PARK)[edtsol_sy32]/사원/제조DX.제조DX솔루션.셀추적기술팀" userId="dc270099-6f2c-44e3-856c-ca44e2079083" providerId="ADAL" clId="{939A3D7F-360A-4774-BC68-2742725CEA50}" dt="2025-12-09T08:40:23.351" v="208" actId="478"/>
          <ac:graphicFrameMkLst>
            <pc:docMk/>
            <pc:sldMk cId="360237742" sldId="2147481816"/>
            <ac:graphicFrameMk id="32" creationId="{8D2BD204-B9A8-4BEB-8410-BFFEBEA50504}"/>
          </ac:graphicFrameMkLst>
        </pc:graphicFrameChg>
        <pc:graphicFrameChg chg="mod">
          <ac:chgData name="박소영(SOYOUNG PARK)[edtsol_sy32]/사원/제조DX.제조DX솔루션.셀추적기술팀" userId="dc270099-6f2c-44e3-856c-ca44e2079083" providerId="ADAL" clId="{939A3D7F-360A-4774-BC68-2742725CEA50}" dt="2025-12-09T12:30:52.407" v="1303" actId="1036"/>
          <ac:graphicFrameMkLst>
            <pc:docMk/>
            <pc:sldMk cId="360237742" sldId="2147481816"/>
            <ac:graphicFrameMk id="42" creationId="{C5A97D0D-A6FC-4588-93AA-E7679582C9D3}"/>
          </ac:graphicFrameMkLst>
        </pc:graphicFrameChg>
      </pc:sldChg>
      <pc:sldChg chg="modSp mod">
        <pc:chgData name="박소영(SOYOUNG PARK)[edtsol_sy32]/사원/제조DX.제조DX솔루션.셀추적기술팀" userId="dc270099-6f2c-44e3-856c-ca44e2079083" providerId="ADAL" clId="{939A3D7F-360A-4774-BC68-2742725CEA50}" dt="2025-12-10T01:01:00.508" v="3365" actId="20577"/>
        <pc:sldMkLst>
          <pc:docMk/>
          <pc:sldMk cId="1726257096" sldId="2147481882"/>
        </pc:sldMkLst>
        <pc:graphicFrameChg chg="mod modGraphic">
          <ac:chgData name="박소영(SOYOUNG PARK)[edtsol_sy32]/사원/제조DX.제조DX솔루션.셀추적기술팀" userId="dc270099-6f2c-44e3-856c-ca44e2079083" providerId="ADAL" clId="{939A3D7F-360A-4774-BC68-2742725CEA50}" dt="2025-12-10T01:01:00.508" v="3365" actId="2057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modSp mod ord">
        <pc:chgData name="박소영(SOYOUNG PARK)[edtsol_sy32]/사원/제조DX.제조DX솔루션.셀추적기술팀" userId="dc270099-6f2c-44e3-856c-ca44e2079083" providerId="ADAL" clId="{939A3D7F-360A-4774-BC68-2742725CEA50}" dt="2025-12-10T00:33:32.515" v="3281" actId="207"/>
        <pc:sldMkLst>
          <pc:docMk/>
          <pc:sldMk cId="3355826466" sldId="2147481908"/>
        </pc:sldMkLst>
        <pc:spChg chg="mod">
          <ac:chgData name="박소영(SOYOUNG PARK)[edtsol_sy32]/사원/제조DX.제조DX솔루션.셀추적기술팀" userId="dc270099-6f2c-44e3-856c-ca44e2079083" providerId="ADAL" clId="{939A3D7F-360A-4774-BC68-2742725CEA50}" dt="2025-12-10T00:32:16.927" v="3202"/>
          <ac:spMkLst>
            <pc:docMk/>
            <pc:sldMk cId="3355826466" sldId="2147481908"/>
            <ac:spMk id="19" creationId="{5352E5F4-D151-4C3D-9E5F-99A1B7FDF265}"/>
          </ac:spMkLst>
        </pc:spChg>
        <pc:spChg chg="mod">
          <ac:chgData name="박소영(SOYOUNG PARK)[edtsol_sy32]/사원/제조DX.제조DX솔루션.셀추적기술팀" userId="dc270099-6f2c-44e3-856c-ca44e2079083" providerId="ADAL" clId="{939A3D7F-360A-4774-BC68-2742725CEA50}" dt="2025-12-09T08:19:58.252" v="2" actId="20577"/>
          <ac:spMkLst>
            <pc:docMk/>
            <pc:sldMk cId="3355826466" sldId="2147481908"/>
            <ac:spMk id="23" creationId="{02417012-9580-4148-8D51-88FF8C380FC9}"/>
          </ac:spMkLst>
        </pc:spChg>
        <pc:spChg chg="mod">
          <ac:chgData name="박소영(SOYOUNG PARK)[edtsol_sy32]/사원/제조DX.제조DX솔루션.셀추적기술팀" userId="dc270099-6f2c-44e3-856c-ca44e2079083" providerId="ADAL" clId="{939A3D7F-360A-4774-BC68-2742725CEA50}" dt="2025-12-09T08:25:22.009" v="18" actId="20577"/>
          <ac:spMkLst>
            <pc:docMk/>
            <pc:sldMk cId="3355826466" sldId="2147481908"/>
            <ac:spMk id="25" creationId="{C8DE12DC-233A-4C92-A710-D62A52F714FC}"/>
          </ac:spMkLst>
        </pc:spChg>
        <pc:spChg chg="mod">
          <ac:chgData name="박소영(SOYOUNG PARK)[edtsol_sy32]/사원/제조DX.제조DX솔루션.셀추적기술팀" userId="dc270099-6f2c-44e3-856c-ca44e2079083" providerId="ADAL" clId="{939A3D7F-360A-4774-BC68-2742725CEA50}" dt="2025-12-09T08:33:42.738" v="107" actId="20577"/>
          <ac:spMkLst>
            <pc:docMk/>
            <pc:sldMk cId="3355826466" sldId="2147481908"/>
            <ac:spMk id="29" creationId="{370BFE1F-97F3-4D49-B90B-F596820374C6}"/>
          </ac:spMkLst>
        </pc:spChg>
        <pc:graphicFrameChg chg="mod modGraphic">
          <ac:chgData name="박소영(SOYOUNG PARK)[edtsol_sy32]/사원/제조DX.제조DX솔루션.셀추적기술팀" userId="dc270099-6f2c-44e3-856c-ca44e2079083" providerId="ADAL" clId="{939A3D7F-360A-4774-BC68-2742725CEA50}" dt="2025-12-10T00:33:32.515" v="3281" actId="207"/>
          <ac:graphicFrameMkLst>
            <pc:docMk/>
            <pc:sldMk cId="3355826466" sldId="2147481908"/>
            <ac:graphicFrameMk id="22" creationId="{87B4D5F0-BF4D-4C5D-9F6A-CB9792895DFC}"/>
          </ac:graphicFrameMkLst>
        </pc:graphicFrameChg>
        <pc:graphicFrameChg chg="modGraphic">
          <ac:chgData name="박소영(SOYOUNG PARK)[edtsol_sy32]/사원/제조DX.제조DX솔루션.셀추적기술팀" userId="dc270099-6f2c-44e3-856c-ca44e2079083" providerId="ADAL" clId="{939A3D7F-360A-4774-BC68-2742725CEA50}" dt="2025-12-09T08:36:09.090" v="165" actId="20577"/>
          <ac:graphicFrameMkLst>
            <pc:docMk/>
            <pc:sldMk cId="3355826466" sldId="2147481908"/>
            <ac:graphicFrameMk id="28" creationId="{CB7C8ED2-6454-4522-9F1D-79913C2E5AE6}"/>
          </ac:graphicFrameMkLst>
        </pc:graphicFrameChg>
      </pc:sldChg>
      <pc:sldChg chg="delSp modSp mod">
        <pc:chgData name="박소영(SOYOUNG PARK)[edtsol_sy32]/사원/제조DX.제조DX솔루션.셀추적기술팀" userId="dc270099-6f2c-44e3-856c-ca44e2079083" providerId="ADAL" clId="{939A3D7F-360A-4774-BC68-2742725CEA50}" dt="2025-12-10T00:28:51.244" v="2933" actId="20577"/>
        <pc:sldMkLst>
          <pc:docMk/>
          <pc:sldMk cId="1439661179" sldId="2147481935"/>
        </pc:sldMkLst>
        <pc:spChg chg="mod">
          <ac:chgData name="박소영(SOYOUNG PARK)[edtsol_sy32]/사원/제조DX.제조DX솔루션.셀추적기술팀" userId="dc270099-6f2c-44e3-856c-ca44e2079083" providerId="ADAL" clId="{939A3D7F-360A-4774-BC68-2742725CEA50}" dt="2025-12-10T00:23:17.901" v="2788" actId="1035"/>
          <ac:spMkLst>
            <pc:docMk/>
            <pc:sldMk cId="1439661179" sldId="2147481935"/>
            <ac:spMk id="19" creationId="{552CE646-E154-4F0D-B95E-5AA162797437}"/>
          </ac:spMkLst>
        </pc:spChg>
        <pc:spChg chg="mod">
          <ac:chgData name="박소영(SOYOUNG PARK)[edtsol_sy32]/사원/제조DX.제조DX솔루션.셀추적기술팀" userId="dc270099-6f2c-44e3-856c-ca44e2079083" providerId="ADAL" clId="{939A3D7F-360A-4774-BC68-2742725CEA50}" dt="2025-12-10T00:22:48.194" v="2787" actId="20577"/>
          <ac:spMkLst>
            <pc:docMk/>
            <pc:sldMk cId="1439661179" sldId="2147481935"/>
            <ac:spMk id="22" creationId="{81B17DB2-3DCC-4A8F-9347-F9695BEF8B6D}"/>
          </ac:spMkLst>
        </pc:spChg>
        <pc:spChg chg="mod">
          <ac:chgData name="박소영(SOYOUNG PARK)[edtsol_sy32]/사원/제조DX.제조DX솔루션.셀추적기술팀" userId="dc270099-6f2c-44e3-856c-ca44e2079083" providerId="ADAL" clId="{939A3D7F-360A-4774-BC68-2742725CEA50}" dt="2025-12-10T00:21:32.893" v="2774" actId="1076"/>
          <ac:spMkLst>
            <pc:docMk/>
            <pc:sldMk cId="1439661179" sldId="2147481935"/>
            <ac:spMk id="23" creationId="{19A03E30-EDAB-43B2-BF97-4ED0E4BFC248}"/>
          </ac:spMkLst>
        </pc:spChg>
        <pc:spChg chg="del mod">
          <ac:chgData name="박소영(SOYOUNG PARK)[edtsol_sy32]/사원/제조DX.제조DX솔루션.셀추적기술팀" userId="dc270099-6f2c-44e3-856c-ca44e2079083" providerId="ADAL" clId="{939A3D7F-360A-4774-BC68-2742725CEA50}" dt="2025-12-10T00:22:19.320" v="2780" actId="478"/>
          <ac:spMkLst>
            <pc:docMk/>
            <pc:sldMk cId="1439661179" sldId="2147481935"/>
            <ac:spMk id="24" creationId="{96AB37A3-4202-4F33-9D3C-A1804BA68B6B}"/>
          </ac:spMkLst>
        </pc:spChg>
        <pc:spChg chg="mod">
          <ac:chgData name="박소영(SOYOUNG PARK)[edtsol_sy32]/사원/제조DX.제조DX솔루션.셀추적기술팀" userId="dc270099-6f2c-44e3-856c-ca44e2079083" providerId="ADAL" clId="{939A3D7F-360A-4774-BC68-2742725CEA50}" dt="2025-12-10T00:22:36.488" v="2781" actId="1076"/>
          <ac:spMkLst>
            <pc:docMk/>
            <pc:sldMk cId="1439661179" sldId="2147481935"/>
            <ac:spMk id="25" creationId="{A619118C-13BF-4076-AB45-6C1F366CFAFE}"/>
          </ac:spMkLst>
        </pc:spChg>
        <pc:spChg chg="mod">
          <ac:chgData name="박소영(SOYOUNG PARK)[edtsol_sy32]/사원/제조DX.제조DX솔루션.셀추적기술팀" userId="dc270099-6f2c-44e3-856c-ca44e2079083" providerId="ADAL" clId="{939A3D7F-360A-4774-BC68-2742725CEA50}" dt="2025-12-10T00:23:23.964" v="2789" actId="1036"/>
          <ac:spMkLst>
            <pc:docMk/>
            <pc:sldMk cId="1439661179" sldId="2147481935"/>
            <ac:spMk id="36" creationId="{7575BC7A-779A-48A5-9CC1-6FB166577712}"/>
          </ac:spMkLst>
        </pc:spChg>
        <pc:spChg chg="mod">
          <ac:chgData name="박소영(SOYOUNG PARK)[edtsol_sy32]/사원/제조DX.제조DX솔루션.셀추적기술팀" userId="dc270099-6f2c-44e3-856c-ca44e2079083" providerId="ADAL" clId="{939A3D7F-360A-4774-BC68-2742725CEA50}" dt="2025-12-10T00:22:08.140" v="2778" actId="1076"/>
          <ac:spMkLst>
            <pc:docMk/>
            <pc:sldMk cId="1439661179" sldId="2147481935"/>
            <ac:spMk id="43" creationId="{F77DAC82-1D6E-423F-8106-7C20D1228B25}"/>
          </ac:spMkLst>
        </pc:spChg>
        <pc:graphicFrameChg chg="mod modGraphic">
          <ac:chgData name="박소영(SOYOUNG PARK)[edtsol_sy32]/사원/제조DX.제조DX솔루션.셀추적기술팀" userId="dc270099-6f2c-44e3-856c-ca44e2079083" providerId="ADAL" clId="{939A3D7F-360A-4774-BC68-2742725CEA50}" dt="2025-12-10T00:28:51.244" v="2933" actId="20577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</pc:docChg>
  </pc:docChgLst>
  <pc:docChgLst>
    <pc:chgData name="조현우(HYEONWOO CHO)[recoiner]/선임/제조DX.제조DX솔루션.셀추적기술팀" userId="S::recoiner@lgensol.com::c7996fdb-9092-4875-8c6f-a0f02242852c" providerId="AD" clId="Web-{177A54EB-D20E-4FC8-A1F7-A946303050FB}"/>
    <pc:docChg chg="modSld">
      <pc:chgData name="조현우(HYEONWOO CHO)[recoiner]/선임/제조DX.제조DX솔루션.셀추적기술팀" userId="S::recoiner@lgensol.com::c7996fdb-9092-4875-8c6f-a0f02242852c" providerId="AD" clId="Web-{177A54EB-D20E-4FC8-A1F7-A946303050FB}" dt="2025-10-21T09:23:19.004" v="556" actId="1076"/>
      <pc:docMkLst>
        <pc:docMk/>
      </pc:docMkLst>
      <pc:sldChg chg="addSp modSp">
        <pc:chgData name="조현우(HYEONWOO CHO)[recoiner]/선임/제조DX.제조DX솔루션.셀추적기술팀" userId="S::recoiner@lgensol.com::c7996fdb-9092-4875-8c6f-a0f02242852c" providerId="AD" clId="Web-{177A54EB-D20E-4FC8-A1F7-A946303050FB}" dt="2025-10-21T09:23:19.004" v="556" actId="1076"/>
        <pc:sldMkLst>
          <pc:docMk/>
          <pc:sldMk cId="2105941167" sldId="2117"/>
        </pc:sldMkLst>
      </pc:sldChg>
      <pc:sldChg chg="addSp modSp">
        <pc:chgData name="조현우(HYEONWOO CHO)[recoiner]/선임/제조DX.제조DX솔루션.셀추적기술팀" userId="S::recoiner@lgensol.com::c7996fdb-9092-4875-8c6f-a0f02242852c" providerId="AD" clId="Web-{177A54EB-D20E-4FC8-A1F7-A946303050FB}" dt="2025-10-21T09:20:04.200" v="411" actId="20577"/>
        <pc:sldMkLst>
          <pc:docMk/>
          <pc:sldMk cId="2808239855" sldId="2147481841"/>
        </pc:sldMkLst>
        <pc:spChg chg="mod">
          <ac:chgData name="조현우(HYEONWOO CHO)[recoiner]/선임/제조DX.제조DX솔루션.셀추적기술팀" userId="S::recoiner@lgensol.com::c7996fdb-9092-4875-8c6f-a0f02242852c" providerId="AD" clId="Web-{177A54EB-D20E-4FC8-A1F7-A946303050FB}" dt="2025-10-21T09:20:04.200" v="411" actId="20577"/>
          <ac:spMkLst>
            <pc:docMk/>
            <pc:sldMk cId="2808239855" sldId="2147481841"/>
            <ac:spMk id="21" creationId="{4C3181BD-8769-4C0D-8973-C9F2BE0DC598}"/>
          </ac:spMkLst>
        </pc:spChg>
        <pc:spChg chg="mod">
          <ac:chgData name="조현우(HYEONWOO CHO)[recoiner]/선임/제조DX.제조DX솔루션.셀추적기술팀" userId="S::recoiner@lgensol.com::c7996fdb-9092-4875-8c6f-a0f02242852c" providerId="AD" clId="Web-{177A54EB-D20E-4FC8-A1F7-A946303050FB}" dt="2025-10-21T09:16:23.371" v="302" actId="1076"/>
          <ac:spMkLst>
            <pc:docMk/>
            <pc:sldMk cId="2808239855" sldId="2147481841"/>
            <ac:spMk id="23" creationId="{26F68DEC-C8F2-4911-8CEE-EDC79D948B7F}"/>
          </ac:spMkLst>
        </pc:spChg>
        <pc:spChg chg="mod">
          <ac:chgData name="조현우(HYEONWOO CHO)[recoiner]/선임/제조DX.제조DX솔루션.셀추적기술팀" userId="S::recoiner@lgensol.com::c7996fdb-9092-4875-8c6f-a0f02242852c" providerId="AD" clId="Web-{177A54EB-D20E-4FC8-A1F7-A946303050FB}" dt="2025-10-21T09:05:45.481" v="62" actId="20577"/>
          <ac:spMkLst>
            <pc:docMk/>
            <pc:sldMk cId="2808239855" sldId="2147481841"/>
            <ac:spMk id="33" creationId="{25BB38E2-DC62-4BCD-AF1A-7CF9643A7F60}"/>
          </ac:spMkLst>
        </pc:spChg>
        <pc:graphicFrameChg chg="mod modGraphic">
          <ac:chgData name="조현우(HYEONWOO CHO)[recoiner]/선임/제조DX.제조DX솔루션.셀추적기술팀" userId="S::recoiner@lgensol.com::c7996fdb-9092-4875-8c6f-a0f02242852c" providerId="AD" clId="Web-{177A54EB-D20E-4FC8-A1F7-A946303050FB}" dt="2025-10-21T09:05:55.825" v="69"/>
          <ac:graphicFrameMkLst>
            <pc:docMk/>
            <pc:sldMk cId="2808239855" sldId="2147481841"/>
            <ac:graphicFrameMk id="8" creationId="{535296F5-AA63-4889-B2E2-B081CA1F71D3}"/>
          </ac:graphicFrameMkLst>
        </pc:graphicFrameChg>
      </pc:sldChg>
    </pc:docChg>
  </pc:docChgLst>
  <pc:docChgLst>
    <pc:chgData name="안태규(TAEKYU AN)[bigatk]/책임/제조DX.제조DX솔루션.롤맵기술팀" userId="S::bigatk@lgensol.com::dea7995d-94bc-4ef6-a5a4-edf7a1472420" providerId="AD" clId="Web-{5F8F2CE3-61DD-74E5-6A7F-092DB6C3614D}"/>
    <pc:docChg chg="modSld">
      <pc:chgData name="안태규(TAEKYU AN)[bigatk]/책임/제조DX.제조DX솔루션.롤맵기술팀" userId="S::bigatk@lgensol.com::dea7995d-94bc-4ef6-a5a4-edf7a1472420" providerId="AD" clId="Web-{5F8F2CE3-61DD-74E5-6A7F-092DB6C3614D}" dt="2025-10-15T02:29:05.848" v="572"/>
      <pc:docMkLst>
        <pc:docMk/>
      </pc:docMkLst>
      <pc:sldChg chg="modSp">
        <pc:chgData name="안태규(TAEKYU AN)[bigatk]/책임/제조DX.제조DX솔루션.롤맵기술팀" userId="S::bigatk@lgensol.com::dea7995d-94bc-4ef6-a5a4-edf7a1472420" providerId="AD" clId="Web-{5F8F2CE3-61DD-74E5-6A7F-092DB6C3614D}" dt="2025-10-15T02:13:28.441" v="171"/>
        <pc:sldMkLst>
          <pc:docMk/>
          <pc:sldMk cId="3590236053" sldId="2147481921"/>
        </pc:sldMkLst>
        <pc:spChg chg="mod">
          <ac:chgData name="안태규(TAEKYU AN)[bigatk]/책임/제조DX.제조DX솔루션.롤맵기술팀" userId="S::bigatk@lgensol.com::dea7995d-94bc-4ef6-a5a4-edf7a1472420" providerId="AD" clId="Web-{5F8F2CE3-61DD-74E5-6A7F-092DB6C3614D}" dt="2025-10-15T02:13:20.815" v="167" actId="20577"/>
          <ac:spMkLst>
            <pc:docMk/>
            <pc:sldMk cId="3590236053" sldId="2147481921"/>
            <ac:spMk id="18" creationId="{72943F47-EAEA-4391-A2BC-C7C33A8E8CFD}"/>
          </ac:spMkLst>
        </pc:spChg>
        <pc:graphicFrameChg chg="mod modGraphic">
          <ac:chgData name="안태규(TAEKYU AN)[bigatk]/책임/제조DX.제조DX솔루션.롤맵기술팀" userId="S::bigatk@lgensol.com::dea7995d-94bc-4ef6-a5a4-edf7a1472420" providerId="AD" clId="Web-{5F8F2CE3-61DD-74E5-6A7F-092DB6C3614D}" dt="2025-10-15T02:13:28.441" v="171"/>
          <ac:graphicFrameMkLst>
            <pc:docMk/>
            <pc:sldMk cId="3590236053" sldId="2147481921"/>
            <ac:graphicFrameMk id="3" creationId="{3E86696F-E35A-4B06-9B46-63A4A6A986C1}"/>
          </ac:graphicFrameMkLst>
        </pc:graphicFrameChg>
      </pc:sldChg>
      <pc:sldChg chg="modSp">
        <pc:chgData name="안태규(TAEKYU AN)[bigatk]/책임/제조DX.제조DX솔루션.롤맵기술팀" userId="S::bigatk@lgensol.com::dea7995d-94bc-4ef6-a5a4-edf7a1472420" providerId="AD" clId="Web-{5F8F2CE3-61DD-74E5-6A7F-092DB6C3614D}" dt="2025-10-15T02:12:37.157" v="164" actId="20577"/>
        <pc:sldMkLst>
          <pc:docMk/>
          <pc:sldMk cId="3052076470" sldId="2147482071"/>
        </pc:sldMkLst>
        <pc:spChg chg="mod">
          <ac:chgData name="안태규(TAEKYU AN)[bigatk]/책임/제조DX.제조DX솔루션.롤맵기술팀" userId="S::bigatk@lgensol.com::dea7995d-94bc-4ef6-a5a4-edf7a1472420" providerId="AD" clId="Web-{5F8F2CE3-61DD-74E5-6A7F-092DB6C3614D}" dt="2025-10-15T02:12:37.157" v="164" actId="20577"/>
          <ac:spMkLst>
            <pc:docMk/>
            <pc:sldMk cId="3052076470" sldId="2147482071"/>
            <ac:spMk id="18" creationId="{72943F47-EAEA-4391-A2BC-C7C33A8E8CFD}"/>
          </ac:spMkLst>
        </pc:spChg>
        <pc:graphicFrameChg chg="mod modGraphic">
          <ac:chgData name="안태규(TAEKYU AN)[bigatk]/책임/제조DX.제조DX솔루션.롤맵기술팀" userId="S::bigatk@lgensol.com::dea7995d-94bc-4ef6-a5a4-edf7a1472420" providerId="AD" clId="Web-{5F8F2CE3-61DD-74E5-6A7F-092DB6C3614D}" dt="2025-10-15T02:12:31.422" v="161"/>
          <ac:graphicFrameMkLst>
            <pc:docMk/>
            <pc:sldMk cId="3052076470" sldId="2147482071"/>
            <ac:graphicFrameMk id="11" creationId="{C66F9B45-D343-4DF8-ABA9-D48571FAC964}"/>
          </ac:graphicFrameMkLst>
        </pc:graphicFrameChg>
      </pc:sldChg>
      <pc:sldChg chg="modSp">
        <pc:chgData name="안태규(TAEKYU AN)[bigatk]/책임/제조DX.제조DX솔루션.롤맵기술팀" userId="S::bigatk@lgensol.com::dea7995d-94bc-4ef6-a5a4-edf7a1472420" providerId="AD" clId="Web-{5F8F2CE3-61DD-74E5-6A7F-092DB6C3614D}" dt="2025-10-15T02:29:05.848" v="572"/>
        <pc:sldMkLst>
          <pc:docMk/>
          <pc:sldMk cId="1623035640" sldId="2147482093"/>
        </pc:sldMkLst>
        <pc:spChg chg="mod">
          <ac:chgData name="안태규(TAEKYU AN)[bigatk]/책임/제조DX.제조DX솔루션.롤맵기술팀" userId="S::bigatk@lgensol.com::dea7995d-94bc-4ef6-a5a4-edf7a1472420" providerId="AD" clId="Web-{5F8F2CE3-61DD-74E5-6A7F-092DB6C3614D}" dt="2025-10-15T02:28:40.300" v="562" actId="20577"/>
          <ac:spMkLst>
            <pc:docMk/>
            <pc:sldMk cId="1623035640" sldId="2147482093"/>
            <ac:spMk id="18" creationId="{A7F473DF-C875-A323-6679-F5CA881CD9C4}"/>
          </ac:spMkLst>
        </pc:spChg>
        <pc:graphicFrameChg chg="mod modGraphic">
          <ac:chgData name="안태규(TAEKYU AN)[bigatk]/책임/제조DX.제조DX솔루션.롤맵기술팀" userId="S::bigatk@lgensol.com::dea7995d-94bc-4ef6-a5a4-edf7a1472420" providerId="AD" clId="Web-{5F8F2CE3-61DD-74E5-6A7F-092DB6C3614D}" dt="2025-10-15T02:29:05.848" v="572"/>
          <ac:graphicFrameMkLst>
            <pc:docMk/>
            <pc:sldMk cId="1623035640" sldId="2147482093"/>
            <ac:graphicFrameMk id="3" creationId="{688BD945-555D-E069-F619-02973A6A481F}"/>
          </ac:graphicFrameMkLst>
        </pc:graphicFrameChg>
      </pc:sldChg>
      <pc:sldChg chg="modSp">
        <pc:chgData name="안태규(TAEKYU AN)[bigatk]/책임/제조DX.제조DX솔루션.롤맵기술팀" userId="S::bigatk@lgensol.com::dea7995d-94bc-4ef6-a5a4-edf7a1472420" providerId="AD" clId="Web-{5F8F2CE3-61DD-74E5-6A7F-092DB6C3614D}" dt="2025-10-15T02:20:55.421" v="516" actId="20577"/>
        <pc:sldMkLst>
          <pc:docMk/>
          <pc:sldMk cId="1159326832" sldId="2147482102"/>
        </pc:sldMkLst>
        <pc:spChg chg="mod">
          <ac:chgData name="안태규(TAEKYU AN)[bigatk]/책임/제조DX.제조DX솔루션.롤맵기술팀" userId="S::bigatk@lgensol.com::dea7995d-94bc-4ef6-a5a4-edf7a1472420" providerId="AD" clId="Web-{5F8F2CE3-61DD-74E5-6A7F-092DB6C3614D}" dt="2025-10-15T02:20:55.421" v="516" actId="20577"/>
          <ac:spMkLst>
            <pc:docMk/>
            <pc:sldMk cId="1159326832" sldId="2147482102"/>
            <ac:spMk id="18" creationId="{1891B744-4803-4B69-1352-A6C4DA4EEE93}"/>
          </ac:spMkLst>
        </pc:spChg>
        <pc:graphicFrameChg chg="mod modGraphic">
          <ac:chgData name="안태규(TAEKYU AN)[bigatk]/책임/제조DX.제조DX솔루션.롤맵기술팀" userId="S::bigatk@lgensol.com::dea7995d-94bc-4ef6-a5a4-edf7a1472420" providerId="AD" clId="Web-{5F8F2CE3-61DD-74E5-6A7F-092DB6C3614D}" dt="2025-10-15T02:20:45.108" v="513"/>
          <ac:graphicFrameMkLst>
            <pc:docMk/>
            <pc:sldMk cId="1159326832" sldId="2147482102"/>
            <ac:graphicFrameMk id="3" creationId="{FD6B18E8-DEC2-01A8-175D-70F1A4B3682F}"/>
          </ac:graphicFrameMkLst>
        </pc:graphicFrameChg>
      </pc:sldChg>
    </pc:docChg>
  </pc:docChgLst>
  <pc:docChgLst>
    <pc:chgData name="조은지(EUNJI JO)[joeunji]/선임/제조DX.제조DX솔루션.데이터통합분석팀" userId="d82ce3d5-2c2f-4d6b-9fbb-477c92d9f333" providerId="ADAL" clId="{35926A14-9DA2-43E1-8D9A-529FF34C1FC1}"/>
    <pc:docChg chg="undo custSel modSld">
      <pc:chgData name="조은지(EUNJI JO)[joeunji]/선임/제조DX.제조DX솔루션.데이터통합분석팀" userId="d82ce3d5-2c2f-4d6b-9fbb-477c92d9f333" providerId="ADAL" clId="{35926A14-9DA2-43E1-8D9A-529FF34C1FC1}" dt="2025-12-16T14:17:20.777" v="1043" actId="207"/>
      <pc:docMkLst>
        <pc:docMk/>
      </pc:docMkLst>
      <pc:sldChg chg="modSp mod">
        <pc:chgData name="조은지(EUNJI JO)[joeunji]/선임/제조DX.제조DX솔루션.데이터통합분석팀" userId="d82ce3d5-2c2f-4d6b-9fbb-477c92d9f333" providerId="ADAL" clId="{35926A14-9DA2-43E1-8D9A-529FF34C1FC1}" dt="2025-12-16T09:13:45.235" v="811" actId="20577"/>
        <pc:sldMkLst>
          <pc:docMk/>
          <pc:sldMk cId="921970639" sldId="2147481788"/>
        </pc:sldMkLst>
        <pc:spChg chg="mod">
          <ac:chgData name="조은지(EUNJI JO)[joeunji]/선임/제조DX.제조DX솔루션.데이터통합분석팀" userId="d82ce3d5-2c2f-4d6b-9fbb-477c92d9f333" providerId="ADAL" clId="{35926A14-9DA2-43E1-8D9A-529FF34C1FC1}" dt="2025-12-16T09:13:45.235" v="811" actId="20577"/>
          <ac:spMkLst>
            <pc:docMk/>
            <pc:sldMk cId="921970639" sldId="2147481788"/>
            <ac:spMk id="9" creationId="{00000000-0000-0000-0000-000000000000}"/>
          </ac:spMkLst>
        </pc:spChg>
        <pc:graphicFrameChg chg="modGraphic">
          <ac:chgData name="조은지(EUNJI JO)[joeunji]/선임/제조DX.제조DX솔루션.데이터통합분석팀" userId="d82ce3d5-2c2f-4d6b-9fbb-477c92d9f333" providerId="ADAL" clId="{35926A14-9DA2-43E1-8D9A-529FF34C1FC1}" dt="2025-12-16T07:08:47.523" v="782" actId="20577"/>
          <ac:graphicFrameMkLst>
            <pc:docMk/>
            <pc:sldMk cId="921970639" sldId="2147481788"/>
            <ac:graphicFrameMk id="19" creationId="{3E86696F-E35A-4B06-9B46-63A4A6A986C1}"/>
          </ac:graphicFrameMkLst>
        </pc:graphicFrameChg>
        <pc:picChg chg="mod">
          <ac:chgData name="조은지(EUNJI JO)[joeunji]/선임/제조DX.제조DX솔루션.데이터통합분석팀" userId="d82ce3d5-2c2f-4d6b-9fbb-477c92d9f333" providerId="ADAL" clId="{35926A14-9DA2-43E1-8D9A-529FF34C1FC1}" dt="2025-12-16T07:05:43.335" v="741" actId="14826"/>
          <ac:picMkLst>
            <pc:docMk/>
            <pc:sldMk cId="921970639" sldId="2147481788"/>
            <ac:picMk id="4" creationId="{4C5E0C0D-AC3C-4100-8028-E2A9F83C856E}"/>
          </ac:picMkLst>
        </pc:picChg>
        <pc:picChg chg="mod">
          <ac:chgData name="조은지(EUNJI JO)[joeunji]/선임/제조DX.제조DX솔루션.데이터통합분석팀" userId="d82ce3d5-2c2f-4d6b-9fbb-477c92d9f333" providerId="ADAL" clId="{35926A14-9DA2-43E1-8D9A-529FF34C1FC1}" dt="2025-12-16T09:13:10.841" v="805" actId="1076"/>
          <ac:picMkLst>
            <pc:docMk/>
            <pc:sldMk cId="921970639" sldId="2147481788"/>
            <ac:picMk id="5" creationId="{AF036937-D67C-4866-AE5D-29D75EF5272F}"/>
          </ac:picMkLst>
        </pc:picChg>
      </pc:sldChg>
      <pc:sldChg chg="addSp delSp modSp mod">
        <pc:chgData name="조은지(EUNJI JO)[joeunji]/선임/제조DX.제조DX솔루션.데이터통합분석팀" userId="d82ce3d5-2c2f-4d6b-9fbb-477c92d9f333" providerId="ADAL" clId="{35926A14-9DA2-43E1-8D9A-529FF34C1FC1}" dt="2025-12-16T09:13:24.567" v="808" actId="1076"/>
        <pc:sldMkLst>
          <pc:docMk/>
          <pc:sldMk cId="1625678813" sldId="2147481949"/>
        </pc:sldMkLst>
        <pc:spChg chg="mod">
          <ac:chgData name="조은지(EUNJI JO)[joeunji]/선임/제조DX.제조DX솔루션.데이터통합분석팀" userId="d82ce3d5-2c2f-4d6b-9fbb-477c92d9f333" providerId="ADAL" clId="{35926A14-9DA2-43E1-8D9A-529FF34C1FC1}" dt="2025-12-16T07:06:36.751" v="774" actId="20577"/>
          <ac:spMkLst>
            <pc:docMk/>
            <pc:sldMk cId="1625678813" sldId="2147481949"/>
            <ac:spMk id="9" creationId="{00000000-0000-0000-0000-000000000000}"/>
          </ac:spMkLst>
        </pc:spChg>
        <pc:graphicFrameChg chg="modGraphic">
          <ac:chgData name="조은지(EUNJI JO)[joeunji]/선임/제조DX.제조DX솔루션.데이터통합분석팀" userId="d82ce3d5-2c2f-4d6b-9fbb-477c92d9f333" providerId="ADAL" clId="{35926A14-9DA2-43E1-8D9A-529FF34C1FC1}" dt="2025-12-16T07:06:42.375" v="779" actId="20577"/>
          <ac:graphicFrameMkLst>
            <pc:docMk/>
            <pc:sldMk cId="1625678813" sldId="2147481949"/>
            <ac:graphicFrameMk id="19" creationId="{3E86696F-E35A-4B06-9B46-63A4A6A986C1}"/>
          </ac:graphicFrameMkLst>
        </pc:graphicFrameChg>
        <pc:picChg chg="add mod">
          <ac:chgData name="조은지(EUNJI JO)[joeunji]/선임/제조DX.제조DX솔루션.데이터통합분석팀" userId="d82ce3d5-2c2f-4d6b-9fbb-477c92d9f333" providerId="ADAL" clId="{35926A14-9DA2-43E1-8D9A-529FF34C1FC1}" dt="2025-12-16T09:13:16.730" v="806" actId="1076"/>
          <ac:picMkLst>
            <pc:docMk/>
            <pc:sldMk cId="1625678813" sldId="2147481949"/>
            <ac:picMk id="2" creationId="{5482D3E7-5D0E-FB33-6015-5257445793DF}"/>
          </ac:picMkLst>
        </pc:picChg>
        <pc:picChg chg="mod">
          <ac:chgData name="조은지(EUNJI JO)[joeunji]/선임/제조DX.제조DX솔루션.데이터통합분석팀" userId="d82ce3d5-2c2f-4d6b-9fbb-477c92d9f333" providerId="ADAL" clId="{35926A14-9DA2-43E1-8D9A-529FF34C1FC1}" dt="2025-12-16T09:13:24.567" v="808" actId="1076"/>
          <ac:picMkLst>
            <pc:docMk/>
            <pc:sldMk cId="1625678813" sldId="2147481949"/>
            <ac:picMk id="7" creationId="{38CBFD90-029D-46A2-B11A-6E1E178CB95D}"/>
          </ac:picMkLst>
        </pc:picChg>
        <pc:picChg chg="del mod">
          <ac:chgData name="조은지(EUNJI JO)[joeunji]/선임/제조DX.제조DX솔루션.데이터통합분석팀" userId="d82ce3d5-2c2f-4d6b-9fbb-477c92d9f333" providerId="ADAL" clId="{35926A14-9DA2-43E1-8D9A-529FF34C1FC1}" dt="2025-12-16T07:06:05.053" v="744" actId="478"/>
          <ac:picMkLst>
            <pc:docMk/>
            <pc:sldMk cId="1625678813" sldId="2147481949"/>
            <ac:picMk id="8" creationId="{BA2C43F2-4B52-4C03-96AE-3CA2D75093A3}"/>
          </ac:picMkLst>
        </pc:picChg>
      </pc:sldChg>
      <pc:sldChg chg="addSp delSp modSp mod">
        <pc:chgData name="조은지(EUNJI JO)[joeunji]/선임/제조DX.제조DX솔루션.데이터통합분석팀" userId="d82ce3d5-2c2f-4d6b-9fbb-477c92d9f333" providerId="ADAL" clId="{35926A14-9DA2-43E1-8D9A-529FF34C1FC1}" dt="2025-12-16T06:59:20.657" v="733" actId="20577"/>
        <pc:sldMkLst>
          <pc:docMk/>
          <pc:sldMk cId="2230191528" sldId="2147481954"/>
        </pc:sldMkLst>
        <pc:spChg chg="del">
          <ac:chgData name="조은지(EUNJI JO)[joeunji]/선임/제조DX.제조DX솔루션.데이터통합분석팀" userId="d82ce3d5-2c2f-4d6b-9fbb-477c92d9f333" providerId="ADAL" clId="{35926A14-9DA2-43E1-8D9A-529FF34C1FC1}" dt="2025-12-16T06:57:59.377" v="601" actId="478"/>
          <ac:spMkLst>
            <pc:docMk/>
            <pc:sldMk cId="2230191528" sldId="2147481954"/>
            <ac:spMk id="4" creationId="{02E6E929-2FD7-4E0C-BDCB-7BFAFB3CCC32}"/>
          </ac:spMkLst>
        </pc:spChg>
        <pc:spChg chg="add mod">
          <ac:chgData name="조은지(EUNJI JO)[joeunji]/선임/제조DX.제조DX솔루션.데이터통합분석팀" userId="d82ce3d5-2c2f-4d6b-9fbb-477c92d9f333" providerId="ADAL" clId="{35926A14-9DA2-43E1-8D9A-529FF34C1FC1}" dt="2025-12-16T06:58:56.701" v="621" actId="14100"/>
          <ac:spMkLst>
            <pc:docMk/>
            <pc:sldMk cId="2230191528" sldId="2147481954"/>
            <ac:spMk id="7" creationId="{7950D35E-7051-D1B2-4B56-53B698E8B6AB}"/>
          </ac:spMkLst>
        </pc:spChg>
        <pc:spChg chg="mod">
          <ac:chgData name="조은지(EUNJI JO)[joeunji]/선임/제조DX.제조DX솔루션.데이터통합분석팀" userId="d82ce3d5-2c2f-4d6b-9fbb-477c92d9f333" providerId="ADAL" clId="{35926A14-9DA2-43E1-8D9A-529FF34C1FC1}" dt="2025-12-16T06:57:35.695" v="570" actId="20577"/>
          <ac:spMkLst>
            <pc:docMk/>
            <pc:sldMk cId="2230191528" sldId="2147481954"/>
            <ac:spMk id="35" creationId="{ABE19A9F-A8FA-462C-9FAC-B538C1BB4CB0}"/>
          </ac:spMkLst>
        </pc:spChg>
        <pc:graphicFrameChg chg="mod modGraphic">
          <ac:chgData name="조은지(EUNJI JO)[joeunji]/선임/제조DX.제조DX솔루션.데이터통합분석팀" userId="d82ce3d5-2c2f-4d6b-9fbb-477c92d9f333" providerId="ADAL" clId="{35926A14-9DA2-43E1-8D9A-529FF34C1FC1}" dt="2025-12-16T06:59:20.657" v="733" actId="20577"/>
          <ac:graphicFrameMkLst>
            <pc:docMk/>
            <pc:sldMk cId="2230191528" sldId="2147481954"/>
            <ac:graphicFrameMk id="19" creationId="{3E86696F-E35A-4B06-9B46-63A4A6A986C1}"/>
          </ac:graphicFrameMkLst>
        </pc:graphicFrameChg>
        <pc:picChg chg="del">
          <ac:chgData name="조은지(EUNJI JO)[joeunji]/선임/제조DX.제조DX솔루션.데이터통합분석팀" userId="d82ce3d5-2c2f-4d6b-9fbb-477c92d9f333" providerId="ADAL" clId="{35926A14-9DA2-43E1-8D9A-529FF34C1FC1}" dt="2025-12-16T06:57:52.855" v="591" actId="478"/>
          <ac:picMkLst>
            <pc:docMk/>
            <pc:sldMk cId="2230191528" sldId="2147481954"/>
            <ac:picMk id="2" creationId="{32627403-D761-4CC1-80C1-1FF34470A9C2}"/>
          </ac:picMkLst>
        </pc:picChg>
        <pc:picChg chg="del">
          <ac:chgData name="조은지(EUNJI JO)[joeunji]/선임/제조DX.제조DX솔루션.데이터통합분석팀" userId="d82ce3d5-2c2f-4d6b-9fbb-477c92d9f333" providerId="ADAL" clId="{35926A14-9DA2-43E1-8D9A-529FF34C1FC1}" dt="2025-12-16T06:57:59.861" v="602" actId="478"/>
          <ac:picMkLst>
            <pc:docMk/>
            <pc:sldMk cId="2230191528" sldId="2147481954"/>
            <ac:picMk id="3" creationId="{D074CB69-DD49-46AF-B24F-74A479EA487C}"/>
          </ac:picMkLst>
        </pc:picChg>
        <pc:picChg chg="add mod">
          <ac:chgData name="조은지(EUNJI JO)[joeunji]/선임/제조DX.제조DX솔루션.데이터통합분석팀" userId="d82ce3d5-2c2f-4d6b-9fbb-477c92d9f333" providerId="ADAL" clId="{35926A14-9DA2-43E1-8D9A-529FF34C1FC1}" dt="2025-12-16T06:58:28.164" v="605" actId="14100"/>
          <ac:picMkLst>
            <pc:docMk/>
            <pc:sldMk cId="2230191528" sldId="2147481954"/>
            <ac:picMk id="6" creationId="{F416AE01-1568-ED3C-E6F2-6BA996412201}"/>
          </ac:picMkLst>
        </pc:picChg>
      </pc:sldChg>
      <pc:sldChg chg="addSp delSp modSp mod">
        <pc:chgData name="조은지(EUNJI JO)[joeunji]/선임/제조DX.제조DX솔루션.데이터통합분석팀" userId="d82ce3d5-2c2f-4d6b-9fbb-477c92d9f333" providerId="ADAL" clId="{35926A14-9DA2-43E1-8D9A-529FF34C1FC1}" dt="2025-12-16T14:17:20.777" v="1043" actId="207"/>
        <pc:sldMkLst>
          <pc:docMk/>
          <pc:sldMk cId="3572448725" sldId="2147482058"/>
        </pc:sldMkLst>
        <pc:spChg chg="add del">
          <ac:chgData name="조은지(EUNJI JO)[joeunji]/선임/제조DX.제조DX솔루션.데이터통합분석팀" userId="d82ce3d5-2c2f-4d6b-9fbb-477c92d9f333" providerId="ADAL" clId="{35926A14-9DA2-43E1-8D9A-529FF34C1FC1}" dt="2025-12-16T14:15:53.160" v="822" actId="478"/>
          <ac:spMkLst>
            <pc:docMk/>
            <pc:sldMk cId="3572448725" sldId="2147482058"/>
            <ac:spMk id="5" creationId="{BE2EBE7D-DDC3-97AF-1560-59ACDD24D5D3}"/>
          </ac:spMkLst>
        </pc:spChg>
        <pc:spChg chg="mod">
          <ac:chgData name="조은지(EUNJI JO)[joeunji]/선임/제조DX.제조DX솔루션.데이터통합분석팀" userId="d82ce3d5-2c2f-4d6b-9fbb-477c92d9f333" providerId="ADAL" clId="{35926A14-9DA2-43E1-8D9A-529FF34C1FC1}" dt="2025-12-16T14:17:20.777" v="1043" actId="207"/>
          <ac:spMkLst>
            <pc:docMk/>
            <pc:sldMk cId="3572448725" sldId="2147482058"/>
            <ac:spMk id="20" creationId="{BB178E88-B809-4A0C-AEDB-08EDDEFC3101}"/>
          </ac:spMkLst>
        </pc:spChg>
      </pc:sldChg>
      <pc:sldChg chg="modSp mod">
        <pc:chgData name="조은지(EUNJI JO)[joeunji]/선임/제조DX.제조DX솔루션.데이터통합분석팀" userId="d82ce3d5-2c2f-4d6b-9fbb-477c92d9f333" providerId="ADAL" clId="{35926A14-9DA2-43E1-8D9A-529FF34C1FC1}" dt="2025-12-16T08:46:44.600" v="800" actId="14826"/>
        <pc:sldMkLst>
          <pc:docMk/>
          <pc:sldMk cId="122266075" sldId="2147482060"/>
        </pc:sldMkLst>
        <pc:picChg chg="mod">
          <ac:chgData name="조은지(EUNJI JO)[joeunji]/선임/제조DX.제조DX솔루션.데이터통합분석팀" userId="d82ce3d5-2c2f-4d6b-9fbb-477c92d9f333" providerId="ADAL" clId="{35926A14-9DA2-43E1-8D9A-529FF34C1FC1}" dt="2025-12-16T07:14:15.306" v="787" actId="14826"/>
          <ac:picMkLst>
            <pc:docMk/>
            <pc:sldMk cId="122266075" sldId="2147482060"/>
            <ac:picMk id="17" creationId="{B571B25C-253C-C584-8C3F-3AE5692E1D50}"/>
          </ac:picMkLst>
        </pc:picChg>
        <pc:picChg chg="mod">
          <ac:chgData name="조은지(EUNJI JO)[joeunji]/선임/제조DX.제조DX솔루션.데이터통합분석팀" userId="d82ce3d5-2c2f-4d6b-9fbb-477c92d9f333" providerId="ADAL" clId="{35926A14-9DA2-43E1-8D9A-529FF34C1FC1}" dt="2025-12-16T07:15:40.138" v="790" actId="14826"/>
          <ac:picMkLst>
            <pc:docMk/>
            <pc:sldMk cId="122266075" sldId="2147482060"/>
            <ac:picMk id="25" creationId="{7C97F205-8E07-08D1-344E-4AE01E1C2D84}"/>
          </ac:picMkLst>
        </pc:picChg>
        <pc:picChg chg="mod">
          <ac:chgData name="조은지(EUNJI JO)[joeunji]/선임/제조DX.제조DX솔루션.데이터통합분석팀" userId="d82ce3d5-2c2f-4d6b-9fbb-477c92d9f333" providerId="ADAL" clId="{35926A14-9DA2-43E1-8D9A-529FF34C1FC1}" dt="2025-12-16T07:15:15.861" v="789" actId="14826"/>
          <ac:picMkLst>
            <pc:docMk/>
            <pc:sldMk cId="122266075" sldId="2147482060"/>
            <ac:picMk id="42" creationId="{ABEC0D38-B4F4-FDF6-0CDC-13DCBC4C3D08}"/>
          </ac:picMkLst>
        </pc:picChg>
        <pc:picChg chg="mod">
          <ac:chgData name="조은지(EUNJI JO)[joeunji]/선임/제조DX.제조DX솔루션.데이터통합분석팀" userId="d82ce3d5-2c2f-4d6b-9fbb-477c92d9f333" providerId="ADAL" clId="{35926A14-9DA2-43E1-8D9A-529FF34C1FC1}" dt="2025-12-16T07:14:35.273" v="788" actId="14826"/>
          <ac:picMkLst>
            <pc:docMk/>
            <pc:sldMk cId="122266075" sldId="2147482060"/>
            <ac:picMk id="46" creationId="{43AE36BD-05EA-CA95-9FDB-B16A6236AD75}"/>
          </ac:picMkLst>
        </pc:picChg>
        <pc:picChg chg="mod">
          <ac:chgData name="조은지(EUNJI JO)[joeunji]/선임/제조DX.제조DX솔루션.데이터통합분석팀" userId="d82ce3d5-2c2f-4d6b-9fbb-477c92d9f333" providerId="ADAL" clId="{35926A14-9DA2-43E1-8D9A-529FF34C1FC1}" dt="2025-12-16T08:46:09.336" v="799" actId="14826"/>
          <ac:picMkLst>
            <pc:docMk/>
            <pc:sldMk cId="122266075" sldId="2147482060"/>
            <ac:picMk id="50" creationId="{C412875A-29E6-F6F9-EA54-C048FB042AD6}"/>
          </ac:picMkLst>
        </pc:picChg>
        <pc:picChg chg="mod">
          <ac:chgData name="조은지(EUNJI JO)[joeunji]/선임/제조DX.제조DX솔루션.데이터통합분석팀" userId="d82ce3d5-2c2f-4d6b-9fbb-477c92d9f333" providerId="ADAL" clId="{35926A14-9DA2-43E1-8D9A-529FF34C1FC1}" dt="2025-12-16T08:46:44.600" v="800" actId="14826"/>
          <ac:picMkLst>
            <pc:docMk/>
            <pc:sldMk cId="122266075" sldId="2147482060"/>
            <ac:picMk id="53" creationId="{401E80AD-8186-98CF-DCFB-7D48F04312AA}"/>
          </ac:picMkLst>
        </pc:picChg>
        <pc:picChg chg="mod">
          <ac:chgData name="조은지(EUNJI JO)[joeunji]/선임/제조DX.제조DX솔루션.데이터통합분석팀" userId="d82ce3d5-2c2f-4d6b-9fbb-477c92d9f333" providerId="ADAL" clId="{35926A14-9DA2-43E1-8D9A-529FF34C1FC1}" dt="2025-12-16T08:46:02.815" v="798" actId="1076"/>
          <ac:picMkLst>
            <pc:docMk/>
            <pc:sldMk cId="122266075" sldId="2147482060"/>
            <ac:picMk id="57" creationId="{636BD9BA-010F-EC5D-FAD0-8A70C824D443}"/>
          </ac:picMkLst>
        </pc:picChg>
        <pc:picChg chg="mod">
          <ac:chgData name="조은지(EUNJI JO)[joeunji]/선임/제조DX.제조DX솔루션.데이터통합분석팀" userId="d82ce3d5-2c2f-4d6b-9fbb-477c92d9f333" providerId="ADAL" clId="{35926A14-9DA2-43E1-8D9A-529FF34C1FC1}" dt="2025-12-16T08:43:50.988" v="794" actId="14826"/>
          <ac:picMkLst>
            <pc:docMk/>
            <pc:sldMk cId="122266075" sldId="2147482060"/>
            <ac:picMk id="60" creationId="{B9E5761D-4B14-0C12-FDEF-DBC3AD5AA683}"/>
          </ac:picMkLst>
        </pc:picChg>
        <pc:picChg chg="mod">
          <ac:chgData name="조은지(EUNJI JO)[joeunji]/선임/제조DX.제조DX솔루션.데이터통합분석팀" userId="d82ce3d5-2c2f-4d6b-9fbb-477c92d9f333" providerId="ADAL" clId="{35926A14-9DA2-43E1-8D9A-529FF34C1FC1}" dt="2025-12-16T07:17:27.094" v="791" actId="14826"/>
          <ac:picMkLst>
            <pc:docMk/>
            <pc:sldMk cId="122266075" sldId="2147482060"/>
            <ac:picMk id="64" creationId="{A06174AF-BE86-5B10-6B8C-C68FEC87D597}"/>
          </ac:picMkLst>
        </pc:picChg>
        <pc:picChg chg="mod">
          <ac:chgData name="조은지(EUNJI JO)[joeunji]/선임/제조DX.제조DX솔루션.데이터통합분석팀" userId="d82ce3d5-2c2f-4d6b-9fbb-477c92d9f333" providerId="ADAL" clId="{35926A14-9DA2-43E1-8D9A-529FF34C1FC1}" dt="2025-12-16T07:13:25.253" v="784" actId="14826"/>
          <ac:picMkLst>
            <pc:docMk/>
            <pc:sldMk cId="122266075" sldId="2147482060"/>
            <ac:picMk id="65" creationId="{F586D48D-BD0E-4DB9-74ED-097063B66D73}"/>
          </ac:picMkLst>
        </pc:picChg>
        <pc:picChg chg="mod">
          <ac:chgData name="조은지(EUNJI JO)[joeunji]/선임/제조DX.제조DX솔루션.데이터통합분석팀" userId="d82ce3d5-2c2f-4d6b-9fbb-477c92d9f333" providerId="ADAL" clId="{35926A14-9DA2-43E1-8D9A-529FF34C1FC1}" dt="2025-12-16T07:17:46.822" v="792" actId="14826"/>
          <ac:picMkLst>
            <pc:docMk/>
            <pc:sldMk cId="122266075" sldId="2147482060"/>
            <ac:picMk id="67" creationId="{37A10FD0-FC34-8789-0757-2F69F6C327B6}"/>
          </ac:picMkLst>
        </pc:picChg>
      </pc:sldChg>
      <pc:sldChg chg="mod modShow">
        <pc:chgData name="조은지(EUNJI JO)[joeunji]/선임/제조DX.제조DX솔루션.데이터통합분석팀" userId="d82ce3d5-2c2f-4d6b-9fbb-477c92d9f333" providerId="ADAL" clId="{35926A14-9DA2-43E1-8D9A-529FF34C1FC1}" dt="2025-12-16T08:47:31.198" v="802" actId="729"/>
        <pc:sldMkLst>
          <pc:docMk/>
          <pc:sldMk cId="622379998" sldId="2147482147"/>
        </pc:sldMkLst>
      </pc:sldChg>
      <pc:sldChg chg="mod modShow">
        <pc:chgData name="조은지(EUNJI JO)[joeunji]/선임/제조DX.제조DX솔루션.데이터통합분석팀" userId="d82ce3d5-2c2f-4d6b-9fbb-477c92d9f333" providerId="ADAL" clId="{35926A14-9DA2-43E1-8D9A-529FF34C1FC1}" dt="2025-12-16T08:47:26.017" v="801" actId="729"/>
        <pc:sldMkLst>
          <pc:docMk/>
          <pc:sldMk cId="1233649719" sldId="2147482170"/>
        </pc:sldMkLst>
      </pc:sldChg>
    </pc:docChg>
  </pc:docChgLst>
  <pc:docChgLst>
    <pc:chgData name="윤성렬(SUNGRYEOL YUN)[sungryeol.y]/사원/제조DX.제조DX솔루션.롤맵기술팀" userId="b5311d10-d61f-46bb-bd4a-1d8342705f0f" providerId="ADAL" clId="{8DF51B42-C595-4B71-8D7E-3A708D04A47A}"/>
    <pc:docChg chg="undo custSel modSld">
      <pc:chgData name="윤성렬(SUNGRYEOL YUN)[sungryeol.y]/사원/제조DX.제조DX솔루션.롤맵기술팀" userId="b5311d10-d61f-46bb-bd4a-1d8342705f0f" providerId="ADAL" clId="{8DF51B42-C595-4B71-8D7E-3A708D04A47A}" dt="2025-11-18T23:55:15.068" v="1970" actId="20577"/>
      <pc:docMkLst>
        <pc:docMk/>
      </pc:docMkLst>
      <pc:sldChg chg="modSp mod">
        <pc:chgData name="윤성렬(SUNGRYEOL YUN)[sungryeol.y]/사원/제조DX.제조DX솔루션.롤맵기술팀" userId="b5311d10-d61f-46bb-bd4a-1d8342705f0f" providerId="ADAL" clId="{8DF51B42-C595-4B71-8D7E-3A708D04A47A}" dt="2025-11-18T23:04:50.208" v="579" actId="207"/>
        <pc:sldMkLst>
          <pc:docMk/>
          <pc:sldMk cId="3266697761" sldId="2278"/>
        </pc:sldMkLst>
        <pc:spChg chg="mod">
          <ac:chgData name="윤성렬(SUNGRYEOL YUN)[sungryeol.y]/사원/제조DX.제조DX솔루션.롤맵기술팀" userId="b5311d10-d61f-46bb-bd4a-1d8342705f0f" providerId="ADAL" clId="{8DF51B42-C595-4B71-8D7E-3A708D04A47A}" dt="2025-11-18T23:04:50.208" v="579" actId="207"/>
          <ac:spMkLst>
            <pc:docMk/>
            <pc:sldMk cId="3266697761" sldId="2278"/>
            <ac:spMk id="16" creationId="{64103116-79E6-4EAD-A94F-CA5060A46E07}"/>
          </ac:spMkLst>
        </pc:spChg>
      </pc:sldChg>
      <pc:sldChg chg="addSp delSp modSp mod">
        <pc:chgData name="윤성렬(SUNGRYEOL YUN)[sungryeol.y]/사원/제조DX.제조DX솔루션.롤맵기술팀" userId="b5311d10-d61f-46bb-bd4a-1d8342705f0f" providerId="ADAL" clId="{8DF51B42-C595-4B71-8D7E-3A708D04A47A}" dt="2025-11-18T23:08:07.820" v="625" actId="20577"/>
        <pc:sldMkLst>
          <pc:docMk/>
          <pc:sldMk cId="4145388933" sldId="2147481913"/>
        </pc:sldMkLst>
        <pc:spChg chg="mod">
          <ac:chgData name="윤성렬(SUNGRYEOL YUN)[sungryeol.y]/사원/제조DX.제조DX솔루션.롤맵기술팀" userId="b5311d10-d61f-46bb-bd4a-1d8342705f0f" providerId="ADAL" clId="{8DF51B42-C595-4B71-8D7E-3A708D04A47A}" dt="2025-11-18T23:08:07.820" v="625" actId="20577"/>
          <ac:spMkLst>
            <pc:docMk/>
            <pc:sldMk cId="4145388933" sldId="2147481913"/>
            <ac:spMk id="18" creationId="{72943F47-EAEA-4391-A2BC-C7C33A8E8CFD}"/>
          </ac:spMkLst>
        </pc:spChg>
        <pc:graphicFrameChg chg="mod modGraphic">
          <ac:chgData name="윤성렬(SUNGRYEOL YUN)[sungryeol.y]/사원/제조DX.제조DX솔루션.롤맵기술팀" userId="b5311d10-d61f-46bb-bd4a-1d8342705f0f" providerId="ADAL" clId="{8DF51B42-C595-4B71-8D7E-3A708D04A47A}" dt="2025-11-18T23:07:38.025" v="618" actId="207"/>
          <ac:graphicFrameMkLst>
            <pc:docMk/>
            <pc:sldMk cId="4145388933" sldId="2147481913"/>
            <ac:graphicFrameMk id="3" creationId="{3E86696F-E35A-4B06-9B46-63A4A6A986C1}"/>
          </ac:graphicFrameMkLst>
        </pc:graphicFrameChg>
        <pc:picChg chg="add del mod">
          <ac:chgData name="윤성렬(SUNGRYEOL YUN)[sungryeol.y]/사원/제조DX.제조DX솔루션.롤맵기술팀" userId="b5311d10-d61f-46bb-bd4a-1d8342705f0f" providerId="ADAL" clId="{8DF51B42-C595-4B71-8D7E-3A708D04A47A}" dt="2025-11-18T23:07:41.003" v="619" actId="21"/>
          <ac:picMkLst>
            <pc:docMk/>
            <pc:sldMk cId="4145388933" sldId="2147481913"/>
            <ac:picMk id="4" creationId="{D82A6B5C-4B3C-816A-D013-1C6E19857649}"/>
          </ac:picMkLst>
        </pc:picChg>
      </pc:sldChg>
      <pc:sldChg chg="addSp delSp modSp mod">
        <pc:chgData name="윤성렬(SUNGRYEOL YUN)[sungryeol.y]/사원/제조DX.제조DX솔루션.롤맵기술팀" userId="b5311d10-d61f-46bb-bd4a-1d8342705f0f" providerId="ADAL" clId="{8DF51B42-C595-4B71-8D7E-3A708D04A47A}" dt="2025-11-18T23:35:24.324" v="1346" actId="20577"/>
        <pc:sldMkLst>
          <pc:docMk/>
          <pc:sldMk cId="1894137771" sldId="2147481918"/>
        </pc:sldMkLst>
        <pc:spChg chg="mod">
          <ac:chgData name="윤성렬(SUNGRYEOL YUN)[sungryeol.y]/사원/제조DX.제조DX솔루션.롤맵기술팀" userId="b5311d10-d61f-46bb-bd4a-1d8342705f0f" providerId="ADAL" clId="{8DF51B42-C595-4B71-8D7E-3A708D04A47A}" dt="2025-11-18T23:29:14.532" v="655" actId="20577"/>
          <ac:spMkLst>
            <pc:docMk/>
            <pc:sldMk cId="1894137771" sldId="2147481918"/>
            <ac:spMk id="18" creationId="{72943F47-EAEA-4391-A2BC-C7C33A8E8CFD}"/>
          </ac:spMkLst>
        </pc:spChg>
        <pc:grpChg chg="mod">
          <ac:chgData name="윤성렬(SUNGRYEOL YUN)[sungryeol.y]/사원/제조DX.제조DX솔루션.롤맵기술팀" userId="b5311d10-d61f-46bb-bd4a-1d8342705f0f" providerId="ADAL" clId="{8DF51B42-C595-4B71-8D7E-3A708D04A47A}" dt="2025-11-18T23:32:22.729" v="946" actId="1035"/>
          <ac:grpSpMkLst>
            <pc:docMk/>
            <pc:sldMk cId="1894137771" sldId="2147481918"/>
            <ac:grpSpMk id="13" creationId="{9B4F5933-8292-4A21-8096-733B3DA50D92}"/>
          </ac:grpSpMkLst>
        </pc:grpChg>
        <pc:graphicFrameChg chg="mod modGraphic">
          <ac:chgData name="윤성렬(SUNGRYEOL YUN)[sungryeol.y]/사원/제조DX.제조DX솔루션.롤맵기술팀" userId="b5311d10-d61f-46bb-bd4a-1d8342705f0f" providerId="ADAL" clId="{8DF51B42-C595-4B71-8D7E-3A708D04A47A}" dt="2025-11-18T23:35:24.324" v="1346" actId="20577"/>
          <ac:graphicFrameMkLst>
            <pc:docMk/>
            <pc:sldMk cId="1894137771" sldId="2147481918"/>
            <ac:graphicFrameMk id="3" creationId="{3E86696F-E35A-4B06-9B46-63A4A6A986C1}"/>
          </ac:graphicFrameMkLst>
        </pc:graphicFrameChg>
        <pc:graphicFrameChg chg="mod">
          <ac:chgData name="윤성렬(SUNGRYEOL YUN)[sungryeol.y]/사원/제조DX.제조DX솔루션.롤맵기술팀" userId="b5311d10-d61f-46bb-bd4a-1d8342705f0f" providerId="ADAL" clId="{8DF51B42-C595-4B71-8D7E-3A708D04A47A}" dt="2025-11-18T23:32:22.729" v="946" actId="1035"/>
          <ac:graphicFrameMkLst>
            <pc:docMk/>
            <pc:sldMk cId="1894137771" sldId="2147481918"/>
            <ac:graphicFrameMk id="12" creationId="{7D57EAEA-032C-4675-9E1F-ED12B661CDA8}"/>
          </ac:graphicFrameMkLst>
        </pc:graphicFrameChg>
        <pc:picChg chg="add del mod">
          <ac:chgData name="윤성렬(SUNGRYEOL YUN)[sungryeol.y]/사원/제조DX.제조DX솔루션.롤맵기술팀" userId="b5311d10-d61f-46bb-bd4a-1d8342705f0f" providerId="ADAL" clId="{8DF51B42-C595-4B71-8D7E-3A708D04A47A}" dt="2025-11-18T23:34:24.541" v="1335" actId="478"/>
          <ac:picMkLst>
            <pc:docMk/>
            <pc:sldMk cId="1894137771" sldId="2147481918"/>
            <ac:picMk id="4" creationId="{EC9EAD9B-CA62-28A5-131E-426B9D891889}"/>
          </ac:picMkLst>
        </pc:picChg>
      </pc:sldChg>
      <pc:sldChg chg="modSp mod">
        <pc:chgData name="윤성렬(SUNGRYEOL YUN)[sungryeol.y]/사원/제조DX.제조DX솔루션.롤맵기술팀" userId="b5311d10-d61f-46bb-bd4a-1d8342705f0f" providerId="ADAL" clId="{8DF51B42-C595-4B71-8D7E-3A708D04A47A}" dt="2025-11-18T23:50:59.786" v="1957" actId="207"/>
        <pc:sldMkLst>
          <pc:docMk/>
          <pc:sldMk cId="2750834388" sldId="2147481930"/>
        </pc:sldMkLst>
        <pc:spChg chg="mod">
          <ac:chgData name="윤성렬(SUNGRYEOL YUN)[sungryeol.y]/사원/제조DX.제조DX솔루션.롤맵기술팀" userId="b5311d10-d61f-46bb-bd4a-1d8342705f0f" providerId="ADAL" clId="{8DF51B42-C595-4B71-8D7E-3A708D04A47A}" dt="2025-11-18T23:50:15.892" v="1808" actId="20577"/>
          <ac:spMkLst>
            <pc:docMk/>
            <pc:sldMk cId="2750834388" sldId="2147481930"/>
            <ac:spMk id="18" creationId="{72943F47-EAEA-4391-A2BC-C7C33A8E8CFD}"/>
          </ac:spMkLst>
        </pc:spChg>
        <pc:graphicFrameChg chg="mod modGraphic">
          <ac:chgData name="윤성렬(SUNGRYEOL YUN)[sungryeol.y]/사원/제조DX.제조DX솔루션.롤맵기술팀" userId="b5311d10-d61f-46bb-bd4a-1d8342705f0f" providerId="ADAL" clId="{8DF51B42-C595-4B71-8D7E-3A708D04A47A}" dt="2025-11-18T23:50:59.786" v="1957" actId="207"/>
          <ac:graphicFrameMkLst>
            <pc:docMk/>
            <pc:sldMk cId="2750834388" sldId="2147481930"/>
            <ac:graphicFrameMk id="3" creationId="{3E86696F-E35A-4B06-9B46-63A4A6A986C1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8DF51B42-C595-4B71-8D7E-3A708D04A47A}" dt="2025-11-18T23:43:30.779" v="1593" actId="207"/>
        <pc:sldMkLst>
          <pc:docMk/>
          <pc:sldMk cId="2781412765" sldId="2147482059"/>
        </pc:sldMkLst>
        <pc:spChg chg="mod">
          <ac:chgData name="윤성렬(SUNGRYEOL YUN)[sungryeol.y]/사원/제조DX.제조DX솔루션.롤맵기술팀" userId="b5311d10-d61f-46bb-bd4a-1d8342705f0f" providerId="ADAL" clId="{8DF51B42-C595-4B71-8D7E-3A708D04A47A}" dt="2025-11-18T23:36:17.178" v="1470" actId="20577"/>
          <ac:spMkLst>
            <pc:docMk/>
            <pc:sldMk cId="2781412765" sldId="2147482059"/>
            <ac:spMk id="18" creationId="{72943F47-EAEA-4391-A2BC-C7C33A8E8CFD}"/>
          </ac:spMkLst>
        </pc:spChg>
        <pc:graphicFrameChg chg="mod modGraphic">
          <ac:chgData name="윤성렬(SUNGRYEOL YUN)[sungryeol.y]/사원/제조DX.제조DX솔루션.롤맵기술팀" userId="b5311d10-d61f-46bb-bd4a-1d8342705f0f" providerId="ADAL" clId="{8DF51B42-C595-4B71-8D7E-3A708D04A47A}" dt="2025-11-18T23:43:30.779" v="1593" actId="207"/>
          <ac:graphicFrameMkLst>
            <pc:docMk/>
            <pc:sldMk cId="2781412765" sldId="2147482059"/>
            <ac:graphicFrameMk id="3" creationId="{3E86696F-E35A-4B06-9B46-63A4A6A986C1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8DF51B42-C595-4B71-8D7E-3A708D04A47A}" dt="2025-11-18T23:08:24.003" v="626" actId="207"/>
        <pc:sldMkLst>
          <pc:docMk/>
          <pc:sldMk cId="681262127" sldId="2147482091"/>
        </pc:sldMkLst>
        <pc:spChg chg="mod">
          <ac:chgData name="윤성렬(SUNGRYEOL YUN)[sungryeol.y]/사원/제조DX.제조DX솔루션.롤맵기술팀" userId="b5311d10-d61f-46bb-bd4a-1d8342705f0f" providerId="ADAL" clId="{8DF51B42-C595-4B71-8D7E-3A708D04A47A}" dt="2025-11-18T23:08:01.648" v="623" actId="20577"/>
          <ac:spMkLst>
            <pc:docMk/>
            <pc:sldMk cId="681262127" sldId="2147482091"/>
            <ac:spMk id="18" creationId="{72943F47-EAEA-4391-A2BC-C7C33A8E8CFD}"/>
          </ac:spMkLst>
        </pc:spChg>
        <pc:graphicFrameChg chg="modGraphic">
          <ac:chgData name="윤성렬(SUNGRYEOL YUN)[sungryeol.y]/사원/제조DX.제조DX솔루션.롤맵기술팀" userId="b5311d10-d61f-46bb-bd4a-1d8342705f0f" providerId="ADAL" clId="{8DF51B42-C595-4B71-8D7E-3A708D04A47A}" dt="2025-11-18T23:08:24.003" v="626" actId="207"/>
          <ac:graphicFrameMkLst>
            <pc:docMk/>
            <pc:sldMk cId="681262127" sldId="2147482091"/>
            <ac:graphicFrameMk id="3" creationId="{3E86696F-E35A-4B06-9B46-63A4A6A986C1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8DF51B42-C595-4B71-8D7E-3A708D04A47A}" dt="2025-11-18T23:51:49.587" v="1962" actId="20577"/>
        <pc:sldMkLst>
          <pc:docMk/>
          <pc:sldMk cId="24529797" sldId="2147482142"/>
        </pc:sldMkLst>
        <pc:spChg chg="mod">
          <ac:chgData name="윤성렬(SUNGRYEOL YUN)[sungryeol.y]/사원/제조DX.제조DX솔루션.롤맵기술팀" userId="b5311d10-d61f-46bb-bd4a-1d8342705f0f" providerId="ADAL" clId="{8DF51B42-C595-4B71-8D7E-3A708D04A47A}" dt="2025-11-18T23:51:49.587" v="1962" actId="20577"/>
          <ac:spMkLst>
            <pc:docMk/>
            <pc:sldMk cId="24529797" sldId="2147482142"/>
            <ac:spMk id="18" creationId="{A7F473DF-C875-A323-6679-F5CA881CD9C4}"/>
          </ac:spMkLst>
        </pc:spChg>
        <pc:graphicFrameChg chg="modGraphic">
          <ac:chgData name="윤성렬(SUNGRYEOL YUN)[sungryeol.y]/사원/제조DX.제조DX솔루션.롤맵기술팀" userId="b5311d10-d61f-46bb-bd4a-1d8342705f0f" providerId="ADAL" clId="{8DF51B42-C595-4B71-8D7E-3A708D04A47A}" dt="2025-11-18T23:51:46.308" v="1960" actId="207"/>
          <ac:graphicFrameMkLst>
            <pc:docMk/>
            <pc:sldMk cId="24529797" sldId="2147482142"/>
            <ac:graphicFrameMk id="3" creationId="{688BD945-555D-E069-F619-02973A6A481F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8DF51B42-C595-4B71-8D7E-3A708D04A47A}" dt="2025-11-18T23:55:15.068" v="1970" actId="20577"/>
        <pc:sldMkLst>
          <pc:docMk/>
          <pc:sldMk cId="1357361098" sldId="2147482154"/>
        </pc:sldMkLst>
        <pc:spChg chg="mod">
          <ac:chgData name="윤성렬(SUNGRYEOL YUN)[sungryeol.y]/사원/제조DX.제조DX솔루션.롤맵기술팀" userId="b5311d10-d61f-46bb-bd4a-1d8342705f0f" providerId="ADAL" clId="{8DF51B42-C595-4B71-8D7E-3A708D04A47A}" dt="2025-11-18T23:55:15.068" v="1970" actId="20577"/>
          <ac:spMkLst>
            <pc:docMk/>
            <pc:sldMk cId="1357361098" sldId="2147482154"/>
            <ac:spMk id="41" creationId="{B7C38D5B-39CD-4C59-8C14-1563DBCC2E75}"/>
          </ac:spMkLst>
        </pc:spChg>
        <pc:graphicFrameChg chg="modGraphic">
          <ac:chgData name="윤성렬(SUNGRYEOL YUN)[sungryeol.y]/사원/제조DX.제조DX솔루션.롤맵기술팀" userId="b5311d10-d61f-46bb-bd4a-1d8342705f0f" providerId="ADAL" clId="{8DF51B42-C595-4B71-8D7E-3A708D04A47A}" dt="2025-11-18T23:55:11.788" v="1968" actId="207"/>
          <ac:graphicFrameMkLst>
            <pc:docMk/>
            <pc:sldMk cId="1357361098" sldId="2147482154"/>
            <ac:graphicFrameMk id="22" creationId="{800175D4-D7D2-4E39-BE37-BF38446744A7}"/>
          </ac:graphicFrameMkLst>
        </pc:graphicFrameChg>
      </pc:sldChg>
    </pc:docChg>
  </pc:docChgLst>
  <pc:docChgLst>
    <pc:chgData name="김지원(JIWON KIM)[jiwonkim]/사원/제조DX.제조DX솔루션.롤맵기술팀" userId="943d6483-24ce-443d-b7b2-0672c51f7cc5" providerId="ADAL" clId="{2E7DD947-5200-48B9-9015-A3DCA1D2434E}"/>
    <pc:docChg chg="undo custSel delSld modSld modSection">
      <pc:chgData name="김지원(JIWON KIM)[jiwonkim]/사원/제조DX.제조DX솔루션.롤맵기술팀" userId="943d6483-24ce-443d-b7b2-0672c51f7cc5" providerId="ADAL" clId="{2E7DD947-5200-48B9-9015-A3DCA1D2434E}" dt="2025-12-10T02:10:50.318" v="402" actId="207"/>
      <pc:docMkLst>
        <pc:docMk/>
      </pc:docMkLst>
      <pc:sldChg chg="modSp mod">
        <pc:chgData name="김지원(JIWON KIM)[jiwonkim]/사원/제조DX.제조DX솔루션.롤맵기술팀" userId="943d6483-24ce-443d-b7b2-0672c51f7cc5" providerId="ADAL" clId="{2E7DD947-5200-48B9-9015-A3DCA1D2434E}" dt="2025-12-10T01:34:53.215" v="173" actId="2711"/>
        <pc:sldMkLst>
          <pc:docMk/>
          <pc:sldMk cId="3218446010" sldId="2147481940"/>
        </pc:sldMkLst>
        <pc:spChg chg="mod">
          <ac:chgData name="김지원(JIWON KIM)[jiwonkim]/사원/제조DX.제조DX솔루션.롤맵기술팀" userId="943d6483-24ce-443d-b7b2-0672c51f7cc5" providerId="ADAL" clId="{2E7DD947-5200-48B9-9015-A3DCA1D2434E}" dt="2025-12-10T01:30:34.409" v="42" actId="20577"/>
          <ac:spMkLst>
            <pc:docMk/>
            <pc:sldMk cId="3218446010" sldId="2147481940"/>
            <ac:spMk id="2" creationId="{CC691555-EA8B-4F8C-BACD-A124D5C4FD92}"/>
          </ac:spMkLst>
        </pc:spChg>
        <pc:spChg chg="mod">
          <ac:chgData name="김지원(JIWON KIM)[jiwonkim]/사원/제조DX.제조DX솔루션.롤맵기술팀" userId="943d6483-24ce-443d-b7b2-0672c51f7cc5" providerId="ADAL" clId="{2E7DD947-5200-48B9-9015-A3DCA1D2434E}" dt="2025-12-10T01:03:17.971" v="7" actId="20577"/>
          <ac:spMkLst>
            <pc:docMk/>
            <pc:sldMk cId="3218446010" sldId="2147481940"/>
            <ac:spMk id="27" creationId="{5AA3DAD0-268A-41C0-9009-DCF8DDB56C9A}"/>
          </ac:spMkLst>
        </pc:spChg>
        <pc:spChg chg="mod">
          <ac:chgData name="김지원(JIWON KIM)[jiwonkim]/사원/제조DX.제조DX솔루션.롤맵기술팀" userId="943d6483-24ce-443d-b7b2-0672c51f7cc5" providerId="ADAL" clId="{2E7DD947-5200-48B9-9015-A3DCA1D2434E}" dt="2025-12-10T01:03:12.991" v="3" actId="20577"/>
          <ac:spMkLst>
            <pc:docMk/>
            <pc:sldMk cId="3218446010" sldId="2147481940"/>
            <ac:spMk id="28" creationId="{823C6CAA-FC35-4FA6-AFC6-BC3AADE3FFD5}"/>
          </ac:spMkLst>
        </pc:spChg>
        <pc:graphicFrameChg chg="modGraphic">
          <ac:chgData name="김지원(JIWON KIM)[jiwonkim]/사원/제조DX.제조DX솔루션.롤맵기술팀" userId="943d6483-24ce-443d-b7b2-0672c51f7cc5" providerId="ADAL" clId="{2E7DD947-5200-48B9-9015-A3DCA1D2434E}" dt="2025-12-10T01:34:53.215" v="173" actId="2711"/>
          <ac:graphicFrameMkLst>
            <pc:docMk/>
            <pc:sldMk cId="3218446010" sldId="2147481940"/>
            <ac:graphicFrameMk id="18" creationId="{BAF0B2EF-E0A9-4EBE-8B41-8BAD7EC3E9EB}"/>
          </ac:graphicFrameMkLst>
        </pc:graphicFrameChg>
        <pc:graphicFrameChg chg="mod modGraphic">
          <ac:chgData name="김지원(JIWON KIM)[jiwonkim]/사원/제조DX.제조DX솔루션.롤맵기술팀" userId="943d6483-24ce-443d-b7b2-0672c51f7cc5" providerId="ADAL" clId="{2E7DD947-5200-48B9-9015-A3DCA1D2434E}" dt="2025-12-10T01:30:46.981" v="79"/>
          <ac:graphicFrameMkLst>
            <pc:docMk/>
            <pc:sldMk cId="3218446010" sldId="2147481940"/>
            <ac:graphicFrameMk id="30" creationId="{FD723AF4-8C6A-45D2-91AF-E831F6E1C5CD}"/>
          </ac:graphicFrameMkLst>
        </pc:graphicFrameChg>
      </pc:sldChg>
      <pc:sldChg chg="del">
        <pc:chgData name="김지원(JIWON KIM)[jiwonkim]/사원/제조DX.제조DX솔루션.롤맵기술팀" userId="943d6483-24ce-443d-b7b2-0672c51f7cc5" providerId="ADAL" clId="{2E7DD947-5200-48B9-9015-A3DCA1D2434E}" dt="2025-12-10T01:30:37.305" v="43" actId="47"/>
        <pc:sldMkLst>
          <pc:docMk/>
          <pc:sldMk cId="4216273303" sldId="2147482152"/>
        </pc:sldMkLst>
      </pc:sldChg>
      <pc:sldChg chg="addSp delSp modSp mod">
        <pc:chgData name="김지원(JIWON KIM)[jiwonkim]/사원/제조DX.제조DX솔루션.롤맵기술팀" userId="943d6483-24ce-443d-b7b2-0672c51f7cc5" providerId="ADAL" clId="{2E7DD947-5200-48B9-9015-A3DCA1D2434E}" dt="2025-12-10T01:31:14.205" v="81"/>
        <pc:sldMkLst>
          <pc:docMk/>
          <pc:sldMk cId="719476191" sldId="2147482153"/>
        </pc:sldMkLst>
        <pc:spChg chg="del">
          <ac:chgData name="김지원(JIWON KIM)[jiwonkim]/사원/제조DX.제조DX솔루션.롤맵기술팀" userId="943d6483-24ce-443d-b7b2-0672c51f7cc5" providerId="ADAL" clId="{2E7DD947-5200-48B9-9015-A3DCA1D2434E}" dt="2025-12-10T01:31:13.753" v="80" actId="478"/>
          <ac:spMkLst>
            <pc:docMk/>
            <pc:sldMk cId="719476191" sldId="2147482153"/>
            <ac:spMk id="4" creationId="{70AF53DB-A854-77B4-9C0D-9573373F81F4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13.753" v="80" actId="478"/>
          <ac:spMkLst>
            <pc:docMk/>
            <pc:sldMk cId="719476191" sldId="2147482153"/>
            <ac:spMk id="5" creationId="{979DA5AF-74E0-2E82-48C9-23E6D070970C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13.753" v="80" actId="478"/>
          <ac:spMkLst>
            <pc:docMk/>
            <pc:sldMk cId="719476191" sldId="2147482153"/>
            <ac:spMk id="6" creationId="{EBD5AC13-41C5-50FD-624F-33FC953AEC39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13.753" v="80" actId="478"/>
          <ac:spMkLst>
            <pc:docMk/>
            <pc:sldMk cId="719476191" sldId="2147482153"/>
            <ac:spMk id="7" creationId="{B9402439-0AAD-0F17-FC9E-C5A4A427AA1C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13.753" v="80" actId="478"/>
          <ac:spMkLst>
            <pc:docMk/>
            <pc:sldMk cId="719476191" sldId="2147482153"/>
            <ac:spMk id="8" creationId="{5615A406-E65A-C97A-2170-68F37C615786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13.753" v="80" actId="478"/>
          <ac:spMkLst>
            <pc:docMk/>
            <pc:sldMk cId="719476191" sldId="2147482153"/>
            <ac:spMk id="9" creationId="{41C3FA3D-CC80-3D1A-387B-D49A7DD943CF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13.753" v="80" actId="478"/>
          <ac:spMkLst>
            <pc:docMk/>
            <pc:sldMk cId="719476191" sldId="2147482153"/>
            <ac:spMk id="10" creationId="{B3C6FE04-8ED7-11F4-E886-28A311A9DF27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13.753" v="80" actId="478"/>
          <ac:spMkLst>
            <pc:docMk/>
            <pc:sldMk cId="719476191" sldId="2147482153"/>
            <ac:spMk id="11" creationId="{86B3949C-0989-F445-9B1E-6638CB4EDCB1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13.753" v="80" actId="478"/>
          <ac:spMkLst>
            <pc:docMk/>
            <pc:sldMk cId="719476191" sldId="2147482153"/>
            <ac:spMk id="12" creationId="{ACA43EF9-BDD0-2B30-C443-3DF8B55C4037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13.753" v="80" actId="478"/>
          <ac:spMkLst>
            <pc:docMk/>
            <pc:sldMk cId="719476191" sldId="2147482153"/>
            <ac:spMk id="13" creationId="{0987A916-3FBE-703F-62D0-730F33DD0452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13.753" v="80" actId="478"/>
          <ac:spMkLst>
            <pc:docMk/>
            <pc:sldMk cId="719476191" sldId="2147482153"/>
            <ac:spMk id="14" creationId="{5FCA3CFE-5D42-F19D-8656-68585A8937B2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13.753" v="80" actId="478"/>
          <ac:spMkLst>
            <pc:docMk/>
            <pc:sldMk cId="719476191" sldId="2147482153"/>
            <ac:spMk id="15" creationId="{D13D10CD-4B04-96DD-6CEA-65A78B3A9EEB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14.205" v="81"/>
          <ac:spMkLst>
            <pc:docMk/>
            <pc:sldMk cId="719476191" sldId="2147482153"/>
            <ac:spMk id="17" creationId="{51DC163B-C718-EBED-CCDD-3BFAC3DFE1B0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14.205" v="81"/>
          <ac:spMkLst>
            <pc:docMk/>
            <pc:sldMk cId="719476191" sldId="2147482153"/>
            <ac:spMk id="18" creationId="{F09FD9B2-5935-0478-0B9A-9E488F346569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14.205" v="81"/>
          <ac:spMkLst>
            <pc:docMk/>
            <pc:sldMk cId="719476191" sldId="2147482153"/>
            <ac:spMk id="19" creationId="{62F4E034-8996-C2D2-00CE-EFCEBA854C22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14.205" v="81"/>
          <ac:spMkLst>
            <pc:docMk/>
            <pc:sldMk cId="719476191" sldId="2147482153"/>
            <ac:spMk id="20" creationId="{7289ABBD-ABF0-28D6-3019-DE65DDDF38FE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14.205" v="81"/>
          <ac:spMkLst>
            <pc:docMk/>
            <pc:sldMk cId="719476191" sldId="2147482153"/>
            <ac:spMk id="21" creationId="{F445C106-7B2D-0763-A478-DC54E10ED527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14.205" v="81"/>
          <ac:spMkLst>
            <pc:docMk/>
            <pc:sldMk cId="719476191" sldId="2147482153"/>
            <ac:spMk id="22" creationId="{A2292426-EE03-B49B-E162-2F7EAC16949C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14.205" v="81"/>
          <ac:spMkLst>
            <pc:docMk/>
            <pc:sldMk cId="719476191" sldId="2147482153"/>
            <ac:spMk id="23" creationId="{0E192E3E-B72D-34D7-7A98-AB5EA58BEBB9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14.205" v="81"/>
          <ac:spMkLst>
            <pc:docMk/>
            <pc:sldMk cId="719476191" sldId="2147482153"/>
            <ac:spMk id="24" creationId="{1FBE578A-80B6-DEF2-9ADA-5470A7DAE4CC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14.205" v="81"/>
          <ac:spMkLst>
            <pc:docMk/>
            <pc:sldMk cId="719476191" sldId="2147482153"/>
            <ac:spMk id="25" creationId="{DD9F9689-5ACE-4699-05C1-DD646DB652C7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14.205" v="81"/>
          <ac:spMkLst>
            <pc:docMk/>
            <pc:sldMk cId="719476191" sldId="2147482153"/>
            <ac:spMk id="26" creationId="{EC8D1422-9FBD-460C-6164-9BB7C8210147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14.205" v="81"/>
          <ac:spMkLst>
            <pc:docMk/>
            <pc:sldMk cId="719476191" sldId="2147482153"/>
            <ac:spMk id="27" creationId="{9811B3C4-9470-99FB-9E69-01DA72EEC54D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14.205" v="81"/>
          <ac:spMkLst>
            <pc:docMk/>
            <pc:sldMk cId="719476191" sldId="2147482153"/>
            <ac:spMk id="28" creationId="{27852E35-998A-E106-000F-2534AC745C47}"/>
          </ac:spMkLst>
        </pc:spChg>
        <pc:graphicFrameChg chg="del">
          <ac:chgData name="김지원(JIWON KIM)[jiwonkim]/사원/제조DX.제조DX솔루션.롤맵기술팀" userId="943d6483-24ce-443d-b7b2-0672c51f7cc5" providerId="ADAL" clId="{2E7DD947-5200-48B9-9015-A3DCA1D2434E}" dt="2025-12-10T01:31:13.753" v="80" actId="478"/>
          <ac:graphicFrameMkLst>
            <pc:docMk/>
            <pc:sldMk cId="719476191" sldId="2147482153"/>
            <ac:graphicFrameMk id="3" creationId="{8F047A01-9DFE-BEBE-79CA-7A10E5D9BCAF}"/>
          </ac:graphicFrameMkLst>
        </pc:graphicFrameChg>
        <pc:graphicFrameChg chg="add mod">
          <ac:chgData name="김지원(JIWON KIM)[jiwonkim]/사원/제조DX.제조DX솔루션.롤맵기술팀" userId="943d6483-24ce-443d-b7b2-0672c51f7cc5" providerId="ADAL" clId="{2E7DD947-5200-48B9-9015-A3DCA1D2434E}" dt="2025-12-10T01:31:14.205" v="81"/>
          <ac:graphicFrameMkLst>
            <pc:docMk/>
            <pc:sldMk cId="719476191" sldId="2147482153"/>
            <ac:graphicFrameMk id="16" creationId="{7D721578-E29B-1908-F5C8-865F5E8CB423}"/>
          </ac:graphicFrameMkLst>
        </pc:graphicFrameChg>
      </pc:sldChg>
      <pc:sldChg chg="addSp delSp modSp mod">
        <pc:chgData name="김지원(JIWON KIM)[jiwonkim]/사원/제조DX.제조DX솔루션.롤맵기술팀" userId="943d6483-24ce-443d-b7b2-0672c51f7cc5" providerId="ADAL" clId="{2E7DD947-5200-48B9-9015-A3DCA1D2434E}" dt="2025-12-10T01:33:51.919" v="167" actId="242"/>
        <pc:sldMkLst>
          <pc:docMk/>
          <pc:sldMk cId="1357361098" sldId="2147482154"/>
        </pc:sldMkLst>
        <pc:spChg chg="del">
          <ac:chgData name="김지원(JIWON KIM)[jiwonkim]/사원/제조DX.제조DX솔루션.롤맵기술팀" userId="943d6483-24ce-443d-b7b2-0672c51f7cc5" providerId="ADAL" clId="{2E7DD947-5200-48B9-9015-A3DCA1D2434E}" dt="2025-12-10T01:31:24.163" v="82" actId="478"/>
          <ac:spMkLst>
            <pc:docMk/>
            <pc:sldMk cId="1357361098" sldId="2147482154"/>
            <ac:spMk id="4" creationId="{52087986-F8CC-3E9C-AE39-C3224433C341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24.163" v="82" actId="478"/>
          <ac:spMkLst>
            <pc:docMk/>
            <pc:sldMk cId="1357361098" sldId="2147482154"/>
            <ac:spMk id="5" creationId="{336E2F2C-8BDD-467E-58B2-A024D066CE30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24.163" v="82" actId="478"/>
          <ac:spMkLst>
            <pc:docMk/>
            <pc:sldMk cId="1357361098" sldId="2147482154"/>
            <ac:spMk id="6" creationId="{B22D5C1E-F8A9-50EA-81D0-6A54F916BF5B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24.163" v="82" actId="478"/>
          <ac:spMkLst>
            <pc:docMk/>
            <pc:sldMk cId="1357361098" sldId="2147482154"/>
            <ac:spMk id="7" creationId="{C4F5ADFC-08F7-91B4-BC58-A1B1D6AB25E0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24.163" v="82" actId="478"/>
          <ac:spMkLst>
            <pc:docMk/>
            <pc:sldMk cId="1357361098" sldId="2147482154"/>
            <ac:spMk id="8" creationId="{20CF3454-5EC6-A2E5-FF66-D01F30EADD3A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24.163" v="82" actId="478"/>
          <ac:spMkLst>
            <pc:docMk/>
            <pc:sldMk cId="1357361098" sldId="2147482154"/>
            <ac:spMk id="9" creationId="{76B8849C-3D1F-A274-9479-4D0795290A41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24.163" v="82" actId="478"/>
          <ac:spMkLst>
            <pc:docMk/>
            <pc:sldMk cId="1357361098" sldId="2147482154"/>
            <ac:spMk id="10" creationId="{3FA7A7A1-817A-0CCC-F625-480148DDAAB2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24.163" v="82" actId="478"/>
          <ac:spMkLst>
            <pc:docMk/>
            <pc:sldMk cId="1357361098" sldId="2147482154"/>
            <ac:spMk id="11" creationId="{C3438938-6291-F711-187B-87A93E7B4E35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24.163" v="82" actId="478"/>
          <ac:spMkLst>
            <pc:docMk/>
            <pc:sldMk cId="1357361098" sldId="2147482154"/>
            <ac:spMk id="12" creationId="{AED90DA7-60BE-F26A-9EB2-ABB76E563A49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24.163" v="82" actId="478"/>
          <ac:spMkLst>
            <pc:docMk/>
            <pc:sldMk cId="1357361098" sldId="2147482154"/>
            <ac:spMk id="13" creationId="{B853F051-5D9E-946B-8B01-3E59FA19FA35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24.163" v="82" actId="478"/>
          <ac:spMkLst>
            <pc:docMk/>
            <pc:sldMk cId="1357361098" sldId="2147482154"/>
            <ac:spMk id="14" creationId="{C45FB143-5873-F7CD-442A-542723EFCCEE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24.163" v="82" actId="478"/>
          <ac:spMkLst>
            <pc:docMk/>
            <pc:sldMk cId="1357361098" sldId="2147482154"/>
            <ac:spMk id="15" creationId="{94801985-6F3D-51FF-198E-28FEE3E299E4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24.653" v="83"/>
          <ac:spMkLst>
            <pc:docMk/>
            <pc:sldMk cId="1357361098" sldId="2147482154"/>
            <ac:spMk id="17" creationId="{B7947523-821D-0A8A-4983-C454D5353A37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24.653" v="83"/>
          <ac:spMkLst>
            <pc:docMk/>
            <pc:sldMk cId="1357361098" sldId="2147482154"/>
            <ac:spMk id="18" creationId="{63A6EAE6-75CD-9310-CDEC-44F3BFB4E546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24.653" v="83"/>
          <ac:spMkLst>
            <pc:docMk/>
            <pc:sldMk cId="1357361098" sldId="2147482154"/>
            <ac:spMk id="19" creationId="{335D5B51-05A9-2972-5745-706F6CC4876D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24.653" v="83"/>
          <ac:spMkLst>
            <pc:docMk/>
            <pc:sldMk cId="1357361098" sldId="2147482154"/>
            <ac:spMk id="20" creationId="{1CFBB128-20E9-121B-25FF-34A1E90FC00D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24.653" v="83"/>
          <ac:spMkLst>
            <pc:docMk/>
            <pc:sldMk cId="1357361098" sldId="2147482154"/>
            <ac:spMk id="21" creationId="{07360B06-94C2-18A7-0D5D-FB10C2126B7F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24.653" v="83"/>
          <ac:spMkLst>
            <pc:docMk/>
            <pc:sldMk cId="1357361098" sldId="2147482154"/>
            <ac:spMk id="23" creationId="{A83CA8DE-086E-755B-01AD-22415F5D7031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24.653" v="83"/>
          <ac:spMkLst>
            <pc:docMk/>
            <pc:sldMk cId="1357361098" sldId="2147482154"/>
            <ac:spMk id="24" creationId="{0DE2CE4D-DF0B-12FC-DA6B-6E45C4436B99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24.653" v="83"/>
          <ac:spMkLst>
            <pc:docMk/>
            <pc:sldMk cId="1357361098" sldId="2147482154"/>
            <ac:spMk id="25" creationId="{26BA74DF-CD83-BB1B-3B96-266139FDB973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24.653" v="83"/>
          <ac:spMkLst>
            <pc:docMk/>
            <pc:sldMk cId="1357361098" sldId="2147482154"/>
            <ac:spMk id="26" creationId="{66CE0776-2949-B39E-3CB4-8347A0295E14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24.653" v="83"/>
          <ac:spMkLst>
            <pc:docMk/>
            <pc:sldMk cId="1357361098" sldId="2147482154"/>
            <ac:spMk id="27" creationId="{24FB6AD2-160F-6B2F-4515-80742FFEC530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24.653" v="83"/>
          <ac:spMkLst>
            <pc:docMk/>
            <pc:sldMk cId="1357361098" sldId="2147482154"/>
            <ac:spMk id="28" creationId="{F9BD432F-B379-8E61-CA47-F43CD5B501CC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24.653" v="83"/>
          <ac:spMkLst>
            <pc:docMk/>
            <pc:sldMk cId="1357361098" sldId="2147482154"/>
            <ac:spMk id="29" creationId="{39ABAEF6-0FA0-5A65-8C15-FDEE5D1FB322}"/>
          </ac:spMkLst>
        </pc:spChg>
        <pc:graphicFrameChg chg="del">
          <ac:chgData name="김지원(JIWON KIM)[jiwonkim]/사원/제조DX.제조DX솔루션.롤맵기술팀" userId="943d6483-24ce-443d-b7b2-0672c51f7cc5" providerId="ADAL" clId="{2E7DD947-5200-48B9-9015-A3DCA1D2434E}" dt="2025-12-10T01:31:24.163" v="82" actId="478"/>
          <ac:graphicFrameMkLst>
            <pc:docMk/>
            <pc:sldMk cId="1357361098" sldId="2147482154"/>
            <ac:graphicFrameMk id="3" creationId="{5E5C6EF2-981C-FE16-5647-AA9751D051BA}"/>
          </ac:graphicFrameMkLst>
        </pc:graphicFrameChg>
        <pc:graphicFrameChg chg="add mod">
          <ac:chgData name="김지원(JIWON KIM)[jiwonkim]/사원/제조DX.제조DX솔루션.롤맵기술팀" userId="943d6483-24ce-443d-b7b2-0672c51f7cc5" providerId="ADAL" clId="{2E7DD947-5200-48B9-9015-A3DCA1D2434E}" dt="2025-12-10T01:31:24.653" v="83"/>
          <ac:graphicFrameMkLst>
            <pc:docMk/>
            <pc:sldMk cId="1357361098" sldId="2147482154"/>
            <ac:graphicFrameMk id="16" creationId="{D6B5DFDE-F607-1154-D4E6-3B128C81C5CC}"/>
          </ac:graphicFrameMkLst>
        </pc:graphicFrameChg>
        <pc:graphicFrameChg chg="del mod">
          <ac:chgData name="김지원(JIWON KIM)[jiwonkim]/사원/제조DX.제조DX솔루션.롤맵기술팀" userId="943d6483-24ce-443d-b7b2-0672c51f7cc5" providerId="ADAL" clId="{2E7DD947-5200-48B9-9015-A3DCA1D2434E}" dt="2025-12-10T01:33:16.872" v="134" actId="478"/>
          <ac:graphicFrameMkLst>
            <pc:docMk/>
            <pc:sldMk cId="1357361098" sldId="2147482154"/>
            <ac:graphicFrameMk id="22" creationId="{800175D4-D7D2-4E39-BE37-BF38446744A7}"/>
          </ac:graphicFrameMkLst>
        </pc:graphicFrameChg>
        <pc:graphicFrameChg chg="add mod modGraphic">
          <ac:chgData name="김지원(JIWON KIM)[jiwonkim]/사원/제조DX.제조DX솔루션.롤맵기술팀" userId="943d6483-24ce-443d-b7b2-0672c51f7cc5" providerId="ADAL" clId="{2E7DD947-5200-48B9-9015-A3DCA1D2434E}" dt="2025-12-10T01:33:51.919" v="167" actId="242"/>
          <ac:graphicFrameMkLst>
            <pc:docMk/>
            <pc:sldMk cId="1357361098" sldId="2147482154"/>
            <ac:graphicFrameMk id="30" creationId="{C0F93F35-42AD-20F8-E91F-7F9106DB2E2F}"/>
          </ac:graphicFrameMkLst>
        </pc:graphicFrameChg>
      </pc:sldChg>
      <pc:sldChg chg="addSp delSp modSp mod">
        <pc:chgData name="김지원(JIWON KIM)[jiwonkim]/사원/제조DX.제조DX솔루션.롤맵기술팀" userId="943d6483-24ce-443d-b7b2-0672c51f7cc5" providerId="ADAL" clId="{2E7DD947-5200-48B9-9015-A3DCA1D2434E}" dt="2025-12-10T01:34:14.392" v="168" actId="242"/>
        <pc:sldMkLst>
          <pc:docMk/>
          <pc:sldMk cId="2756542074" sldId="2147482155"/>
        </pc:sldMkLst>
        <pc:spChg chg="del">
          <ac:chgData name="김지원(JIWON KIM)[jiwonkim]/사원/제조DX.제조DX솔루션.롤맵기술팀" userId="943d6483-24ce-443d-b7b2-0672c51f7cc5" providerId="ADAL" clId="{2E7DD947-5200-48B9-9015-A3DCA1D2434E}" dt="2025-12-10T01:31:30.973" v="84" actId="478"/>
          <ac:spMkLst>
            <pc:docMk/>
            <pc:sldMk cId="2756542074" sldId="2147482155"/>
            <ac:spMk id="4" creationId="{A67830AC-8902-18A2-D057-B237041E3AE0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30.973" v="84" actId="478"/>
          <ac:spMkLst>
            <pc:docMk/>
            <pc:sldMk cId="2756542074" sldId="2147482155"/>
            <ac:spMk id="5" creationId="{D7D24908-4B32-A504-9AE8-CCE6E12ABC93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30.973" v="84" actId="478"/>
          <ac:spMkLst>
            <pc:docMk/>
            <pc:sldMk cId="2756542074" sldId="2147482155"/>
            <ac:spMk id="6" creationId="{781E1DB5-72CD-415F-D7C0-4DDF6B554ACD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30.973" v="84" actId="478"/>
          <ac:spMkLst>
            <pc:docMk/>
            <pc:sldMk cId="2756542074" sldId="2147482155"/>
            <ac:spMk id="7" creationId="{AC4D2F79-0D6F-4946-A0EA-628EC262676B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30.973" v="84" actId="478"/>
          <ac:spMkLst>
            <pc:docMk/>
            <pc:sldMk cId="2756542074" sldId="2147482155"/>
            <ac:spMk id="8" creationId="{B75725DA-DA0A-0CC0-0808-77939939CEFB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30.973" v="84" actId="478"/>
          <ac:spMkLst>
            <pc:docMk/>
            <pc:sldMk cId="2756542074" sldId="2147482155"/>
            <ac:spMk id="9" creationId="{60EF3019-3387-6AC5-0F87-ABA4A9BB1D48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30.973" v="84" actId="478"/>
          <ac:spMkLst>
            <pc:docMk/>
            <pc:sldMk cId="2756542074" sldId="2147482155"/>
            <ac:spMk id="10" creationId="{DADA1CE5-35C1-EED2-EDF4-192A3B295002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30.973" v="84" actId="478"/>
          <ac:spMkLst>
            <pc:docMk/>
            <pc:sldMk cId="2756542074" sldId="2147482155"/>
            <ac:spMk id="11" creationId="{ABCDF110-C1E1-2126-CA05-AC7B81CAF113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30.973" v="84" actId="478"/>
          <ac:spMkLst>
            <pc:docMk/>
            <pc:sldMk cId="2756542074" sldId="2147482155"/>
            <ac:spMk id="12" creationId="{DDCDB20A-BB73-61A4-95FC-18414FC9F46C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30.973" v="84" actId="478"/>
          <ac:spMkLst>
            <pc:docMk/>
            <pc:sldMk cId="2756542074" sldId="2147482155"/>
            <ac:spMk id="13" creationId="{5D683180-8EFC-A5B7-A0B1-4E53241C92A7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30.973" v="84" actId="478"/>
          <ac:spMkLst>
            <pc:docMk/>
            <pc:sldMk cId="2756542074" sldId="2147482155"/>
            <ac:spMk id="14" creationId="{DC4E303E-80F6-42C2-8B22-0E0F0942D484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30.973" v="84" actId="478"/>
          <ac:spMkLst>
            <pc:docMk/>
            <pc:sldMk cId="2756542074" sldId="2147482155"/>
            <ac:spMk id="15" creationId="{5A603B78-6117-BC40-D185-2A61F328C8F5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31.204" v="85"/>
          <ac:spMkLst>
            <pc:docMk/>
            <pc:sldMk cId="2756542074" sldId="2147482155"/>
            <ac:spMk id="17" creationId="{246167A3-59B0-1768-A797-FFF89372CD63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31.204" v="85"/>
          <ac:spMkLst>
            <pc:docMk/>
            <pc:sldMk cId="2756542074" sldId="2147482155"/>
            <ac:spMk id="18" creationId="{9C5B3CA7-7F91-7209-B90C-3EDCF09F251F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31.204" v="85"/>
          <ac:spMkLst>
            <pc:docMk/>
            <pc:sldMk cId="2756542074" sldId="2147482155"/>
            <ac:spMk id="19" creationId="{319AB91A-04E2-BF61-D7F6-2927ED2B42BF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31.204" v="85"/>
          <ac:spMkLst>
            <pc:docMk/>
            <pc:sldMk cId="2756542074" sldId="2147482155"/>
            <ac:spMk id="20" creationId="{1B2D900D-9423-BC92-DE02-F2DDA78E48CC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31.204" v="85"/>
          <ac:spMkLst>
            <pc:docMk/>
            <pc:sldMk cId="2756542074" sldId="2147482155"/>
            <ac:spMk id="21" creationId="{C202143A-DA3B-A302-C603-7FAE15FE8E01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31.204" v="85"/>
          <ac:spMkLst>
            <pc:docMk/>
            <pc:sldMk cId="2756542074" sldId="2147482155"/>
            <ac:spMk id="22" creationId="{D8A73BD4-A273-04AD-3A10-488D74DCF5EA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31.204" v="85"/>
          <ac:spMkLst>
            <pc:docMk/>
            <pc:sldMk cId="2756542074" sldId="2147482155"/>
            <ac:spMk id="23" creationId="{0DB74E9C-1170-5CDD-59FC-BF001D37ADF5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31.204" v="85"/>
          <ac:spMkLst>
            <pc:docMk/>
            <pc:sldMk cId="2756542074" sldId="2147482155"/>
            <ac:spMk id="24" creationId="{7C3E415B-AEA8-D892-5CC1-495CB71B3CEC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31.204" v="85"/>
          <ac:spMkLst>
            <pc:docMk/>
            <pc:sldMk cId="2756542074" sldId="2147482155"/>
            <ac:spMk id="25" creationId="{B177ADB2-ED21-6CE8-E1C3-905EA398E728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31.204" v="85"/>
          <ac:spMkLst>
            <pc:docMk/>
            <pc:sldMk cId="2756542074" sldId="2147482155"/>
            <ac:spMk id="26" creationId="{38B11B60-984D-F051-732D-04896E61247B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31.204" v="85"/>
          <ac:spMkLst>
            <pc:docMk/>
            <pc:sldMk cId="2756542074" sldId="2147482155"/>
            <ac:spMk id="27" creationId="{E7095CE1-10E4-FB83-E6DF-62917558AB28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31.204" v="85"/>
          <ac:spMkLst>
            <pc:docMk/>
            <pc:sldMk cId="2756542074" sldId="2147482155"/>
            <ac:spMk id="28" creationId="{8E34DC3C-D5A7-DA63-D9A7-EEA0AE6B2EB3}"/>
          </ac:spMkLst>
        </pc:spChg>
        <pc:graphicFrameChg chg="del">
          <ac:chgData name="김지원(JIWON KIM)[jiwonkim]/사원/제조DX.제조DX솔루션.롤맵기술팀" userId="943d6483-24ce-443d-b7b2-0672c51f7cc5" providerId="ADAL" clId="{2E7DD947-5200-48B9-9015-A3DCA1D2434E}" dt="2025-12-10T01:31:30.973" v="84" actId="478"/>
          <ac:graphicFrameMkLst>
            <pc:docMk/>
            <pc:sldMk cId="2756542074" sldId="2147482155"/>
            <ac:graphicFrameMk id="3" creationId="{B63C9CA1-2EBF-0A73-2173-A98FD4DCE7C5}"/>
          </ac:graphicFrameMkLst>
        </pc:graphicFrameChg>
        <pc:graphicFrameChg chg="add mod">
          <ac:chgData name="김지원(JIWON KIM)[jiwonkim]/사원/제조DX.제조DX솔루션.롤맵기술팀" userId="943d6483-24ce-443d-b7b2-0672c51f7cc5" providerId="ADAL" clId="{2E7DD947-5200-48B9-9015-A3DCA1D2434E}" dt="2025-12-10T01:31:31.204" v="85"/>
          <ac:graphicFrameMkLst>
            <pc:docMk/>
            <pc:sldMk cId="2756542074" sldId="2147482155"/>
            <ac:graphicFrameMk id="16" creationId="{A49895C2-4737-1562-091D-B6B603641885}"/>
          </ac:graphicFrameMkLst>
        </pc:graphicFrameChg>
        <pc:graphicFrameChg chg="modGraphic">
          <ac:chgData name="김지원(JIWON KIM)[jiwonkim]/사원/제조DX.제조DX솔루션.롤맵기술팀" userId="943d6483-24ce-443d-b7b2-0672c51f7cc5" providerId="ADAL" clId="{2E7DD947-5200-48B9-9015-A3DCA1D2434E}" dt="2025-12-10T01:34:14.392" v="168" actId="242"/>
          <ac:graphicFrameMkLst>
            <pc:docMk/>
            <pc:sldMk cId="2756542074" sldId="2147482155"/>
            <ac:graphicFrameMk id="30" creationId="{FD723AF4-8C6A-45D2-91AF-E831F6E1C5CD}"/>
          </ac:graphicFrameMkLst>
        </pc:graphicFrameChg>
      </pc:sldChg>
      <pc:sldChg chg="addSp delSp modSp mod">
        <pc:chgData name="김지원(JIWON KIM)[jiwonkim]/사원/제조DX.제조DX솔루션.롤맵기술팀" userId="943d6483-24ce-443d-b7b2-0672c51f7cc5" providerId="ADAL" clId="{2E7DD947-5200-48B9-9015-A3DCA1D2434E}" dt="2025-12-10T01:33:02.764" v="130" actId="478"/>
        <pc:sldMkLst>
          <pc:docMk/>
          <pc:sldMk cId="1685760430" sldId="2147482156"/>
        </pc:sldMkLst>
        <pc:spChg chg="del">
          <ac:chgData name="김지원(JIWON KIM)[jiwonkim]/사원/제조DX.제조DX솔루션.롤맵기술팀" userId="943d6483-24ce-443d-b7b2-0672c51f7cc5" providerId="ADAL" clId="{2E7DD947-5200-48B9-9015-A3DCA1D2434E}" dt="2025-12-10T01:31:36.379" v="86" actId="478"/>
          <ac:spMkLst>
            <pc:docMk/>
            <pc:sldMk cId="1685760430" sldId="2147482156"/>
            <ac:spMk id="4" creationId="{E7A302A0-343F-2ECF-C283-3641E6C535D9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36.379" v="86" actId="478"/>
          <ac:spMkLst>
            <pc:docMk/>
            <pc:sldMk cId="1685760430" sldId="2147482156"/>
            <ac:spMk id="5" creationId="{77E44AE0-8ED5-5110-188F-AE9087D2829B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36.379" v="86" actId="478"/>
          <ac:spMkLst>
            <pc:docMk/>
            <pc:sldMk cId="1685760430" sldId="2147482156"/>
            <ac:spMk id="6" creationId="{E88A171A-C076-E40C-D258-3211DF4DAB7D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36.379" v="86" actId="478"/>
          <ac:spMkLst>
            <pc:docMk/>
            <pc:sldMk cId="1685760430" sldId="2147482156"/>
            <ac:spMk id="7" creationId="{39065100-3D6C-80A4-48BE-6B3855B6AD1E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36.379" v="86" actId="478"/>
          <ac:spMkLst>
            <pc:docMk/>
            <pc:sldMk cId="1685760430" sldId="2147482156"/>
            <ac:spMk id="8" creationId="{C545995B-5289-88F5-F05A-1D67DB39F501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36.379" v="86" actId="478"/>
          <ac:spMkLst>
            <pc:docMk/>
            <pc:sldMk cId="1685760430" sldId="2147482156"/>
            <ac:spMk id="9" creationId="{CE701B93-4036-619A-F217-A2506374B93E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36.379" v="86" actId="478"/>
          <ac:spMkLst>
            <pc:docMk/>
            <pc:sldMk cId="1685760430" sldId="2147482156"/>
            <ac:spMk id="10" creationId="{E05DCDC7-61CE-C68D-00B6-ED4AB59B3156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36.379" v="86" actId="478"/>
          <ac:spMkLst>
            <pc:docMk/>
            <pc:sldMk cId="1685760430" sldId="2147482156"/>
            <ac:spMk id="11" creationId="{B0A621C7-496C-8843-A854-F9F2D150DB17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36.379" v="86" actId="478"/>
          <ac:spMkLst>
            <pc:docMk/>
            <pc:sldMk cId="1685760430" sldId="2147482156"/>
            <ac:spMk id="12" creationId="{0676207A-B253-7A5F-ED51-F63B3ED6C4D9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36.379" v="86" actId="478"/>
          <ac:spMkLst>
            <pc:docMk/>
            <pc:sldMk cId="1685760430" sldId="2147482156"/>
            <ac:spMk id="13" creationId="{BD436B58-BC3D-882B-3E3B-1288BF2A1185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36.379" v="86" actId="478"/>
          <ac:spMkLst>
            <pc:docMk/>
            <pc:sldMk cId="1685760430" sldId="2147482156"/>
            <ac:spMk id="14" creationId="{96296FDD-35FA-7851-BB6F-FE50D4F1EEB3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36.379" v="86" actId="478"/>
          <ac:spMkLst>
            <pc:docMk/>
            <pc:sldMk cId="1685760430" sldId="2147482156"/>
            <ac:spMk id="15" creationId="{DB750D4E-2E3D-595A-6FAF-72ECAE0590C8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36.718" v="87"/>
          <ac:spMkLst>
            <pc:docMk/>
            <pc:sldMk cId="1685760430" sldId="2147482156"/>
            <ac:spMk id="17" creationId="{76A48A39-7913-D950-F37A-95A447586876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36.718" v="87"/>
          <ac:spMkLst>
            <pc:docMk/>
            <pc:sldMk cId="1685760430" sldId="2147482156"/>
            <ac:spMk id="18" creationId="{61BBAB96-71C3-31EC-F5F2-243A25346121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36.718" v="87"/>
          <ac:spMkLst>
            <pc:docMk/>
            <pc:sldMk cId="1685760430" sldId="2147482156"/>
            <ac:spMk id="19" creationId="{A7AB5648-6FA8-DE8A-287A-CBDA29423979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36.718" v="87"/>
          <ac:spMkLst>
            <pc:docMk/>
            <pc:sldMk cId="1685760430" sldId="2147482156"/>
            <ac:spMk id="20" creationId="{6FA92708-7C68-8443-DDA7-8779828A7C1F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36.718" v="87"/>
          <ac:spMkLst>
            <pc:docMk/>
            <pc:sldMk cId="1685760430" sldId="2147482156"/>
            <ac:spMk id="21" creationId="{6B69A64B-3200-A01E-5A90-D32B239FCA9D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36.718" v="87"/>
          <ac:spMkLst>
            <pc:docMk/>
            <pc:sldMk cId="1685760430" sldId="2147482156"/>
            <ac:spMk id="22" creationId="{9C66223D-B4BF-BCB0-E94A-DDEA1400C663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36.718" v="87"/>
          <ac:spMkLst>
            <pc:docMk/>
            <pc:sldMk cId="1685760430" sldId="2147482156"/>
            <ac:spMk id="23" creationId="{3500DFE5-2333-37E1-267E-03BE81299D63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36.718" v="87"/>
          <ac:spMkLst>
            <pc:docMk/>
            <pc:sldMk cId="1685760430" sldId="2147482156"/>
            <ac:spMk id="24" creationId="{19736B66-CB1E-4AE4-BEB9-C9E2BC8FB2C7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36.718" v="87"/>
          <ac:spMkLst>
            <pc:docMk/>
            <pc:sldMk cId="1685760430" sldId="2147482156"/>
            <ac:spMk id="25" creationId="{2BA8D446-57DE-2B24-BA16-A4D0B2FF1488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36.718" v="87"/>
          <ac:spMkLst>
            <pc:docMk/>
            <pc:sldMk cId="1685760430" sldId="2147482156"/>
            <ac:spMk id="26" creationId="{83C9415A-385D-F94D-B657-2F318B470C3A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36.718" v="87"/>
          <ac:spMkLst>
            <pc:docMk/>
            <pc:sldMk cId="1685760430" sldId="2147482156"/>
            <ac:spMk id="27" creationId="{0CA671E6-A33A-E512-8CF0-CEB2139304F9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36.718" v="87"/>
          <ac:spMkLst>
            <pc:docMk/>
            <pc:sldMk cId="1685760430" sldId="2147482156"/>
            <ac:spMk id="28" creationId="{63FACBF7-67EA-203D-5FC3-4901A195AE64}"/>
          </ac:spMkLst>
        </pc:spChg>
        <pc:graphicFrameChg chg="del">
          <ac:chgData name="김지원(JIWON KIM)[jiwonkim]/사원/제조DX.제조DX솔루션.롤맵기술팀" userId="943d6483-24ce-443d-b7b2-0672c51f7cc5" providerId="ADAL" clId="{2E7DD947-5200-48B9-9015-A3DCA1D2434E}" dt="2025-12-10T01:31:36.379" v="86" actId="478"/>
          <ac:graphicFrameMkLst>
            <pc:docMk/>
            <pc:sldMk cId="1685760430" sldId="2147482156"/>
            <ac:graphicFrameMk id="3" creationId="{A07F8D60-1ECC-7831-BC45-0C446BA12F90}"/>
          </ac:graphicFrameMkLst>
        </pc:graphicFrameChg>
        <pc:graphicFrameChg chg="add mod">
          <ac:chgData name="김지원(JIWON KIM)[jiwonkim]/사원/제조DX.제조DX솔루션.롤맵기술팀" userId="943d6483-24ce-443d-b7b2-0672c51f7cc5" providerId="ADAL" clId="{2E7DD947-5200-48B9-9015-A3DCA1D2434E}" dt="2025-12-10T01:31:36.718" v="87"/>
          <ac:graphicFrameMkLst>
            <pc:docMk/>
            <pc:sldMk cId="1685760430" sldId="2147482156"/>
            <ac:graphicFrameMk id="16" creationId="{4763483A-EA72-223E-C795-104BBB0A00FB}"/>
          </ac:graphicFrameMkLst>
        </pc:graphicFrameChg>
        <pc:graphicFrameChg chg="add mod">
          <ac:chgData name="김지원(JIWON KIM)[jiwonkim]/사원/제조DX.제조DX솔루션.롤맵기술팀" userId="943d6483-24ce-443d-b7b2-0672c51f7cc5" providerId="ADAL" clId="{2E7DD947-5200-48B9-9015-A3DCA1D2434E}" dt="2025-12-10T01:33:01.371" v="129"/>
          <ac:graphicFrameMkLst>
            <pc:docMk/>
            <pc:sldMk cId="1685760430" sldId="2147482156"/>
            <ac:graphicFrameMk id="29" creationId="{7FFF4CDA-4E52-5355-C1C4-035B2B6F1909}"/>
          </ac:graphicFrameMkLst>
        </pc:graphicFrameChg>
        <pc:graphicFrameChg chg="del mod">
          <ac:chgData name="김지원(JIWON KIM)[jiwonkim]/사원/제조DX.제조DX솔루션.롤맵기술팀" userId="943d6483-24ce-443d-b7b2-0672c51f7cc5" providerId="ADAL" clId="{2E7DD947-5200-48B9-9015-A3DCA1D2434E}" dt="2025-12-10T01:33:02.764" v="130" actId="478"/>
          <ac:graphicFrameMkLst>
            <pc:docMk/>
            <pc:sldMk cId="1685760430" sldId="2147482156"/>
            <ac:graphicFrameMk id="30" creationId="{FD723AF4-8C6A-45D2-91AF-E831F6E1C5CD}"/>
          </ac:graphicFrameMkLst>
        </pc:graphicFrameChg>
      </pc:sldChg>
      <pc:sldChg chg="addSp delSp modSp mod">
        <pc:chgData name="김지원(JIWON KIM)[jiwonkim]/사원/제조DX.제조DX솔루션.롤맵기술팀" userId="943d6483-24ce-443d-b7b2-0672c51f7cc5" providerId="ADAL" clId="{2E7DD947-5200-48B9-9015-A3DCA1D2434E}" dt="2025-12-10T01:32:51.052" v="126" actId="478"/>
        <pc:sldMkLst>
          <pc:docMk/>
          <pc:sldMk cId="1270712381" sldId="2147482157"/>
        </pc:sldMkLst>
        <pc:spChg chg="del">
          <ac:chgData name="김지원(JIWON KIM)[jiwonkim]/사원/제조DX.제조DX솔루션.롤맵기술팀" userId="943d6483-24ce-443d-b7b2-0672c51f7cc5" providerId="ADAL" clId="{2E7DD947-5200-48B9-9015-A3DCA1D2434E}" dt="2025-12-10T01:31:41.066" v="88" actId="478"/>
          <ac:spMkLst>
            <pc:docMk/>
            <pc:sldMk cId="1270712381" sldId="2147482157"/>
            <ac:spMk id="4" creationId="{6790F4FB-E0DE-A5AF-44D5-74CD0C73E074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41.066" v="88" actId="478"/>
          <ac:spMkLst>
            <pc:docMk/>
            <pc:sldMk cId="1270712381" sldId="2147482157"/>
            <ac:spMk id="5" creationId="{81FF5F28-6757-ED55-967F-BBE85FC901C4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41.066" v="88" actId="478"/>
          <ac:spMkLst>
            <pc:docMk/>
            <pc:sldMk cId="1270712381" sldId="2147482157"/>
            <ac:spMk id="6" creationId="{E257AEB8-7052-A216-4C45-FF35888498CA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41.066" v="88" actId="478"/>
          <ac:spMkLst>
            <pc:docMk/>
            <pc:sldMk cId="1270712381" sldId="2147482157"/>
            <ac:spMk id="7" creationId="{98ACEE5E-CF7D-D8EF-D872-F0C60F11A246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41.066" v="88" actId="478"/>
          <ac:spMkLst>
            <pc:docMk/>
            <pc:sldMk cId="1270712381" sldId="2147482157"/>
            <ac:spMk id="8" creationId="{F0072C60-8D41-5334-FF19-3B48B266FAED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41.066" v="88" actId="478"/>
          <ac:spMkLst>
            <pc:docMk/>
            <pc:sldMk cId="1270712381" sldId="2147482157"/>
            <ac:spMk id="9" creationId="{0D917A33-4AF7-9306-9E83-949581A13131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41.066" v="88" actId="478"/>
          <ac:spMkLst>
            <pc:docMk/>
            <pc:sldMk cId="1270712381" sldId="2147482157"/>
            <ac:spMk id="10" creationId="{8D5B6349-DA4B-B5D3-B3CB-F801E644AE33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41.066" v="88" actId="478"/>
          <ac:spMkLst>
            <pc:docMk/>
            <pc:sldMk cId="1270712381" sldId="2147482157"/>
            <ac:spMk id="11" creationId="{6B7F1A51-35B7-57CB-3D09-CEA8F27B3EED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41.066" v="88" actId="478"/>
          <ac:spMkLst>
            <pc:docMk/>
            <pc:sldMk cId="1270712381" sldId="2147482157"/>
            <ac:spMk id="12" creationId="{1EA83770-5468-9BF0-662F-D877978A3AD6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41.066" v="88" actId="478"/>
          <ac:spMkLst>
            <pc:docMk/>
            <pc:sldMk cId="1270712381" sldId="2147482157"/>
            <ac:spMk id="13" creationId="{696FF082-AFB5-8404-2824-A71856AF39F9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41.066" v="88" actId="478"/>
          <ac:spMkLst>
            <pc:docMk/>
            <pc:sldMk cId="1270712381" sldId="2147482157"/>
            <ac:spMk id="14" creationId="{CE18DD4A-6C29-16E3-E8DD-A06E332442F7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41.066" v="88" actId="478"/>
          <ac:spMkLst>
            <pc:docMk/>
            <pc:sldMk cId="1270712381" sldId="2147482157"/>
            <ac:spMk id="15" creationId="{D4159CB7-D4BA-B568-B7F4-CCAC6BDCFE8E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41.488" v="89"/>
          <ac:spMkLst>
            <pc:docMk/>
            <pc:sldMk cId="1270712381" sldId="2147482157"/>
            <ac:spMk id="17" creationId="{71ED663B-643F-79DB-41BC-9AF2D22EAC1D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41.488" v="89"/>
          <ac:spMkLst>
            <pc:docMk/>
            <pc:sldMk cId="1270712381" sldId="2147482157"/>
            <ac:spMk id="18" creationId="{8CA967DD-FEFD-28F7-DB7E-0698CC266E4A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41.488" v="89"/>
          <ac:spMkLst>
            <pc:docMk/>
            <pc:sldMk cId="1270712381" sldId="2147482157"/>
            <ac:spMk id="19" creationId="{B721F722-674B-9E29-72D6-56295CAB146C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41.488" v="89"/>
          <ac:spMkLst>
            <pc:docMk/>
            <pc:sldMk cId="1270712381" sldId="2147482157"/>
            <ac:spMk id="20" creationId="{520D9EA4-B731-D7B5-FB09-B98719EE6578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41.488" v="89"/>
          <ac:spMkLst>
            <pc:docMk/>
            <pc:sldMk cId="1270712381" sldId="2147482157"/>
            <ac:spMk id="21" creationId="{2255A961-4999-4FAB-6BDC-2981E448C11C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41.488" v="89"/>
          <ac:spMkLst>
            <pc:docMk/>
            <pc:sldMk cId="1270712381" sldId="2147482157"/>
            <ac:spMk id="22" creationId="{FCED5FDD-9B3E-5F27-E4BE-44339BFC8D14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41.488" v="89"/>
          <ac:spMkLst>
            <pc:docMk/>
            <pc:sldMk cId="1270712381" sldId="2147482157"/>
            <ac:spMk id="23" creationId="{B55466FD-07CE-D9AD-DF5B-49EE98ADD6A6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41.488" v="89"/>
          <ac:spMkLst>
            <pc:docMk/>
            <pc:sldMk cId="1270712381" sldId="2147482157"/>
            <ac:spMk id="24" creationId="{A06845AA-C3C6-6D2D-7150-E900476532B7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41.488" v="89"/>
          <ac:spMkLst>
            <pc:docMk/>
            <pc:sldMk cId="1270712381" sldId="2147482157"/>
            <ac:spMk id="25" creationId="{9AA8A2E0-94FD-B198-A186-4AC9DA3BA6C1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41.488" v="89"/>
          <ac:spMkLst>
            <pc:docMk/>
            <pc:sldMk cId="1270712381" sldId="2147482157"/>
            <ac:spMk id="26" creationId="{68871AB1-8EC8-8A1F-9EB8-6AAF8BD7D4A0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41.488" v="89"/>
          <ac:spMkLst>
            <pc:docMk/>
            <pc:sldMk cId="1270712381" sldId="2147482157"/>
            <ac:spMk id="27" creationId="{027C4917-04A5-CD63-430D-7851847EDB0E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41.488" v="89"/>
          <ac:spMkLst>
            <pc:docMk/>
            <pc:sldMk cId="1270712381" sldId="2147482157"/>
            <ac:spMk id="28" creationId="{91E96471-FC51-52D7-3C71-70FA4215C2DF}"/>
          </ac:spMkLst>
        </pc:spChg>
        <pc:graphicFrameChg chg="del">
          <ac:chgData name="김지원(JIWON KIM)[jiwonkim]/사원/제조DX.제조DX솔루션.롤맵기술팀" userId="943d6483-24ce-443d-b7b2-0672c51f7cc5" providerId="ADAL" clId="{2E7DD947-5200-48B9-9015-A3DCA1D2434E}" dt="2025-12-10T01:31:41.066" v="88" actId="478"/>
          <ac:graphicFrameMkLst>
            <pc:docMk/>
            <pc:sldMk cId="1270712381" sldId="2147482157"/>
            <ac:graphicFrameMk id="3" creationId="{E736DB3D-F097-89E6-FDE0-2DFECD04BB13}"/>
          </ac:graphicFrameMkLst>
        </pc:graphicFrameChg>
        <pc:graphicFrameChg chg="add mod">
          <ac:chgData name="김지원(JIWON KIM)[jiwonkim]/사원/제조DX.제조DX솔루션.롤맵기술팀" userId="943d6483-24ce-443d-b7b2-0672c51f7cc5" providerId="ADAL" clId="{2E7DD947-5200-48B9-9015-A3DCA1D2434E}" dt="2025-12-10T01:31:41.488" v="89"/>
          <ac:graphicFrameMkLst>
            <pc:docMk/>
            <pc:sldMk cId="1270712381" sldId="2147482157"/>
            <ac:graphicFrameMk id="16" creationId="{036EE05A-7B4C-FBDE-5F92-A050D4DFE80E}"/>
          </ac:graphicFrameMkLst>
        </pc:graphicFrameChg>
        <pc:graphicFrameChg chg="add mod">
          <ac:chgData name="김지원(JIWON KIM)[jiwonkim]/사원/제조DX.제조DX솔루션.롤맵기술팀" userId="943d6483-24ce-443d-b7b2-0672c51f7cc5" providerId="ADAL" clId="{2E7DD947-5200-48B9-9015-A3DCA1D2434E}" dt="2025-12-10T01:32:48.985" v="125"/>
          <ac:graphicFrameMkLst>
            <pc:docMk/>
            <pc:sldMk cId="1270712381" sldId="2147482157"/>
            <ac:graphicFrameMk id="29" creationId="{6DAA28A2-120D-B4E0-EC0F-990857EFD2B2}"/>
          </ac:graphicFrameMkLst>
        </pc:graphicFrameChg>
        <pc:graphicFrameChg chg="del mod">
          <ac:chgData name="김지원(JIWON KIM)[jiwonkim]/사원/제조DX.제조DX솔루션.롤맵기술팀" userId="943d6483-24ce-443d-b7b2-0672c51f7cc5" providerId="ADAL" clId="{2E7DD947-5200-48B9-9015-A3DCA1D2434E}" dt="2025-12-10T01:32:51.052" v="126" actId="478"/>
          <ac:graphicFrameMkLst>
            <pc:docMk/>
            <pc:sldMk cId="1270712381" sldId="2147482157"/>
            <ac:graphicFrameMk id="30" creationId="{FD723AF4-8C6A-45D2-91AF-E831F6E1C5CD}"/>
          </ac:graphicFrameMkLst>
        </pc:graphicFrameChg>
      </pc:sldChg>
      <pc:sldChg chg="addSp delSp modSp mod">
        <pc:chgData name="김지원(JIWON KIM)[jiwonkim]/사원/제조DX.제조DX솔루션.롤맵기술팀" userId="943d6483-24ce-443d-b7b2-0672c51f7cc5" providerId="ADAL" clId="{2E7DD947-5200-48B9-9015-A3DCA1D2434E}" dt="2025-12-10T02:10:50.318" v="402" actId="207"/>
        <pc:sldMkLst>
          <pc:docMk/>
          <pc:sldMk cId="3468524003" sldId="2147482158"/>
        </pc:sldMkLst>
        <pc:spChg chg="del">
          <ac:chgData name="김지원(JIWON KIM)[jiwonkim]/사원/제조DX.제조DX솔루션.롤맵기술팀" userId="943d6483-24ce-443d-b7b2-0672c51f7cc5" providerId="ADAL" clId="{2E7DD947-5200-48B9-9015-A3DCA1D2434E}" dt="2025-12-10T01:31:46.805" v="90" actId="478"/>
          <ac:spMkLst>
            <pc:docMk/>
            <pc:sldMk cId="3468524003" sldId="2147482158"/>
            <ac:spMk id="4" creationId="{8D160F9F-C7B9-2C51-F439-445369253D27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46.805" v="90" actId="478"/>
          <ac:spMkLst>
            <pc:docMk/>
            <pc:sldMk cId="3468524003" sldId="2147482158"/>
            <ac:spMk id="5" creationId="{CFF7C09E-6B77-47C6-53FA-6E4F21E10AA4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46.805" v="90" actId="478"/>
          <ac:spMkLst>
            <pc:docMk/>
            <pc:sldMk cId="3468524003" sldId="2147482158"/>
            <ac:spMk id="6" creationId="{3084BA66-2563-80F6-AAFE-EC3B4AD16BF9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46.805" v="90" actId="478"/>
          <ac:spMkLst>
            <pc:docMk/>
            <pc:sldMk cId="3468524003" sldId="2147482158"/>
            <ac:spMk id="7" creationId="{F12CA3FA-04ED-971B-FC8D-EE03DA61AA15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46.805" v="90" actId="478"/>
          <ac:spMkLst>
            <pc:docMk/>
            <pc:sldMk cId="3468524003" sldId="2147482158"/>
            <ac:spMk id="8" creationId="{69E06C96-D7B2-D4D0-C066-84AA4349A8E5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46.805" v="90" actId="478"/>
          <ac:spMkLst>
            <pc:docMk/>
            <pc:sldMk cId="3468524003" sldId="2147482158"/>
            <ac:spMk id="9" creationId="{781DCB3F-987C-2AA5-2E3C-D5C78C974F9A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46.805" v="90" actId="478"/>
          <ac:spMkLst>
            <pc:docMk/>
            <pc:sldMk cId="3468524003" sldId="2147482158"/>
            <ac:spMk id="10" creationId="{9F71EB70-E406-AA0D-A6E0-8E689F73EAA4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46.805" v="90" actId="478"/>
          <ac:spMkLst>
            <pc:docMk/>
            <pc:sldMk cId="3468524003" sldId="2147482158"/>
            <ac:spMk id="11" creationId="{C2646A6E-4F97-57DA-165C-B4F6A973157B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46.805" v="90" actId="478"/>
          <ac:spMkLst>
            <pc:docMk/>
            <pc:sldMk cId="3468524003" sldId="2147482158"/>
            <ac:spMk id="12" creationId="{A4664037-B42C-2A61-7AC0-FE1DDA0B00D5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46.805" v="90" actId="478"/>
          <ac:spMkLst>
            <pc:docMk/>
            <pc:sldMk cId="3468524003" sldId="2147482158"/>
            <ac:spMk id="13" creationId="{1BA0CF14-C51B-8B3F-9482-FE7033B078C7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46.805" v="90" actId="478"/>
          <ac:spMkLst>
            <pc:docMk/>
            <pc:sldMk cId="3468524003" sldId="2147482158"/>
            <ac:spMk id="14" creationId="{053A1A6C-83E1-BF7B-B908-42D7B606BEF5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46.805" v="90" actId="478"/>
          <ac:spMkLst>
            <pc:docMk/>
            <pc:sldMk cId="3468524003" sldId="2147482158"/>
            <ac:spMk id="15" creationId="{5870D19C-F1D8-767A-55AB-32EE3E9A0FC7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47.106" v="91"/>
          <ac:spMkLst>
            <pc:docMk/>
            <pc:sldMk cId="3468524003" sldId="2147482158"/>
            <ac:spMk id="17" creationId="{F8BA5132-89BB-8549-2E24-634D273EA37C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47.106" v="91"/>
          <ac:spMkLst>
            <pc:docMk/>
            <pc:sldMk cId="3468524003" sldId="2147482158"/>
            <ac:spMk id="18" creationId="{A9295B09-DB27-EF45-98DF-0A9690732721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47.106" v="91"/>
          <ac:spMkLst>
            <pc:docMk/>
            <pc:sldMk cId="3468524003" sldId="2147482158"/>
            <ac:spMk id="19" creationId="{4ED0B53A-E32A-F268-C2FF-AEBCA1CA0D5E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47.106" v="91"/>
          <ac:spMkLst>
            <pc:docMk/>
            <pc:sldMk cId="3468524003" sldId="2147482158"/>
            <ac:spMk id="20" creationId="{C5EE6291-5FF4-8D36-6020-86797A48DE1C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47.106" v="91"/>
          <ac:spMkLst>
            <pc:docMk/>
            <pc:sldMk cId="3468524003" sldId="2147482158"/>
            <ac:spMk id="21" creationId="{05A26AA0-DB9F-D5EA-2A79-811D061E81E9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47.106" v="91"/>
          <ac:spMkLst>
            <pc:docMk/>
            <pc:sldMk cId="3468524003" sldId="2147482158"/>
            <ac:spMk id="22" creationId="{AD42204C-1EFE-DBDA-2AE8-372C2B81604B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47.106" v="91"/>
          <ac:spMkLst>
            <pc:docMk/>
            <pc:sldMk cId="3468524003" sldId="2147482158"/>
            <ac:spMk id="23" creationId="{7EA19DDD-8F0C-73C4-35A6-7D02B2EECE93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47.106" v="91"/>
          <ac:spMkLst>
            <pc:docMk/>
            <pc:sldMk cId="3468524003" sldId="2147482158"/>
            <ac:spMk id="24" creationId="{11419CD6-54B8-79E7-EFE2-F2D91EB6FCA5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47.106" v="91"/>
          <ac:spMkLst>
            <pc:docMk/>
            <pc:sldMk cId="3468524003" sldId="2147482158"/>
            <ac:spMk id="25" creationId="{A249226A-2907-4BFA-549A-18C27525E9A2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47.106" v="91"/>
          <ac:spMkLst>
            <pc:docMk/>
            <pc:sldMk cId="3468524003" sldId="2147482158"/>
            <ac:spMk id="26" creationId="{F41D748E-B741-A5AE-D65B-DDB807DD5B2F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47.106" v="91"/>
          <ac:spMkLst>
            <pc:docMk/>
            <pc:sldMk cId="3468524003" sldId="2147482158"/>
            <ac:spMk id="27" creationId="{4F05037C-BF0D-A1DE-97C9-686C37FA89EF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47.106" v="91"/>
          <ac:spMkLst>
            <pc:docMk/>
            <pc:sldMk cId="3468524003" sldId="2147482158"/>
            <ac:spMk id="28" creationId="{9D87D388-52E7-FD51-B9DE-A38CC2B10A95}"/>
          </ac:spMkLst>
        </pc:spChg>
        <pc:graphicFrameChg chg="del">
          <ac:chgData name="김지원(JIWON KIM)[jiwonkim]/사원/제조DX.제조DX솔루션.롤맵기술팀" userId="943d6483-24ce-443d-b7b2-0672c51f7cc5" providerId="ADAL" clId="{2E7DD947-5200-48B9-9015-A3DCA1D2434E}" dt="2025-12-10T01:31:46.805" v="90" actId="478"/>
          <ac:graphicFrameMkLst>
            <pc:docMk/>
            <pc:sldMk cId="3468524003" sldId="2147482158"/>
            <ac:graphicFrameMk id="3" creationId="{2C3E5F66-73E5-5EC6-5688-555B13F7BC8C}"/>
          </ac:graphicFrameMkLst>
        </pc:graphicFrameChg>
        <pc:graphicFrameChg chg="add mod">
          <ac:chgData name="김지원(JIWON KIM)[jiwonkim]/사원/제조DX.제조DX솔루션.롤맵기술팀" userId="943d6483-24ce-443d-b7b2-0672c51f7cc5" providerId="ADAL" clId="{2E7DD947-5200-48B9-9015-A3DCA1D2434E}" dt="2025-12-10T01:31:47.106" v="91"/>
          <ac:graphicFrameMkLst>
            <pc:docMk/>
            <pc:sldMk cId="3468524003" sldId="2147482158"/>
            <ac:graphicFrameMk id="16" creationId="{CB0E2323-D1D0-F431-66A8-D4863F47FEF4}"/>
          </ac:graphicFrameMkLst>
        </pc:graphicFrameChg>
        <pc:graphicFrameChg chg="mod modGraphic">
          <ac:chgData name="김지원(JIWON KIM)[jiwonkim]/사원/제조DX.제조DX솔루션.롤맵기술팀" userId="943d6483-24ce-443d-b7b2-0672c51f7cc5" providerId="ADAL" clId="{2E7DD947-5200-48B9-9015-A3DCA1D2434E}" dt="2025-12-10T02:10:50.318" v="402" actId="207"/>
          <ac:graphicFrameMkLst>
            <pc:docMk/>
            <pc:sldMk cId="3468524003" sldId="2147482158"/>
            <ac:graphicFrameMk id="30" creationId="{FD723AF4-8C6A-45D2-91AF-E831F6E1C5CD}"/>
          </ac:graphicFrameMkLst>
        </pc:graphicFrameChg>
      </pc:sldChg>
      <pc:sldChg chg="addSp delSp modSp mod">
        <pc:chgData name="김지원(JIWON KIM)[jiwonkim]/사원/제조DX.제조DX솔루션.롤맵기술팀" userId="943d6483-24ce-443d-b7b2-0672c51f7cc5" providerId="ADAL" clId="{2E7DD947-5200-48B9-9015-A3DCA1D2434E}" dt="2025-12-10T02:10:36.171" v="401" actId="207"/>
        <pc:sldMkLst>
          <pc:docMk/>
          <pc:sldMk cId="3982393149" sldId="2147482159"/>
        </pc:sldMkLst>
        <pc:spChg chg="del">
          <ac:chgData name="김지원(JIWON KIM)[jiwonkim]/사원/제조DX.제조DX솔루션.롤맵기술팀" userId="943d6483-24ce-443d-b7b2-0672c51f7cc5" providerId="ADAL" clId="{2E7DD947-5200-48B9-9015-A3DCA1D2434E}" dt="2025-12-10T01:31:50.860" v="92" actId="478"/>
          <ac:spMkLst>
            <pc:docMk/>
            <pc:sldMk cId="3982393149" sldId="2147482159"/>
            <ac:spMk id="4" creationId="{A8814325-F1E3-29A3-63B2-35A2AD175DA8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50.860" v="92" actId="478"/>
          <ac:spMkLst>
            <pc:docMk/>
            <pc:sldMk cId="3982393149" sldId="2147482159"/>
            <ac:spMk id="5" creationId="{A85EAD02-FF72-E375-0952-08B24BCEBF18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50.860" v="92" actId="478"/>
          <ac:spMkLst>
            <pc:docMk/>
            <pc:sldMk cId="3982393149" sldId="2147482159"/>
            <ac:spMk id="6" creationId="{D2243D7F-F2C7-19A2-3AEE-A7B5C71216E1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50.860" v="92" actId="478"/>
          <ac:spMkLst>
            <pc:docMk/>
            <pc:sldMk cId="3982393149" sldId="2147482159"/>
            <ac:spMk id="7" creationId="{95782D1B-C893-8B47-D5A3-0E8D040834BD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50.860" v="92" actId="478"/>
          <ac:spMkLst>
            <pc:docMk/>
            <pc:sldMk cId="3982393149" sldId="2147482159"/>
            <ac:spMk id="8" creationId="{C40BE504-E0FB-7D0B-10D1-60103F9FF00D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50.860" v="92" actId="478"/>
          <ac:spMkLst>
            <pc:docMk/>
            <pc:sldMk cId="3982393149" sldId="2147482159"/>
            <ac:spMk id="9" creationId="{AFBD6BC2-96B9-AB47-708B-D18BB5B0581A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50.860" v="92" actId="478"/>
          <ac:spMkLst>
            <pc:docMk/>
            <pc:sldMk cId="3982393149" sldId="2147482159"/>
            <ac:spMk id="10" creationId="{A53BCA2B-0B86-A762-B7FA-E8A624F6F536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50.860" v="92" actId="478"/>
          <ac:spMkLst>
            <pc:docMk/>
            <pc:sldMk cId="3982393149" sldId="2147482159"/>
            <ac:spMk id="11" creationId="{6B947F11-261B-78D7-1D55-C2007F3C2DF7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50.860" v="92" actId="478"/>
          <ac:spMkLst>
            <pc:docMk/>
            <pc:sldMk cId="3982393149" sldId="2147482159"/>
            <ac:spMk id="12" creationId="{3E1FAA79-2CC1-EFFA-D87A-2A7E840D91C7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50.860" v="92" actId="478"/>
          <ac:spMkLst>
            <pc:docMk/>
            <pc:sldMk cId="3982393149" sldId="2147482159"/>
            <ac:spMk id="13" creationId="{3A1AF701-B4C7-7650-B715-E5C16AF45B2C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50.860" v="92" actId="478"/>
          <ac:spMkLst>
            <pc:docMk/>
            <pc:sldMk cId="3982393149" sldId="2147482159"/>
            <ac:spMk id="14" creationId="{3FBE3C57-5A60-7CB5-CE9E-1C387561E0EF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50.860" v="92" actId="478"/>
          <ac:spMkLst>
            <pc:docMk/>
            <pc:sldMk cId="3982393149" sldId="2147482159"/>
            <ac:spMk id="15" creationId="{7AF9354F-F90E-00D2-8BDD-B2C126E806EF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51.178" v="93"/>
          <ac:spMkLst>
            <pc:docMk/>
            <pc:sldMk cId="3982393149" sldId="2147482159"/>
            <ac:spMk id="17" creationId="{C8F8BD64-02B4-9F94-42A5-EF2D19573753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51.178" v="93"/>
          <ac:spMkLst>
            <pc:docMk/>
            <pc:sldMk cId="3982393149" sldId="2147482159"/>
            <ac:spMk id="18" creationId="{A5F25E1D-BEEF-8539-F06A-55462CBB15F2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51.178" v="93"/>
          <ac:spMkLst>
            <pc:docMk/>
            <pc:sldMk cId="3982393149" sldId="2147482159"/>
            <ac:spMk id="19" creationId="{BFD174F4-F50B-A55C-5E97-E43C289C13E2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51.178" v="93"/>
          <ac:spMkLst>
            <pc:docMk/>
            <pc:sldMk cId="3982393149" sldId="2147482159"/>
            <ac:spMk id="20" creationId="{0401B3EF-78E3-8FA9-ABDB-05FB7C987018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51.178" v="93"/>
          <ac:spMkLst>
            <pc:docMk/>
            <pc:sldMk cId="3982393149" sldId="2147482159"/>
            <ac:spMk id="21" creationId="{38482F57-05D6-1051-0437-C53CBDB55DF3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51.178" v="93"/>
          <ac:spMkLst>
            <pc:docMk/>
            <pc:sldMk cId="3982393149" sldId="2147482159"/>
            <ac:spMk id="22" creationId="{87B7D6D6-FF9C-9651-CDC6-9E282C1ABE9B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51.178" v="93"/>
          <ac:spMkLst>
            <pc:docMk/>
            <pc:sldMk cId="3982393149" sldId="2147482159"/>
            <ac:spMk id="23" creationId="{C6D11FCB-9936-FCF3-8AD1-DD1239A840B4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51.178" v="93"/>
          <ac:spMkLst>
            <pc:docMk/>
            <pc:sldMk cId="3982393149" sldId="2147482159"/>
            <ac:spMk id="24" creationId="{4625AE76-36CC-7F92-4078-EBE4CD7F1F96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51.178" v="93"/>
          <ac:spMkLst>
            <pc:docMk/>
            <pc:sldMk cId="3982393149" sldId="2147482159"/>
            <ac:spMk id="25" creationId="{C11FD671-D2A7-4A3C-6013-9E9DEED2F143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51.178" v="93"/>
          <ac:spMkLst>
            <pc:docMk/>
            <pc:sldMk cId="3982393149" sldId="2147482159"/>
            <ac:spMk id="26" creationId="{61D6502D-3EB9-63FC-84B3-31F1FA32D2CF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51.178" v="93"/>
          <ac:spMkLst>
            <pc:docMk/>
            <pc:sldMk cId="3982393149" sldId="2147482159"/>
            <ac:spMk id="27" creationId="{EFC37E51-E5DA-2CBE-C31A-18A4E4D7B30F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51.178" v="93"/>
          <ac:spMkLst>
            <pc:docMk/>
            <pc:sldMk cId="3982393149" sldId="2147482159"/>
            <ac:spMk id="28" creationId="{4DB8ADAF-C81A-E693-22E4-AC378414AC0B}"/>
          </ac:spMkLst>
        </pc:spChg>
        <pc:graphicFrameChg chg="del">
          <ac:chgData name="김지원(JIWON KIM)[jiwonkim]/사원/제조DX.제조DX솔루션.롤맵기술팀" userId="943d6483-24ce-443d-b7b2-0672c51f7cc5" providerId="ADAL" clId="{2E7DD947-5200-48B9-9015-A3DCA1D2434E}" dt="2025-12-10T01:31:50.860" v="92" actId="478"/>
          <ac:graphicFrameMkLst>
            <pc:docMk/>
            <pc:sldMk cId="3982393149" sldId="2147482159"/>
            <ac:graphicFrameMk id="3" creationId="{6669E264-4242-643C-442F-A93E73F950B8}"/>
          </ac:graphicFrameMkLst>
        </pc:graphicFrameChg>
        <pc:graphicFrameChg chg="add mod">
          <ac:chgData name="김지원(JIWON KIM)[jiwonkim]/사원/제조DX.제조DX솔루션.롤맵기술팀" userId="943d6483-24ce-443d-b7b2-0672c51f7cc5" providerId="ADAL" clId="{2E7DD947-5200-48B9-9015-A3DCA1D2434E}" dt="2025-12-10T01:31:51.178" v="93"/>
          <ac:graphicFrameMkLst>
            <pc:docMk/>
            <pc:sldMk cId="3982393149" sldId="2147482159"/>
            <ac:graphicFrameMk id="16" creationId="{83986431-2BA6-7FBA-CA12-CF463506D301}"/>
          </ac:graphicFrameMkLst>
        </pc:graphicFrameChg>
        <pc:graphicFrameChg chg="modGraphic">
          <ac:chgData name="김지원(JIWON KIM)[jiwonkim]/사원/제조DX.제조DX솔루션.롤맵기술팀" userId="943d6483-24ce-443d-b7b2-0672c51f7cc5" providerId="ADAL" clId="{2E7DD947-5200-48B9-9015-A3DCA1D2434E}" dt="2025-12-10T02:10:36.171" v="401" actId="207"/>
          <ac:graphicFrameMkLst>
            <pc:docMk/>
            <pc:sldMk cId="3982393149" sldId="2147482159"/>
            <ac:graphicFrameMk id="30" creationId="{FD723AF4-8C6A-45D2-91AF-E831F6E1C5CD}"/>
          </ac:graphicFrameMkLst>
        </pc:graphicFrameChg>
      </pc:sldChg>
      <pc:sldChg chg="addSp delSp modSp mod">
        <pc:chgData name="김지원(JIWON KIM)[jiwonkim]/사원/제조DX.제조DX솔루션.롤맵기술팀" userId="943d6483-24ce-443d-b7b2-0672c51f7cc5" providerId="ADAL" clId="{2E7DD947-5200-48B9-9015-A3DCA1D2434E}" dt="2025-12-10T01:32:26.512" v="122" actId="478"/>
        <pc:sldMkLst>
          <pc:docMk/>
          <pc:sldMk cId="4127400384" sldId="2147482160"/>
        </pc:sldMkLst>
        <pc:spChg chg="del">
          <ac:chgData name="김지원(JIWON KIM)[jiwonkim]/사원/제조DX.제조DX솔루션.롤맵기술팀" userId="943d6483-24ce-443d-b7b2-0672c51f7cc5" providerId="ADAL" clId="{2E7DD947-5200-48B9-9015-A3DCA1D2434E}" dt="2025-12-10T01:31:55.207" v="94" actId="478"/>
          <ac:spMkLst>
            <pc:docMk/>
            <pc:sldMk cId="4127400384" sldId="2147482160"/>
            <ac:spMk id="3" creationId="{B93085C0-1013-400F-22C8-080F4F8FF08C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55.207" v="94" actId="478"/>
          <ac:spMkLst>
            <pc:docMk/>
            <pc:sldMk cId="4127400384" sldId="2147482160"/>
            <ac:spMk id="4" creationId="{D4A1C099-ABB3-95DD-85E8-904E6C681920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55.207" v="94" actId="478"/>
          <ac:spMkLst>
            <pc:docMk/>
            <pc:sldMk cId="4127400384" sldId="2147482160"/>
            <ac:spMk id="5" creationId="{0E0B2F06-B939-6CC2-CE69-2AFA944F6076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55.207" v="94" actId="478"/>
          <ac:spMkLst>
            <pc:docMk/>
            <pc:sldMk cId="4127400384" sldId="2147482160"/>
            <ac:spMk id="6" creationId="{896E42D8-5AEF-76FB-3BF7-B4C7BE13E2A9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55.207" v="94" actId="478"/>
          <ac:spMkLst>
            <pc:docMk/>
            <pc:sldMk cId="4127400384" sldId="2147482160"/>
            <ac:spMk id="7" creationId="{CC7CEBCF-4477-28F6-931A-45A570F92719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55.207" v="94" actId="478"/>
          <ac:spMkLst>
            <pc:docMk/>
            <pc:sldMk cId="4127400384" sldId="2147482160"/>
            <ac:spMk id="8" creationId="{E45297C2-E290-04D1-C5D8-DECEB4DE6F52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55.207" v="94" actId="478"/>
          <ac:spMkLst>
            <pc:docMk/>
            <pc:sldMk cId="4127400384" sldId="2147482160"/>
            <ac:spMk id="9" creationId="{E21E51E9-979B-4640-03B6-B3485D90A486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55.207" v="94" actId="478"/>
          <ac:spMkLst>
            <pc:docMk/>
            <pc:sldMk cId="4127400384" sldId="2147482160"/>
            <ac:spMk id="10" creationId="{6140C1F2-047F-A029-61E8-3871A3292A74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55.207" v="94" actId="478"/>
          <ac:spMkLst>
            <pc:docMk/>
            <pc:sldMk cId="4127400384" sldId="2147482160"/>
            <ac:spMk id="11" creationId="{7D8F1DC0-50A6-08F4-F9F3-559F37D84B72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55.207" v="94" actId="478"/>
          <ac:spMkLst>
            <pc:docMk/>
            <pc:sldMk cId="4127400384" sldId="2147482160"/>
            <ac:spMk id="12" creationId="{2764C1E2-67BC-4469-6019-15DBEFEA4842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55.207" v="94" actId="478"/>
          <ac:spMkLst>
            <pc:docMk/>
            <pc:sldMk cId="4127400384" sldId="2147482160"/>
            <ac:spMk id="13" creationId="{E1E7CF4A-D3D2-A499-577C-FCB8F2A11E78}"/>
          </ac:spMkLst>
        </pc:spChg>
        <pc:spChg chg="del">
          <ac:chgData name="김지원(JIWON KIM)[jiwonkim]/사원/제조DX.제조DX솔루션.롤맵기술팀" userId="943d6483-24ce-443d-b7b2-0672c51f7cc5" providerId="ADAL" clId="{2E7DD947-5200-48B9-9015-A3DCA1D2434E}" dt="2025-12-10T01:31:55.207" v="94" actId="478"/>
          <ac:spMkLst>
            <pc:docMk/>
            <pc:sldMk cId="4127400384" sldId="2147482160"/>
            <ac:spMk id="14" creationId="{423C8E8C-9539-7015-0B18-DDA762947B8B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55.542" v="95"/>
          <ac:spMkLst>
            <pc:docMk/>
            <pc:sldMk cId="4127400384" sldId="2147482160"/>
            <ac:spMk id="16" creationId="{F031A6BF-D48B-989C-C8A3-6DB3CEE4B209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55.542" v="95"/>
          <ac:spMkLst>
            <pc:docMk/>
            <pc:sldMk cId="4127400384" sldId="2147482160"/>
            <ac:spMk id="17" creationId="{7E5003A5-8192-7DAC-C3C5-752E443F296F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55.542" v="95"/>
          <ac:spMkLst>
            <pc:docMk/>
            <pc:sldMk cId="4127400384" sldId="2147482160"/>
            <ac:spMk id="18" creationId="{5CE8640F-20A3-85FA-DA91-628AA8701314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55.542" v="95"/>
          <ac:spMkLst>
            <pc:docMk/>
            <pc:sldMk cId="4127400384" sldId="2147482160"/>
            <ac:spMk id="19" creationId="{B97A7301-F043-D25A-D16D-E04F889B31EF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55.542" v="95"/>
          <ac:spMkLst>
            <pc:docMk/>
            <pc:sldMk cId="4127400384" sldId="2147482160"/>
            <ac:spMk id="20" creationId="{39077F17-1434-5A09-EEFD-C8C94A310E03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55.542" v="95"/>
          <ac:spMkLst>
            <pc:docMk/>
            <pc:sldMk cId="4127400384" sldId="2147482160"/>
            <ac:spMk id="21" creationId="{7B40E852-B5FA-9C2B-A47A-C2AD819A8053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55.542" v="95"/>
          <ac:spMkLst>
            <pc:docMk/>
            <pc:sldMk cId="4127400384" sldId="2147482160"/>
            <ac:spMk id="23" creationId="{28734FB0-4BCE-F6DF-4B17-2A6757819B5F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55.542" v="95"/>
          <ac:spMkLst>
            <pc:docMk/>
            <pc:sldMk cId="4127400384" sldId="2147482160"/>
            <ac:spMk id="24" creationId="{B751BA13-45FD-6E9E-66FC-64D1D338E436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55.542" v="95"/>
          <ac:spMkLst>
            <pc:docMk/>
            <pc:sldMk cId="4127400384" sldId="2147482160"/>
            <ac:spMk id="25" creationId="{BCFC215E-F7E4-3D2B-8BFA-CE1FC474F9C4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55.542" v="95"/>
          <ac:spMkLst>
            <pc:docMk/>
            <pc:sldMk cId="4127400384" sldId="2147482160"/>
            <ac:spMk id="26" creationId="{C4AB563F-EA7C-9F0D-2137-7C65245D3593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55.542" v="95"/>
          <ac:spMkLst>
            <pc:docMk/>
            <pc:sldMk cId="4127400384" sldId="2147482160"/>
            <ac:spMk id="27" creationId="{BD08896E-CDE7-E9C7-274F-CC4675651F38}"/>
          </ac:spMkLst>
        </pc:spChg>
        <pc:spChg chg="add mod">
          <ac:chgData name="김지원(JIWON KIM)[jiwonkim]/사원/제조DX.제조DX솔루션.롤맵기술팀" userId="943d6483-24ce-443d-b7b2-0672c51f7cc5" providerId="ADAL" clId="{2E7DD947-5200-48B9-9015-A3DCA1D2434E}" dt="2025-12-10T01:31:55.542" v="95"/>
          <ac:spMkLst>
            <pc:docMk/>
            <pc:sldMk cId="4127400384" sldId="2147482160"/>
            <ac:spMk id="28" creationId="{50C36464-E273-ACF5-84D5-FA606946C5E0}"/>
          </ac:spMkLst>
        </pc:spChg>
        <pc:graphicFrameChg chg="del">
          <ac:chgData name="김지원(JIWON KIM)[jiwonkim]/사원/제조DX.제조DX솔루션.롤맵기술팀" userId="943d6483-24ce-443d-b7b2-0672c51f7cc5" providerId="ADAL" clId="{2E7DD947-5200-48B9-9015-A3DCA1D2434E}" dt="2025-12-10T01:31:55.207" v="94" actId="478"/>
          <ac:graphicFrameMkLst>
            <pc:docMk/>
            <pc:sldMk cId="4127400384" sldId="2147482160"/>
            <ac:graphicFrameMk id="2" creationId="{BE142C29-357F-90F7-F4D6-0E9E4F8BF1FD}"/>
          </ac:graphicFrameMkLst>
        </pc:graphicFrameChg>
        <pc:graphicFrameChg chg="add mod">
          <ac:chgData name="김지원(JIWON KIM)[jiwonkim]/사원/제조DX.제조DX솔루션.롤맵기술팀" userId="943d6483-24ce-443d-b7b2-0672c51f7cc5" providerId="ADAL" clId="{2E7DD947-5200-48B9-9015-A3DCA1D2434E}" dt="2025-12-10T01:31:55.542" v="95"/>
          <ac:graphicFrameMkLst>
            <pc:docMk/>
            <pc:sldMk cId="4127400384" sldId="2147482160"/>
            <ac:graphicFrameMk id="15" creationId="{CDC76027-00C0-E482-F77B-ED0912123DEF}"/>
          </ac:graphicFrameMkLst>
        </pc:graphicFrameChg>
        <pc:graphicFrameChg chg="del mod">
          <ac:chgData name="김지원(JIWON KIM)[jiwonkim]/사원/제조DX.제조DX솔루션.롤맵기술팀" userId="943d6483-24ce-443d-b7b2-0672c51f7cc5" providerId="ADAL" clId="{2E7DD947-5200-48B9-9015-A3DCA1D2434E}" dt="2025-12-10T01:32:26.512" v="122" actId="478"/>
          <ac:graphicFrameMkLst>
            <pc:docMk/>
            <pc:sldMk cId="4127400384" sldId="2147482160"/>
            <ac:graphicFrameMk id="22" creationId="{800175D4-D7D2-4E39-BE37-BF38446744A7}"/>
          </ac:graphicFrameMkLst>
        </pc:graphicFrameChg>
        <pc:graphicFrameChg chg="add mod modGraphic">
          <ac:chgData name="김지원(JIWON KIM)[jiwonkim]/사원/제조DX.제조DX솔루션.롤맵기술팀" userId="943d6483-24ce-443d-b7b2-0672c51f7cc5" providerId="ADAL" clId="{2E7DD947-5200-48B9-9015-A3DCA1D2434E}" dt="2025-12-10T01:32:24.878" v="121"/>
          <ac:graphicFrameMkLst>
            <pc:docMk/>
            <pc:sldMk cId="4127400384" sldId="2147482160"/>
            <ac:graphicFrameMk id="29" creationId="{BCABA3FE-8801-9852-57C5-2A7234187975}"/>
          </ac:graphicFrameMkLst>
        </pc:graphicFrameChg>
      </pc:sldChg>
    </pc:docChg>
  </pc:docChgLst>
  <pc:docChgLst>
    <pc:chgData name="박형식 " userId="0cd7f50e-5bcd-4bfb-9828-a186843fb8c8" providerId="ADAL" clId="{DB0AA69F-0FE4-4678-904B-184A6216087B}"/>
    <pc:docChg chg="undo modSld">
      <pc:chgData name="박형식 " userId="0cd7f50e-5bcd-4bfb-9828-a186843fb8c8" providerId="ADAL" clId="{DB0AA69F-0FE4-4678-904B-184A6216087B}" dt="2025-10-22T07:02:14.169" v="1372" actId="20577"/>
      <pc:docMkLst>
        <pc:docMk/>
      </pc:docMkLst>
    </pc:docChg>
  </pc:docChgLst>
  <pc:docChgLst>
    <pc:chgData name="김지원(JIWON KIM)[jiwonkim]/사원/제조DX.제조DX솔루션.롤맵기술팀" userId="943d6483-24ce-443d-b7b2-0672c51f7cc5" providerId="ADAL" clId="{117887A9-014E-4064-ADCC-D99C6D743572}"/>
    <pc:docChg chg="undo custSel modSld">
      <pc:chgData name="김지원(JIWON KIM)[jiwonkim]/사원/제조DX.제조DX솔루션.롤맵기술팀" userId="943d6483-24ce-443d-b7b2-0672c51f7cc5" providerId="ADAL" clId="{117887A9-014E-4064-ADCC-D99C6D743572}" dt="2025-11-12T09:06:03.106" v="1803" actId="20577"/>
      <pc:docMkLst>
        <pc:docMk/>
      </pc:docMkLst>
      <pc:sldChg chg="modSp">
        <pc:chgData name="김지원(JIWON KIM)[jiwonkim]/사원/제조DX.제조DX솔루션.롤맵기술팀" userId="943d6483-24ce-443d-b7b2-0672c51f7cc5" providerId="ADAL" clId="{117887A9-014E-4064-ADCC-D99C6D743572}" dt="2025-11-12T09:06:03.106" v="1803" actId="20577"/>
        <pc:sldMkLst>
          <pc:docMk/>
          <pc:sldMk cId="1214419362" sldId="2147481924"/>
        </pc:sldMkLst>
        <pc:spChg chg="mod">
          <ac:chgData name="김지원(JIWON KIM)[jiwonkim]/사원/제조DX.제조DX솔루션.롤맵기술팀" userId="943d6483-24ce-443d-b7b2-0672c51f7cc5" providerId="ADAL" clId="{117887A9-014E-4064-ADCC-D99C6D743572}" dt="2025-11-12T09:05:43.237" v="1769" actId="20577"/>
          <ac:spMkLst>
            <pc:docMk/>
            <pc:sldMk cId="1214419362" sldId="2147481924"/>
            <ac:spMk id="18" creationId="{72943F47-EAEA-4391-A2BC-C7C33A8E8CFD}"/>
          </ac:spMkLst>
        </pc:spChg>
        <pc:spChg chg="mod">
          <ac:chgData name="김지원(JIWON KIM)[jiwonkim]/사원/제조DX.제조DX솔루션.롤맵기술팀" userId="943d6483-24ce-443d-b7b2-0672c51f7cc5" providerId="ADAL" clId="{117887A9-014E-4064-ADCC-D99C6D743572}" dt="2025-11-12T09:05:48.654" v="1783" actId="20577"/>
          <ac:spMkLst>
            <pc:docMk/>
            <pc:sldMk cId="1214419362" sldId="2147481924"/>
            <ac:spMk id="19" creationId="{1CE4A1AF-5D49-43F9-9F31-E88EAE372D41}"/>
          </ac:spMkLst>
        </pc:spChg>
        <pc:graphicFrameChg chg="mod modGraphic">
          <ac:chgData name="김지원(JIWON KIM)[jiwonkim]/사원/제조DX.제조DX솔루션.롤맵기술팀" userId="943d6483-24ce-443d-b7b2-0672c51f7cc5" providerId="ADAL" clId="{117887A9-014E-4064-ADCC-D99C6D743572}" dt="2025-11-12T09:06:03.106" v="1803" actId="20577"/>
          <ac:graphicFrameMkLst>
            <pc:docMk/>
            <pc:sldMk cId="1214419362" sldId="2147481924"/>
            <ac:graphicFrameMk id="3" creationId="{3E86696F-E35A-4B06-9B46-63A4A6A986C1}"/>
          </ac:graphicFrameMkLst>
        </pc:graphicFrameChg>
      </pc:sldChg>
      <pc:sldChg chg="modSp">
        <pc:chgData name="김지원(JIWON KIM)[jiwonkim]/사원/제조DX.제조DX솔루션.롤맵기술팀" userId="943d6483-24ce-443d-b7b2-0672c51f7cc5" providerId="ADAL" clId="{117887A9-014E-4064-ADCC-D99C6D743572}" dt="2025-11-12T07:40:36.384" v="1415"/>
        <pc:sldMkLst>
          <pc:docMk/>
          <pc:sldMk cId="662252130" sldId="2147481925"/>
        </pc:sldMkLst>
        <pc:spChg chg="mod">
          <ac:chgData name="김지원(JIWON KIM)[jiwonkim]/사원/제조DX.제조DX솔루션.롤맵기술팀" userId="943d6483-24ce-443d-b7b2-0672c51f7cc5" providerId="ADAL" clId="{117887A9-014E-4064-ADCC-D99C6D743572}" dt="2025-11-12T07:31:13.135" v="419" actId="20577"/>
          <ac:spMkLst>
            <pc:docMk/>
            <pc:sldMk cId="662252130" sldId="2147481925"/>
            <ac:spMk id="18" creationId="{72943F47-EAEA-4391-A2BC-C7C33A8E8CFD}"/>
          </ac:spMkLst>
        </pc:spChg>
        <pc:spChg chg="mod">
          <ac:chgData name="김지원(JIWON KIM)[jiwonkim]/사원/제조DX.제조DX솔루션.롤맵기술팀" userId="943d6483-24ce-443d-b7b2-0672c51f7cc5" providerId="ADAL" clId="{117887A9-014E-4064-ADCC-D99C6D743572}" dt="2025-11-12T07:35:45.610" v="1043" actId="20577"/>
          <ac:spMkLst>
            <pc:docMk/>
            <pc:sldMk cId="662252130" sldId="2147481925"/>
            <ac:spMk id="19" creationId="{1CE4A1AF-5D49-43F9-9F31-E88EAE372D41}"/>
          </ac:spMkLst>
        </pc:spChg>
        <pc:graphicFrameChg chg="mod modGraphic">
          <ac:chgData name="김지원(JIWON KIM)[jiwonkim]/사원/제조DX.제조DX솔루션.롤맵기술팀" userId="943d6483-24ce-443d-b7b2-0672c51f7cc5" providerId="ADAL" clId="{117887A9-014E-4064-ADCC-D99C6D743572}" dt="2025-11-12T07:40:36.384" v="1415"/>
          <ac:graphicFrameMkLst>
            <pc:docMk/>
            <pc:sldMk cId="662252130" sldId="2147481925"/>
            <ac:graphicFrameMk id="3" creationId="{3E86696F-E35A-4B06-9B46-63A4A6A986C1}"/>
          </ac:graphicFrameMkLst>
        </pc:graphicFrameChg>
      </pc:sldChg>
      <pc:sldChg chg="addSp delSp">
        <pc:chgData name="김지원(JIWON KIM)[jiwonkim]/사원/제조DX.제조DX솔루션.롤맵기술팀" userId="943d6483-24ce-443d-b7b2-0672c51f7cc5" providerId="ADAL" clId="{117887A9-014E-4064-ADCC-D99C6D743572}" dt="2025-11-12T08:20:58.645" v="1487"/>
        <pc:sldMkLst>
          <pc:docMk/>
          <pc:sldMk cId="4216273303" sldId="2147482152"/>
        </pc:sldMkLst>
        <pc:spChg chg="del">
          <ac:chgData name="김지원(JIWON KIM)[jiwonkim]/사원/제조DX.제조DX솔루션.롤맵기술팀" userId="943d6483-24ce-443d-b7b2-0672c51f7cc5" providerId="ADAL" clId="{117887A9-014E-4064-ADCC-D99C6D743572}" dt="2025-11-12T07:22:31.901" v="47" actId="478"/>
          <ac:spMkLst>
            <pc:docMk/>
            <pc:sldMk cId="4216273303" sldId="2147482152"/>
            <ac:spMk id="17" creationId="{E6C9FA11-9AA6-400F-BE15-3E62F82C0A10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0:58.289" v="1486" actId="478"/>
          <ac:spMkLst>
            <pc:docMk/>
            <pc:sldMk cId="4216273303" sldId="2147482152"/>
            <ac:spMk id="19" creationId="{FB773D7E-38E8-441F-8742-0C964D0059FF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0:58.289" v="1486" actId="478"/>
          <ac:spMkLst>
            <pc:docMk/>
            <pc:sldMk cId="4216273303" sldId="2147482152"/>
            <ac:spMk id="20" creationId="{F91C7EA4-F402-408A-8640-B41523D570B5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0:58.289" v="1486" actId="478"/>
          <ac:spMkLst>
            <pc:docMk/>
            <pc:sldMk cId="4216273303" sldId="2147482152"/>
            <ac:spMk id="21" creationId="{44A1CF2B-B7B1-4809-A55F-2665D4E905CE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0:58.289" v="1486" actId="478"/>
          <ac:spMkLst>
            <pc:docMk/>
            <pc:sldMk cId="4216273303" sldId="2147482152"/>
            <ac:spMk id="22" creationId="{AB0202BD-64F8-4A4D-9AE9-06E256B79B8D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0:58.289" v="1486" actId="478"/>
          <ac:spMkLst>
            <pc:docMk/>
            <pc:sldMk cId="4216273303" sldId="2147482152"/>
            <ac:spMk id="23" creationId="{55B98DED-43C5-4C71-9E31-6A0912A8B88B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0:58.289" v="1486" actId="478"/>
          <ac:spMkLst>
            <pc:docMk/>
            <pc:sldMk cId="4216273303" sldId="2147482152"/>
            <ac:spMk id="25" creationId="{733D3BCF-C181-4432-878F-2758060C3013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0:58.289" v="1486" actId="478"/>
          <ac:spMkLst>
            <pc:docMk/>
            <pc:sldMk cId="4216273303" sldId="2147482152"/>
            <ac:spMk id="26" creationId="{7685C018-8F0B-4C0B-8A14-EFCBF5659DD9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0:58.289" v="1486" actId="478"/>
          <ac:spMkLst>
            <pc:docMk/>
            <pc:sldMk cId="4216273303" sldId="2147482152"/>
            <ac:spMk id="27" creationId="{A75A215E-8D93-400B-B69D-638337CD4BD1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0:58.289" v="1486" actId="478"/>
          <ac:spMkLst>
            <pc:docMk/>
            <pc:sldMk cId="4216273303" sldId="2147482152"/>
            <ac:spMk id="28" creationId="{97285976-EC4F-4E1B-91C6-6AAA841E80BD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0:58.289" v="1486" actId="478"/>
          <ac:spMkLst>
            <pc:docMk/>
            <pc:sldMk cId="4216273303" sldId="2147482152"/>
            <ac:spMk id="29" creationId="{3A291FE5-028B-4D5F-A1E3-773F341A95EF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0:58.289" v="1486" actId="478"/>
          <ac:spMkLst>
            <pc:docMk/>
            <pc:sldMk cId="4216273303" sldId="2147482152"/>
            <ac:spMk id="31" creationId="{B8595E85-9148-4417-A800-B2FABBC39CB7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0:58.289" v="1486" actId="478"/>
          <ac:spMkLst>
            <pc:docMk/>
            <pc:sldMk cId="4216273303" sldId="2147482152"/>
            <ac:spMk id="32" creationId="{832DD5FE-975F-4B1D-84F2-DF77E5F8E310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0:58.289" v="1486" actId="478"/>
          <ac:spMkLst>
            <pc:docMk/>
            <pc:sldMk cId="4216273303" sldId="2147482152"/>
            <ac:spMk id="33" creationId="{1779DE08-1145-41E9-8E7E-D2D51672D0D9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0:58.645" v="1487"/>
          <ac:spMkLst>
            <pc:docMk/>
            <pc:sldMk cId="4216273303" sldId="2147482152"/>
            <ac:spMk id="34" creationId="{3DFCFEC8-FFE5-4DAD-BCD2-3B2B6A4345DA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0:58.645" v="1487"/>
          <ac:spMkLst>
            <pc:docMk/>
            <pc:sldMk cId="4216273303" sldId="2147482152"/>
            <ac:spMk id="35" creationId="{61C29D96-A268-4EE6-99B1-BEC0DFD4A08D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0:58.645" v="1487"/>
          <ac:spMkLst>
            <pc:docMk/>
            <pc:sldMk cId="4216273303" sldId="2147482152"/>
            <ac:spMk id="36" creationId="{DC1B45BD-440E-4541-B01A-4A747F26C8C9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0:58.645" v="1487"/>
          <ac:spMkLst>
            <pc:docMk/>
            <pc:sldMk cId="4216273303" sldId="2147482152"/>
            <ac:spMk id="37" creationId="{0E643990-4045-4CFE-972E-99E2555FA341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0:58.645" v="1487"/>
          <ac:spMkLst>
            <pc:docMk/>
            <pc:sldMk cId="4216273303" sldId="2147482152"/>
            <ac:spMk id="38" creationId="{46AEB371-FB2D-4BFA-BA26-8C2625298138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0:58.645" v="1487"/>
          <ac:spMkLst>
            <pc:docMk/>
            <pc:sldMk cId="4216273303" sldId="2147482152"/>
            <ac:spMk id="39" creationId="{D0FAEA0E-A3CC-494A-B1D6-6041E6E88734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0:58.645" v="1487"/>
          <ac:spMkLst>
            <pc:docMk/>
            <pc:sldMk cId="4216273303" sldId="2147482152"/>
            <ac:spMk id="40" creationId="{B82A18EE-3E1B-44CF-BE77-1FDB68BA82B1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0:58.645" v="1487"/>
          <ac:spMkLst>
            <pc:docMk/>
            <pc:sldMk cId="4216273303" sldId="2147482152"/>
            <ac:spMk id="41" creationId="{31423EB5-1237-480C-AD72-29D64F629FC5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0:58.645" v="1487"/>
          <ac:spMkLst>
            <pc:docMk/>
            <pc:sldMk cId="4216273303" sldId="2147482152"/>
            <ac:spMk id="42" creationId="{BD9B1F97-0EEE-47E9-800D-B63BE31060CE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1.901" v="47" actId="478"/>
          <ac:spMkLst>
            <pc:docMk/>
            <pc:sldMk cId="4216273303" sldId="2147482152"/>
            <ac:spMk id="42" creationId="{D0AFD420-6622-4C76-81F6-5E1B924DF9F5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0:58.645" v="1487"/>
          <ac:spMkLst>
            <pc:docMk/>
            <pc:sldMk cId="4216273303" sldId="2147482152"/>
            <ac:spMk id="43" creationId="{1DC84EB4-1E40-4BAF-B047-FBFD90627163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1.901" v="47" actId="478"/>
          <ac:spMkLst>
            <pc:docMk/>
            <pc:sldMk cId="4216273303" sldId="2147482152"/>
            <ac:spMk id="43" creationId="{74D97438-542E-4BCE-9A86-CD0101BD122B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1.901" v="47" actId="478"/>
          <ac:spMkLst>
            <pc:docMk/>
            <pc:sldMk cId="4216273303" sldId="2147482152"/>
            <ac:spMk id="44" creationId="{06886116-DF9F-4C82-AA12-EECEA9809FF7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0:58.645" v="1487"/>
          <ac:spMkLst>
            <pc:docMk/>
            <pc:sldMk cId="4216273303" sldId="2147482152"/>
            <ac:spMk id="44" creationId="{7E414D34-0D00-4BDD-8C7F-99428138A522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1.901" v="47" actId="478"/>
          <ac:spMkLst>
            <pc:docMk/>
            <pc:sldMk cId="4216273303" sldId="2147482152"/>
            <ac:spMk id="45" creationId="{8F0D0EDC-92C4-46ED-89A4-48A85A5B4F88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0:58.645" v="1487"/>
          <ac:spMkLst>
            <pc:docMk/>
            <pc:sldMk cId="4216273303" sldId="2147482152"/>
            <ac:spMk id="45" creationId="{9CEED9F3-F184-4009-AD1C-1264447FAD6F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0:58.645" v="1487"/>
          <ac:spMkLst>
            <pc:docMk/>
            <pc:sldMk cId="4216273303" sldId="2147482152"/>
            <ac:spMk id="46" creationId="{8E21EC74-62DE-4761-B652-A438756A8268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1.901" v="47" actId="478"/>
          <ac:spMkLst>
            <pc:docMk/>
            <pc:sldMk cId="4216273303" sldId="2147482152"/>
            <ac:spMk id="46" creationId="{A3973441-8FAC-4ADA-AD17-23650D585E22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1.901" v="47" actId="478"/>
          <ac:spMkLst>
            <pc:docMk/>
            <pc:sldMk cId="4216273303" sldId="2147482152"/>
            <ac:spMk id="47" creationId="{BD7DBECD-C096-4AE1-A355-656AADF9D89A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1.901" v="47" actId="478"/>
          <ac:spMkLst>
            <pc:docMk/>
            <pc:sldMk cId="4216273303" sldId="2147482152"/>
            <ac:spMk id="48" creationId="{1AD5FCBB-917A-4B34-922F-24C7E7269FD6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1.901" v="47" actId="478"/>
          <ac:spMkLst>
            <pc:docMk/>
            <pc:sldMk cId="4216273303" sldId="2147482152"/>
            <ac:spMk id="49" creationId="{860F2557-4842-4D5A-99F1-75F0603DCDCF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1.901" v="47" actId="478"/>
          <ac:spMkLst>
            <pc:docMk/>
            <pc:sldMk cId="4216273303" sldId="2147482152"/>
            <ac:spMk id="50" creationId="{DF1B01CA-0D27-4E6B-BFB7-7AB837FE2294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1.901" v="47" actId="478"/>
          <ac:spMkLst>
            <pc:docMk/>
            <pc:sldMk cId="4216273303" sldId="2147482152"/>
            <ac:spMk id="63" creationId="{45F54EF7-565F-4C20-8E8E-6CEFC34BB615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1.901" v="47" actId="478"/>
          <ac:spMkLst>
            <pc:docMk/>
            <pc:sldMk cId="4216273303" sldId="2147482152"/>
            <ac:spMk id="64" creationId="{C8075A8D-175D-4616-B77E-EBD7D240354E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1.901" v="47" actId="478"/>
          <ac:spMkLst>
            <pc:docMk/>
            <pc:sldMk cId="4216273303" sldId="2147482152"/>
            <ac:spMk id="65" creationId="{C30CBBC9-6DD1-4A40-B4B9-1FF894671A71}"/>
          </ac:spMkLst>
        </pc:spChg>
        <pc:graphicFrameChg chg="add del">
          <ac:chgData name="김지원(JIWON KIM)[jiwonkim]/사원/제조DX.제조DX솔루션.롤맵기술팀" userId="943d6483-24ce-443d-b7b2-0672c51f7cc5" providerId="ADAL" clId="{117887A9-014E-4064-ADCC-D99C6D743572}" dt="2025-11-12T08:20:58.289" v="1486" actId="478"/>
          <ac:graphicFrameMkLst>
            <pc:docMk/>
            <pc:sldMk cId="4216273303" sldId="2147482152"/>
            <ac:graphicFrameMk id="18" creationId="{E5337A66-4735-450F-BB05-1241FCE56139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117887A9-014E-4064-ADCC-D99C6D743572}" dt="2025-11-12T07:22:31.901" v="47" actId="478"/>
          <ac:graphicFrameMkLst>
            <pc:docMk/>
            <pc:sldMk cId="4216273303" sldId="2147482152"/>
            <ac:graphicFrameMk id="24" creationId="{23324496-424E-4DFF-9105-A5716D8E8E05}"/>
          </ac:graphicFrameMkLst>
        </pc:graphicFrameChg>
        <pc:graphicFrameChg chg="add">
          <ac:chgData name="김지원(JIWON KIM)[jiwonkim]/사원/제조DX.제조DX솔루션.롤맵기술팀" userId="943d6483-24ce-443d-b7b2-0672c51f7cc5" providerId="ADAL" clId="{117887A9-014E-4064-ADCC-D99C6D743572}" dt="2025-11-12T08:20:58.645" v="1487"/>
          <ac:graphicFrameMkLst>
            <pc:docMk/>
            <pc:sldMk cId="4216273303" sldId="2147482152"/>
            <ac:graphicFrameMk id="24" creationId="{7CAA733A-3A46-4367-A232-3D6BE24E7D33}"/>
          </ac:graphicFrameMkLst>
        </pc:graphicFrameChg>
      </pc:sldChg>
      <pc:sldChg chg="addSp delSp">
        <pc:chgData name="김지원(JIWON KIM)[jiwonkim]/사원/제조DX.제조DX솔루션.롤맵기술팀" userId="943d6483-24ce-443d-b7b2-0672c51f7cc5" providerId="ADAL" clId="{117887A9-014E-4064-ADCC-D99C6D743572}" dt="2025-11-12T08:21:03.028" v="1489"/>
        <pc:sldMkLst>
          <pc:docMk/>
          <pc:sldMk cId="719476191" sldId="2147482153"/>
        </pc:sldMkLst>
        <pc:spChg chg="del">
          <ac:chgData name="김지원(JIWON KIM)[jiwonkim]/사원/제조DX.제조DX솔루션.롤맵기술팀" userId="943d6483-24ce-443d-b7b2-0672c51f7cc5" providerId="ADAL" clId="{117887A9-014E-4064-ADCC-D99C6D743572}" dt="2025-11-12T07:22:35.058" v="49" actId="478"/>
          <ac:spMkLst>
            <pc:docMk/>
            <pc:sldMk cId="719476191" sldId="2147482153"/>
            <ac:spMk id="18" creationId="{C081B64A-41E3-4CBC-A2FD-31A484FBB907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2.761" v="1488" actId="478"/>
          <ac:spMkLst>
            <pc:docMk/>
            <pc:sldMk cId="719476191" sldId="2147482153"/>
            <ac:spMk id="20" creationId="{9608DB03-7983-4569-B3CB-75CE09F1CAF0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2.761" v="1488" actId="478"/>
          <ac:spMkLst>
            <pc:docMk/>
            <pc:sldMk cId="719476191" sldId="2147482153"/>
            <ac:spMk id="21" creationId="{B93036CB-A524-475B-9356-0100ECBA349F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2.761" v="1488" actId="478"/>
          <ac:spMkLst>
            <pc:docMk/>
            <pc:sldMk cId="719476191" sldId="2147482153"/>
            <ac:spMk id="23" creationId="{AA499621-A96E-4D90-B715-4D2DDC8DA75A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2.761" v="1488" actId="478"/>
          <ac:spMkLst>
            <pc:docMk/>
            <pc:sldMk cId="719476191" sldId="2147482153"/>
            <ac:spMk id="24" creationId="{D33C8FD6-345B-4985-8C87-FD1C64A39C47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2.761" v="1488" actId="478"/>
          <ac:spMkLst>
            <pc:docMk/>
            <pc:sldMk cId="719476191" sldId="2147482153"/>
            <ac:spMk id="25" creationId="{E12F722C-5C35-44D6-B283-AE05C5388ADE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2.761" v="1488" actId="478"/>
          <ac:spMkLst>
            <pc:docMk/>
            <pc:sldMk cId="719476191" sldId="2147482153"/>
            <ac:spMk id="26" creationId="{4F759956-7C0A-47F9-960A-F644A54E7966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2.761" v="1488" actId="478"/>
          <ac:spMkLst>
            <pc:docMk/>
            <pc:sldMk cId="719476191" sldId="2147482153"/>
            <ac:spMk id="27" creationId="{47AEABFA-9BD0-4434-B736-2D6A44E61CCB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2.761" v="1488" actId="478"/>
          <ac:spMkLst>
            <pc:docMk/>
            <pc:sldMk cId="719476191" sldId="2147482153"/>
            <ac:spMk id="28" creationId="{CDEA81D3-E2DB-41EC-9A50-360A8A3BD4FC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2.761" v="1488" actId="478"/>
          <ac:spMkLst>
            <pc:docMk/>
            <pc:sldMk cId="719476191" sldId="2147482153"/>
            <ac:spMk id="29" creationId="{BA0AC13A-3202-49EA-A00D-5E90FCB3E5F4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2.761" v="1488" actId="478"/>
          <ac:spMkLst>
            <pc:docMk/>
            <pc:sldMk cId="719476191" sldId="2147482153"/>
            <ac:spMk id="31" creationId="{9DEDA20C-F6DE-470C-BC11-5A612B987529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2.761" v="1488" actId="478"/>
          <ac:spMkLst>
            <pc:docMk/>
            <pc:sldMk cId="719476191" sldId="2147482153"/>
            <ac:spMk id="32" creationId="{7E4F9772-D685-451A-AA34-3A1E34F2B773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2.761" v="1488" actId="478"/>
          <ac:spMkLst>
            <pc:docMk/>
            <pc:sldMk cId="719476191" sldId="2147482153"/>
            <ac:spMk id="33" creationId="{EB0B7DA6-5B69-4348-B3A1-F3A343E8F454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2.761" v="1488" actId="478"/>
          <ac:spMkLst>
            <pc:docMk/>
            <pc:sldMk cId="719476191" sldId="2147482153"/>
            <ac:spMk id="34" creationId="{301C5EAA-FEF2-4FE2-A87E-F05494642488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3.028" v="1489"/>
          <ac:spMkLst>
            <pc:docMk/>
            <pc:sldMk cId="719476191" sldId="2147482153"/>
            <ac:spMk id="35" creationId="{DD9C0E4A-AE52-4B28-A660-3283AF87A328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3.028" v="1489"/>
          <ac:spMkLst>
            <pc:docMk/>
            <pc:sldMk cId="719476191" sldId="2147482153"/>
            <ac:spMk id="36" creationId="{3117D6FF-E6A4-44CE-8B5B-0481F3D15001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3.028" v="1489"/>
          <ac:spMkLst>
            <pc:docMk/>
            <pc:sldMk cId="719476191" sldId="2147482153"/>
            <ac:spMk id="37" creationId="{0EE63A0E-1DBD-4CF8-9CBC-85AF8D3E78EA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3.028" v="1489"/>
          <ac:spMkLst>
            <pc:docMk/>
            <pc:sldMk cId="719476191" sldId="2147482153"/>
            <ac:spMk id="38" creationId="{27D5E1AB-8621-4ED9-815E-C0E9E1742CC5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3.028" v="1489"/>
          <ac:spMkLst>
            <pc:docMk/>
            <pc:sldMk cId="719476191" sldId="2147482153"/>
            <ac:spMk id="39" creationId="{4BEF80B9-3160-4B0A-B3A9-C90D3D696D21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3.028" v="1489"/>
          <ac:spMkLst>
            <pc:docMk/>
            <pc:sldMk cId="719476191" sldId="2147482153"/>
            <ac:spMk id="40" creationId="{E1657496-A8A3-4989-BA7B-496D6629224A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3.028" v="1489"/>
          <ac:spMkLst>
            <pc:docMk/>
            <pc:sldMk cId="719476191" sldId="2147482153"/>
            <ac:spMk id="41" creationId="{7473EA73-9773-4B51-BC19-D748EFF06995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5.058" v="49" actId="478"/>
          <ac:spMkLst>
            <pc:docMk/>
            <pc:sldMk cId="719476191" sldId="2147482153"/>
            <ac:spMk id="41" creationId="{BF142AA0-1B15-4F5C-B4F1-E3800B8B3475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3.028" v="1489"/>
          <ac:spMkLst>
            <pc:docMk/>
            <pc:sldMk cId="719476191" sldId="2147482153"/>
            <ac:spMk id="42" creationId="{2259D29B-B608-48F5-9716-79A22B7E90D7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5.058" v="49" actId="478"/>
          <ac:spMkLst>
            <pc:docMk/>
            <pc:sldMk cId="719476191" sldId="2147482153"/>
            <ac:spMk id="42" creationId="{6507CF4B-01D9-4E08-815B-889DE6CBA2DC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5.058" v="49" actId="478"/>
          <ac:spMkLst>
            <pc:docMk/>
            <pc:sldMk cId="719476191" sldId="2147482153"/>
            <ac:spMk id="43" creationId="{8361159F-0400-4765-A42A-740E93BE8CD6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3.028" v="1489"/>
          <ac:spMkLst>
            <pc:docMk/>
            <pc:sldMk cId="719476191" sldId="2147482153"/>
            <ac:spMk id="43" creationId="{D39F9EB1-8E9B-4BA2-B3DD-8E204F9D04E9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5.058" v="49" actId="478"/>
          <ac:spMkLst>
            <pc:docMk/>
            <pc:sldMk cId="719476191" sldId="2147482153"/>
            <ac:spMk id="44" creationId="{5723BB4A-944D-4ADB-8D6F-5F4E1C52FF31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3.028" v="1489"/>
          <ac:spMkLst>
            <pc:docMk/>
            <pc:sldMk cId="719476191" sldId="2147482153"/>
            <ac:spMk id="44" creationId="{D9C79A24-06C5-4F94-91B2-7A5F5DD28668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3.028" v="1489"/>
          <ac:spMkLst>
            <pc:docMk/>
            <pc:sldMk cId="719476191" sldId="2147482153"/>
            <ac:spMk id="45" creationId="{513DC158-8B28-4200-B747-C9B4D5DE77B5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5.058" v="49" actId="478"/>
          <ac:spMkLst>
            <pc:docMk/>
            <pc:sldMk cId="719476191" sldId="2147482153"/>
            <ac:spMk id="45" creationId="{BA38256F-D2B8-4404-A0EA-0B0138788D8C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5.058" v="49" actId="478"/>
          <ac:spMkLst>
            <pc:docMk/>
            <pc:sldMk cId="719476191" sldId="2147482153"/>
            <ac:spMk id="46" creationId="{58782481-D7DA-46C9-80B2-FBC9AB763DAB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3.028" v="1489"/>
          <ac:spMkLst>
            <pc:docMk/>
            <pc:sldMk cId="719476191" sldId="2147482153"/>
            <ac:spMk id="46" creationId="{8FC819CA-46DB-4317-B5C4-BEAF3E6D7129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3.028" v="1489"/>
          <ac:spMkLst>
            <pc:docMk/>
            <pc:sldMk cId="719476191" sldId="2147482153"/>
            <ac:spMk id="47" creationId="{9512657E-FA98-47C7-84E2-2CADEEE95BBA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5.058" v="49" actId="478"/>
          <ac:spMkLst>
            <pc:docMk/>
            <pc:sldMk cId="719476191" sldId="2147482153"/>
            <ac:spMk id="47" creationId="{FD4DD29D-1F00-430A-AACD-C849BCDA0A84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5.058" v="49" actId="478"/>
          <ac:spMkLst>
            <pc:docMk/>
            <pc:sldMk cId="719476191" sldId="2147482153"/>
            <ac:spMk id="48" creationId="{C49B50DA-CE75-43D7-A2EC-47254D7C682B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5.058" v="49" actId="478"/>
          <ac:spMkLst>
            <pc:docMk/>
            <pc:sldMk cId="719476191" sldId="2147482153"/>
            <ac:spMk id="49" creationId="{97F3C5D3-7095-4FC4-84C2-A9429E65D51B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5.058" v="49" actId="478"/>
          <ac:spMkLst>
            <pc:docMk/>
            <pc:sldMk cId="719476191" sldId="2147482153"/>
            <ac:spMk id="50" creationId="{C8407B3B-C71D-43D2-A3DA-84EA4E22BA79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5.058" v="49" actId="478"/>
          <ac:spMkLst>
            <pc:docMk/>
            <pc:sldMk cId="719476191" sldId="2147482153"/>
            <ac:spMk id="63" creationId="{9FB9407F-51E8-41F6-AC66-CBA627C51917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5.058" v="49" actId="478"/>
          <ac:spMkLst>
            <pc:docMk/>
            <pc:sldMk cId="719476191" sldId="2147482153"/>
            <ac:spMk id="64" creationId="{A88989A6-ED6F-4370-96D7-C1F73450E22C}"/>
          </ac:spMkLst>
        </pc:spChg>
        <pc:graphicFrameChg chg="add del">
          <ac:chgData name="김지원(JIWON KIM)[jiwonkim]/사원/제조DX.제조DX솔루션.롤맵기술팀" userId="943d6483-24ce-443d-b7b2-0672c51f7cc5" providerId="ADAL" clId="{117887A9-014E-4064-ADCC-D99C6D743572}" dt="2025-11-12T08:21:02.761" v="1488" actId="478"/>
          <ac:graphicFrameMkLst>
            <pc:docMk/>
            <pc:sldMk cId="719476191" sldId="2147482153"/>
            <ac:graphicFrameMk id="19" creationId="{0F79570F-3DCF-4863-A833-72BDE0F93B51}"/>
          </ac:graphicFrameMkLst>
        </pc:graphicFrameChg>
        <pc:graphicFrameChg chg="add">
          <ac:chgData name="김지원(JIWON KIM)[jiwonkim]/사원/제조DX.제조DX솔루션.롤맵기술팀" userId="943d6483-24ce-443d-b7b2-0672c51f7cc5" providerId="ADAL" clId="{117887A9-014E-4064-ADCC-D99C6D743572}" dt="2025-11-12T08:21:03.028" v="1489"/>
          <ac:graphicFrameMkLst>
            <pc:docMk/>
            <pc:sldMk cId="719476191" sldId="2147482153"/>
            <ac:graphicFrameMk id="22" creationId="{64E5D74D-CD64-470A-976A-9D6873CDDEDD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117887A9-014E-4064-ADCC-D99C6D743572}" dt="2025-11-12T07:22:35.058" v="49" actId="478"/>
          <ac:graphicFrameMkLst>
            <pc:docMk/>
            <pc:sldMk cId="719476191" sldId="2147482153"/>
            <ac:graphicFrameMk id="22" creationId="{D24513F2-E1C4-481A-B876-60E0495162DD}"/>
          </ac:graphicFrameMkLst>
        </pc:graphicFrameChg>
      </pc:sldChg>
      <pc:sldChg chg="addSp delSp">
        <pc:chgData name="김지원(JIWON KIM)[jiwonkim]/사원/제조DX.제조DX솔루션.롤맵기술팀" userId="943d6483-24ce-443d-b7b2-0672c51f7cc5" providerId="ADAL" clId="{117887A9-014E-4064-ADCC-D99C6D743572}" dt="2025-11-12T08:21:06.405" v="1491"/>
        <pc:sldMkLst>
          <pc:docMk/>
          <pc:sldMk cId="1357361098" sldId="2147482154"/>
        </pc:sldMkLst>
        <pc:spChg chg="del">
          <ac:chgData name="김지원(JIWON KIM)[jiwonkim]/사원/제조DX.제조DX솔루션.롤맵기술팀" userId="943d6483-24ce-443d-b7b2-0672c51f7cc5" providerId="ADAL" clId="{117887A9-014E-4064-ADCC-D99C6D743572}" dt="2025-11-12T07:22:39.201" v="51" actId="478"/>
          <ac:spMkLst>
            <pc:docMk/>
            <pc:sldMk cId="1357361098" sldId="2147482154"/>
            <ac:spMk id="17" creationId="{99E298CA-4018-493C-9B03-D093BE6FF8A1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6.223" v="1490" actId="478"/>
          <ac:spMkLst>
            <pc:docMk/>
            <pc:sldMk cId="1357361098" sldId="2147482154"/>
            <ac:spMk id="19" creationId="{D118910E-8D0E-4AD3-9B25-E6B7E5EB91E4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6.223" v="1490" actId="478"/>
          <ac:spMkLst>
            <pc:docMk/>
            <pc:sldMk cId="1357361098" sldId="2147482154"/>
            <ac:spMk id="20" creationId="{87666C8D-F47D-4796-8FAD-880331A06CE7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6.223" v="1490" actId="478"/>
          <ac:spMkLst>
            <pc:docMk/>
            <pc:sldMk cId="1357361098" sldId="2147482154"/>
            <ac:spMk id="21" creationId="{B89FE9BB-BE22-4F93-8C21-B2375654E6A4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6.223" v="1490" actId="478"/>
          <ac:spMkLst>
            <pc:docMk/>
            <pc:sldMk cId="1357361098" sldId="2147482154"/>
            <ac:spMk id="24" creationId="{16EF5CFB-FC09-4168-986B-2C1808572884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6.223" v="1490" actId="478"/>
          <ac:spMkLst>
            <pc:docMk/>
            <pc:sldMk cId="1357361098" sldId="2147482154"/>
            <ac:spMk id="25" creationId="{7E3595B4-6CFA-4EF8-B6D5-D959E6F2D48F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6.223" v="1490" actId="478"/>
          <ac:spMkLst>
            <pc:docMk/>
            <pc:sldMk cId="1357361098" sldId="2147482154"/>
            <ac:spMk id="26" creationId="{728AFD14-EEB2-41D0-B658-4ABADEEA18CF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6.223" v="1490" actId="478"/>
          <ac:spMkLst>
            <pc:docMk/>
            <pc:sldMk cId="1357361098" sldId="2147482154"/>
            <ac:spMk id="27" creationId="{87221A00-6207-4487-889E-F82DDB1B78A9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6.223" v="1490" actId="478"/>
          <ac:spMkLst>
            <pc:docMk/>
            <pc:sldMk cId="1357361098" sldId="2147482154"/>
            <ac:spMk id="28" creationId="{B7D0284A-A346-4BB8-BA88-709D18F38B85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6.223" v="1490" actId="478"/>
          <ac:spMkLst>
            <pc:docMk/>
            <pc:sldMk cId="1357361098" sldId="2147482154"/>
            <ac:spMk id="29" creationId="{0A85238C-0CAB-4882-8A5E-182AAE2F434D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6.223" v="1490" actId="478"/>
          <ac:spMkLst>
            <pc:docMk/>
            <pc:sldMk cId="1357361098" sldId="2147482154"/>
            <ac:spMk id="30" creationId="{01681534-3F62-44E1-8D0D-BA9489C63988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6.223" v="1490" actId="478"/>
          <ac:spMkLst>
            <pc:docMk/>
            <pc:sldMk cId="1357361098" sldId="2147482154"/>
            <ac:spMk id="31" creationId="{46555D7E-6B61-4033-AD65-F49666444F67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6.223" v="1490" actId="478"/>
          <ac:spMkLst>
            <pc:docMk/>
            <pc:sldMk cId="1357361098" sldId="2147482154"/>
            <ac:spMk id="32" creationId="{74C9CD53-203A-4216-905D-52F2AC7D14EA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06.223" v="1490" actId="478"/>
          <ac:spMkLst>
            <pc:docMk/>
            <pc:sldMk cId="1357361098" sldId="2147482154"/>
            <ac:spMk id="33" creationId="{F21C8613-B255-4D33-8DDE-EB8C5F90BA43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6.405" v="1491"/>
          <ac:spMkLst>
            <pc:docMk/>
            <pc:sldMk cId="1357361098" sldId="2147482154"/>
            <ac:spMk id="34" creationId="{5315711C-4555-446E-8AC8-FB5C71C89554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6.405" v="1491"/>
          <ac:spMkLst>
            <pc:docMk/>
            <pc:sldMk cId="1357361098" sldId="2147482154"/>
            <ac:spMk id="35" creationId="{21C67A8F-4B7D-40E7-86A3-9293F1AEF2AD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6.405" v="1491"/>
          <ac:spMkLst>
            <pc:docMk/>
            <pc:sldMk cId="1357361098" sldId="2147482154"/>
            <ac:spMk id="36" creationId="{26E2E04A-5849-49E1-8158-8E09CAED9D78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6.405" v="1491"/>
          <ac:spMkLst>
            <pc:docMk/>
            <pc:sldMk cId="1357361098" sldId="2147482154"/>
            <ac:spMk id="37" creationId="{70455976-9AD7-4222-B9F0-766E42FA7493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6.405" v="1491"/>
          <ac:spMkLst>
            <pc:docMk/>
            <pc:sldMk cId="1357361098" sldId="2147482154"/>
            <ac:spMk id="38" creationId="{708135CC-EE5B-4275-9A6C-696135A899BC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6.405" v="1491"/>
          <ac:spMkLst>
            <pc:docMk/>
            <pc:sldMk cId="1357361098" sldId="2147482154"/>
            <ac:spMk id="39" creationId="{8288DF0A-8B58-4BD2-8FDE-4F8240870075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6.405" v="1491"/>
          <ac:spMkLst>
            <pc:docMk/>
            <pc:sldMk cId="1357361098" sldId="2147482154"/>
            <ac:spMk id="40" creationId="{7700F03D-F27C-4320-9D9D-893BEC3D2DCF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6.405" v="1491"/>
          <ac:spMkLst>
            <pc:docMk/>
            <pc:sldMk cId="1357361098" sldId="2147482154"/>
            <ac:spMk id="41" creationId="{B7C38D5B-39CD-4C59-8C14-1563DBCC2E75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9.201" v="51" actId="478"/>
          <ac:spMkLst>
            <pc:docMk/>
            <pc:sldMk cId="1357361098" sldId="2147482154"/>
            <ac:spMk id="41" creationId="{CEE3FAA3-E8FA-452A-B220-C60E7A1EEB3A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9.201" v="51" actId="478"/>
          <ac:spMkLst>
            <pc:docMk/>
            <pc:sldMk cId="1357361098" sldId="2147482154"/>
            <ac:spMk id="42" creationId="{631BC329-C90F-4324-B656-1C02995C21E1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6.405" v="1491"/>
          <ac:spMkLst>
            <pc:docMk/>
            <pc:sldMk cId="1357361098" sldId="2147482154"/>
            <ac:spMk id="42" creationId="{6722CFAC-164E-420A-8D60-88B2F194B071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9.201" v="51" actId="478"/>
          <ac:spMkLst>
            <pc:docMk/>
            <pc:sldMk cId="1357361098" sldId="2147482154"/>
            <ac:spMk id="43" creationId="{75D335C6-EB0E-4FD8-88F5-E703B453B9F3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6.405" v="1491"/>
          <ac:spMkLst>
            <pc:docMk/>
            <pc:sldMk cId="1357361098" sldId="2147482154"/>
            <ac:spMk id="43" creationId="{CDF6F19A-A66E-4053-AC1F-627B5A631A36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6.405" v="1491"/>
          <ac:spMkLst>
            <pc:docMk/>
            <pc:sldMk cId="1357361098" sldId="2147482154"/>
            <ac:spMk id="44" creationId="{92BADFC5-0010-42EC-B387-584DB1866EF3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9.201" v="51" actId="478"/>
          <ac:spMkLst>
            <pc:docMk/>
            <pc:sldMk cId="1357361098" sldId="2147482154"/>
            <ac:spMk id="44" creationId="{AED90A71-1439-4C54-96C8-7121FFE6B4C0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6.405" v="1491"/>
          <ac:spMkLst>
            <pc:docMk/>
            <pc:sldMk cId="1357361098" sldId="2147482154"/>
            <ac:spMk id="45" creationId="{2740CBB8-3A78-480A-891A-50FE654C8415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9.201" v="51" actId="478"/>
          <ac:spMkLst>
            <pc:docMk/>
            <pc:sldMk cId="1357361098" sldId="2147482154"/>
            <ac:spMk id="45" creationId="{5E11F448-8C55-465B-A73B-8D6C39B94E76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06.405" v="1491"/>
          <ac:spMkLst>
            <pc:docMk/>
            <pc:sldMk cId="1357361098" sldId="2147482154"/>
            <ac:spMk id="46" creationId="{6B3DB5F9-91A9-4CAE-8476-9958E416D51D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9.201" v="51" actId="478"/>
          <ac:spMkLst>
            <pc:docMk/>
            <pc:sldMk cId="1357361098" sldId="2147482154"/>
            <ac:spMk id="46" creationId="{B980D795-3956-4E1D-9450-26AF312D4551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9.201" v="51" actId="478"/>
          <ac:spMkLst>
            <pc:docMk/>
            <pc:sldMk cId="1357361098" sldId="2147482154"/>
            <ac:spMk id="47" creationId="{4034BB7B-4477-43F4-9DA9-ADE5C4E9C575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9.201" v="51" actId="478"/>
          <ac:spMkLst>
            <pc:docMk/>
            <pc:sldMk cId="1357361098" sldId="2147482154"/>
            <ac:spMk id="48" creationId="{1FD2A273-0668-47B6-89E6-8F1F1347835C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9.201" v="51" actId="478"/>
          <ac:spMkLst>
            <pc:docMk/>
            <pc:sldMk cId="1357361098" sldId="2147482154"/>
            <ac:spMk id="49" creationId="{BB128FB1-3EFC-4D75-AD89-CA93AB9357F8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9.201" v="51" actId="478"/>
          <ac:spMkLst>
            <pc:docMk/>
            <pc:sldMk cId="1357361098" sldId="2147482154"/>
            <ac:spMk id="50" creationId="{A5CB5689-4AE6-4477-8F8A-2E10A6855476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9.201" v="51" actId="478"/>
          <ac:spMkLst>
            <pc:docMk/>
            <pc:sldMk cId="1357361098" sldId="2147482154"/>
            <ac:spMk id="63" creationId="{DDF00B40-FE23-44BB-849B-097CF88448CA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39.201" v="51" actId="478"/>
          <ac:spMkLst>
            <pc:docMk/>
            <pc:sldMk cId="1357361098" sldId="2147482154"/>
            <ac:spMk id="64" creationId="{9F78D875-DB0A-44A5-9267-2A900A3E8B9F}"/>
          </ac:spMkLst>
        </pc:spChg>
        <pc:graphicFrameChg chg="add del">
          <ac:chgData name="김지원(JIWON KIM)[jiwonkim]/사원/제조DX.제조DX솔루션.롤맵기술팀" userId="943d6483-24ce-443d-b7b2-0672c51f7cc5" providerId="ADAL" clId="{117887A9-014E-4064-ADCC-D99C6D743572}" dt="2025-11-12T08:21:06.223" v="1490" actId="478"/>
          <ac:graphicFrameMkLst>
            <pc:docMk/>
            <pc:sldMk cId="1357361098" sldId="2147482154"/>
            <ac:graphicFrameMk id="18" creationId="{F0427CD8-D8D8-4F0B-B3D0-7BA0FF43451E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117887A9-014E-4064-ADCC-D99C6D743572}" dt="2025-11-12T07:22:39.201" v="51" actId="478"/>
          <ac:graphicFrameMkLst>
            <pc:docMk/>
            <pc:sldMk cId="1357361098" sldId="2147482154"/>
            <ac:graphicFrameMk id="23" creationId="{270E7CA5-39F4-4249-90BE-67FAF90E412C}"/>
          </ac:graphicFrameMkLst>
        </pc:graphicFrameChg>
        <pc:graphicFrameChg chg="add">
          <ac:chgData name="김지원(JIWON KIM)[jiwonkim]/사원/제조DX.제조DX솔루션.롤맵기술팀" userId="943d6483-24ce-443d-b7b2-0672c51f7cc5" providerId="ADAL" clId="{117887A9-014E-4064-ADCC-D99C6D743572}" dt="2025-11-12T08:21:06.405" v="1491"/>
          <ac:graphicFrameMkLst>
            <pc:docMk/>
            <pc:sldMk cId="1357361098" sldId="2147482154"/>
            <ac:graphicFrameMk id="23" creationId="{CBE3F43D-D59D-4C09-AF61-111E0DDB62B9}"/>
          </ac:graphicFrameMkLst>
        </pc:graphicFrameChg>
      </pc:sldChg>
      <pc:sldChg chg="addSp delSp">
        <pc:chgData name="김지원(JIWON KIM)[jiwonkim]/사원/제조DX.제조DX솔루션.롤맵기술팀" userId="943d6483-24ce-443d-b7b2-0672c51f7cc5" providerId="ADAL" clId="{117887A9-014E-4064-ADCC-D99C6D743572}" dt="2025-11-12T08:21:10.956" v="1493"/>
        <pc:sldMkLst>
          <pc:docMk/>
          <pc:sldMk cId="2756542074" sldId="2147482155"/>
        </pc:sldMkLst>
        <pc:spChg chg="del">
          <ac:chgData name="김지원(JIWON KIM)[jiwonkim]/사원/제조DX.제조DX솔루션.롤맵기술팀" userId="943d6483-24ce-443d-b7b2-0672c51f7cc5" providerId="ADAL" clId="{117887A9-014E-4064-ADCC-D99C6D743572}" dt="2025-11-12T07:22:43.481" v="53" actId="478"/>
          <ac:spMkLst>
            <pc:docMk/>
            <pc:sldMk cId="2756542074" sldId="2147482155"/>
            <ac:spMk id="18" creationId="{D20679E1-6009-4063-8E87-B47EB07B7CF4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0.697" v="1492" actId="478"/>
          <ac:spMkLst>
            <pc:docMk/>
            <pc:sldMk cId="2756542074" sldId="2147482155"/>
            <ac:spMk id="20" creationId="{58600021-8820-45AF-8F87-1FE9F2A0C6D6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0.697" v="1492" actId="478"/>
          <ac:spMkLst>
            <pc:docMk/>
            <pc:sldMk cId="2756542074" sldId="2147482155"/>
            <ac:spMk id="21" creationId="{7A40EDB5-3E3C-49A5-948A-E6D931E44C04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0.956" v="1493"/>
          <ac:spMkLst>
            <pc:docMk/>
            <pc:sldMk cId="2756542074" sldId="2147482155"/>
            <ac:spMk id="22" creationId="{5CAA93CB-A9E3-4D84-B932-4DD740D9B45D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0.697" v="1492" actId="478"/>
          <ac:spMkLst>
            <pc:docMk/>
            <pc:sldMk cId="2756542074" sldId="2147482155"/>
            <ac:spMk id="23" creationId="{B25A5841-4E4F-45D9-8993-71AE43FE1369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0.697" v="1492" actId="478"/>
          <ac:spMkLst>
            <pc:docMk/>
            <pc:sldMk cId="2756542074" sldId="2147482155"/>
            <ac:spMk id="24" creationId="{4D50FEDC-FC46-4055-90A3-3BE835E0CA7E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0.697" v="1492" actId="478"/>
          <ac:spMkLst>
            <pc:docMk/>
            <pc:sldMk cId="2756542074" sldId="2147482155"/>
            <ac:spMk id="25" creationId="{ECB3D0EC-0D95-41DC-AC9D-C92A54B8A340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0.697" v="1492" actId="478"/>
          <ac:spMkLst>
            <pc:docMk/>
            <pc:sldMk cId="2756542074" sldId="2147482155"/>
            <ac:spMk id="26" creationId="{0FF97115-4613-435E-9905-76A1336E858D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0.697" v="1492" actId="478"/>
          <ac:spMkLst>
            <pc:docMk/>
            <pc:sldMk cId="2756542074" sldId="2147482155"/>
            <ac:spMk id="27" creationId="{3320054A-FC2A-40BF-865F-CF4415DDD204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0.697" v="1492" actId="478"/>
          <ac:spMkLst>
            <pc:docMk/>
            <pc:sldMk cId="2756542074" sldId="2147482155"/>
            <ac:spMk id="28" creationId="{CC409395-70FE-40E8-B85C-4F34085D2C47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0.697" v="1492" actId="478"/>
          <ac:spMkLst>
            <pc:docMk/>
            <pc:sldMk cId="2756542074" sldId="2147482155"/>
            <ac:spMk id="29" creationId="{871605BC-DC7E-4D09-8CC0-E571D8872686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0.697" v="1492" actId="478"/>
          <ac:spMkLst>
            <pc:docMk/>
            <pc:sldMk cId="2756542074" sldId="2147482155"/>
            <ac:spMk id="31" creationId="{81D21575-51FC-4DEC-90CC-ACF29DBC1F24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0.697" v="1492" actId="478"/>
          <ac:spMkLst>
            <pc:docMk/>
            <pc:sldMk cId="2756542074" sldId="2147482155"/>
            <ac:spMk id="32" creationId="{A8C259B8-BCD0-4AF0-8450-1D1C5A837973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0.697" v="1492" actId="478"/>
          <ac:spMkLst>
            <pc:docMk/>
            <pc:sldMk cId="2756542074" sldId="2147482155"/>
            <ac:spMk id="33" creationId="{65FEA4D0-A39C-4160-BA8B-82EEB2CCCF5B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0.697" v="1492" actId="478"/>
          <ac:spMkLst>
            <pc:docMk/>
            <pc:sldMk cId="2756542074" sldId="2147482155"/>
            <ac:spMk id="34" creationId="{F02BD4C5-1999-44CC-9915-68AF5066C009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0.956" v="1493"/>
          <ac:spMkLst>
            <pc:docMk/>
            <pc:sldMk cId="2756542074" sldId="2147482155"/>
            <ac:spMk id="35" creationId="{5A7CFAC8-DD8F-4E18-A911-074D7378C8D0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0.956" v="1493"/>
          <ac:spMkLst>
            <pc:docMk/>
            <pc:sldMk cId="2756542074" sldId="2147482155"/>
            <ac:spMk id="36" creationId="{D17327FF-F9F8-4F2C-BB24-C79FB449F1F5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0.956" v="1493"/>
          <ac:spMkLst>
            <pc:docMk/>
            <pc:sldMk cId="2756542074" sldId="2147482155"/>
            <ac:spMk id="37" creationId="{EB3DF7EA-E19F-4A18-A10F-F6067303E0E7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0.956" v="1493"/>
          <ac:spMkLst>
            <pc:docMk/>
            <pc:sldMk cId="2756542074" sldId="2147482155"/>
            <ac:spMk id="38" creationId="{A4C64F94-D1B6-4121-8879-64554B3A5B7A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0.956" v="1493"/>
          <ac:spMkLst>
            <pc:docMk/>
            <pc:sldMk cId="2756542074" sldId="2147482155"/>
            <ac:spMk id="39" creationId="{3F71DD5F-D360-4F72-BC62-956ED2D2E0FE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0.956" v="1493"/>
          <ac:spMkLst>
            <pc:docMk/>
            <pc:sldMk cId="2756542074" sldId="2147482155"/>
            <ac:spMk id="40" creationId="{A5310FB5-3A6A-43B9-9BBF-764372FC7C83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43.481" v="53" actId="478"/>
          <ac:spMkLst>
            <pc:docMk/>
            <pc:sldMk cId="2756542074" sldId="2147482155"/>
            <ac:spMk id="41" creationId="{0574C23C-0461-4E97-BD09-9ACA004D1807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0.956" v="1493"/>
          <ac:spMkLst>
            <pc:docMk/>
            <pc:sldMk cId="2756542074" sldId="2147482155"/>
            <ac:spMk id="41" creationId="{077E661C-27B4-4364-84F1-0AB0F38EDCA6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43.481" v="53" actId="478"/>
          <ac:spMkLst>
            <pc:docMk/>
            <pc:sldMk cId="2756542074" sldId="2147482155"/>
            <ac:spMk id="42" creationId="{7E9378BA-AFA2-49DA-A44C-82CDD545128B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0.956" v="1493"/>
          <ac:spMkLst>
            <pc:docMk/>
            <pc:sldMk cId="2756542074" sldId="2147482155"/>
            <ac:spMk id="42" creationId="{97B1227D-4D91-447B-8AE9-C0F53C4B252F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43.481" v="53" actId="478"/>
          <ac:spMkLst>
            <pc:docMk/>
            <pc:sldMk cId="2756542074" sldId="2147482155"/>
            <ac:spMk id="43" creationId="{0884C347-F66C-4944-BD0A-3FF7D2DEA288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0.956" v="1493"/>
          <ac:spMkLst>
            <pc:docMk/>
            <pc:sldMk cId="2756542074" sldId="2147482155"/>
            <ac:spMk id="43" creationId="{ACD21EA3-4A99-4FE6-87E7-F786AE02B345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43.481" v="53" actId="478"/>
          <ac:spMkLst>
            <pc:docMk/>
            <pc:sldMk cId="2756542074" sldId="2147482155"/>
            <ac:spMk id="44" creationId="{3C65A6F1-307A-4683-84A0-69FDEFE9F946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0.956" v="1493"/>
          <ac:spMkLst>
            <pc:docMk/>
            <pc:sldMk cId="2756542074" sldId="2147482155"/>
            <ac:spMk id="44" creationId="{7FE409CD-6284-4622-8D8A-BDADC27C6345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43.481" v="53" actId="478"/>
          <ac:spMkLst>
            <pc:docMk/>
            <pc:sldMk cId="2756542074" sldId="2147482155"/>
            <ac:spMk id="45" creationId="{5A21FC59-FCAD-4735-BD36-D067874991BB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0.956" v="1493"/>
          <ac:spMkLst>
            <pc:docMk/>
            <pc:sldMk cId="2756542074" sldId="2147482155"/>
            <ac:spMk id="45" creationId="{AC5EA198-3FF5-413D-8B50-08F47829490D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0.956" v="1493"/>
          <ac:spMkLst>
            <pc:docMk/>
            <pc:sldMk cId="2756542074" sldId="2147482155"/>
            <ac:spMk id="46" creationId="{481BAD78-8F04-4E37-9CB4-C76B349113EE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43.481" v="53" actId="478"/>
          <ac:spMkLst>
            <pc:docMk/>
            <pc:sldMk cId="2756542074" sldId="2147482155"/>
            <ac:spMk id="46" creationId="{4C36FA6D-CD4C-4ACC-BBEE-9377DB72122A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43.481" v="53" actId="478"/>
          <ac:spMkLst>
            <pc:docMk/>
            <pc:sldMk cId="2756542074" sldId="2147482155"/>
            <ac:spMk id="47" creationId="{EA72E26A-5AF2-4B96-A7F5-C11B013F845C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43.481" v="53" actId="478"/>
          <ac:spMkLst>
            <pc:docMk/>
            <pc:sldMk cId="2756542074" sldId="2147482155"/>
            <ac:spMk id="48" creationId="{EB2AFBCF-14BF-4429-B2CF-65A1B1184560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43.481" v="53" actId="478"/>
          <ac:spMkLst>
            <pc:docMk/>
            <pc:sldMk cId="2756542074" sldId="2147482155"/>
            <ac:spMk id="49" creationId="{744B7BB6-59E6-4977-9D72-FEFBFB5F8D0C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43.481" v="53" actId="478"/>
          <ac:spMkLst>
            <pc:docMk/>
            <pc:sldMk cId="2756542074" sldId="2147482155"/>
            <ac:spMk id="50" creationId="{D2F33410-1D5D-4AB9-8387-5907623EC6EC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43.481" v="53" actId="478"/>
          <ac:spMkLst>
            <pc:docMk/>
            <pc:sldMk cId="2756542074" sldId="2147482155"/>
            <ac:spMk id="63" creationId="{0A76D796-1835-49E0-B25B-381FB349FE63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43.481" v="53" actId="478"/>
          <ac:spMkLst>
            <pc:docMk/>
            <pc:sldMk cId="2756542074" sldId="2147482155"/>
            <ac:spMk id="64" creationId="{47FCE05B-3CEA-4C0A-968A-675026744F31}"/>
          </ac:spMkLst>
        </pc:spChg>
        <pc:graphicFrameChg chg="add">
          <ac:chgData name="김지원(JIWON KIM)[jiwonkim]/사원/제조DX.제조DX솔루션.롤맵기술팀" userId="943d6483-24ce-443d-b7b2-0672c51f7cc5" providerId="ADAL" clId="{117887A9-014E-4064-ADCC-D99C6D743572}" dt="2025-11-12T08:21:10.956" v="1493"/>
          <ac:graphicFrameMkLst>
            <pc:docMk/>
            <pc:sldMk cId="2756542074" sldId="2147482155"/>
            <ac:graphicFrameMk id="18" creationId="{2DA11685-6760-43ED-BC07-4804486DB6F0}"/>
          </ac:graphicFrameMkLst>
        </pc:graphicFrameChg>
        <pc:graphicFrameChg chg="add del">
          <ac:chgData name="김지원(JIWON KIM)[jiwonkim]/사원/제조DX.제조DX솔루션.롤맵기술팀" userId="943d6483-24ce-443d-b7b2-0672c51f7cc5" providerId="ADAL" clId="{117887A9-014E-4064-ADCC-D99C6D743572}" dt="2025-11-12T08:21:10.697" v="1492" actId="478"/>
          <ac:graphicFrameMkLst>
            <pc:docMk/>
            <pc:sldMk cId="2756542074" sldId="2147482155"/>
            <ac:graphicFrameMk id="19" creationId="{E0086ADA-4F54-4A5B-9A6F-D9AAF2193BB8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117887A9-014E-4064-ADCC-D99C6D743572}" dt="2025-11-12T07:22:43.481" v="53" actId="478"/>
          <ac:graphicFrameMkLst>
            <pc:docMk/>
            <pc:sldMk cId="2756542074" sldId="2147482155"/>
            <ac:graphicFrameMk id="22" creationId="{D88649CD-DB4D-4819-B3F0-18FDA4A830B4}"/>
          </ac:graphicFrameMkLst>
        </pc:graphicFrameChg>
      </pc:sldChg>
      <pc:sldChg chg="addSp delSp">
        <pc:chgData name="김지원(JIWON KIM)[jiwonkim]/사원/제조DX.제조DX솔루션.롤맵기술팀" userId="943d6483-24ce-443d-b7b2-0672c51f7cc5" providerId="ADAL" clId="{117887A9-014E-4064-ADCC-D99C6D743572}" dt="2025-11-12T08:21:14.005" v="1495"/>
        <pc:sldMkLst>
          <pc:docMk/>
          <pc:sldMk cId="1685760430" sldId="2147482156"/>
        </pc:sldMkLst>
        <pc:spChg chg="del">
          <ac:chgData name="김지원(JIWON KIM)[jiwonkim]/사원/제조DX.제조DX솔루션.롤맵기술팀" userId="943d6483-24ce-443d-b7b2-0672c51f7cc5" providerId="ADAL" clId="{117887A9-014E-4064-ADCC-D99C6D743572}" dt="2025-11-12T07:22:46.387" v="55" actId="478"/>
          <ac:spMkLst>
            <pc:docMk/>
            <pc:sldMk cId="1685760430" sldId="2147482156"/>
            <ac:spMk id="17" creationId="{84482670-E3B9-4840-930D-42A87894EDE4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3.840" v="1494" actId="478"/>
          <ac:spMkLst>
            <pc:docMk/>
            <pc:sldMk cId="1685760430" sldId="2147482156"/>
            <ac:spMk id="19" creationId="{0228E69F-A10B-4DF8-86A7-6348423ADEA2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3.840" v="1494" actId="478"/>
          <ac:spMkLst>
            <pc:docMk/>
            <pc:sldMk cId="1685760430" sldId="2147482156"/>
            <ac:spMk id="20" creationId="{FEE217C5-1220-4E18-B214-9CF2E84EA2B8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3.840" v="1494" actId="478"/>
          <ac:spMkLst>
            <pc:docMk/>
            <pc:sldMk cId="1685760430" sldId="2147482156"/>
            <ac:spMk id="21" creationId="{79D5D8E0-FF4E-4F22-8818-C3F01B5095BA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3.840" v="1494" actId="478"/>
          <ac:spMkLst>
            <pc:docMk/>
            <pc:sldMk cId="1685760430" sldId="2147482156"/>
            <ac:spMk id="23" creationId="{5175E022-2C91-4A29-9FF2-1FD6905D9E4E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3.840" v="1494" actId="478"/>
          <ac:spMkLst>
            <pc:docMk/>
            <pc:sldMk cId="1685760430" sldId="2147482156"/>
            <ac:spMk id="24" creationId="{43D9A039-0F13-48FD-B7BC-39FF910D635E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3.840" v="1494" actId="478"/>
          <ac:spMkLst>
            <pc:docMk/>
            <pc:sldMk cId="1685760430" sldId="2147482156"/>
            <ac:spMk id="25" creationId="{46C9D748-FD07-4D48-B13F-35299D5EC902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3.840" v="1494" actId="478"/>
          <ac:spMkLst>
            <pc:docMk/>
            <pc:sldMk cId="1685760430" sldId="2147482156"/>
            <ac:spMk id="26" creationId="{C4531C1D-F50E-4C45-A7B4-CEDC573D5490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3.840" v="1494" actId="478"/>
          <ac:spMkLst>
            <pc:docMk/>
            <pc:sldMk cId="1685760430" sldId="2147482156"/>
            <ac:spMk id="27" creationId="{AEF50D97-F978-407F-93A4-784A1DC57313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3.840" v="1494" actId="478"/>
          <ac:spMkLst>
            <pc:docMk/>
            <pc:sldMk cId="1685760430" sldId="2147482156"/>
            <ac:spMk id="28" creationId="{245B6539-5872-48C5-99E2-76C8E3C53327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3.840" v="1494" actId="478"/>
          <ac:spMkLst>
            <pc:docMk/>
            <pc:sldMk cId="1685760430" sldId="2147482156"/>
            <ac:spMk id="29" creationId="{5E54B8AC-7910-457A-BB6C-FB9632D2F342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3.840" v="1494" actId="478"/>
          <ac:spMkLst>
            <pc:docMk/>
            <pc:sldMk cId="1685760430" sldId="2147482156"/>
            <ac:spMk id="31" creationId="{90FED24C-3537-4579-B039-0C93D7E27890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3.840" v="1494" actId="478"/>
          <ac:spMkLst>
            <pc:docMk/>
            <pc:sldMk cId="1685760430" sldId="2147482156"/>
            <ac:spMk id="32" creationId="{16C8D6A8-F7E6-428C-9318-C29092C26F2D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3.840" v="1494" actId="478"/>
          <ac:spMkLst>
            <pc:docMk/>
            <pc:sldMk cId="1685760430" sldId="2147482156"/>
            <ac:spMk id="33" creationId="{9EC3C6B3-6EF3-40F3-8DD2-BFEC9F88EF2C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4.005" v="1495"/>
          <ac:spMkLst>
            <pc:docMk/>
            <pc:sldMk cId="1685760430" sldId="2147482156"/>
            <ac:spMk id="34" creationId="{CC6D144F-91F1-4A39-8693-06F9A97B3862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4.005" v="1495"/>
          <ac:spMkLst>
            <pc:docMk/>
            <pc:sldMk cId="1685760430" sldId="2147482156"/>
            <ac:spMk id="35" creationId="{4B4E6AAE-C07B-45D4-84C4-A44C46AE6820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4.005" v="1495"/>
          <ac:spMkLst>
            <pc:docMk/>
            <pc:sldMk cId="1685760430" sldId="2147482156"/>
            <ac:spMk id="36" creationId="{6207FB21-B4DE-4B60-872D-9D3CFCA6CB10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4.005" v="1495"/>
          <ac:spMkLst>
            <pc:docMk/>
            <pc:sldMk cId="1685760430" sldId="2147482156"/>
            <ac:spMk id="37" creationId="{D783A5EA-B3CF-43FF-8D17-C7BDA957838A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4.005" v="1495"/>
          <ac:spMkLst>
            <pc:docMk/>
            <pc:sldMk cId="1685760430" sldId="2147482156"/>
            <ac:spMk id="38" creationId="{D095C2DF-D694-4243-A15E-E9D49D778231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4.005" v="1495"/>
          <ac:spMkLst>
            <pc:docMk/>
            <pc:sldMk cId="1685760430" sldId="2147482156"/>
            <ac:spMk id="39" creationId="{A951B036-4E60-4508-BF4F-796B123670B3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4.005" v="1495"/>
          <ac:spMkLst>
            <pc:docMk/>
            <pc:sldMk cId="1685760430" sldId="2147482156"/>
            <ac:spMk id="40" creationId="{F937D30F-F7F8-4368-B7DD-6396061E2928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4.005" v="1495"/>
          <ac:spMkLst>
            <pc:docMk/>
            <pc:sldMk cId="1685760430" sldId="2147482156"/>
            <ac:spMk id="41" creationId="{08220866-C888-4FB7-9E12-594D7C701821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46.387" v="55" actId="478"/>
          <ac:spMkLst>
            <pc:docMk/>
            <pc:sldMk cId="1685760430" sldId="2147482156"/>
            <ac:spMk id="41" creationId="{D3AF2536-67FE-4E45-BA04-782ECDC2A95F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4.005" v="1495"/>
          <ac:spMkLst>
            <pc:docMk/>
            <pc:sldMk cId="1685760430" sldId="2147482156"/>
            <ac:spMk id="42" creationId="{76A47991-DD45-4E49-9B18-DBA8AEB3BEDF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46.387" v="55" actId="478"/>
          <ac:spMkLst>
            <pc:docMk/>
            <pc:sldMk cId="1685760430" sldId="2147482156"/>
            <ac:spMk id="42" creationId="{9EE38167-8B0D-4E0D-9BEF-4B234BC8C6B2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4.005" v="1495"/>
          <ac:spMkLst>
            <pc:docMk/>
            <pc:sldMk cId="1685760430" sldId="2147482156"/>
            <ac:spMk id="43" creationId="{2CC0E840-B05B-4696-9B66-E1CE35916BF3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46.387" v="55" actId="478"/>
          <ac:spMkLst>
            <pc:docMk/>
            <pc:sldMk cId="1685760430" sldId="2147482156"/>
            <ac:spMk id="43" creationId="{42063756-490D-42FE-9DD7-FD1C66AF7B05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4.005" v="1495"/>
          <ac:spMkLst>
            <pc:docMk/>
            <pc:sldMk cId="1685760430" sldId="2147482156"/>
            <ac:spMk id="44" creationId="{46799C64-9135-4D74-9178-6ECDD6325C6B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46.387" v="55" actId="478"/>
          <ac:spMkLst>
            <pc:docMk/>
            <pc:sldMk cId="1685760430" sldId="2147482156"/>
            <ac:spMk id="44" creationId="{E1573D23-FBE5-4814-B284-C08A540E9AC1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46.387" v="55" actId="478"/>
          <ac:spMkLst>
            <pc:docMk/>
            <pc:sldMk cId="1685760430" sldId="2147482156"/>
            <ac:spMk id="45" creationId="{5A3C05F1-C431-44A3-A6A3-99277E312B75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4.005" v="1495"/>
          <ac:spMkLst>
            <pc:docMk/>
            <pc:sldMk cId="1685760430" sldId="2147482156"/>
            <ac:spMk id="45" creationId="{D1A95002-650E-4EF2-A622-336DB3E26397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4.005" v="1495"/>
          <ac:spMkLst>
            <pc:docMk/>
            <pc:sldMk cId="1685760430" sldId="2147482156"/>
            <ac:spMk id="46" creationId="{12725F63-855F-4201-92EE-C9E3D3A178BF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46.387" v="55" actId="478"/>
          <ac:spMkLst>
            <pc:docMk/>
            <pc:sldMk cId="1685760430" sldId="2147482156"/>
            <ac:spMk id="46" creationId="{E573D3E7-CF56-48CB-9E79-13AC60B47D84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46.387" v="55" actId="478"/>
          <ac:spMkLst>
            <pc:docMk/>
            <pc:sldMk cId="1685760430" sldId="2147482156"/>
            <ac:spMk id="47" creationId="{4DFAFBB5-D5DF-4FB4-9600-28A30C90F664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46.387" v="55" actId="478"/>
          <ac:spMkLst>
            <pc:docMk/>
            <pc:sldMk cId="1685760430" sldId="2147482156"/>
            <ac:spMk id="48" creationId="{F12D23DF-3B65-4DF4-B4A6-9D0EDCE79664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46.387" v="55" actId="478"/>
          <ac:spMkLst>
            <pc:docMk/>
            <pc:sldMk cId="1685760430" sldId="2147482156"/>
            <ac:spMk id="49" creationId="{F0979758-F665-4D27-AFC1-30E032E157C8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46.387" v="55" actId="478"/>
          <ac:spMkLst>
            <pc:docMk/>
            <pc:sldMk cId="1685760430" sldId="2147482156"/>
            <ac:spMk id="50" creationId="{B7DDDF65-A170-457F-8661-945D0FD4D3B1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46.387" v="55" actId="478"/>
          <ac:spMkLst>
            <pc:docMk/>
            <pc:sldMk cId="1685760430" sldId="2147482156"/>
            <ac:spMk id="63" creationId="{CC7E007D-FBFD-4466-9E11-33BBBC77994B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46.387" v="55" actId="478"/>
          <ac:spMkLst>
            <pc:docMk/>
            <pc:sldMk cId="1685760430" sldId="2147482156"/>
            <ac:spMk id="64" creationId="{A4F9B488-3D3D-4F89-B324-C216DC976C84}"/>
          </ac:spMkLst>
        </pc:spChg>
        <pc:graphicFrameChg chg="add del">
          <ac:chgData name="김지원(JIWON KIM)[jiwonkim]/사원/제조DX.제조DX솔루션.롤맵기술팀" userId="943d6483-24ce-443d-b7b2-0672c51f7cc5" providerId="ADAL" clId="{117887A9-014E-4064-ADCC-D99C6D743572}" dt="2025-11-12T08:21:13.840" v="1494" actId="478"/>
          <ac:graphicFrameMkLst>
            <pc:docMk/>
            <pc:sldMk cId="1685760430" sldId="2147482156"/>
            <ac:graphicFrameMk id="18" creationId="{C1A39ABA-D842-40CF-8F85-E89576957934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117887A9-014E-4064-ADCC-D99C6D743572}" dt="2025-11-12T07:22:46.387" v="55" actId="478"/>
          <ac:graphicFrameMkLst>
            <pc:docMk/>
            <pc:sldMk cId="1685760430" sldId="2147482156"/>
            <ac:graphicFrameMk id="22" creationId="{9E36B41D-D8E8-4A55-8BE6-1ED68E97DCE0}"/>
          </ac:graphicFrameMkLst>
        </pc:graphicFrameChg>
        <pc:graphicFrameChg chg="add">
          <ac:chgData name="김지원(JIWON KIM)[jiwonkim]/사원/제조DX.제조DX솔루션.롤맵기술팀" userId="943d6483-24ce-443d-b7b2-0672c51f7cc5" providerId="ADAL" clId="{117887A9-014E-4064-ADCC-D99C6D743572}" dt="2025-11-12T08:21:14.005" v="1495"/>
          <ac:graphicFrameMkLst>
            <pc:docMk/>
            <pc:sldMk cId="1685760430" sldId="2147482156"/>
            <ac:graphicFrameMk id="22" creationId="{E14AB5CD-8237-411C-BC5D-4FFE4327FBD1}"/>
          </ac:graphicFrameMkLst>
        </pc:graphicFrameChg>
      </pc:sldChg>
      <pc:sldChg chg="addSp delSp">
        <pc:chgData name="김지원(JIWON KIM)[jiwonkim]/사원/제조DX.제조DX솔루션.롤맵기술팀" userId="943d6483-24ce-443d-b7b2-0672c51f7cc5" providerId="ADAL" clId="{117887A9-014E-4064-ADCC-D99C6D743572}" dt="2025-11-12T08:21:18.637" v="1497"/>
        <pc:sldMkLst>
          <pc:docMk/>
          <pc:sldMk cId="1270712381" sldId="2147482157"/>
        </pc:sldMkLst>
        <pc:spChg chg="del">
          <ac:chgData name="김지원(JIWON KIM)[jiwonkim]/사원/제조DX.제조DX솔루션.롤맵기술팀" userId="943d6483-24ce-443d-b7b2-0672c51f7cc5" providerId="ADAL" clId="{117887A9-014E-4064-ADCC-D99C6D743572}" dt="2025-11-12T07:22:50.652" v="57" actId="478"/>
          <ac:spMkLst>
            <pc:docMk/>
            <pc:sldMk cId="1270712381" sldId="2147482157"/>
            <ac:spMk id="17" creationId="{FE210043-A6A3-4FCF-ACE4-40AC4F732CDD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8.519" v="1496" actId="478"/>
          <ac:spMkLst>
            <pc:docMk/>
            <pc:sldMk cId="1270712381" sldId="2147482157"/>
            <ac:spMk id="19" creationId="{77986A2F-9473-4778-8014-85CB1905F8B1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8.519" v="1496" actId="478"/>
          <ac:spMkLst>
            <pc:docMk/>
            <pc:sldMk cId="1270712381" sldId="2147482157"/>
            <ac:spMk id="20" creationId="{5C9534BC-2B64-478F-AD7C-AA7F2CB82D5E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8.519" v="1496" actId="478"/>
          <ac:spMkLst>
            <pc:docMk/>
            <pc:sldMk cId="1270712381" sldId="2147482157"/>
            <ac:spMk id="21" creationId="{4A675F8B-4FEC-4B27-ACF1-97C51C0E4C59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8.519" v="1496" actId="478"/>
          <ac:spMkLst>
            <pc:docMk/>
            <pc:sldMk cId="1270712381" sldId="2147482157"/>
            <ac:spMk id="23" creationId="{D05BEA02-E5F8-4373-96A6-BA55BA155B89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8.519" v="1496" actId="478"/>
          <ac:spMkLst>
            <pc:docMk/>
            <pc:sldMk cId="1270712381" sldId="2147482157"/>
            <ac:spMk id="24" creationId="{DA72F97A-D724-438C-9EB2-333BD75AE4D9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8.519" v="1496" actId="478"/>
          <ac:spMkLst>
            <pc:docMk/>
            <pc:sldMk cId="1270712381" sldId="2147482157"/>
            <ac:spMk id="25" creationId="{A871726F-6ABD-44DB-8F72-F367260E5353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8.519" v="1496" actId="478"/>
          <ac:spMkLst>
            <pc:docMk/>
            <pc:sldMk cId="1270712381" sldId="2147482157"/>
            <ac:spMk id="26" creationId="{35D4494E-73FC-4A53-AAFD-2CAB09EDB4CA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8.519" v="1496" actId="478"/>
          <ac:spMkLst>
            <pc:docMk/>
            <pc:sldMk cId="1270712381" sldId="2147482157"/>
            <ac:spMk id="27" creationId="{89E3FEE0-A077-4728-92C6-011B6CE2CF39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8.519" v="1496" actId="478"/>
          <ac:spMkLst>
            <pc:docMk/>
            <pc:sldMk cId="1270712381" sldId="2147482157"/>
            <ac:spMk id="28" creationId="{ED244134-9EBF-4D18-8EE6-C206FEA18E46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8.519" v="1496" actId="478"/>
          <ac:spMkLst>
            <pc:docMk/>
            <pc:sldMk cId="1270712381" sldId="2147482157"/>
            <ac:spMk id="29" creationId="{5191F43A-9497-4779-A6A2-D77F0EB25476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8.519" v="1496" actId="478"/>
          <ac:spMkLst>
            <pc:docMk/>
            <pc:sldMk cId="1270712381" sldId="2147482157"/>
            <ac:spMk id="31" creationId="{CA6ACB8F-89F3-4193-B243-43739A036683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8.519" v="1496" actId="478"/>
          <ac:spMkLst>
            <pc:docMk/>
            <pc:sldMk cId="1270712381" sldId="2147482157"/>
            <ac:spMk id="32" creationId="{D4555CCB-ECB4-49E2-AAA6-C3860DB62E2B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18.519" v="1496" actId="478"/>
          <ac:spMkLst>
            <pc:docMk/>
            <pc:sldMk cId="1270712381" sldId="2147482157"/>
            <ac:spMk id="33" creationId="{4F5AD402-9F4B-4C21-8C8C-E10137B6BE21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8.637" v="1497"/>
          <ac:spMkLst>
            <pc:docMk/>
            <pc:sldMk cId="1270712381" sldId="2147482157"/>
            <ac:spMk id="34" creationId="{DA40CCED-B816-4DCF-8DC2-48AC265AD78E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8.637" v="1497"/>
          <ac:spMkLst>
            <pc:docMk/>
            <pc:sldMk cId="1270712381" sldId="2147482157"/>
            <ac:spMk id="35" creationId="{5E3768A1-568B-4A40-8033-034D784DD7AC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8.637" v="1497"/>
          <ac:spMkLst>
            <pc:docMk/>
            <pc:sldMk cId="1270712381" sldId="2147482157"/>
            <ac:spMk id="36" creationId="{E982569A-01BE-4058-AEA0-FFB4DF94FFCB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8.637" v="1497"/>
          <ac:spMkLst>
            <pc:docMk/>
            <pc:sldMk cId="1270712381" sldId="2147482157"/>
            <ac:spMk id="37" creationId="{12E7CABA-825B-47FD-BC9D-C935C8D67D2D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8.637" v="1497"/>
          <ac:spMkLst>
            <pc:docMk/>
            <pc:sldMk cId="1270712381" sldId="2147482157"/>
            <ac:spMk id="38" creationId="{EC7CEE1F-A482-4F5A-8119-10CC7A0A5683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8.637" v="1497"/>
          <ac:spMkLst>
            <pc:docMk/>
            <pc:sldMk cId="1270712381" sldId="2147482157"/>
            <ac:spMk id="39" creationId="{43A6AB05-022A-4BF4-97E6-D7C77FFE4969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8.637" v="1497"/>
          <ac:spMkLst>
            <pc:docMk/>
            <pc:sldMk cId="1270712381" sldId="2147482157"/>
            <ac:spMk id="40" creationId="{5514EFFB-28E8-4215-ADC6-36542B379935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8.637" v="1497"/>
          <ac:spMkLst>
            <pc:docMk/>
            <pc:sldMk cId="1270712381" sldId="2147482157"/>
            <ac:spMk id="41" creationId="{6E1848E3-3CA6-4C00-8455-89E52A896AE9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0.652" v="57" actId="478"/>
          <ac:spMkLst>
            <pc:docMk/>
            <pc:sldMk cId="1270712381" sldId="2147482157"/>
            <ac:spMk id="41" creationId="{E6ABBBF8-6F27-47EF-A49C-56729A32A62B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0.652" v="57" actId="478"/>
          <ac:spMkLst>
            <pc:docMk/>
            <pc:sldMk cId="1270712381" sldId="2147482157"/>
            <ac:spMk id="42" creationId="{93A3C566-40CB-4592-B267-2CA540658918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8.637" v="1497"/>
          <ac:spMkLst>
            <pc:docMk/>
            <pc:sldMk cId="1270712381" sldId="2147482157"/>
            <ac:spMk id="42" creationId="{DCDCE348-57D4-42DA-A2F2-E690889A4CBE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0.652" v="57" actId="478"/>
          <ac:spMkLst>
            <pc:docMk/>
            <pc:sldMk cId="1270712381" sldId="2147482157"/>
            <ac:spMk id="43" creationId="{3EBFFC6E-B3B1-4190-BE1E-720CB89F6577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8.637" v="1497"/>
          <ac:spMkLst>
            <pc:docMk/>
            <pc:sldMk cId="1270712381" sldId="2147482157"/>
            <ac:spMk id="43" creationId="{6F838F47-BDD5-4309-80BF-E3B34C72135B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0.652" v="57" actId="478"/>
          <ac:spMkLst>
            <pc:docMk/>
            <pc:sldMk cId="1270712381" sldId="2147482157"/>
            <ac:spMk id="44" creationId="{258F151F-CAEA-4D54-A650-08272DFF4E06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8.637" v="1497"/>
          <ac:spMkLst>
            <pc:docMk/>
            <pc:sldMk cId="1270712381" sldId="2147482157"/>
            <ac:spMk id="44" creationId="{3EB675D9-97F8-4D75-9C15-A951127552C3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8.637" v="1497"/>
          <ac:spMkLst>
            <pc:docMk/>
            <pc:sldMk cId="1270712381" sldId="2147482157"/>
            <ac:spMk id="45" creationId="{222E4C5D-CFE8-4F3C-8DED-48255E8A4168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0.652" v="57" actId="478"/>
          <ac:spMkLst>
            <pc:docMk/>
            <pc:sldMk cId="1270712381" sldId="2147482157"/>
            <ac:spMk id="45" creationId="{CF198171-2A68-4EE2-A22F-935B4F674645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18.637" v="1497"/>
          <ac:spMkLst>
            <pc:docMk/>
            <pc:sldMk cId="1270712381" sldId="2147482157"/>
            <ac:spMk id="46" creationId="{D6D98FF2-BCF2-4390-B8D9-6947487E370B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0.652" v="57" actId="478"/>
          <ac:spMkLst>
            <pc:docMk/>
            <pc:sldMk cId="1270712381" sldId="2147482157"/>
            <ac:spMk id="46" creationId="{EEDE6222-028B-45AA-9892-B852F37E6B47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0.652" v="57" actId="478"/>
          <ac:spMkLst>
            <pc:docMk/>
            <pc:sldMk cId="1270712381" sldId="2147482157"/>
            <ac:spMk id="47" creationId="{8AD28B7E-914D-4152-BC52-3A5A008D6153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0.652" v="57" actId="478"/>
          <ac:spMkLst>
            <pc:docMk/>
            <pc:sldMk cId="1270712381" sldId="2147482157"/>
            <ac:spMk id="48" creationId="{46882F03-FCC5-4F1B-8A58-52C71EB7B22F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0.652" v="57" actId="478"/>
          <ac:spMkLst>
            <pc:docMk/>
            <pc:sldMk cId="1270712381" sldId="2147482157"/>
            <ac:spMk id="49" creationId="{1B6A96BA-49EC-4C03-B4AE-A4BEFCC47A1C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0.652" v="57" actId="478"/>
          <ac:spMkLst>
            <pc:docMk/>
            <pc:sldMk cId="1270712381" sldId="2147482157"/>
            <ac:spMk id="50" creationId="{C07EFF6B-A1A5-4F3A-AF4E-286ADCB6F8E8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0.652" v="57" actId="478"/>
          <ac:spMkLst>
            <pc:docMk/>
            <pc:sldMk cId="1270712381" sldId="2147482157"/>
            <ac:spMk id="63" creationId="{6E429667-7D72-4263-A258-4E67ECBBCD30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0.652" v="57" actId="478"/>
          <ac:spMkLst>
            <pc:docMk/>
            <pc:sldMk cId="1270712381" sldId="2147482157"/>
            <ac:spMk id="64" creationId="{D507E765-431E-473F-A81E-BA72700455BF}"/>
          </ac:spMkLst>
        </pc:spChg>
        <pc:graphicFrameChg chg="add del">
          <ac:chgData name="김지원(JIWON KIM)[jiwonkim]/사원/제조DX.제조DX솔루션.롤맵기술팀" userId="943d6483-24ce-443d-b7b2-0672c51f7cc5" providerId="ADAL" clId="{117887A9-014E-4064-ADCC-D99C6D743572}" dt="2025-11-12T08:21:18.519" v="1496" actId="478"/>
          <ac:graphicFrameMkLst>
            <pc:docMk/>
            <pc:sldMk cId="1270712381" sldId="2147482157"/>
            <ac:graphicFrameMk id="18" creationId="{03BE1D1D-EFE5-4FB2-848C-15ED9CAB7510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117887A9-014E-4064-ADCC-D99C6D743572}" dt="2025-11-12T07:22:50.652" v="57" actId="478"/>
          <ac:graphicFrameMkLst>
            <pc:docMk/>
            <pc:sldMk cId="1270712381" sldId="2147482157"/>
            <ac:graphicFrameMk id="22" creationId="{0CAA3496-5C2F-4D0F-BB7F-7A661C346A43}"/>
          </ac:graphicFrameMkLst>
        </pc:graphicFrameChg>
        <pc:graphicFrameChg chg="add">
          <ac:chgData name="김지원(JIWON KIM)[jiwonkim]/사원/제조DX.제조DX솔루션.롤맵기술팀" userId="943d6483-24ce-443d-b7b2-0672c51f7cc5" providerId="ADAL" clId="{117887A9-014E-4064-ADCC-D99C6D743572}" dt="2025-11-12T08:21:18.637" v="1497"/>
          <ac:graphicFrameMkLst>
            <pc:docMk/>
            <pc:sldMk cId="1270712381" sldId="2147482157"/>
            <ac:graphicFrameMk id="22" creationId="{30BE43B8-0FDE-47D6-BF6C-27B76B827D00}"/>
          </ac:graphicFrameMkLst>
        </pc:graphicFrameChg>
      </pc:sldChg>
      <pc:sldChg chg="addSp delSp modSp">
        <pc:chgData name="김지원(JIWON KIM)[jiwonkim]/사원/제조DX.제조DX솔루션.롤맵기술팀" userId="943d6483-24ce-443d-b7b2-0672c51f7cc5" providerId="ADAL" clId="{117887A9-014E-4064-ADCC-D99C6D743572}" dt="2025-11-12T08:21:23.295" v="1499"/>
        <pc:sldMkLst>
          <pc:docMk/>
          <pc:sldMk cId="3468524003" sldId="2147482158"/>
        </pc:sldMkLst>
        <pc:spChg chg="del">
          <ac:chgData name="김지원(JIWON KIM)[jiwonkim]/사원/제조DX.제조DX솔루션.롤맵기술팀" userId="943d6483-24ce-443d-b7b2-0672c51f7cc5" providerId="ADAL" clId="{117887A9-014E-4064-ADCC-D99C6D743572}" dt="2025-11-12T07:22:54.324" v="59" actId="478"/>
          <ac:spMkLst>
            <pc:docMk/>
            <pc:sldMk cId="3468524003" sldId="2147482158"/>
            <ac:spMk id="17" creationId="{7652285E-1933-4D18-9BD1-C565974C6C80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3.139" v="1498" actId="478"/>
          <ac:spMkLst>
            <pc:docMk/>
            <pc:sldMk cId="3468524003" sldId="2147482158"/>
            <ac:spMk id="19" creationId="{F6DC1068-69D4-49C3-BECB-5120FBAAF058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3.139" v="1498" actId="478"/>
          <ac:spMkLst>
            <pc:docMk/>
            <pc:sldMk cId="3468524003" sldId="2147482158"/>
            <ac:spMk id="20" creationId="{2401010B-F6D6-48F4-A704-A7AF55591AE6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3.139" v="1498" actId="478"/>
          <ac:spMkLst>
            <pc:docMk/>
            <pc:sldMk cId="3468524003" sldId="2147482158"/>
            <ac:spMk id="21" creationId="{334A8A36-8B2B-43A8-8E80-1800FF07EDFC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3.139" v="1498" actId="478"/>
          <ac:spMkLst>
            <pc:docMk/>
            <pc:sldMk cId="3468524003" sldId="2147482158"/>
            <ac:spMk id="22" creationId="{35A41363-6341-45C4-8193-47FC701EF67A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3.139" v="1498" actId="478"/>
          <ac:spMkLst>
            <pc:docMk/>
            <pc:sldMk cId="3468524003" sldId="2147482158"/>
            <ac:spMk id="23" creationId="{1F84B267-1815-4705-8EED-50404EE53AFD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3.139" v="1498" actId="478"/>
          <ac:spMkLst>
            <pc:docMk/>
            <pc:sldMk cId="3468524003" sldId="2147482158"/>
            <ac:spMk id="24" creationId="{CB7D8EDC-1E9F-4D52-81D8-8F90DC348BC9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3.139" v="1498" actId="478"/>
          <ac:spMkLst>
            <pc:docMk/>
            <pc:sldMk cId="3468524003" sldId="2147482158"/>
            <ac:spMk id="25" creationId="{6EC4454E-D75A-4D59-96C6-E72237822D5B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3.139" v="1498" actId="478"/>
          <ac:spMkLst>
            <pc:docMk/>
            <pc:sldMk cId="3468524003" sldId="2147482158"/>
            <ac:spMk id="26" creationId="{164571E6-99F1-4DE5-A28B-8778EB4ACFFC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3.139" v="1498" actId="478"/>
          <ac:spMkLst>
            <pc:docMk/>
            <pc:sldMk cId="3468524003" sldId="2147482158"/>
            <ac:spMk id="27" creationId="{AFE7CD66-6698-4A47-B144-8D50A1F9AC9B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3.139" v="1498" actId="478"/>
          <ac:spMkLst>
            <pc:docMk/>
            <pc:sldMk cId="3468524003" sldId="2147482158"/>
            <ac:spMk id="28" creationId="{02946CAC-C2DA-45C0-9937-D9CB68D4579A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3.139" v="1498" actId="478"/>
          <ac:spMkLst>
            <pc:docMk/>
            <pc:sldMk cId="3468524003" sldId="2147482158"/>
            <ac:spMk id="29" creationId="{23962742-A9D5-43CA-A846-6438D3DCF8B0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3.139" v="1498" actId="478"/>
          <ac:spMkLst>
            <pc:docMk/>
            <pc:sldMk cId="3468524003" sldId="2147482158"/>
            <ac:spMk id="31" creationId="{8A4A6859-D26D-40C7-97CD-DFA6C8CD715F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3.139" v="1498" actId="478"/>
          <ac:spMkLst>
            <pc:docMk/>
            <pc:sldMk cId="3468524003" sldId="2147482158"/>
            <ac:spMk id="32" creationId="{CA84E0FA-0A43-4FAD-9011-56C7DC5CA8A0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3.295" v="1499"/>
          <ac:spMkLst>
            <pc:docMk/>
            <pc:sldMk cId="3468524003" sldId="2147482158"/>
            <ac:spMk id="34" creationId="{C188DC08-B7E3-4ABE-8D56-AC7659CAF5EA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3.295" v="1499"/>
          <ac:spMkLst>
            <pc:docMk/>
            <pc:sldMk cId="3468524003" sldId="2147482158"/>
            <ac:spMk id="35" creationId="{E65464AB-84E4-45BF-8568-0BB43465CBAF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3.295" v="1499"/>
          <ac:spMkLst>
            <pc:docMk/>
            <pc:sldMk cId="3468524003" sldId="2147482158"/>
            <ac:spMk id="36" creationId="{0D4D4735-EFC1-4EF1-859E-3FA43E0802A1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3.295" v="1499"/>
          <ac:spMkLst>
            <pc:docMk/>
            <pc:sldMk cId="3468524003" sldId="2147482158"/>
            <ac:spMk id="37" creationId="{16A9D4AB-C742-478C-B5CE-037EA0A2386F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3.295" v="1499"/>
          <ac:spMkLst>
            <pc:docMk/>
            <pc:sldMk cId="3468524003" sldId="2147482158"/>
            <ac:spMk id="38" creationId="{6F5DE65B-6FBB-4FC1-BF98-EF44BFF96AE7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3.295" v="1499"/>
          <ac:spMkLst>
            <pc:docMk/>
            <pc:sldMk cId="3468524003" sldId="2147482158"/>
            <ac:spMk id="39" creationId="{714C7499-F84F-4357-90F0-3F6A14EA0147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3.295" v="1499"/>
          <ac:spMkLst>
            <pc:docMk/>
            <pc:sldMk cId="3468524003" sldId="2147482158"/>
            <ac:spMk id="40" creationId="{2FB76BC6-B3C6-47B6-9089-754A8DCE3F9F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4.324" v="59" actId="478"/>
          <ac:spMkLst>
            <pc:docMk/>
            <pc:sldMk cId="3468524003" sldId="2147482158"/>
            <ac:spMk id="41" creationId="{88A39F3E-52DB-48B7-969C-5A7D878548B6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3.295" v="1499"/>
          <ac:spMkLst>
            <pc:docMk/>
            <pc:sldMk cId="3468524003" sldId="2147482158"/>
            <ac:spMk id="41" creationId="{E36F71F8-E425-4360-9681-18259E5D1750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4.324" v="59" actId="478"/>
          <ac:spMkLst>
            <pc:docMk/>
            <pc:sldMk cId="3468524003" sldId="2147482158"/>
            <ac:spMk id="42" creationId="{A73A9102-1E5C-40AE-9004-B316A22E7370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3.295" v="1499"/>
          <ac:spMkLst>
            <pc:docMk/>
            <pc:sldMk cId="3468524003" sldId="2147482158"/>
            <ac:spMk id="42" creationId="{EF4198EC-FF6F-43EC-B758-EC2A127791A9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3.295" v="1499"/>
          <ac:spMkLst>
            <pc:docMk/>
            <pc:sldMk cId="3468524003" sldId="2147482158"/>
            <ac:spMk id="43" creationId="{09A7D55D-6370-4B6E-9AC4-2CC78B0451C1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4.324" v="59" actId="478"/>
          <ac:spMkLst>
            <pc:docMk/>
            <pc:sldMk cId="3468524003" sldId="2147482158"/>
            <ac:spMk id="43" creationId="{0EC12D7B-C98C-447B-BC3B-1EDA21B1C268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3.295" v="1499"/>
          <ac:spMkLst>
            <pc:docMk/>
            <pc:sldMk cId="3468524003" sldId="2147482158"/>
            <ac:spMk id="44" creationId="{3777AA80-DC45-48F0-8D36-E8BC33E5245C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4.324" v="59" actId="478"/>
          <ac:spMkLst>
            <pc:docMk/>
            <pc:sldMk cId="3468524003" sldId="2147482158"/>
            <ac:spMk id="44" creationId="{D77A2A85-752C-4A3B-896E-C95FC33C8E3A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4.324" v="59" actId="478"/>
          <ac:spMkLst>
            <pc:docMk/>
            <pc:sldMk cId="3468524003" sldId="2147482158"/>
            <ac:spMk id="45" creationId="{5C8AA5CD-9650-47E6-BB2B-968A9386E621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3.295" v="1499"/>
          <ac:spMkLst>
            <pc:docMk/>
            <pc:sldMk cId="3468524003" sldId="2147482158"/>
            <ac:spMk id="45" creationId="{5FF8019C-696C-43BB-93AE-DC699B356A29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4.324" v="59" actId="478"/>
          <ac:spMkLst>
            <pc:docMk/>
            <pc:sldMk cId="3468524003" sldId="2147482158"/>
            <ac:spMk id="46" creationId="{6CE82D94-4ED9-47C2-9A5E-7ACC73686812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3.295" v="1499"/>
          <ac:spMkLst>
            <pc:docMk/>
            <pc:sldMk cId="3468524003" sldId="2147482158"/>
            <ac:spMk id="46" creationId="{E7711FF5-3375-4879-B281-061C739A07AD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4.324" v="59" actId="478"/>
          <ac:spMkLst>
            <pc:docMk/>
            <pc:sldMk cId="3468524003" sldId="2147482158"/>
            <ac:spMk id="47" creationId="{E1B005C0-4376-4CA0-899E-03A98F3F06FC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4.324" v="59" actId="478"/>
          <ac:spMkLst>
            <pc:docMk/>
            <pc:sldMk cId="3468524003" sldId="2147482158"/>
            <ac:spMk id="48" creationId="{390249A4-3113-4CAF-ADE1-E57AEFE160E7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4.324" v="59" actId="478"/>
          <ac:spMkLst>
            <pc:docMk/>
            <pc:sldMk cId="3468524003" sldId="2147482158"/>
            <ac:spMk id="49" creationId="{1A0A219A-760C-4511-96BD-7D8F9842D33D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4.324" v="59" actId="478"/>
          <ac:spMkLst>
            <pc:docMk/>
            <pc:sldMk cId="3468524003" sldId="2147482158"/>
            <ac:spMk id="50" creationId="{7F1A60E3-7D3A-4A13-B44C-23D5A1CF4F39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4.324" v="59" actId="478"/>
          <ac:spMkLst>
            <pc:docMk/>
            <pc:sldMk cId="3468524003" sldId="2147482158"/>
            <ac:spMk id="63" creationId="{1B363F84-55B7-4EB5-B606-0DB36B89E192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4.324" v="59" actId="478"/>
          <ac:spMkLst>
            <pc:docMk/>
            <pc:sldMk cId="3468524003" sldId="2147482158"/>
            <ac:spMk id="64" creationId="{1D7B2406-0A56-4952-8168-A43FC7046B2A}"/>
          </ac:spMkLst>
        </pc:spChg>
        <pc:graphicFrameChg chg="add del">
          <ac:chgData name="김지원(JIWON KIM)[jiwonkim]/사원/제조DX.제조DX솔루션.롤맵기술팀" userId="943d6483-24ce-443d-b7b2-0672c51f7cc5" providerId="ADAL" clId="{117887A9-014E-4064-ADCC-D99C6D743572}" dt="2025-11-12T08:21:23.139" v="1498" actId="478"/>
          <ac:graphicFrameMkLst>
            <pc:docMk/>
            <pc:sldMk cId="3468524003" sldId="2147482158"/>
            <ac:graphicFrameMk id="18" creationId="{53D5D584-F697-4396-A755-6B4EB5333B98}"/>
          </ac:graphicFrameMkLst>
        </pc:graphicFrameChg>
        <pc:graphicFrameChg chg="mod modGraphic">
          <ac:chgData name="김지원(JIWON KIM)[jiwonkim]/사원/제조DX.제조DX솔루션.롤맵기술팀" userId="943d6483-24ce-443d-b7b2-0672c51f7cc5" providerId="ADAL" clId="{117887A9-014E-4064-ADCC-D99C6D743572}" dt="2025-11-12T07:38:16.894" v="1225" actId="20577"/>
          <ac:graphicFrameMkLst>
            <pc:docMk/>
            <pc:sldMk cId="3468524003" sldId="2147482158"/>
            <ac:graphicFrameMk id="30" creationId="{FD723AF4-8C6A-45D2-91AF-E831F6E1C5CD}"/>
          </ac:graphicFrameMkLst>
        </pc:graphicFrameChg>
        <pc:graphicFrameChg chg="add">
          <ac:chgData name="김지원(JIWON KIM)[jiwonkim]/사원/제조DX.제조DX솔루션.롤맵기술팀" userId="943d6483-24ce-443d-b7b2-0672c51f7cc5" providerId="ADAL" clId="{117887A9-014E-4064-ADCC-D99C6D743572}" dt="2025-11-12T08:21:23.295" v="1499"/>
          <ac:graphicFrameMkLst>
            <pc:docMk/>
            <pc:sldMk cId="3468524003" sldId="2147482158"/>
            <ac:graphicFrameMk id="33" creationId="{715703FE-2822-427A-A064-B0C4BFBA3162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117887A9-014E-4064-ADCC-D99C6D743572}" dt="2025-11-12T07:22:54.324" v="59" actId="478"/>
          <ac:graphicFrameMkLst>
            <pc:docMk/>
            <pc:sldMk cId="3468524003" sldId="2147482158"/>
            <ac:graphicFrameMk id="40" creationId="{DC954D15-81E8-4499-B4C5-E572C4084B4A}"/>
          </ac:graphicFrameMkLst>
        </pc:graphicFrameChg>
      </pc:sldChg>
      <pc:sldChg chg="addSp delSp modSp">
        <pc:chgData name="김지원(JIWON KIM)[jiwonkim]/사원/제조DX.제조DX솔루션.롤맵기술팀" userId="943d6483-24ce-443d-b7b2-0672c51f7cc5" providerId="ADAL" clId="{117887A9-014E-4064-ADCC-D99C6D743572}" dt="2025-11-12T08:23:17.316" v="1584" actId="20577"/>
        <pc:sldMkLst>
          <pc:docMk/>
          <pc:sldMk cId="3982393149" sldId="2147482159"/>
        </pc:sldMkLst>
        <pc:spChg chg="del">
          <ac:chgData name="김지원(JIWON KIM)[jiwonkim]/사원/제조DX.제조DX솔루션.롤맵기술팀" userId="943d6483-24ce-443d-b7b2-0672c51f7cc5" providerId="ADAL" clId="{117887A9-014E-4064-ADCC-D99C6D743572}" dt="2025-11-12T07:22:57.406" v="61" actId="478"/>
          <ac:spMkLst>
            <pc:docMk/>
            <pc:sldMk cId="3982393149" sldId="2147482159"/>
            <ac:spMk id="17" creationId="{FE8D2DB5-7E4E-48B3-89BE-102CFA28C10B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5.946" v="1500" actId="478"/>
          <ac:spMkLst>
            <pc:docMk/>
            <pc:sldMk cId="3982393149" sldId="2147482159"/>
            <ac:spMk id="19" creationId="{91BBE58E-E526-427F-986B-DBFC7CE69544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5.946" v="1500" actId="478"/>
          <ac:spMkLst>
            <pc:docMk/>
            <pc:sldMk cId="3982393149" sldId="2147482159"/>
            <ac:spMk id="20" creationId="{04B54460-85F0-4252-A959-5859294F0E5A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5.946" v="1500" actId="478"/>
          <ac:spMkLst>
            <pc:docMk/>
            <pc:sldMk cId="3982393149" sldId="2147482159"/>
            <ac:spMk id="21" creationId="{97A20C18-84EF-4C5E-90CC-FD7BCD920139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5.946" v="1500" actId="478"/>
          <ac:spMkLst>
            <pc:docMk/>
            <pc:sldMk cId="3982393149" sldId="2147482159"/>
            <ac:spMk id="22" creationId="{EA7E6B13-D4B9-4AAC-97FB-F25EC710A3C7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5.946" v="1500" actId="478"/>
          <ac:spMkLst>
            <pc:docMk/>
            <pc:sldMk cId="3982393149" sldId="2147482159"/>
            <ac:spMk id="23" creationId="{546511FD-E4D5-4889-A0BF-05D41C31A1F4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5.946" v="1500" actId="478"/>
          <ac:spMkLst>
            <pc:docMk/>
            <pc:sldMk cId="3982393149" sldId="2147482159"/>
            <ac:spMk id="24" creationId="{CC416DB2-9943-4042-BA4F-367BA0A7EACA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5.946" v="1500" actId="478"/>
          <ac:spMkLst>
            <pc:docMk/>
            <pc:sldMk cId="3982393149" sldId="2147482159"/>
            <ac:spMk id="25" creationId="{CF59310E-7C27-41E6-BD51-09CAD1EF83A4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5.946" v="1500" actId="478"/>
          <ac:spMkLst>
            <pc:docMk/>
            <pc:sldMk cId="3982393149" sldId="2147482159"/>
            <ac:spMk id="26" creationId="{116D8B0D-0FB2-4718-B753-4B6C14C4DB37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5.946" v="1500" actId="478"/>
          <ac:spMkLst>
            <pc:docMk/>
            <pc:sldMk cId="3982393149" sldId="2147482159"/>
            <ac:spMk id="27" creationId="{FD8ADEE7-0839-45D0-A719-F9BB8C874598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5.946" v="1500" actId="478"/>
          <ac:spMkLst>
            <pc:docMk/>
            <pc:sldMk cId="3982393149" sldId="2147482159"/>
            <ac:spMk id="28" creationId="{F6D44B67-4637-455E-BCB1-A90B6E3870D2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5.946" v="1500" actId="478"/>
          <ac:spMkLst>
            <pc:docMk/>
            <pc:sldMk cId="3982393149" sldId="2147482159"/>
            <ac:spMk id="29" creationId="{263905A9-C566-4984-BD78-956CF13A26C2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5.946" v="1500" actId="478"/>
          <ac:spMkLst>
            <pc:docMk/>
            <pc:sldMk cId="3982393149" sldId="2147482159"/>
            <ac:spMk id="31" creationId="{85D9C720-F81D-41A8-8710-3AABB704AB8A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5.946" v="1500" actId="478"/>
          <ac:spMkLst>
            <pc:docMk/>
            <pc:sldMk cId="3982393149" sldId="2147482159"/>
            <ac:spMk id="32" creationId="{B4BC113D-A213-4675-BD5A-EBFA68B92EA3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6.124" v="1501"/>
          <ac:spMkLst>
            <pc:docMk/>
            <pc:sldMk cId="3982393149" sldId="2147482159"/>
            <ac:spMk id="34" creationId="{DCEBD6E5-3531-4122-931E-415565B19FCD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6.124" v="1501"/>
          <ac:spMkLst>
            <pc:docMk/>
            <pc:sldMk cId="3982393149" sldId="2147482159"/>
            <ac:spMk id="35" creationId="{52ECBC64-DC1B-41E7-8945-79B6DA32AB1E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6.124" v="1501"/>
          <ac:spMkLst>
            <pc:docMk/>
            <pc:sldMk cId="3982393149" sldId="2147482159"/>
            <ac:spMk id="36" creationId="{E406D84D-7FD6-4F51-A7C9-EB19548FD182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6.124" v="1501"/>
          <ac:spMkLst>
            <pc:docMk/>
            <pc:sldMk cId="3982393149" sldId="2147482159"/>
            <ac:spMk id="37" creationId="{EA978A3C-5ACF-4D86-B282-F9AFDFE784AF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6.124" v="1501"/>
          <ac:spMkLst>
            <pc:docMk/>
            <pc:sldMk cId="3982393149" sldId="2147482159"/>
            <ac:spMk id="38" creationId="{C027D5EB-18AC-4653-836A-A74785F5BE7D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6.124" v="1501"/>
          <ac:spMkLst>
            <pc:docMk/>
            <pc:sldMk cId="3982393149" sldId="2147482159"/>
            <ac:spMk id="39" creationId="{890B748F-F946-434F-8880-98400CD56148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6.124" v="1501"/>
          <ac:spMkLst>
            <pc:docMk/>
            <pc:sldMk cId="3982393149" sldId="2147482159"/>
            <ac:spMk id="40" creationId="{6B71B4B9-A6A5-451D-ABFD-723B6F02E26B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7.406" v="61" actId="478"/>
          <ac:spMkLst>
            <pc:docMk/>
            <pc:sldMk cId="3982393149" sldId="2147482159"/>
            <ac:spMk id="41" creationId="{804BF021-A43C-4B8D-A83D-049DD2F09DDA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6.124" v="1501"/>
          <ac:spMkLst>
            <pc:docMk/>
            <pc:sldMk cId="3982393149" sldId="2147482159"/>
            <ac:spMk id="41" creationId="{9A806E09-44A2-404F-BE95-919F43665C10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7.406" v="61" actId="478"/>
          <ac:spMkLst>
            <pc:docMk/>
            <pc:sldMk cId="3982393149" sldId="2147482159"/>
            <ac:spMk id="42" creationId="{1BD504C5-966F-45D2-B2ED-081632209113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6.124" v="1501"/>
          <ac:spMkLst>
            <pc:docMk/>
            <pc:sldMk cId="3982393149" sldId="2147482159"/>
            <ac:spMk id="42" creationId="{79D241FC-F10B-411B-8874-165BB61AD3E2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6.124" v="1501"/>
          <ac:spMkLst>
            <pc:docMk/>
            <pc:sldMk cId="3982393149" sldId="2147482159"/>
            <ac:spMk id="43" creationId="{0B6A3293-E989-49F3-B7DD-E701C88F912B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7.406" v="61" actId="478"/>
          <ac:spMkLst>
            <pc:docMk/>
            <pc:sldMk cId="3982393149" sldId="2147482159"/>
            <ac:spMk id="43" creationId="{CA5979B9-51D8-400C-9426-ECD7B5BA5F7A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6.124" v="1501"/>
          <ac:spMkLst>
            <pc:docMk/>
            <pc:sldMk cId="3982393149" sldId="2147482159"/>
            <ac:spMk id="44" creationId="{07140A63-9704-404B-B441-C400D869ECA9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7.406" v="61" actId="478"/>
          <ac:spMkLst>
            <pc:docMk/>
            <pc:sldMk cId="3982393149" sldId="2147482159"/>
            <ac:spMk id="44" creationId="{81FB8845-4F53-4E41-850F-7401A6FA9A0D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7.406" v="61" actId="478"/>
          <ac:spMkLst>
            <pc:docMk/>
            <pc:sldMk cId="3982393149" sldId="2147482159"/>
            <ac:spMk id="45" creationId="{46AA41A8-D2CA-4FA4-AA40-5260A4980AD5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6.124" v="1501"/>
          <ac:spMkLst>
            <pc:docMk/>
            <pc:sldMk cId="3982393149" sldId="2147482159"/>
            <ac:spMk id="45" creationId="{F26CA6BB-CFBB-41DF-B168-EFE62FD0EBAE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6.124" v="1501"/>
          <ac:spMkLst>
            <pc:docMk/>
            <pc:sldMk cId="3982393149" sldId="2147482159"/>
            <ac:spMk id="46" creationId="{805457F8-5184-428F-961F-C115F5F7C6F2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7.406" v="61" actId="478"/>
          <ac:spMkLst>
            <pc:docMk/>
            <pc:sldMk cId="3982393149" sldId="2147482159"/>
            <ac:spMk id="46" creationId="{B1AFB72A-D1CF-41AE-9C84-CE6984F86443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7.406" v="61" actId="478"/>
          <ac:spMkLst>
            <pc:docMk/>
            <pc:sldMk cId="3982393149" sldId="2147482159"/>
            <ac:spMk id="47" creationId="{301B933B-9A81-40B4-82D5-A2DA2A3A33D0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7.406" v="61" actId="478"/>
          <ac:spMkLst>
            <pc:docMk/>
            <pc:sldMk cId="3982393149" sldId="2147482159"/>
            <ac:spMk id="48" creationId="{0676BE3B-CFD2-41D3-8BBD-417074DE1FC0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7.406" v="61" actId="478"/>
          <ac:spMkLst>
            <pc:docMk/>
            <pc:sldMk cId="3982393149" sldId="2147482159"/>
            <ac:spMk id="49" creationId="{234A3CFE-D0A4-4F34-9620-2F841B6E8B4B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7.406" v="61" actId="478"/>
          <ac:spMkLst>
            <pc:docMk/>
            <pc:sldMk cId="3982393149" sldId="2147482159"/>
            <ac:spMk id="50" creationId="{7DEE21FA-E4DE-423C-923A-583452EA3766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7.406" v="61" actId="478"/>
          <ac:spMkLst>
            <pc:docMk/>
            <pc:sldMk cId="3982393149" sldId="2147482159"/>
            <ac:spMk id="63" creationId="{0906D788-9EC5-4268-8EAD-944E6FEA35C5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2:57.406" v="61" actId="478"/>
          <ac:spMkLst>
            <pc:docMk/>
            <pc:sldMk cId="3982393149" sldId="2147482159"/>
            <ac:spMk id="64" creationId="{914F801F-80CD-4516-B972-F02CD1ED7BDE}"/>
          </ac:spMkLst>
        </pc:spChg>
        <pc:graphicFrameChg chg="add del">
          <ac:chgData name="김지원(JIWON KIM)[jiwonkim]/사원/제조DX.제조DX솔루션.롤맵기술팀" userId="943d6483-24ce-443d-b7b2-0672c51f7cc5" providerId="ADAL" clId="{117887A9-014E-4064-ADCC-D99C6D743572}" dt="2025-11-12T08:21:25.946" v="1500" actId="478"/>
          <ac:graphicFrameMkLst>
            <pc:docMk/>
            <pc:sldMk cId="3982393149" sldId="2147482159"/>
            <ac:graphicFrameMk id="18" creationId="{4FF06715-43F7-4F95-88A9-D674F55930BE}"/>
          </ac:graphicFrameMkLst>
        </pc:graphicFrameChg>
        <pc:graphicFrameChg chg="mod modGraphic">
          <ac:chgData name="김지원(JIWON KIM)[jiwonkim]/사원/제조DX.제조DX솔루션.롤맵기술팀" userId="943d6483-24ce-443d-b7b2-0672c51f7cc5" providerId="ADAL" clId="{117887A9-014E-4064-ADCC-D99C6D743572}" dt="2025-11-12T08:23:17.316" v="1584" actId="20577"/>
          <ac:graphicFrameMkLst>
            <pc:docMk/>
            <pc:sldMk cId="3982393149" sldId="2147482159"/>
            <ac:graphicFrameMk id="30" creationId="{FD723AF4-8C6A-45D2-91AF-E831F6E1C5CD}"/>
          </ac:graphicFrameMkLst>
        </pc:graphicFrameChg>
        <pc:graphicFrameChg chg="add">
          <ac:chgData name="김지원(JIWON KIM)[jiwonkim]/사원/제조DX.제조DX솔루션.롤맵기술팀" userId="943d6483-24ce-443d-b7b2-0672c51f7cc5" providerId="ADAL" clId="{117887A9-014E-4064-ADCC-D99C6D743572}" dt="2025-11-12T08:21:26.124" v="1501"/>
          <ac:graphicFrameMkLst>
            <pc:docMk/>
            <pc:sldMk cId="3982393149" sldId="2147482159"/>
            <ac:graphicFrameMk id="33" creationId="{1306FEAA-22F3-434B-8D7C-E5290D19EF23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117887A9-014E-4064-ADCC-D99C6D743572}" dt="2025-11-12T07:22:57.406" v="61" actId="478"/>
          <ac:graphicFrameMkLst>
            <pc:docMk/>
            <pc:sldMk cId="3982393149" sldId="2147482159"/>
            <ac:graphicFrameMk id="40" creationId="{E3418152-D2DD-421E-AD81-4A6B6963175D}"/>
          </ac:graphicFrameMkLst>
        </pc:graphicFrameChg>
      </pc:sldChg>
      <pc:sldChg chg="addSp delSp">
        <pc:chgData name="김지원(JIWON KIM)[jiwonkim]/사원/제조DX.제조DX솔루션.롤맵기술팀" userId="943d6483-24ce-443d-b7b2-0672c51f7cc5" providerId="ADAL" clId="{117887A9-014E-4064-ADCC-D99C6D743572}" dt="2025-11-12T08:21:29.393" v="1503"/>
        <pc:sldMkLst>
          <pc:docMk/>
          <pc:sldMk cId="4127400384" sldId="2147482160"/>
        </pc:sldMkLst>
        <pc:spChg chg="del">
          <ac:chgData name="김지원(JIWON KIM)[jiwonkim]/사원/제조DX.제조DX솔루션.롤맵기술팀" userId="943d6483-24ce-443d-b7b2-0672c51f7cc5" providerId="ADAL" clId="{117887A9-014E-4064-ADCC-D99C6D743572}" dt="2025-11-12T07:23:00.812" v="63" actId="478"/>
          <ac:spMkLst>
            <pc:docMk/>
            <pc:sldMk cId="4127400384" sldId="2147482160"/>
            <ac:spMk id="16" creationId="{E2BA9FF3-2C10-47E4-B3D1-9173F1BAF864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9.199" v="1502" actId="478"/>
          <ac:spMkLst>
            <pc:docMk/>
            <pc:sldMk cId="4127400384" sldId="2147482160"/>
            <ac:spMk id="18" creationId="{7541F468-4EFD-4300-A2AA-84C1650CF7FC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9.199" v="1502" actId="478"/>
          <ac:spMkLst>
            <pc:docMk/>
            <pc:sldMk cId="4127400384" sldId="2147482160"/>
            <ac:spMk id="19" creationId="{C6D07AD4-4234-4650-A233-4C5D9D9FCB5C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9.199" v="1502" actId="478"/>
          <ac:spMkLst>
            <pc:docMk/>
            <pc:sldMk cId="4127400384" sldId="2147482160"/>
            <ac:spMk id="20" creationId="{D78809AE-0628-4C5C-AF94-A4C446C3521E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9.199" v="1502" actId="478"/>
          <ac:spMkLst>
            <pc:docMk/>
            <pc:sldMk cId="4127400384" sldId="2147482160"/>
            <ac:spMk id="23" creationId="{70D1C46D-F211-43B4-A0C0-CB19671113EE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9.199" v="1502" actId="478"/>
          <ac:spMkLst>
            <pc:docMk/>
            <pc:sldMk cId="4127400384" sldId="2147482160"/>
            <ac:spMk id="24" creationId="{236BD6EE-ACC0-4D4E-852A-07CA53C59197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9.199" v="1502" actId="478"/>
          <ac:spMkLst>
            <pc:docMk/>
            <pc:sldMk cId="4127400384" sldId="2147482160"/>
            <ac:spMk id="25" creationId="{64BAED83-BF72-490A-AC2F-C499E73BAB55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9.199" v="1502" actId="478"/>
          <ac:spMkLst>
            <pc:docMk/>
            <pc:sldMk cId="4127400384" sldId="2147482160"/>
            <ac:spMk id="26" creationId="{3A5261CC-72CB-44DB-BFED-032B99DE9548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9.199" v="1502" actId="478"/>
          <ac:spMkLst>
            <pc:docMk/>
            <pc:sldMk cId="4127400384" sldId="2147482160"/>
            <ac:spMk id="27" creationId="{0305B664-90FC-4CAD-88C4-983D175956B5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9.199" v="1502" actId="478"/>
          <ac:spMkLst>
            <pc:docMk/>
            <pc:sldMk cId="4127400384" sldId="2147482160"/>
            <ac:spMk id="28" creationId="{E341EC02-7F99-49B8-AE10-C9AD755818AA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9.199" v="1502" actId="478"/>
          <ac:spMkLst>
            <pc:docMk/>
            <pc:sldMk cId="4127400384" sldId="2147482160"/>
            <ac:spMk id="29" creationId="{DA89262C-F8BD-4132-A378-6DED00F11B8E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9.199" v="1502" actId="478"/>
          <ac:spMkLst>
            <pc:docMk/>
            <pc:sldMk cId="4127400384" sldId="2147482160"/>
            <ac:spMk id="30" creationId="{F6A81C9D-AF56-49A6-A50C-1C128CC8BA43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9.199" v="1502" actId="478"/>
          <ac:spMkLst>
            <pc:docMk/>
            <pc:sldMk cId="4127400384" sldId="2147482160"/>
            <ac:spMk id="31" creationId="{F73C7D4B-9BFE-40F8-9406-F119FC632C9E}"/>
          </ac:spMkLst>
        </pc:spChg>
        <pc:spChg chg="add del">
          <ac:chgData name="김지원(JIWON KIM)[jiwonkim]/사원/제조DX.제조DX솔루션.롤맵기술팀" userId="943d6483-24ce-443d-b7b2-0672c51f7cc5" providerId="ADAL" clId="{117887A9-014E-4064-ADCC-D99C6D743572}" dt="2025-11-12T08:21:29.199" v="1502" actId="478"/>
          <ac:spMkLst>
            <pc:docMk/>
            <pc:sldMk cId="4127400384" sldId="2147482160"/>
            <ac:spMk id="32" creationId="{9A0B6CC2-A885-4ED0-81B6-6D5291EF6879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9.393" v="1503"/>
          <ac:spMkLst>
            <pc:docMk/>
            <pc:sldMk cId="4127400384" sldId="2147482160"/>
            <ac:spMk id="33" creationId="{6281B241-4976-46E0-B101-A6A3800D8C97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9.393" v="1503"/>
          <ac:spMkLst>
            <pc:docMk/>
            <pc:sldMk cId="4127400384" sldId="2147482160"/>
            <ac:spMk id="34" creationId="{32370B73-81EB-4EEA-83E7-CD0A2E929264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9.393" v="1503"/>
          <ac:spMkLst>
            <pc:docMk/>
            <pc:sldMk cId="4127400384" sldId="2147482160"/>
            <ac:spMk id="35" creationId="{BFD38F5E-D922-4611-A6B4-2F0746A095DA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9.393" v="1503"/>
          <ac:spMkLst>
            <pc:docMk/>
            <pc:sldMk cId="4127400384" sldId="2147482160"/>
            <ac:spMk id="36" creationId="{35744925-6EEA-4C24-969E-F1275C4EE9BD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9.393" v="1503"/>
          <ac:spMkLst>
            <pc:docMk/>
            <pc:sldMk cId="4127400384" sldId="2147482160"/>
            <ac:spMk id="37" creationId="{4C72F5BF-6F35-4437-85BA-E4EC552EE7FA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9.393" v="1503"/>
          <ac:spMkLst>
            <pc:docMk/>
            <pc:sldMk cId="4127400384" sldId="2147482160"/>
            <ac:spMk id="38" creationId="{845EF87E-568F-4ABA-A86E-9DDC1FBE33B2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9.393" v="1503"/>
          <ac:spMkLst>
            <pc:docMk/>
            <pc:sldMk cId="4127400384" sldId="2147482160"/>
            <ac:spMk id="39" creationId="{9065B68D-B345-4963-A207-B461CECEECD9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3:00.812" v="63" actId="478"/>
          <ac:spMkLst>
            <pc:docMk/>
            <pc:sldMk cId="4127400384" sldId="2147482160"/>
            <ac:spMk id="40" creationId="{3E6E0DB7-A45A-431E-800E-413078B9CEA8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9.393" v="1503"/>
          <ac:spMkLst>
            <pc:docMk/>
            <pc:sldMk cId="4127400384" sldId="2147482160"/>
            <ac:spMk id="40" creationId="{E37F9F09-429D-4902-BAB3-A23C2E6DB74E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3:00.812" v="63" actId="478"/>
          <ac:spMkLst>
            <pc:docMk/>
            <pc:sldMk cId="4127400384" sldId="2147482160"/>
            <ac:spMk id="41" creationId="{526F5453-DA79-4705-9D7A-D82615997DAF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9.393" v="1503"/>
          <ac:spMkLst>
            <pc:docMk/>
            <pc:sldMk cId="4127400384" sldId="2147482160"/>
            <ac:spMk id="41" creationId="{AE9E1501-4B91-47E4-B9AF-1ABFF723E989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9.393" v="1503"/>
          <ac:spMkLst>
            <pc:docMk/>
            <pc:sldMk cId="4127400384" sldId="2147482160"/>
            <ac:spMk id="42" creationId="{3F0F6BF4-5125-4575-A2BC-DE9369200614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3:00.812" v="63" actId="478"/>
          <ac:spMkLst>
            <pc:docMk/>
            <pc:sldMk cId="4127400384" sldId="2147482160"/>
            <ac:spMk id="42" creationId="{44A9D298-2CBC-4513-8983-C3D5997B432E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9.393" v="1503"/>
          <ac:spMkLst>
            <pc:docMk/>
            <pc:sldMk cId="4127400384" sldId="2147482160"/>
            <ac:spMk id="43" creationId="{307EE009-2428-4B7D-A5B3-18BFBED2E165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3:00.812" v="63" actId="478"/>
          <ac:spMkLst>
            <pc:docMk/>
            <pc:sldMk cId="4127400384" sldId="2147482160"/>
            <ac:spMk id="43" creationId="{469E5231-10D1-42DF-82C4-77D0A6FFA81C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9.393" v="1503"/>
          <ac:spMkLst>
            <pc:docMk/>
            <pc:sldMk cId="4127400384" sldId="2147482160"/>
            <ac:spMk id="44" creationId="{2555D703-32E2-480E-9679-ADF3515DE325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3:00.812" v="63" actId="478"/>
          <ac:spMkLst>
            <pc:docMk/>
            <pc:sldMk cId="4127400384" sldId="2147482160"/>
            <ac:spMk id="44" creationId="{ECE33463-02E6-435F-B4D4-E3DBBD33ED20}"/>
          </ac:spMkLst>
        </pc:spChg>
        <pc:spChg chg="add">
          <ac:chgData name="김지원(JIWON KIM)[jiwonkim]/사원/제조DX.제조DX솔루션.롤맵기술팀" userId="943d6483-24ce-443d-b7b2-0672c51f7cc5" providerId="ADAL" clId="{117887A9-014E-4064-ADCC-D99C6D743572}" dt="2025-11-12T08:21:29.393" v="1503"/>
          <ac:spMkLst>
            <pc:docMk/>
            <pc:sldMk cId="4127400384" sldId="2147482160"/>
            <ac:spMk id="45" creationId="{35B7EA31-C532-49F6-8651-981B614BA8C4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3:00.812" v="63" actId="478"/>
          <ac:spMkLst>
            <pc:docMk/>
            <pc:sldMk cId="4127400384" sldId="2147482160"/>
            <ac:spMk id="45" creationId="{3FC70432-66B1-4BE2-983E-761832AA243C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3:00.812" v="63" actId="478"/>
          <ac:spMkLst>
            <pc:docMk/>
            <pc:sldMk cId="4127400384" sldId="2147482160"/>
            <ac:spMk id="46" creationId="{77EDE22B-B997-4AA8-9BCC-957FF9756A48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3:00.812" v="63" actId="478"/>
          <ac:spMkLst>
            <pc:docMk/>
            <pc:sldMk cId="4127400384" sldId="2147482160"/>
            <ac:spMk id="47" creationId="{18E1C1F4-65C6-4638-89A7-CAAFD4B3FC81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3:00.812" v="63" actId="478"/>
          <ac:spMkLst>
            <pc:docMk/>
            <pc:sldMk cId="4127400384" sldId="2147482160"/>
            <ac:spMk id="48" creationId="{49CA5724-C838-4A68-BE4A-3AC7DF131E1F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3:00.812" v="63" actId="478"/>
          <ac:spMkLst>
            <pc:docMk/>
            <pc:sldMk cId="4127400384" sldId="2147482160"/>
            <ac:spMk id="49" creationId="{CC6731AE-72AC-452D-88B8-3C68D8852ADE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3:00.812" v="63" actId="478"/>
          <ac:spMkLst>
            <pc:docMk/>
            <pc:sldMk cId="4127400384" sldId="2147482160"/>
            <ac:spMk id="50" creationId="{CF48B4F2-5605-4F44-A3C2-311D701FE185}"/>
          </ac:spMkLst>
        </pc:spChg>
        <pc:spChg chg="del">
          <ac:chgData name="김지원(JIWON KIM)[jiwonkim]/사원/제조DX.제조DX솔루션.롤맵기술팀" userId="943d6483-24ce-443d-b7b2-0672c51f7cc5" providerId="ADAL" clId="{117887A9-014E-4064-ADCC-D99C6D743572}" dt="2025-11-12T07:23:00.812" v="63" actId="478"/>
          <ac:spMkLst>
            <pc:docMk/>
            <pc:sldMk cId="4127400384" sldId="2147482160"/>
            <ac:spMk id="63" creationId="{DD800F37-D45E-4ACA-8010-66CEFC4220DF}"/>
          </ac:spMkLst>
        </pc:spChg>
        <pc:graphicFrameChg chg="add del">
          <ac:chgData name="김지원(JIWON KIM)[jiwonkim]/사원/제조DX.제조DX솔루션.롤맵기술팀" userId="943d6483-24ce-443d-b7b2-0672c51f7cc5" providerId="ADAL" clId="{117887A9-014E-4064-ADCC-D99C6D743572}" dt="2025-11-12T08:21:29.199" v="1502" actId="478"/>
          <ac:graphicFrameMkLst>
            <pc:docMk/>
            <pc:sldMk cId="4127400384" sldId="2147482160"/>
            <ac:graphicFrameMk id="17" creationId="{93C45855-E0B6-4751-9F50-8880CA87C80D}"/>
          </ac:graphicFrameMkLst>
        </pc:graphicFrameChg>
        <pc:graphicFrameChg chg="add">
          <ac:chgData name="김지원(JIWON KIM)[jiwonkim]/사원/제조DX.제조DX솔루션.롤맵기술팀" userId="943d6483-24ce-443d-b7b2-0672c51f7cc5" providerId="ADAL" clId="{117887A9-014E-4064-ADCC-D99C6D743572}" dt="2025-11-12T08:21:29.393" v="1503"/>
          <ac:graphicFrameMkLst>
            <pc:docMk/>
            <pc:sldMk cId="4127400384" sldId="2147482160"/>
            <ac:graphicFrameMk id="21" creationId="{816629D5-4853-4E64-B31C-C27422E3B4BC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117887A9-014E-4064-ADCC-D99C6D743572}" dt="2025-11-12T07:23:00.812" v="63" actId="478"/>
          <ac:graphicFrameMkLst>
            <pc:docMk/>
            <pc:sldMk cId="4127400384" sldId="2147482160"/>
            <ac:graphicFrameMk id="21" creationId="{E8AC039A-2DA1-46EF-A306-1C27BA99C530}"/>
          </ac:graphicFrameMkLst>
        </pc:graphicFrameChg>
      </pc:sldChg>
    </pc:docChg>
  </pc:docChgLst>
  <pc:docChgLst>
    <pc:chgData name="조현우(HYEONWOO CHO)[recoiner]/선임/제조DX.제조DX솔루션.셀추적기술팀" userId="S::recoiner@lgensol.com::c7996fdb-9092-4875-8c6f-a0f02242852c" providerId="AD" clId="Web-{8C94DAE2-AE55-4C62-8334-3268247E0BA0}"/>
    <pc:docChg chg="modSld">
      <pc:chgData name="조현우(HYEONWOO CHO)[recoiner]/선임/제조DX.제조DX솔루션.셀추적기술팀" userId="S::recoiner@lgensol.com::c7996fdb-9092-4875-8c6f-a0f02242852c" providerId="AD" clId="Web-{8C94DAE2-AE55-4C62-8334-3268247E0BA0}" dt="2025-12-16T04:28:04.295" v="4" actId="20577"/>
      <pc:docMkLst>
        <pc:docMk/>
      </pc:docMkLst>
      <pc:sldChg chg="modSp">
        <pc:chgData name="조현우(HYEONWOO CHO)[recoiner]/선임/제조DX.제조DX솔루션.셀추적기술팀" userId="S::recoiner@lgensol.com::c7996fdb-9092-4875-8c6f-a0f02242852c" providerId="AD" clId="Web-{8C94DAE2-AE55-4C62-8334-3268247E0BA0}" dt="2025-12-16T04:28:04.295" v="4" actId="20577"/>
        <pc:sldMkLst>
          <pc:docMk/>
          <pc:sldMk cId="2808239855" sldId="2147481841"/>
        </pc:sldMkLst>
        <pc:spChg chg="mod">
          <ac:chgData name="조현우(HYEONWOO CHO)[recoiner]/선임/제조DX.제조DX솔루션.셀추적기술팀" userId="S::recoiner@lgensol.com::c7996fdb-9092-4875-8c6f-a0f02242852c" providerId="AD" clId="Web-{8C94DAE2-AE55-4C62-8334-3268247E0BA0}" dt="2025-12-16T04:28:04.295" v="4" actId="20577"/>
          <ac:spMkLst>
            <pc:docMk/>
            <pc:sldMk cId="2808239855" sldId="2147481841"/>
            <ac:spMk id="21" creationId="{4C3181BD-8769-4C0D-8973-C9F2BE0DC598}"/>
          </ac:spMkLst>
        </pc:spChg>
      </pc:sldChg>
    </pc:docChg>
  </pc:docChgLst>
  <pc:docChgLst>
    <pc:chgData name="이찬혁(CHANHYUK LEE)[paul_lee]/사원/제조DX.제조DX솔루션.데이터통합분석팀" userId="51b99fae-7b8f-40d9-9374-028bc2619ee7" providerId="ADAL" clId="{BCA19D37-B255-41B8-A28A-8886057AC454}"/>
    <pc:docChg chg="undo custSel addSld delSld modSld modSection">
      <pc:chgData name="이찬혁(CHANHYUK LEE)[paul_lee]/사원/제조DX.제조DX솔루션.데이터통합분석팀" userId="51b99fae-7b8f-40d9-9374-028bc2619ee7" providerId="ADAL" clId="{BCA19D37-B255-41B8-A28A-8886057AC454}" dt="2025-10-15T03:48:21.317" v="1725"/>
      <pc:docMkLst>
        <pc:docMk/>
      </pc:docMkLst>
      <pc:sldChg chg="add del">
        <pc:chgData name="이찬혁(CHANHYUK LEE)[paul_lee]/사원/제조DX.제조DX솔루션.데이터통합분석팀" userId="51b99fae-7b8f-40d9-9374-028bc2619ee7" providerId="ADAL" clId="{BCA19D37-B255-41B8-A28A-8886057AC454}" dt="2025-10-15T03:48:21.317" v="1725"/>
        <pc:sldMkLst>
          <pc:docMk/>
          <pc:sldMk cId="3942421698" sldId="2147481945"/>
        </pc:sldMkLst>
      </pc:sldChg>
      <pc:sldChg chg="add del">
        <pc:chgData name="이찬혁(CHANHYUK LEE)[paul_lee]/사원/제조DX.제조DX솔루션.데이터통합분석팀" userId="51b99fae-7b8f-40d9-9374-028bc2619ee7" providerId="ADAL" clId="{BCA19D37-B255-41B8-A28A-8886057AC454}" dt="2025-10-15T03:48:21.317" v="1725"/>
        <pc:sldMkLst>
          <pc:docMk/>
          <pc:sldMk cId="2039431435" sldId="2147481998"/>
        </pc:sldMkLst>
      </pc:sldChg>
      <pc:sldChg chg="add del">
        <pc:chgData name="이찬혁(CHANHYUK LEE)[paul_lee]/사원/제조DX.제조DX솔루션.데이터통합분석팀" userId="51b99fae-7b8f-40d9-9374-028bc2619ee7" providerId="ADAL" clId="{BCA19D37-B255-41B8-A28A-8886057AC454}" dt="2025-10-15T03:48:21.317" v="1725"/>
        <pc:sldMkLst>
          <pc:docMk/>
          <pc:sldMk cId="523953427" sldId="2147482003"/>
        </pc:sldMkLst>
      </pc:sldChg>
    </pc:docChg>
  </pc:docChgLst>
  <pc:docChgLst>
    <pc:chgData name="박경찬(KYOUNGCHAN PARK)[park.kc]/팀장/제조DX.제조DX솔루션.셀추적기술팀" userId="e138e4af-6173-47cb-8422-ef183f7b2c63" providerId="ADAL" clId="{16DC83C7-D4E4-446E-9BE6-B27EDB2C7418}"/>
    <pc:docChg chg="custSel modSld">
      <pc:chgData name="박경찬(KYOUNGCHAN PARK)[park.kc]/팀장/제조DX.제조DX솔루션.셀추적기술팀" userId="e138e4af-6173-47cb-8422-ef183f7b2c63" providerId="ADAL" clId="{16DC83C7-D4E4-446E-9BE6-B27EDB2C7418}" dt="2025-12-12T03:17:54.328" v="72" actId="6549"/>
      <pc:docMkLst>
        <pc:docMk/>
      </pc:docMkLst>
      <pc:sldChg chg="addSp delSp modSp mod">
        <pc:chgData name="박경찬(KYOUNGCHAN PARK)[park.kc]/팀장/제조DX.제조DX솔루션.셀추적기술팀" userId="e138e4af-6173-47cb-8422-ef183f7b2c63" providerId="ADAL" clId="{16DC83C7-D4E4-446E-9BE6-B27EDB2C7418}" dt="2025-12-12T03:17:54.328" v="72" actId="6549"/>
        <pc:sldMkLst>
          <pc:docMk/>
          <pc:sldMk cId="1018146487" sldId="2147482182"/>
        </pc:sldMkLst>
        <pc:spChg chg="add mod">
          <ac:chgData name="박경찬(KYOUNGCHAN PARK)[park.kc]/팀장/제조DX.제조DX솔루션.셀추적기술팀" userId="e138e4af-6173-47cb-8422-ef183f7b2c63" providerId="ADAL" clId="{16DC83C7-D4E4-446E-9BE6-B27EDB2C7418}" dt="2025-12-12T03:17:14.195" v="6" actId="14100"/>
          <ac:spMkLst>
            <pc:docMk/>
            <pc:sldMk cId="1018146487" sldId="2147482182"/>
            <ac:spMk id="2" creationId="{1649140D-235D-25B8-3009-AF8B7ACFE853}"/>
          </ac:spMkLst>
        </pc:spChg>
        <pc:spChg chg="del">
          <ac:chgData name="박경찬(KYOUNGCHAN PARK)[park.kc]/팀장/제조DX.제조DX솔루션.셀추적기술팀" userId="e138e4af-6173-47cb-8422-ef183f7b2c63" providerId="ADAL" clId="{16DC83C7-D4E4-446E-9BE6-B27EDB2C7418}" dt="2025-12-09T12:16:46.038" v="0" actId="478"/>
          <ac:spMkLst>
            <pc:docMk/>
            <pc:sldMk cId="1018146487" sldId="2147482182"/>
            <ac:spMk id="2" creationId="{96CAB97C-D34B-BF00-B150-156F431C3033}"/>
          </ac:spMkLst>
        </pc:spChg>
        <pc:spChg chg="del">
          <ac:chgData name="박경찬(KYOUNGCHAN PARK)[park.kc]/팀장/제조DX.제조DX솔루션.셀추적기술팀" userId="e138e4af-6173-47cb-8422-ef183f7b2c63" providerId="ADAL" clId="{16DC83C7-D4E4-446E-9BE6-B27EDB2C7418}" dt="2025-12-09T12:16:46.038" v="0" actId="478"/>
          <ac:spMkLst>
            <pc:docMk/>
            <pc:sldMk cId="1018146487" sldId="2147482182"/>
            <ac:spMk id="3" creationId="{BF45F7DB-9FA8-06EF-3B24-D958F897D3BC}"/>
          </ac:spMkLst>
        </pc:spChg>
        <pc:spChg chg="add mod">
          <ac:chgData name="박경찬(KYOUNGCHAN PARK)[park.kc]/팀장/제조DX.제조DX솔루션.셀추적기술팀" userId="e138e4af-6173-47cb-8422-ef183f7b2c63" providerId="ADAL" clId="{16DC83C7-D4E4-446E-9BE6-B27EDB2C7418}" dt="2025-12-10T08:11:33.930" v="3"/>
          <ac:spMkLst>
            <pc:docMk/>
            <pc:sldMk cId="1018146487" sldId="2147482182"/>
            <ac:spMk id="3" creationId="{EDD78AB4-F45E-00AA-0FE6-0AAC803C4012}"/>
          </ac:spMkLst>
        </pc:spChg>
        <pc:spChg chg="add del mod">
          <ac:chgData name="박경찬(KYOUNGCHAN PARK)[park.kc]/팀장/제조DX.제조DX솔루션.셀추적기술팀" userId="e138e4af-6173-47cb-8422-ef183f7b2c63" providerId="ADAL" clId="{16DC83C7-D4E4-446E-9BE6-B27EDB2C7418}" dt="2025-12-10T08:11:28.825" v="2" actId="478"/>
          <ac:spMkLst>
            <pc:docMk/>
            <pc:sldMk cId="1018146487" sldId="2147482182"/>
            <ac:spMk id="4" creationId="{F1E1A980-AD32-596B-85FA-CD743B1F3CAD}"/>
          </ac:spMkLst>
        </pc:spChg>
        <pc:spChg chg="add del mod">
          <ac:chgData name="박경찬(KYOUNGCHAN PARK)[park.kc]/팀장/제조DX.제조DX솔루션.셀추적기술팀" userId="e138e4af-6173-47cb-8422-ef183f7b2c63" providerId="ADAL" clId="{16DC83C7-D4E4-446E-9BE6-B27EDB2C7418}" dt="2025-12-10T08:11:28.825" v="2" actId="478"/>
          <ac:spMkLst>
            <pc:docMk/>
            <pc:sldMk cId="1018146487" sldId="2147482182"/>
            <ac:spMk id="5" creationId="{8336BC28-CFC4-9185-14B5-71A3CCE54AD4}"/>
          </ac:spMkLst>
        </pc:spChg>
        <pc:spChg chg="add del mod">
          <ac:chgData name="박경찬(KYOUNGCHAN PARK)[park.kc]/팀장/제조DX.제조DX솔루션.셀추적기술팀" userId="e138e4af-6173-47cb-8422-ef183f7b2c63" providerId="ADAL" clId="{16DC83C7-D4E4-446E-9BE6-B27EDB2C7418}" dt="2025-12-10T08:11:28.825" v="2" actId="478"/>
          <ac:spMkLst>
            <pc:docMk/>
            <pc:sldMk cId="1018146487" sldId="2147482182"/>
            <ac:spMk id="6" creationId="{076C3EC3-3B68-2E4D-C9DA-7C05A68056AE}"/>
          </ac:spMkLst>
        </pc:spChg>
        <pc:spChg chg="add del mod">
          <ac:chgData name="박경찬(KYOUNGCHAN PARK)[park.kc]/팀장/제조DX.제조DX솔루션.셀추적기술팀" userId="e138e4af-6173-47cb-8422-ef183f7b2c63" providerId="ADAL" clId="{16DC83C7-D4E4-446E-9BE6-B27EDB2C7418}" dt="2025-12-10T08:11:28.825" v="2" actId="478"/>
          <ac:spMkLst>
            <pc:docMk/>
            <pc:sldMk cId="1018146487" sldId="2147482182"/>
            <ac:spMk id="7" creationId="{21AC39C7-CA23-B7AF-E8B0-63BC5A6F3D4D}"/>
          </ac:spMkLst>
        </pc:spChg>
        <pc:spChg chg="add mod">
          <ac:chgData name="박경찬(KYOUNGCHAN PARK)[park.kc]/팀장/제조DX.제조DX솔루션.셀추적기술팀" userId="e138e4af-6173-47cb-8422-ef183f7b2c63" providerId="ADAL" clId="{16DC83C7-D4E4-446E-9BE6-B27EDB2C7418}" dt="2025-12-10T08:11:33.930" v="3"/>
          <ac:spMkLst>
            <pc:docMk/>
            <pc:sldMk cId="1018146487" sldId="2147482182"/>
            <ac:spMk id="8" creationId="{6DC77A34-68C3-02EE-7496-23497E220A50}"/>
          </ac:spMkLst>
        </pc:spChg>
        <pc:spChg chg="add mod">
          <ac:chgData name="박경찬(KYOUNGCHAN PARK)[park.kc]/팀장/제조DX.제조DX솔루션.셀추적기술팀" userId="e138e4af-6173-47cb-8422-ef183f7b2c63" providerId="ADAL" clId="{16DC83C7-D4E4-446E-9BE6-B27EDB2C7418}" dt="2025-12-12T03:17:54.328" v="72" actId="6549"/>
          <ac:spMkLst>
            <pc:docMk/>
            <pc:sldMk cId="1018146487" sldId="2147482182"/>
            <ac:spMk id="9" creationId="{B0E5E94E-3A91-B278-232A-6ED6ABD3893A}"/>
          </ac:spMkLst>
        </pc:spChg>
        <pc:spChg chg="add mod">
          <ac:chgData name="박경찬(KYOUNGCHAN PARK)[park.kc]/팀장/제조DX.제조DX솔루션.셀추적기술팀" userId="e138e4af-6173-47cb-8422-ef183f7b2c63" providerId="ADAL" clId="{16DC83C7-D4E4-446E-9BE6-B27EDB2C7418}" dt="2025-12-10T08:11:33.930" v="3"/>
          <ac:spMkLst>
            <pc:docMk/>
            <pc:sldMk cId="1018146487" sldId="2147482182"/>
            <ac:spMk id="10" creationId="{EB72113A-A93E-1ED9-35EA-2B7249A181DE}"/>
          </ac:spMkLst>
        </pc:spChg>
      </pc:sldChg>
    </pc:docChg>
  </pc:docChgLst>
  <pc:docChgLst>
    <pc:chgData name="임성묵(SUNGMOOK LIM)[muksung0084]/선임/제조DX.제조DX솔루션.데이터통합분석팀" userId="5ef6c119-0718-4bd2-a22e-105ab5e97655" providerId="ADAL" clId="{E41F494F-2A09-4366-B5CB-C8343FF0A0B5}"/>
    <pc:docChg chg="undo custSel addSld modSld">
      <pc:chgData name="임성묵(SUNGMOOK LIM)[muksung0084]/선임/제조DX.제조DX솔루션.데이터통합분석팀" userId="5ef6c119-0718-4bd2-a22e-105ab5e97655" providerId="ADAL" clId="{E41F494F-2A09-4366-B5CB-C8343FF0A0B5}" dt="2025-11-13T02:00:49.693" v="6687" actId="207"/>
      <pc:docMkLst>
        <pc:docMk/>
      </pc:docMkLst>
      <pc:sldChg chg="delSp">
        <pc:chgData name="임성묵(SUNGMOOK LIM)[muksung0084]/선임/제조DX.제조DX솔루션.데이터통합분석팀" userId="5ef6c119-0718-4bd2-a22e-105ab5e97655" providerId="ADAL" clId="{E41F494F-2A09-4366-B5CB-C8343FF0A0B5}" dt="2025-11-13T01:45:47.210" v="5446" actId="478"/>
        <pc:sldMkLst>
          <pc:docMk/>
          <pc:sldMk cId="1625678813" sldId="2147481949"/>
        </pc:sldMkLst>
        <pc:spChg chg="del">
          <ac:chgData name="임성묵(SUNGMOOK LIM)[muksung0084]/선임/제조DX.제조DX솔루션.데이터통합분석팀" userId="5ef6c119-0718-4bd2-a22e-105ab5e97655" providerId="ADAL" clId="{E41F494F-2A09-4366-B5CB-C8343FF0A0B5}" dt="2025-11-13T01:45:47.210" v="5446" actId="478"/>
          <ac:spMkLst>
            <pc:docMk/>
            <pc:sldMk cId="1625678813" sldId="2147481949"/>
            <ac:spMk id="17" creationId="{4B833ED1-53D5-493E-A33D-3061FB7585B2}"/>
          </ac:spMkLst>
        </pc:spChg>
      </pc:sldChg>
      <pc:sldChg chg="modSp">
        <pc:chgData name="임성묵(SUNGMOOK LIM)[muksung0084]/선임/제조DX.제조DX솔루션.데이터통합분석팀" userId="5ef6c119-0718-4bd2-a22e-105ab5e97655" providerId="ADAL" clId="{E41F494F-2A09-4366-B5CB-C8343FF0A0B5}" dt="2025-11-13T01:49:29.589" v="5650" actId="20577"/>
        <pc:sldMkLst>
          <pc:docMk/>
          <pc:sldMk cId="2230191528" sldId="2147481954"/>
        </pc:sldMkLst>
        <pc:spChg chg="mod">
          <ac:chgData name="임성묵(SUNGMOOK LIM)[muksung0084]/선임/제조DX.제조DX솔루션.데이터통합분석팀" userId="5ef6c119-0718-4bd2-a22e-105ab5e97655" providerId="ADAL" clId="{E41F494F-2A09-4366-B5CB-C8343FF0A0B5}" dt="2025-11-13T01:49:29.589" v="5650" actId="20577"/>
          <ac:spMkLst>
            <pc:docMk/>
            <pc:sldMk cId="2230191528" sldId="2147481954"/>
            <ac:spMk id="35" creationId="{ABE19A9F-A8FA-462C-9FAC-B538C1BB4CB0}"/>
          </ac:spMkLst>
        </pc:spChg>
      </pc:sldChg>
      <pc:sldChg chg="modSp">
        <pc:chgData name="임성묵(SUNGMOOK LIM)[muksung0084]/선임/제조DX.제조DX솔루션.데이터통합분석팀" userId="5ef6c119-0718-4bd2-a22e-105ab5e97655" providerId="ADAL" clId="{E41F494F-2A09-4366-B5CB-C8343FF0A0B5}" dt="2025-11-13T01:44:35.724" v="5444" actId="20577"/>
        <pc:sldMkLst>
          <pc:docMk/>
          <pc:sldMk cId="4208823273" sldId="2147481955"/>
        </pc:sldMkLst>
        <pc:spChg chg="mod">
          <ac:chgData name="임성묵(SUNGMOOK LIM)[muksung0084]/선임/제조DX.제조DX솔루션.데이터통합분석팀" userId="5ef6c119-0718-4bd2-a22e-105ab5e97655" providerId="ADAL" clId="{E41F494F-2A09-4366-B5CB-C8343FF0A0B5}" dt="2025-11-13T01:44:35.724" v="5444" actId="20577"/>
          <ac:spMkLst>
            <pc:docMk/>
            <pc:sldMk cId="4208823273" sldId="2147481955"/>
            <ac:spMk id="9" creationId="{00000000-0000-0000-0000-000000000000}"/>
          </ac:spMkLst>
        </pc:spChg>
      </pc:sldChg>
      <pc:sldChg chg="modSp">
        <pc:chgData name="임성묵(SUNGMOOK LIM)[muksung0084]/선임/제조DX.제조DX솔루션.데이터통합분석팀" userId="5ef6c119-0718-4bd2-a22e-105ab5e97655" providerId="ADAL" clId="{E41F494F-2A09-4366-B5CB-C8343FF0A0B5}" dt="2025-11-12T05:35:16.535" v="39" actId="20577"/>
        <pc:sldMkLst>
          <pc:docMk/>
          <pc:sldMk cId="216908218" sldId="2147481958"/>
        </pc:sldMkLst>
        <pc:spChg chg="mod">
          <ac:chgData name="임성묵(SUNGMOOK LIM)[muksung0084]/선임/제조DX.제조DX솔루션.데이터통합분석팀" userId="5ef6c119-0718-4bd2-a22e-105ab5e97655" providerId="ADAL" clId="{E41F494F-2A09-4366-B5CB-C8343FF0A0B5}" dt="2025-11-12T05:35:06.804" v="5" actId="20577"/>
          <ac:spMkLst>
            <pc:docMk/>
            <pc:sldMk cId="216908218" sldId="2147481958"/>
            <ac:spMk id="9" creationId="{00000000-0000-0000-0000-000000000000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E41F494F-2A09-4366-B5CB-C8343FF0A0B5}" dt="2025-11-12T05:35:16.535" v="39" actId="20577"/>
          <ac:graphicFrameMkLst>
            <pc:docMk/>
            <pc:sldMk cId="216908218" sldId="2147481958"/>
            <ac:graphicFrameMk id="19" creationId="{3E86696F-E35A-4B06-9B46-63A4A6A986C1}"/>
          </ac:graphicFrameMkLst>
        </pc:graphicFrameChg>
      </pc:sldChg>
      <pc:sldChg chg="addSp modSp">
        <pc:chgData name="임성묵(SUNGMOOK LIM)[muksung0084]/선임/제조DX.제조DX솔루션.데이터통합분석팀" userId="5ef6c119-0718-4bd2-a22e-105ab5e97655" providerId="ADAL" clId="{E41F494F-2A09-4366-B5CB-C8343FF0A0B5}" dt="2025-11-13T01:49:05.028" v="5648" actId="14100"/>
        <pc:sldMkLst>
          <pc:docMk/>
          <pc:sldMk cId="1836933339" sldId="2147481967"/>
        </pc:sldMkLst>
        <pc:spChg chg="mod">
          <ac:chgData name="임성묵(SUNGMOOK LIM)[muksung0084]/선임/제조DX.제조DX솔루션.데이터통합분석팀" userId="5ef6c119-0718-4bd2-a22e-105ab5e97655" providerId="ADAL" clId="{E41F494F-2A09-4366-B5CB-C8343FF0A0B5}" dt="2025-11-13T01:48:23.775" v="5609" actId="20577"/>
          <ac:spMkLst>
            <pc:docMk/>
            <pc:sldMk cId="1836933339" sldId="2147481967"/>
            <ac:spMk id="3" creationId="{8F2E0B2C-C282-4F8C-9665-16016B36AE34}"/>
          </ac:spMkLst>
        </pc:spChg>
        <pc:spChg chg="add mod">
          <ac:chgData name="임성묵(SUNGMOOK LIM)[muksung0084]/선임/제조DX.제조DX솔루션.데이터통합분석팀" userId="5ef6c119-0718-4bd2-a22e-105ab5e97655" providerId="ADAL" clId="{E41F494F-2A09-4366-B5CB-C8343FF0A0B5}" dt="2025-11-13T01:49:05.028" v="5648" actId="14100"/>
          <ac:spMkLst>
            <pc:docMk/>
            <pc:sldMk cId="1836933339" sldId="2147481967"/>
            <ac:spMk id="7" creationId="{0663FAF5-42CE-4012-BE04-9A4603B27951}"/>
          </ac:spMkLst>
        </pc:spChg>
        <pc:graphicFrameChg chg="modGraphic">
          <ac:chgData name="임성묵(SUNGMOOK LIM)[muksung0084]/선임/제조DX.제조DX솔루션.데이터통합분석팀" userId="5ef6c119-0718-4bd2-a22e-105ab5e97655" providerId="ADAL" clId="{E41F494F-2A09-4366-B5CB-C8343FF0A0B5}" dt="2025-11-13T01:48:09.322" v="5589" actId="207"/>
          <ac:graphicFrameMkLst>
            <pc:docMk/>
            <pc:sldMk cId="1836933339" sldId="2147481967"/>
            <ac:graphicFrameMk id="2" creationId="{7AEF2CFF-477B-47DA-8339-6D17E423C984}"/>
          </ac:graphicFrameMkLst>
        </pc:graphicFrameChg>
      </pc:sldChg>
      <pc:sldChg chg="modSp modTransition">
        <pc:chgData name="임성묵(SUNGMOOK LIM)[muksung0084]/선임/제조DX.제조DX솔루션.데이터통합분석팀" userId="5ef6c119-0718-4bd2-a22e-105ab5e97655" providerId="ADAL" clId="{E41F494F-2A09-4366-B5CB-C8343FF0A0B5}" dt="2025-11-13T02:00:49.693" v="6687" actId="207"/>
        <pc:sldMkLst>
          <pc:docMk/>
          <pc:sldMk cId="2187038781" sldId="2147482019"/>
        </pc:sldMkLst>
        <pc:spChg chg="mod">
          <ac:chgData name="임성묵(SUNGMOOK LIM)[muksung0084]/선임/제조DX.제조DX솔루션.데이터통합분석팀" userId="5ef6c119-0718-4bd2-a22e-105ab5e97655" providerId="ADAL" clId="{E41F494F-2A09-4366-B5CB-C8343FF0A0B5}" dt="2025-11-12T05:35:38.261" v="55" actId="20577"/>
          <ac:spMkLst>
            <pc:docMk/>
            <pc:sldMk cId="2187038781" sldId="2147482019"/>
            <ac:spMk id="9" creationId="{00000000-0000-0000-0000-000000000000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E41F494F-2A09-4366-B5CB-C8343FF0A0B5}" dt="2025-11-13T02:00:49.693" v="6687" actId="207"/>
          <ac:graphicFrameMkLst>
            <pc:docMk/>
            <pc:sldMk cId="2187038781" sldId="2147482019"/>
            <ac:graphicFrameMk id="19" creationId="{3E86696F-E35A-4B06-9B46-63A4A6A986C1}"/>
          </ac:graphicFrameMkLst>
        </pc:graphicFrameChg>
      </pc:sldChg>
      <pc:sldChg chg="addSp delSp modSp">
        <pc:chgData name="임성묵(SUNGMOOK LIM)[muksung0084]/선임/제조DX.제조DX솔루션.데이터통합분석팀" userId="5ef6c119-0718-4bd2-a22e-105ab5e97655" providerId="ADAL" clId="{E41F494F-2A09-4366-B5CB-C8343FF0A0B5}" dt="2025-11-13T01:51:33.028" v="5737" actId="20577"/>
        <pc:sldMkLst>
          <pc:docMk/>
          <pc:sldMk cId="3572448725" sldId="2147482058"/>
        </pc:sldMkLst>
        <pc:spChg chg="add del mod">
          <ac:chgData name="임성묵(SUNGMOOK LIM)[muksung0084]/선임/제조DX.제조DX솔루션.데이터통합분석팀" userId="5ef6c119-0718-4bd2-a22e-105ab5e97655" providerId="ADAL" clId="{E41F494F-2A09-4366-B5CB-C8343FF0A0B5}" dt="2025-11-13T01:44:05.427" v="5438" actId="478"/>
          <ac:spMkLst>
            <pc:docMk/>
            <pc:sldMk cId="3572448725" sldId="2147482058"/>
            <ac:spMk id="2" creationId="{C127FBB9-B354-4602-A54D-B5F3BA534D7A}"/>
          </ac:spMkLst>
        </pc:spChg>
        <pc:spChg chg="mod">
          <ac:chgData name="임성묵(SUNGMOOK LIM)[muksung0084]/선임/제조DX.제조DX솔루션.데이터통합분석팀" userId="5ef6c119-0718-4bd2-a22e-105ab5e97655" providerId="ADAL" clId="{E41F494F-2A09-4366-B5CB-C8343FF0A0B5}" dt="2025-11-13T01:51:33.028" v="5737" actId="20577"/>
          <ac:spMkLst>
            <pc:docMk/>
            <pc:sldMk cId="3572448725" sldId="2147482058"/>
            <ac:spMk id="20" creationId="{BB178E88-B809-4A0C-AEDB-08EDDEFC3101}"/>
          </ac:spMkLst>
        </pc:spChg>
      </pc:sldChg>
      <pc:sldChg chg="modSp">
        <pc:chgData name="임성묵(SUNGMOOK LIM)[muksung0084]/선임/제조DX.제조DX솔루션.데이터통합분석팀" userId="5ef6c119-0718-4bd2-a22e-105ab5e97655" providerId="ADAL" clId="{E41F494F-2A09-4366-B5CB-C8343FF0A0B5}" dt="2025-11-13T01:59:57.817" v="6680" actId="207"/>
        <pc:sldMkLst>
          <pc:docMk/>
          <pc:sldMk cId="1843005666" sldId="2147482119"/>
        </pc:sldMkLst>
        <pc:spChg chg="mod">
          <ac:chgData name="임성묵(SUNGMOOK LIM)[muksung0084]/선임/제조DX.제조DX솔루션.데이터통합분석팀" userId="5ef6c119-0718-4bd2-a22e-105ab5e97655" providerId="ADAL" clId="{E41F494F-2A09-4366-B5CB-C8343FF0A0B5}" dt="2025-11-13T01:59:31.273" v="6677" actId="20577"/>
          <ac:spMkLst>
            <pc:docMk/>
            <pc:sldMk cId="1843005666" sldId="2147482119"/>
            <ac:spMk id="3" creationId="{0CC39962-AED9-0FD6-7F0C-29A8FBE67A4F}"/>
          </ac:spMkLst>
        </pc:spChg>
        <pc:graphicFrameChg chg="modGraphic">
          <ac:chgData name="임성묵(SUNGMOOK LIM)[muksung0084]/선임/제조DX.제조DX솔루션.데이터통합분석팀" userId="5ef6c119-0718-4bd2-a22e-105ab5e97655" providerId="ADAL" clId="{E41F494F-2A09-4366-B5CB-C8343FF0A0B5}" dt="2025-11-13T01:59:57.817" v="6680" actId="207"/>
          <ac:graphicFrameMkLst>
            <pc:docMk/>
            <pc:sldMk cId="1843005666" sldId="2147482119"/>
            <ac:graphicFrameMk id="9" creationId="{A3D61C03-D55B-4E21-8B1C-3A5E062F1415}"/>
          </ac:graphicFrameMkLst>
        </pc:graphicFrameChg>
        <pc:graphicFrameChg chg="modGraphic">
          <ac:chgData name="임성묵(SUNGMOOK LIM)[muksung0084]/선임/제조DX.제조DX솔루션.데이터통합분석팀" userId="5ef6c119-0718-4bd2-a22e-105ab5e97655" providerId="ADAL" clId="{E41F494F-2A09-4366-B5CB-C8343FF0A0B5}" dt="2025-11-13T01:59:43.714" v="6678" actId="207"/>
          <ac:graphicFrameMkLst>
            <pc:docMk/>
            <pc:sldMk cId="1843005666" sldId="2147482119"/>
            <ac:graphicFrameMk id="19" creationId="{3E86696F-E35A-4B06-9B46-63A4A6A986C1}"/>
          </ac:graphicFrameMkLst>
        </pc:graphicFrameChg>
      </pc:sldChg>
      <pc:sldChg chg="addSp modSp">
        <pc:chgData name="임성묵(SUNGMOOK LIM)[muksung0084]/선임/제조DX.제조DX솔루션.데이터통합분석팀" userId="5ef6c119-0718-4bd2-a22e-105ab5e97655" providerId="ADAL" clId="{E41F494F-2A09-4366-B5CB-C8343FF0A0B5}" dt="2025-11-13T02:00:08.052" v="6684" actId="20577"/>
        <pc:sldMkLst>
          <pc:docMk/>
          <pc:sldMk cId="1631578392" sldId="2147482120"/>
        </pc:sldMkLst>
        <pc:spChg chg="mod">
          <ac:chgData name="임성묵(SUNGMOOK LIM)[muksung0084]/선임/제조DX.제조DX솔루션.데이터통합분석팀" userId="5ef6c119-0718-4bd2-a22e-105ab5e97655" providerId="ADAL" clId="{E41F494F-2A09-4366-B5CB-C8343FF0A0B5}" dt="2025-11-13T01:51:48.779" v="5748" actId="20577"/>
          <ac:spMkLst>
            <pc:docMk/>
            <pc:sldMk cId="1631578392" sldId="2147482120"/>
            <ac:spMk id="9" creationId="{00000000-0000-0000-0000-000000000000}"/>
          </ac:spMkLst>
        </pc:spChg>
        <pc:spChg chg="add mod">
          <ac:chgData name="임성묵(SUNGMOOK LIM)[muksung0084]/선임/제조DX.제조DX솔루션.데이터통합분석팀" userId="5ef6c119-0718-4bd2-a22e-105ab5e97655" providerId="ADAL" clId="{E41F494F-2A09-4366-B5CB-C8343FF0A0B5}" dt="2025-11-13T01:54:07.570" v="5903" actId="20577"/>
          <ac:spMkLst>
            <pc:docMk/>
            <pc:sldMk cId="1631578392" sldId="2147482120"/>
            <ac:spMk id="12" creationId="{753BCF2D-2E5C-4CEA-BB2C-8EDED51CBA36}"/>
          </ac:spMkLst>
        </pc:spChg>
        <pc:spChg chg="add mod">
          <ac:chgData name="임성묵(SUNGMOOK LIM)[muksung0084]/선임/제조DX.제조DX솔루션.데이터통합분석팀" userId="5ef6c119-0718-4bd2-a22e-105ab5e97655" providerId="ADAL" clId="{E41F494F-2A09-4366-B5CB-C8343FF0A0B5}" dt="2025-11-13T02:00:08.052" v="6684" actId="20577"/>
          <ac:spMkLst>
            <pc:docMk/>
            <pc:sldMk cId="1631578392" sldId="2147482120"/>
            <ac:spMk id="14" creationId="{5A56D6E2-323C-4F3B-991C-94B19EBBEAE8}"/>
          </ac:spMkLst>
        </pc:spChg>
        <pc:spChg chg="add mod">
          <ac:chgData name="임성묵(SUNGMOOK LIM)[muksung0084]/선임/제조DX.제조DX솔루션.데이터통합분석팀" userId="5ef6c119-0718-4bd2-a22e-105ab5e97655" providerId="ADAL" clId="{E41F494F-2A09-4366-B5CB-C8343FF0A0B5}" dt="2025-11-13T01:58:58.207" v="6665" actId="20577"/>
          <ac:spMkLst>
            <pc:docMk/>
            <pc:sldMk cId="1631578392" sldId="2147482120"/>
            <ac:spMk id="15" creationId="{DA08E337-134D-4A23-94E6-0A40609B7EE3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E41F494F-2A09-4366-B5CB-C8343FF0A0B5}" dt="2025-11-13T01:58:01.555" v="6431"/>
          <ac:graphicFrameMkLst>
            <pc:docMk/>
            <pc:sldMk cId="1631578392" sldId="2147482120"/>
            <ac:graphicFrameMk id="19" creationId="{3E86696F-E35A-4B06-9B46-63A4A6A986C1}"/>
          </ac:graphicFrameMkLst>
        </pc:graphicFrameChg>
      </pc:sldChg>
      <pc:sldChg chg="addSp delSp modSp">
        <pc:chgData name="임성묵(SUNGMOOK LIM)[muksung0084]/선임/제조DX.제조DX솔루션.데이터통합분석팀" userId="5ef6c119-0718-4bd2-a22e-105ab5e97655" providerId="ADAL" clId="{E41F494F-2A09-4366-B5CB-C8343FF0A0B5}" dt="2025-11-13T02:00:15.208" v="6686"/>
        <pc:sldMkLst>
          <pc:docMk/>
          <pc:sldMk cId="199823846" sldId="2147482123"/>
        </pc:sldMkLst>
        <pc:spChg chg="add del mod">
          <ac:chgData name="임성묵(SUNGMOOK LIM)[muksung0084]/선임/제조DX.제조DX솔루션.데이터통합분석팀" userId="5ef6c119-0718-4bd2-a22e-105ab5e97655" providerId="ADAL" clId="{E41F494F-2A09-4366-B5CB-C8343FF0A0B5}" dt="2025-11-13T02:00:14.514" v="6685" actId="478"/>
          <ac:spMkLst>
            <pc:docMk/>
            <pc:sldMk cId="199823846" sldId="2147482123"/>
            <ac:spMk id="12" creationId="{8D98FED0-1386-4A95-8843-27F5D9D67EE3}"/>
          </ac:spMkLst>
        </pc:spChg>
        <pc:spChg chg="mod">
          <ac:chgData name="임성묵(SUNGMOOK LIM)[muksung0084]/선임/제조DX.제조DX솔루션.데이터통합분석팀" userId="5ef6c119-0718-4bd2-a22e-105ab5e97655" providerId="ADAL" clId="{E41F494F-2A09-4366-B5CB-C8343FF0A0B5}" dt="2025-11-13T01:50:04.395" v="5672" actId="20577"/>
          <ac:spMkLst>
            <pc:docMk/>
            <pc:sldMk cId="199823846" sldId="2147482123"/>
            <ac:spMk id="14" creationId="{C637FE6F-3FE5-4466-894B-728BEC961433}"/>
          </ac:spMkLst>
        </pc:spChg>
        <pc:spChg chg="add">
          <ac:chgData name="임성묵(SUNGMOOK LIM)[muksung0084]/선임/제조DX.제조DX솔루션.데이터통합분석팀" userId="5ef6c119-0718-4bd2-a22e-105ab5e97655" providerId="ADAL" clId="{E41F494F-2A09-4366-B5CB-C8343FF0A0B5}" dt="2025-11-13T02:00:15.208" v="6686"/>
          <ac:spMkLst>
            <pc:docMk/>
            <pc:sldMk cId="199823846" sldId="2147482123"/>
            <ac:spMk id="17" creationId="{F004D8C1-DCF1-4BC8-839A-AB9135CE023C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E41F494F-2A09-4366-B5CB-C8343FF0A0B5}" dt="2025-11-13T01:52:16.904" v="5749" actId="20577"/>
          <ac:graphicFrameMkLst>
            <pc:docMk/>
            <pc:sldMk cId="199823846" sldId="2147482123"/>
            <ac:graphicFrameMk id="19" creationId="{3E86696F-E35A-4B06-9B46-63A4A6A986C1}"/>
          </ac:graphicFrameMkLst>
        </pc:graphicFrameChg>
      </pc:sldChg>
      <pc:sldChg chg="modSp">
        <pc:chgData name="임성묵(SUNGMOOK LIM)[muksung0084]/선임/제조DX.제조DX솔루션.데이터통합분석팀" userId="5ef6c119-0718-4bd2-a22e-105ab5e97655" providerId="ADAL" clId="{E41F494F-2A09-4366-B5CB-C8343FF0A0B5}" dt="2025-11-12T09:26:55.773" v="5437" actId="20577"/>
        <pc:sldMkLst>
          <pc:docMk/>
          <pc:sldMk cId="1017769001" sldId="2147482124"/>
        </pc:sldMkLst>
        <pc:spChg chg="mod">
          <ac:chgData name="임성묵(SUNGMOOK LIM)[muksung0084]/선임/제조DX.제조DX솔루션.데이터통합분석팀" userId="5ef6c119-0718-4bd2-a22e-105ab5e97655" providerId="ADAL" clId="{E41F494F-2A09-4366-B5CB-C8343FF0A0B5}" dt="2025-11-12T05:36:00.989" v="95" actId="20577"/>
          <ac:spMkLst>
            <pc:docMk/>
            <pc:sldMk cId="1017769001" sldId="2147482124"/>
            <ac:spMk id="9" creationId="{00000000-0000-0000-0000-000000000000}"/>
          </ac:spMkLst>
        </pc:spChg>
        <pc:spChg chg="mod">
          <ac:chgData name="임성묵(SUNGMOOK LIM)[muksung0084]/선임/제조DX.제조DX솔루션.데이터통합분석팀" userId="5ef6c119-0718-4bd2-a22e-105ab5e97655" providerId="ADAL" clId="{E41F494F-2A09-4366-B5CB-C8343FF0A0B5}" dt="2025-11-12T05:37:18.161" v="324" actId="1076"/>
          <ac:spMkLst>
            <pc:docMk/>
            <pc:sldMk cId="1017769001" sldId="2147482124"/>
            <ac:spMk id="22" creationId="{A892EEC7-7666-4690-B328-7ABBD68983AD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E41F494F-2A09-4366-B5CB-C8343FF0A0B5}" dt="2025-11-12T09:26:55.773" v="5437" actId="20577"/>
          <ac:graphicFrameMkLst>
            <pc:docMk/>
            <pc:sldMk cId="1017769001" sldId="2147482124"/>
            <ac:graphicFrameMk id="19" creationId="{3E86696F-E35A-4B06-9B46-63A4A6A986C1}"/>
          </ac:graphicFrameMkLst>
        </pc:graphicFrameChg>
      </pc:sldChg>
      <pc:sldChg chg="addSp delSp modSp add modTransition">
        <pc:chgData name="임성묵(SUNGMOOK LIM)[muksung0084]/선임/제조DX.제조DX솔루션.데이터통합분석팀" userId="5ef6c119-0718-4bd2-a22e-105ab5e97655" providerId="ADAL" clId="{E41F494F-2A09-4366-B5CB-C8343FF0A0B5}" dt="2025-11-12T09:21:58.393" v="4984" actId="20577"/>
        <pc:sldMkLst>
          <pc:docMk/>
          <pc:sldMk cId="2449185649" sldId="2147482171"/>
        </pc:sldMkLst>
        <pc:spChg chg="del mod">
          <ac:chgData name="임성묵(SUNGMOOK LIM)[muksung0084]/선임/제조DX.제조DX솔루션.데이터통합분석팀" userId="5ef6c119-0718-4bd2-a22e-105ab5e97655" providerId="ADAL" clId="{E41F494F-2A09-4366-B5CB-C8343FF0A0B5}" dt="2025-11-12T08:50:23.765" v="1871" actId="478"/>
          <ac:spMkLst>
            <pc:docMk/>
            <pc:sldMk cId="2449185649" sldId="2147482171"/>
            <ac:spMk id="2" creationId="{BDC296EC-EC8A-F827-FBF1-85E4AD9E7769}"/>
          </ac:spMkLst>
        </pc:spChg>
        <pc:spChg chg="add mod">
          <ac:chgData name="임성묵(SUNGMOOK LIM)[muksung0084]/선임/제조DX.제조DX솔루션.데이터통합분석팀" userId="5ef6c119-0718-4bd2-a22e-105ab5e97655" providerId="ADAL" clId="{E41F494F-2A09-4366-B5CB-C8343FF0A0B5}" dt="2025-11-12T09:21:00.121" v="4886" actId="1035"/>
          <ac:spMkLst>
            <pc:docMk/>
            <pc:sldMk cId="2449185649" sldId="2147482171"/>
            <ac:spMk id="3" creationId="{24E898CC-9607-4AEE-9751-A80FB49F6D72}"/>
          </ac:spMkLst>
        </pc:spChg>
        <pc:spChg chg="del">
          <ac:chgData name="임성묵(SUNGMOOK LIM)[muksung0084]/선임/제조DX.제조DX솔루션.데이터통합분석팀" userId="5ef6c119-0718-4bd2-a22e-105ab5e97655" providerId="ADAL" clId="{E41F494F-2A09-4366-B5CB-C8343FF0A0B5}" dt="2025-11-12T08:59:21.566" v="2834" actId="478"/>
          <ac:spMkLst>
            <pc:docMk/>
            <pc:sldMk cId="2449185649" sldId="2147482171"/>
            <ac:spMk id="4" creationId="{C19A5FFD-BBFF-449F-B95D-E4ADE22727FB}"/>
          </ac:spMkLst>
        </pc:spChg>
        <pc:spChg chg="del">
          <ac:chgData name="임성묵(SUNGMOOK LIM)[muksung0084]/선임/제조DX.제조DX솔루션.데이터통합분석팀" userId="5ef6c119-0718-4bd2-a22e-105ab5e97655" providerId="ADAL" clId="{E41F494F-2A09-4366-B5CB-C8343FF0A0B5}" dt="2025-11-12T08:50:18.296" v="1867" actId="478"/>
          <ac:spMkLst>
            <pc:docMk/>
            <pc:sldMk cId="2449185649" sldId="2147482171"/>
            <ac:spMk id="5" creationId="{0C270F10-3737-47C4-9B98-649761A84CF4}"/>
          </ac:spMkLst>
        </pc:spChg>
        <pc:spChg chg="add del">
          <ac:chgData name="임성묵(SUNGMOOK LIM)[muksung0084]/선임/제조DX.제조DX솔루션.데이터통합분석팀" userId="5ef6c119-0718-4bd2-a22e-105ab5e97655" providerId="ADAL" clId="{E41F494F-2A09-4366-B5CB-C8343FF0A0B5}" dt="2025-11-12T08:59:22.581" v="2835" actId="478"/>
          <ac:spMkLst>
            <pc:docMk/>
            <pc:sldMk cId="2449185649" sldId="2147482171"/>
            <ac:spMk id="6" creationId="{D037E934-768F-4E96-93CE-69C0856D8382}"/>
          </ac:spMkLst>
        </pc:spChg>
        <pc:spChg chg="mod">
          <ac:chgData name="임성묵(SUNGMOOK LIM)[muksung0084]/선임/제조DX.제조DX솔루션.데이터통합분석팀" userId="5ef6c119-0718-4bd2-a22e-105ab5e97655" providerId="ADAL" clId="{E41F494F-2A09-4366-B5CB-C8343FF0A0B5}" dt="2025-11-12T08:44:57.718" v="1804" actId="20577"/>
          <ac:spMkLst>
            <pc:docMk/>
            <pc:sldMk cId="2449185649" sldId="2147482171"/>
            <ac:spMk id="9" creationId="{00000000-0000-0000-0000-000000000000}"/>
          </ac:spMkLst>
        </pc:spChg>
        <pc:spChg chg="del">
          <ac:chgData name="임성묵(SUNGMOOK LIM)[muksung0084]/선임/제조DX.제조DX솔루션.데이터통합분석팀" userId="5ef6c119-0718-4bd2-a22e-105ab5e97655" providerId="ADAL" clId="{E41F494F-2A09-4366-B5CB-C8343FF0A0B5}" dt="2025-11-12T08:44:43.301" v="1791" actId="478"/>
          <ac:spMkLst>
            <pc:docMk/>
            <pc:sldMk cId="2449185649" sldId="2147482171"/>
            <ac:spMk id="14" creationId="{984779A7-DB9C-4FF3-965C-9B1DC030B26B}"/>
          </ac:spMkLst>
        </pc:spChg>
        <pc:spChg chg="mod">
          <ac:chgData name="임성묵(SUNGMOOK LIM)[muksung0084]/선임/제조DX.제조DX솔루션.데이터통합분석팀" userId="5ef6c119-0718-4bd2-a22e-105ab5e97655" providerId="ADAL" clId="{E41F494F-2A09-4366-B5CB-C8343FF0A0B5}" dt="2025-11-12T09:21:04.449" v="4892" actId="1035"/>
          <ac:spMkLst>
            <pc:docMk/>
            <pc:sldMk cId="2449185649" sldId="2147482171"/>
            <ac:spMk id="16" creationId="{7C6CFD3D-905B-4553-8A78-2363086CB065}"/>
          </ac:spMkLst>
        </pc:spChg>
        <pc:spChg chg="del">
          <ac:chgData name="임성묵(SUNGMOOK LIM)[muksung0084]/선임/제조DX.제조DX솔루션.데이터통합분석팀" userId="5ef6c119-0718-4bd2-a22e-105ab5e97655" providerId="ADAL" clId="{E41F494F-2A09-4366-B5CB-C8343FF0A0B5}" dt="2025-11-12T08:48:09.655" v="1865" actId="478"/>
          <ac:spMkLst>
            <pc:docMk/>
            <pc:sldMk cId="2449185649" sldId="2147482171"/>
            <ac:spMk id="21" creationId="{5F43E0A3-AA40-4451-8095-D010A235A110}"/>
          </ac:spMkLst>
        </pc:spChg>
        <pc:spChg chg="add mod">
          <ac:chgData name="임성묵(SUNGMOOK LIM)[muksung0084]/선임/제조DX.제조DX솔루션.데이터통합분석팀" userId="5ef6c119-0718-4bd2-a22e-105ab5e97655" providerId="ADAL" clId="{E41F494F-2A09-4366-B5CB-C8343FF0A0B5}" dt="2025-11-12T09:13:24.368" v="3607" actId="947"/>
          <ac:spMkLst>
            <pc:docMk/>
            <pc:sldMk cId="2449185649" sldId="2147482171"/>
            <ac:spMk id="22" creationId="{5C468654-8D70-4B97-97FA-CB558C05EA9D}"/>
          </ac:spMkLst>
        </pc:spChg>
        <pc:spChg chg="add mod">
          <ac:chgData name="임성묵(SUNGMOOK LIM)[muksung0084]/선임/제조DX.제조DX솔루션.데이터통합분석팀" userId="5ef6c119-0718-4bd2-a22e-105ab5e97655" providerId="ADAL" clId="{E41F494F-2A09-4366-B5CB-C8343FF0A0B5}" dt="2025-11-12T09:13:24.368" v="3607" actId="947"/>
          <ac:spMkLst>
            <pc:docMk/>
            <pc:sldMk cId="2449185649" sldId="2147482171"/>
            <ac:spMk id="23" creationId="{498D6BCE-DB51-45E4-B261-B56B90F2B5A5}"/>
          </ac:spMkLst>
        </pc:spChg>
        <pc:spChg chg="add mod">
          <ac:chgData name="임성묵(SUNGMOOK LIM)[muksung0084]/선임/제조DX.제조DX솔루션.데이터통합분석팀" userId="5ef6c119-0718-4bd2-a22e-105ab5e97655" providerId="ADAL" clId="{E41F494F-2A09-4366-B5CB-C8343FF0A0B5}" dt="2025-11-12T09:13:24.368" v="3607" actId="947"/>
          <ac:spMkLst>
            <pc:docMk/>
            <pc:sldMk cId="2449185649" sldId="2147482171"/>
            <ac:spMk id="24" creationId="{71384905-B762-4689-9916-97089A3C7DCE}"/>
          </ac:spMkLst>
        </pc:spChg>
        <pc:spChg chg="add mod">
          <ac:chgData name="임성묵(SUNGMOOK LIM)[muksung0084]/선임/제조DX.제조DX솔루션.데이터통합분석팀" userId="5ef6c119-0718-4bd2-a22e-105ab5e97655" providerId="ADAL" clId="{E41F494F-2A09-4366-B5CB-C8343FF0A0B5}" dt="2025-11-12T09:21:04.449" v="4892" actId="1035"/>
          <ac:spMkLst>
            <pc:docMk/>
            <pc:sldMk cId="2449185649" sldId="2147482171"/>
            <ac:spMk id="25" creationId="{A6CB3439-1484-4668-82E6-24FDB4127F90}"/>
          </ac:spMkLst>
        </pc:spChg>
        <pc:spChg chg="add mod">
          <ac:chgData name="임성묵(SUNGMOOK LIM)[muksung0084]/선임/제조DX.제조DX솔루션.데이터통합분석팀" userId="5ef6c119-0718-4bd2-a22e-105ab5e97655" providerId="ADAL" clId="{E41F494F-2A09-4366-B5CB-C8343FF0A0B5}" dt="2025-11-12T09:21:04.449" v="4892" actId="1035"/>
          <ac:spMkLst>
            <pc:docMk/>
            <pc:sldMk cId="2449185649" sldId="2147482171"/>
            <ac:spMk id="26" creationId="{1131DAC4-EFE7-46BE-A690-6EFA9702620C}"/>
          </ac:spMkLst>
        </pc:spChg>
        <pc:spChg chg="add mod">
          <ac:chgData name="임성묵(SUNGMOOK LIM)[muksung0084]/선임/제조DX.제조DX솔루션.데이터통합분석팀" userId="5ef6c119-0718-4bd2-a22e-105ab5e97655" providerId="ADAL" clId="{E41F494F-2A09-4366-B5CB-C8343FF0A0B5}" dt="2025-11-12T09:21:04.449" v="4892" actId="1035"/>
          <ac:spMkLst>
            <pc:docMk/>
            <pc:sldMk cId="2449185649" sldId="2147482171"/>
            <ac:spMk id="27" creationId="{3A4A57E0-828A-4E32-A5B6-60B2AB76E7D6}"/>
          </ac:spMkLst>
        </pc:spChg>
        <pc:spChg chg="del">
          <ac:chgData name="임성묵(SUNGMOOK LIM)[muksung0084]/선임/제조DX.제조DX솔루션.데이터통합분석팀" userId="5ef6c119-0718-4bd2-a22e-105ab5e97655" providerId="ADAL" clId="{E41F494F-2A09-4366-B5CB-C8343FF0A0B5}" dt="2025-11-12T08:59:23.971" v="2836" actId="478"/>
          <ac:spMkLst>
            <pc:docMk/>
            <pc:sldMk cId="2449185649" sldId="2147482171"/>
            <ac:spMk id="28" creationId="{93C3E97C-D981-40B9-BC28-8D32EF1B62A1}"/>
          </ac:spMkLst>
        </pc:spChg>
        <pc:spChg chg="add mod">
          <ac:chgData name="임성묵(SUNGMOOK LIM)[muksung0084]/선임/제조DX.제조DX솔루션.데이터통합분석팀" userId="5ef6c119-0718-4bd2-a22e-105ab5e97655" providerId="ADAL" clId="{E41F494F-2A09-4366-B5CB-C8343FF0A0B5}" dt="2025-11-12T09:21:58.393" v="4984" actId="20577"/>
          <ac:spMkLst>
            <pc:docMk/>
            <pc:sldMk cId="2449185649" sldId="2147482171"/>
            <ac:spMk id="29" creationId="{0D52790C-147A-4452-BED8-718A98270228}"/>
          </ac:spMkLst>
        </pc:spChg>
        <pc:spChg chg="mod">
          <ac:chgData name="임성묵(SUNGMOOK LIM)[muksung0084]/선임/제조DX.제조DX솔루션.데이터통합분석팀" userId="5ef6c119-0718-4bd2-a22e-105ab5e97655" providerId="ADAL" clId="{E41F494F-2A09-4366-B5CB-C8343FF0A0B5}" dt="2025-11-12T09:13:24.368" v="3607" actId="947"/>
          <ac:spMkLst>
            <pc:docMk/>
            <pc:sldMk cId="2449185649" sldId="2147482171"/>
            <ac:spMk id="37" creationId="{1EC580BD-1051-4231-A0D3-6912FE479838}"/>
          </ac:spMkLst>
        </pc:spChg>
        <pc:spChg chg="mod">
          <ac:chgData name="임성묵(SUNGMOOK LIM)[muksung0084]/선임/제조DX.제조DX솔루션.데이터통합분석팀" userId="5ef6c119-0718-4bd2-a22e-105ab5e97655" providerId="ADAL" clId="{E41F494F-2A09-4366-B5CB-C8343FF0A0B5}" dt="2025-11-12T09:13:24.368" v="3607" actId="947"/>
          <ac:spMkLst>
            <pc:docMk/>
            <pc:sldMk cId="2449185649" sldId="2147482171"/>
            <ac:spMk id="39" creationId="{037920A6-52C6-4F5C-8FBA-F321BE852C80}"/>
          </ac:spMkLst>
        </pc:spChg>
        <pc:spChg chg="mod">
          <ac:chgData name="임성묵(SUNGMOOK LIM)[muksung0084]/선임/제조DX.제조DX솔루션.데이터통합분석팀" userId="5ef6c119-0718-4bd2-a22e-105ab5e97655" providerId="ADAL" clId="{E41F494F-2A09-4366-B5CB-C8343FF0A0B5}" dt="2025-11-12T09:21:00.121" v="4886" actId="1035"/>
          <ac:spMkLst>
            <pc:docMk/>
            <pc:sldMk cId="2449185649" sldId="2147482171"/>
            <ac:spMk id="46" creationId="{FC3B12BE-4589-4397-8B71-019FF34AA35E}"/>
          </ac:spMkLst>
        </pc:spChg>
        <pc:spChg chg="del">
          <ac:chgData name="임성묵(SUNGMOOK LIM)[muksung0084]/선임/제조DX.제조DX솔루션.데이터통합분석팀" userId="5ef6c119-0718-4bd2-a22e-105ab5e97655" providerId="ADAL" clId="{E41F494F-2A09-4366-B5CB-C8343FF0A0B5}" dt="2025-11-12T08:48:10.686" v="1866" actId="478"/>
          <ac:spMkLst>
            <pc:docMk/>
            <pc:sldMk cId="2449185649" sldId="2147482171"/>
            <ac:spMk id="52" creationId="{8D22F79B-903A-4D58-B1A0-3C71CAB06C4F}"/>
          </ac:spMkLst>
        </pc:spChg>
        <pc:spChg chg="mod">
          <ac:chgData name="임성묵(SUNGMOOK LIM)[muksung0084]/선임/제조DX.제조DX솔루션.데이터통합분석팀" userId="5ef6c119-0718-4bd2-a22e-105ab5e97655" providerId="ADAL" clId="{E41F494F-2A09-4366-B5CB-C8343FF0A0B5}" dt="2025-11-12T08:40:20.089" v="1394"/>
          <ac:spMkLst>
            <pc:docMk/>
            <pc:sldMk cId="2449185649" sldId="2147482171"/>
            <ac:spMk id="53" creationId="{5110335A-2AF6-4969-9269-136C61D58B19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E41F494F-2A09-4366-B5CB-C8343FF0A0B5}" dt="2025-11-12T09:19:39.980" v="4864" actId="207"/>
          <ac:graphicFrameMkLst>
            <pc:docMk/>
            <pc:sldMk cId="2449185649" sldId="2147482171"/>
            <ac:graphicFrameMk id="19" creationId="{3E86696F-E35A-4B06-9B46-63A4A6A986C1}"/>
          </ac:graphicFrameMkLst>
        </pc:graphicFrameChg>
        <pc:picChg chg="add mod">
          <ac:chgData name="임성묵(SUNGMOOK LIM)[muksung0084]/선임/제조DX.제조DX솔루션.데이터통합분석팀" userId="5ef6c119-0718-4bd2-a22e-105ab5e97655" providerId="ADAL" clId="{E41F494F-2A09-4366-B5CB-C8343FF0A0B5}" dt="2025-11-12T09:21:08.223" v="4894" actId="1035"/>
          <ac:picMkLst>
            <pc:docMk/>
            <pc:sldMk cId="2449185649" sldId="2147482171"/>
            <ac:picMk id="7" creationId="{C821848C-9984-4170-908F-C336428C12B0}"/>
          </ac:picMkLst>
        </pc:picChg>
      </pc:sldChg>
    </pc:docChg>
  </pc:docChgLst>
  <pc:docChgLst>
    <pc:chgData name="박영헌(YEONGHEON PARK)[heny611]/선임/제조DX.제조DX솔루션.셀추적기술팀" userId="7ee3e3b4-d5a5-4456-8b15-18422cf3fd5b" providerId="ADAL" clId="{DB74CD39-0DE7-4A57-A8F9-B427C635AE1E}"/>
    <pc:docChg chg="undo custSel delSld modSld modSection">
      <pc:chgData name="박영헌(YEONGHEON PARK)[heny611]/선임/제조DX.제조DX솔루션.셀추적기술팀" userId="7ee3e3b4-d5a5-4456-8b15-18422cf3fd5b" providerId="ADAL" clId="{DB74CD39-0DE7-4A57-A8F9-B427C635AE1E}" dt="2025-12-09T23:57:08.969" v="4243" actId="693"/>
      <pc:docMkLst>
        <pc:docMk/>
      </pc:docMkLst>
      <pc:sldChg chg="addSp delSp modSp mod">
        <pc:chgData name="박영헌(YEONGHEON PARK)[heny611]/선임/제조DX.제조DX솔루션.셀추적기술팀" userId="7ee3e3b4-d5a5-4456-8b15-18422cf3fd5b" providerId="ADAL" clId="{DB74CD39-0DE7-4A57-A8F9-B427C635AE1E}" dt="2025-12-09T08:40:30.845" v="2263" actId="20577"/>
        <pc:sldMkLst>
          <pc:docMk/>
          <pc:sldMk cId="2808239855" sldId="2147481841"/>
        </pc:sldMkLst>
        <pc:spChg chg="del mod">
          <ac:chgData name="박영헌(YEONGHEON PARK)[heny611]/선임/제조DX.제조DX솔루션.셀추적기술팀" userId="7ee3e3b4-d5a5-4456-8b15-18422cf3fd5b" providerId="ADAL" clId="{DB74CD39-0DE7-4A57-A8F9-B427C635AE1E}" dt="2025-12-09T08:33:39.646" v="1620" actId="478"/>
          <ac:spMkLst>
            <pc:docMk/>
            <pc:sldMk cId="2808239855" sldId="2147481841"/>
            <ac:spMk id="10" creationId="{4ECF0187-39D7-45CD-92D7-4A912D1194B9}"/>
          </ac:spMkLst>
        </pc:spChg>
        <pc:spChg chg="mod">
          <ac:chgData name="박영헌(YEONGHEON PARK)[heny611]/선임/제조DX.제조DX솔루션.셀추적기술팀" userId="7ee3e3b4-d5a5-4456-8b15-18422cf3fd5b" providerId="ADAL" clId="{DB74CD39-0DE7-4A57-A8F9-B427C635AE1E}" dt="2025-12-09T08:40:30.845" v="2263" actId="20577"/>
          <ac:spMkLst>
            <pc:docMk/>
            <pc:sldMk cId="2808239855" sldId="2147481841"/>
            <ac:spMk id="21" creationId="{4C3181BD-8769-4C0D-8973-C9F2BE0DC598}"/>
          </ac:spMkLst>
        </pc:spChg>
        <pc:spChg chg="del mod">
          <ac:chgData name="박영헌(YEONGHEON PARK)[heny611]/선임/제조DX.제조DX솔루션.셀추적기술팀" userId="7ee3e3b4-d5a5-4456-8b15-18422cf3fd5b" providerId="ADAL" clId="{DB74CD39-0DE7-4A57-A8F9-B427C635AE1E}" dt="2025-12-09T08:33:40.575" v="1621" actId="478"/>
          <ac:spMkLst>
            <pc:docMk/>
            <pc:sldMk cId="2808239855" sldId="2147481841"/>
            <ac:spMk id="22" creationId="{8CA9DA80-4573-4ECA-9F87-1959CFCE59B7}"/>
          </ac:spMkLst>
        </pc:spChg>
        <pc:spChg chg="mod">
          <ac:chgData name="박영헌(YEONGHEON PARK)[heny611]/선임/제조DX.제조DX솔루션.셀추적기술팀" userId="7ee3e3b4-d5a5-4456-8b15-18422cf3fd5b" providerId="ADAL" clId="{DB74CD39-0DE7-4A57-A8F9-B427C635AE1E}" dt="2025-12-09T08:23:37.424" v="3" actId="20577"/>
          <ac:spMkLst>
            <pc:docMk/>
            <pc:sldMk cId="2808239855" sldId="2147481841"/>
            <ac:spMk id="33" creationId="{25BB38E2-DC62-4BCD-AF1A-7CF9643A7F60}"/>
          </ac:spMkLst>
        </pc:spChg>
        <pc:graphicFrameChg chg="add mod modGraphic">
          <ac:chgData name="박영헌(YEONGHEON PARK)[heny611]/선임/제조DX.제조DX솔루션.셀추적기술팀" userId="7ee3e3b4-d5a5-4456-8b15-18422cf3fd5b" providerId="ADAL" clId="{DB74CD39-0DE7-4A57-A8F9-B427C635AE1E}" dt="2025-12-09T08:37:35.776" v="1879" actId="1076"/>
          <ac:graphicFrameMkLst>
            <pc:docMk/>
            <pc:sldMk cId="2808239855" sldId="2147481841"/>
            <ac:graphicFrameMk id="7" creationId="{97D11758-F3BF-B7D9-5440-57B4E0E08302}"/>
          </ac:graphicFrameMkLst>
        </pc:graphicFrameChg>
        <pc:graphicFrameChg chg="del mod">
          <ac:chgData name="박영헌(YEONGHEON PARK)[heny611]/선임/제조DX.제조DX솔루션.셀추적기술팀" userId="7ee3e3b4-d5a5-4456-8b15-18422cf3fd5b" providerId="ADAL" clId="{DB74CD39-0DE7-4A57-A8F9-B427C635AE1E}" dt="2025-12-09T08:33:38.130" v="1619" actId="478"/>
          <ac:graphicFrameMkLst>
            <pc:docMk/>
            <pc:sldMk cId="2808239855" sldId="2147481841"/>
            <ac:graphicFrameMk id="9" creationId="{5858CA98-AD52-C0F0-4CE4-3FD1239795DE}"/>
          </ac:graphicFrameMkLst>
        </pc:graphicFrameChg>
        <pc:graphicFrameChg chg="del">
          <ac:chgData name="박영헌(YEONGHEON PARK)[heny611]/선임/제조DX.제조DX솔루션.셀추적기술팀" userId="7ee3e3b4-d5a5-4456-8b15-18422cf3fd5b" providerId="ADAL" clId="{DB74CD39-0DE7-4A57-A8F9-B427C635AE1E}" dt="2025-12-09T08:32:30.613" v="1567" actId="478"/>
          <ac:graphicFrameMkLst>
            <pc:docMk/>
            <pc:sldMk cId="2808239855" sldId="2147481841"/>
            <ac:graphicFrameMk id="27" creationId="{1DE000EA-CCAB-4AD6-BD1C-997A98B5183B}"/>
          </ac:graphicFrameMkLst>
        </pc:graphicFrameChg>
        <pc:picChg chg="add mod">
          <ac:chgData name="박영헌(YEONGHEON PARK)[heny611]/선임/제조DX.제조DX솔루션.셀추적기술팀" userId="7ee3e3b4-d5a5-4456-8b15-18422cf3fd5b" providerId="ADAL" clId="{DB74CD39-0DE7-4A57-A8F9-B427C635AE1E}" dt="2025-12-09T08:37:29.646" v="1877" actId="1076"/>
          <ac:picMkLst>
            <pc:docMk/>
            <pc:sldMk cId="2808239855" sldId="2147481841"/>
            <ac:picMk id="6" creationId="{F1960DB5-BC0E-7437-8A95-F1DB53528F61}"/>
          </ac:picMkLst>
        </pc:picChg>
      </pc:sldChg>
      <pc:sldChg chg="addSp modSp">
        <pc:chgData name="박영헌(YEONGHEON PARK)[heny611]/선임/제조DX.제조DX솔루션.셀추적기술팀" userId="7ee3e3b4-d5a5-4456-8b15-18422cf3fd5b" providerId="ADAL" clId="{DB74CD39-0DE7-4A57-A8F9-B427C635AE1E}" dt="2025-12-09T08:41:01.968" v="2264"/>
        <pc:sldMkLst>
          <pc:docMk/>
          <pc:sldMk cId="1840780179" sldId="2147482020"/>
        </pc:sldMkLst>
        <pc:graphicFrameChg chg="add mod">
          <ac:chgData name="박영헌(YEONGHEON PARK)[heny611]/선임/제조DX.제조DX솔루션.셀추적기술팀" userId="7ee3e3b4-d5a5-4456-8b15-18422cf3fd5b" providerId="ADAL" clId="{DB74CD39-0DE7-4A57-A8F9-B427C635AE1E}" dt="2025-12-09T08:41:01.968" v="2264"/>
          <ac:graphicFrameMkLst>
            <pc:docMk/>
            <pc:sldMk cId="1840780179" sldId="2147482020"/>
            <ac:graphicFrameMk id="3" creationId="{FD57D512-96D1-2477-5476-FADCBEF80208}"/>
          </ac:graphicFrameMkLst>
        </pc:graphicFrameChg>
      </pc:sldChg>
      <pc:sldChg chg="addSp delSp modSp mod">
        <pc:chgData name="박영헌(YEONGHEON PARK)[heny611]/선임/제조DX.제조DX솔루션.셀추적기술팀" userId="7ee3e3b4-d5a5-4456-8b15-18422cf3fd5b" providerId="ADAL" clId="{DB74CD39-0DE7-4A57-A8F9-B427C635AE1E}" dt="2025-12-09T23:57:08.969" v="4243" actId="693"/>
        <pc:sldMkLst>
          <pc:docMk/>
          <pc:sldMk cId="116437091" sldId="2147482180"/>
        </pc:sldMkLst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29:51.086" v="3008" actId="14100"/>
          <ac:spMkLst>
            <pc:docMk/>
            <pc:sldMk cId="116437091" sldId="2147482180"/>
            <ac:spMk id="3" creationId="{E239E0B1-30CB-C85D-04DB-DD53D5A1FF00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44:46.104" v="3429" actId="1036"/>
          <ac:spMkLst>
            <pc:docMk/>
            <pc:sldMk cId="116437091" sldId="2147482180"/>
            <ac:spMk id="4" creationId="{75FD722E-49E7-B96F-1D0D-DC0E6E66DDDA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44:46.104" v="3429" actId="1036"/>
          <ac:spMkLst>
            <pc:docMk/>
            <pc:sldMk cId="116437091" sldId="2147482180"/>
            <ac:spMk id="5" creationId="{05CAEA10-14CA-F10A-87D5-9B4DA23C74D6}"/>
          </ac:spMkLst>
        </pc:spChg>
        <pc:spChg chg="del">
          <ac:chgData name="박영헌(YEONGHEON PARK)[heny611]/선임/제조DX.제조DX솔루션.셀추적기술팀" userId="7ee3e3b4-d5a5-4456-8b15-18422cf3fd5b" providerId="ADAL" clId="{DB74CD39-0DE7-4A57-A8F9-B427C635AE1E}" dt="2025-12-09T08:46:59.918" v="2351" actId="478"/>
          <ac:spMkLst>
            <pc:docMk/>
            <pc:sldMk cId="116437091" sldId="2147482180"/>
            <ac:spMk id="5" creationId="{BD765055-6DA0-3323-9A68-F27A71E80B4D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44:46.104" v="3429" actId="1036"/>
          <ac:spMkLst>
            <pc:docMk/>
            <pc:sldMk cId="116437091" sldId="2147482180"/>
            <ac:spMk id="6" creationId="{FB81EA82-1B95-4F16-5491-7F4D87F0ACE9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44:46.104" v="3429" actId="1036"/>
          <ac:spMkLst>
            <pc:docMk/>
            <pc:sldMk cId="116437091" sldId="2147482180"/>
            <ac:spMk id="7" creationId="{53A0A325-8106-F7A3-E119-627E75A9AC48}"/>
          </ac:spMkLst>
        </pc:spChg>
        <pc:spChg chg="add mod ord">
          <ac:chgData name="박영헌(YEONGHEON PARK)[heny611]/선임/제조DX.제조DX솔루션.셀추적기술팀" userId="7ee3e3b4-d5a5-4456-8b15-18422cf3fd5b" providerId="ADAL" clId="{DB74CD39-0DE7-4A57-A8F9-B427C635AE1E}" dt="2025-12-09T23:44:46.104" v="3429" actId="1036"/>
          <ac:spMkLst>
            <pc:docMk/>
            <pc:sldMk cId="116437091" sldId="2147482180"/>
            <ac:spMk id="8" creationId="{2AC7DB3E-056A-AE54-78FB-CB036A15E709}"/>
          </ac:spMkLst>
        </pc:spChg>
        <pc:spChg chg="add mod ord">
          <ac:chgData name="박영헌(YEONGHEON PARK)[heny611]/선임/제조DX.제조DX솔루션.셀추적기술팀" userId="7ee3e3b4-d5a5-4456-8b15-18422cf3fd5b" providerId="ADAL" clId="{DB74CD39-0DE7-4A57-A8F9-B427C635AE1E}" dt="2025-12-09T23:44:46.104" v="3429" actId="1036"/>
          <ac:spMkLst>
            <pc:docMk/>
            <pc:sldMk cId="116437091" sldId="2147482180"/>
            <ac:spMk id="9" creationId="{F1879FCE-54B7-6337-A366-3221C519F83C}"/>
          </ac:spMkLst>
        </pc:spChg>
        <pc:spChg chg="add mod ord">
          <ac:chgData name="박영헌(YEONGHEON PARK)[heny611]/선임/제조DX.제조DX솔루션.셀추적기술팀" userId="7ee3e3b4-d5a5-4456-8b15-18422cf3fd5b" providerId="ADAL" clId="{DB74CD39-0DE7-4A57-A8F9-B427C635AE1E}" dt="2025-12-09T23:44:46.104" v="3429" actId="1036"/>
          <ac:spMkLst>
            <pc:docMk/>
            <pc:sldMk cId="116437091" sldId="2147482180"/>
            <ac:spMk id="10" creationId="{B78BEA7F-B9E5-7530-EA2D-51B961410D0D}"/>
          </ac:spMkLst>
        </pc:spChg>
        <pc:spChg chg="add del mod">
          <ac:chgData name="박영헌(YEONGHEON PARK)[heny611]/선임/제조DX.제조DX솔루션.셀추적기술팀" userId="7ee3e3b4-d5a5-4456-8b15-18422cf3fd5b" providerId="ADAL" clId="{DB74CD39-0DE7-4A57-A8F9-B427C635AE1E}" dt="2025-12-09T23:33:53.312" v="3133" actId="478"/>
          <ac:spMkLst>
            <pc:docMk/>
            <pc:sldMk cId="116437091" sldId="2147482180"/>
            <ac:spMk id="11" creationId="{97F926DA-3E0D-42BB-5975-C540EAE7D581}"/>
          </ac:spMkLst>
        </pc:spChg>
        <pc:spChg chg="add mod ord">
          <ac:chgData name="박영헌(YEONGHEON PARK)[heny611]/선임/제조DX.제조DX솔루션.셀추적기술팀" userId="7ee3e3b4-d5a5-4456-8b15-18422cf3fd5b" providerId="ADAL" clId="{DB74CD39-0DE7-4A57-A8F9-B427C635AE1E}" dt="2025-12-09T23:44:46.104" v="3429" actId="1036"/>
          <ac:spMkLst>
            <pc:docMk/>
            <pc:sldMk cId="116437091" sldId="2147482180"/>
            <ac:spMk id="12" creationId="{576840E3-7697-036C-A19E-D949161A33B6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44:46.104" v="3429" actId="1036"/>
          <ac:spMkLst>
            <pc:docMk/>
            <pc:sldMk cId="116437091" sldId="2147482180"/>
            <ac:spMk id="13" creationId="{51B4AC9A-698D-0C1D-8CF4-97CEC6DC63FE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44:46.104" v="3429" actId="1036"/>
          <ac:spMkLst>
            <pc:docMk/>
            <pc:sldMk cId="116437091" sldId="2147482180"/>
            <ac:spMk id="14" creationId="{A0BB28F3-3666-5BDA-CC74-532967F52345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44:46.104" v="3429" actId="1036"/>
          <ac:spMkLst>
            <pc:docMk/>
            <pc:sldMk cId="116437091" sldId="2147482180"/>
            <ac:spMk id="15" creationId="{44DCF11C-1F44-8013-710A-9664EF5490A7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44:46.104" v="3429" actId="1036"/>
          <ac:spMkLst>
            <pc:docMk/>
            <pc:sldMk cId="116437091" sldId="2147482180"/>
            <ac:spMk id="16" creationId="{15EDE853-0A95-FEC0-9DBC-8E7134F3AB67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44:46.104" v="3429" actId="1036"/>
          <ac:spMkLst>
            <pc:docMk/>
            <pc:sldMk cId="116437091" sldId="2147482180"/>
            <ac:spMk id="17" creationId="{7B6DAF99-B7D2-F535-E41A-3A8CCC94FF0A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44:46.104" v="3429" actId="1036"/>
          <ac:spMkLst>
            <pc:docMk/>
            <pc:sldMk cId="116437091" sldId="2147482180"/>
            <ac:spMk id="23" creationId="{60A460DC-3234-E7E4-D7DF-8BB328219AD3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44:46.104" v="3429" actId="1036"/>
          <ac:spMkLst>
            <pc:docMk/>
            <pc:sldMk cId="116437091" sldId="2147482180"/>
            <ac:spMk id="24" creationId="{1EB1CD1E-91C1-4A5A-A4BA-43FD35750BF8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44:46.104" v="3429" actId="1036"/>
          <ac:spMkLst>
            <pc:docMk/>
            <pc:sldMk cId="116437091" sldId="2147482180"/>
            <ac:spMk id="25" creationId="{B9AA46F7-BEE6-04A0-0E66-528A0F60625C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44:46.104" v="3429" actId="1036"/>
          <ac:spMkLst>
            <pc:docMk/>
            <pc:sldMk cId="116437091" sldId="2147482180"/>
            <ac:spMk id="26" creationId="{48F377C7-5F3C-7D1F-42BF-E75F52B7B619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56:28.746" v="4237" actId="1038"/>
          <ac:spMkLst>
            <pc:docMk/>
            <pc:sldMk cId="116437091" sldId="2147482180"/>
            <ac:spMk id="27" creationId="{71439E43-FE23-0437-EEEC-7CF4DB9F94A2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44:46.104" v="3429" actId="1036"/>
          <ac:spMkLst>
            <pc:docMk/>
            <pc:sldMk cId="116437091" sldId="2147482180"/>
            <ac:spMk id="28" creationId="{0A28DB55-A428-99A8-B2D9-5453A325BCB4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49:26.666" v="3853" actId="12788"/>
          <ac:spMkLst>
            <pc:docMk/>
            <pc:sldMk cId="116437091" sldId="2147482180"/>
            <ac:spMk id="29" creationId="{5324B099-DE88-2BFD-5AF0-7BC9710E6FC2}"/>
          </ac:spMkLst>
        </pc:spChg>
        <pc:spChg chg="mod">
          <ac:chgData name="박영헌(YEONGHEON PARK)[heny611]/선임/제조DX.제조DX솔루션.셀추적기술팀" userId="7ee3e3b4-d5a5-4456-8b15-18422cf3fd5b" providerId="ADAL" clId="{DB74CD39-0DE7-4A57-A8F9-B427C635AE1E}" dt="2025-12-09T08:47:22.513" v="2433"/>
          <ac:spMkLst>
            <pc:docMk/>
            <pc:sldMk cId="116437091" sldId="2147482180"/>
            <ac:spMk id="31" creationId="{1FB25863-3516-47CA-AD74-128C0F2A16FC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49:26.666" v="3853" actId="12788"/>
          <ac:spMkLst>
            <pc:docMk/>
            <pc:sldMk cId="116437091" sldId="2147482180"/>
            <ac:spMk id="33" creationId="{FEB13BBF-AB22-F152-EC84-6F9CCE880EB0}"/>
          </ac:spMkLst>
        </pc:spChg>
        <pc:spChg chg="mod">
          <ac:chgData name="박영헌(YEONGHEON PARK)[heny611]/선임/제조DX.제조DX솔루션.셀추적기술팀" userId="7ee3e3b4-d5a5-4456-8b15-18422cf3fd5b" providerId="ADAL" clId="{DB74CD39-0DE7-4A57-A8F9-B427C635AE1E}" dt="2025-12-09T08:47:26.919" v="2435" actId="20577"/>
          <ac:spMkLst>
            <pc:docMk/>
            <pc:sldMk cId="116437091" sldId="2147482180"/>
            <ac:spMk id="37" creationId="{6D72F316-602B-48D7-851D-262E403B6ADD}"/>
          </ac:spMkLst>
        </pc:spChg>
        <pc:spChg chg="del">
          <ac:chgData name="박영헌(YEONGHEON PARK)[heny611]/선임/제조DX.제조DX솔루션.셀추적기술팀" userId="7ee3e3b4-d5a5-4456-8b15-18422cf3fd5b" providerId="ADAL" clId="{DB74CD39-0DE7-4A57-A8F9-B427C635AE1E}" dt="2025-12-09T08:48:24.565" v="2464" actId="478"/>
          <ac:spMkLst>
            <pc:docMk/>
            <pc:sldMk cId="116437091" sldId="2147482180"/>
            <ac:spMk id="40" creationId="{1F21721C-2E80-4EEC-8A8C-FDBE4CA7B292}"/>
          </ac:spMkLst>
        </pc:spChg>
        <pc:spChg chg="del">
          <ac:chgData name="박영헌(YEONGHEON PARK)[heny611]/선임/제조DX.제조DX솔루션.셀추적기술팀" userId="7ee3e3b4-d5a5-4456-8b15-18422cf3fd5b" providerId="ADAL" clId="{DB74CD39-0DE7-4A57-A8F9-B427C635AE1E}" dt="2025-12-09T08:48:24.565" v="2464" actId="478"/>
          <ac:spMkLst>
            <pc:docMk/>
            <pc:sldMk cId="116437091" sldId="2147482180"/>
            <ac:spMk id="41" creationId="{BBA30E94-6DBC-4959-85D9-4D6FDED239D6}"/>
          </ac:spMkLst>
        </pc:spChg>
        <pc:spChg chg="del">
          <ac:chgData name="박영헌(YEONGHEON PARK)[heny611]/선임/제조DX.제조DX솔루션.셀추적기술팀" userId="7ee3e3b4-d5a5-4456-8b15-18422cf3fd5b" providerId="ADAL" clId="{DB74CD39-0DE7-4A57-A8F9-B427C635AE1E}" dt="2025-12-09T08:48:36.579" v="2465" actId="478"/>
          <ac:spMkLst>
            <pc:docMk/>
            <pc:sldMk cId="116437091" sldId="2147482180"/>
            <ac:spMk id="44" creationId="{0C5CF277-63DD-4226-AA84-F3CCE1D2DD90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46:15.399" v="3643" actId="1038"/>
          <ac:spMkLst>
            <pc:docMk/>
            <pc:sldMk cId="116437091" sldId="2147482180"/>
            <ac:spMk id="44" creationId="{46187444-A1DE-384F-0884-0A0D2BD53ABD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49:32.320" v="3857" actId="1037"/>
          <ac:spMkLst>
            <pc:docMk/>
            <pc:sldMk cId="116437091" sldId="2147482180"/>
            <ac:spMk id="45" creationId="{8B341D2C-E590-0118-8441-CCFE80F9B8FE}"/>
          </ac:spMkLst>
        </pc:spChg>
        <pc:spChg chg="del">
          <ac:chgData name="박영헌(YEONGHEON PARK)[heny611]/선임/제조DX.제조DX솔루션.셀추적기술팀" userId="7ee3e3b4-d5a5-4456-8b15-18422cf3fd5b" providerId="ADAL" clId="{DB74CD39-0DE7-4A57-A8F9-B427C635AE1E}" dt="2025-12-09T08:47:48.205" v="2436" actId="478"/>
          <ac:spMkLst>
            <pc:docMk/>
            <pc:sldMk cId="116437091" sldId="2147482180"/>
            <ac:spMk id="45" creationId="{AA6645AB-4B62-4C99-9C0A-05F10B450AC9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56:37.108" v="4241" actId="1037"/>
          <ac:spMkLst>
            <pc:docMk/>
            <pc:sldMk cId="116437091" sldId="2147482180"/>
            <ac:spMk id="46" creationId="{7DE6A161-22FD-6871-D1F2-61FE567315A0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56:37.108" v="4241" actId="1037"/>
          <ac:spMkLst>
            <pc:docMk/>
            <pc:sldMk cId="116437091" sldId="2147482180"/>
            <ac:spMk id="47" creationId="{71129B67-0474-CA6A-77B7-D0BDB4BC524D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47:11.781" v="3673" actId="1036"/>
          <ac:spMkLst>
            <pc:docMk/>
            <pc:sldMk cId="116437091" sldId="2147482180"/>
            <ac:spMk id="48" creationId="{104B6BCC-D81A-A3CE-0E3E-D8C4D1090365}"/>
          </ac:spMkLst>
        </pc:spChg>
        <pc:spChg chg="del">
          <ac:chgData name="박영헌(YEONGHEON PARK)[heny611]/선임/제조DX.제조DX솔루션.셀추적기술팀" userId="7ee3e3b4-d5a5-4456-8b15-18422cf3fd5b" providerId="ADAL" clId="{DB74CD39-0DE7-4A57-A8F9-B427C635AE1E}" dt="2025-12-09T08:47:48.205" v="2436" actId="478"/>
          <ac:spMkLst>
            <pc:docMk/>
            <pc:sldMk cId="116437091" sldId="2147482180"/>
            <ac:spMk id="48" creationId="{4A150477-94DF-411B-8B4B-1BCD2E290D71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48:16.036" v="3740" actId="208"/>
          <ac:spMkLst>
            <pc:docMk/>
            <pc:sldMk cId="116437091" sldId="2147482180"/>
            <ac:spMk id="49" creationId="{52695BD2-3BEF-B429-E20E-078A9983B7F5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53:03.858" v="4060" actId="1037"/>
          <ac:spMkLst>
            <pc:docMk/>
            <pc:sldMk cId="116437091" sldId="2147482180"/>
            <ac:spMk id="54" creationId="{E14E6D80-FF98-5DE8-6666-D22F7BD90793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51:10.191" v="3905" actId="1037"/>
          <ac:spMkLst>
            <pc:docMk/>
            <pc:sldMk cId="116437091" sldId="2147482180"/>
            <ac:spMk id="55" creationId="{C7E88DB2-78A2-D650-0A00-8DEE06C0F7E3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53:10.123" v="4061" actId="1076"/>
          <ac:spMkLst>
            <pc:docMk/>
            <pc:sldMk cId="116437091" sldId="2147482180"/>
            <ac:spMk id="56" creationId="{4FCF401D-3B39-A51D-1ACE-43614525EC23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53:00.866" v="4052" actId="1038"/>
          <ac:spMkLst>
            <pc:docMk/>
            <pc:sldMk cId="116437091" sldId="2147482180"/>
            <ac:spMk id="57" creationId="{0DA60F20-CF38-D8BF-EE09-B4620FB83C09}"/>
          </ac:spMkLst>
        </pc:spChg>
        <pc:spChg chg="add del">
          <ac:chgData name="박영헌(YEONGHEON PARK)[heny611]/선임/제조DX.제조DX솔루션.셀추적기술팀" userId="7ee3e3b4-d5a5-4456-8b15-18422cf3fd5b" providerId="ADAL" clId="{DB74CD39-0DE7-4A57-A8F9-B427C635AE1E}" dt="2025-12-09T23:53:17.933" v="4063" actId="11529"/>
          <ac:spMkLst>
            <pc:docMk/>
            <pc:sldMk cId="116437091" sldId="2147482180"/>
            <ac:spMk id="58" creationId="{33C52E57-BC08-C27A-EE0D-82D5887CCCA3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54:55.920" v="4221" actId="20577"/>
          <ac:spMkLst>
            <pc:docMk/>
            <pc:sldMk cId="116437091" sldId="2147482180"/>
            <ac:spMk id="59" creationId="{F25877E9-C139-BEC2-823E-7D04D44880A9}"/>
          </ac:spMkLst>
        </pc:spChg>
        <pc:spChg chg="del">
          <ac:chgData name="박영헌(YEONGHEON PARK)[heny611]/선임/제조DX.제조DX솔루션.셀추적기술팀" userId="7ee3e3b4-d5a5-4456-8b15-18422cf3fd5b" providerId="ADAL" clId="{DB74CD39-0DE7-4A57-A8F9-B427C635AE1E}" dt="2025-12-09T08:46:59.918" v="2351" actId="478"/>
          <ac:spMkLst>
            <pc:docMk/>
            <pc:sldMk cId="116437091" sldId="2147482180"/>
            <ac:spMk id="60" creationId="{7A50B048-D6AA-470B-9F70-6466CD303515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55:00.397" v="4226" actId="1035"/>
          <ac:spMkLst>
            <pc:docMk/>
            <pc:sldMk cId="116437091" sldId="2147482180"/>
            <ac:spMk id="63" creationId="{1E353575-9BCC-50B3-7C28-F03B63E239F1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54:40.437" v="4209" actId="1038"/>
          <ac:spMkLst>
            <pc:docMk/>
            <pc:sldMk cId="116437091" sldId="2147482180"/>
            <ac:spMk id="64" creationId="{5F34BF96-276E-55E5-692F-2F2D20F05533}"/>
          </ac:spMkLst>
        </pc:spChg>
        <pc:spChg chg="add mod">
          <ac:chgData name="박영헌(YEONGHEON PARK)[heny611]/선임/제조DX.제조DX솔루션.셀추적기술팀" userId="7ee3e3b4-d5a5-4456-8b15-18422cf3fd5b" providerId="ADAL" clId="{DB74CD39-0DE7-4A57-A8F9-B427C635AE1E}" dt="2025-12-09T23:56:17.884" v="4235" actId="1038"/>
          <ac:spMkLst>
            <pc:docMk/>
            <pc:sldMk cId="116437091" sldId="2147482180"/>
            <ac:spMk id="65" creationId="{8488E7CE-D110-B0EA-0F02-B5345A56956E}"/>
          </ac:spMkLst>
        </pc:spChg>
        <pc:graphicFrameChg chg="add mod modGraphic">
          <ac:chgData name="박영헌(YEONGHEON PARK)[heny611]/선임/제조DX.제조DX솔루션.셀추적기술팀" userId="7ee3e3b4-d5a5-4456-8b15-18422cf3fd5b" providerId="ADAL" clId="{DB74CD39-0DE7-4A57-A8F9-B427C635AE1E}" dt="2025-12-09T23:30:56.243" v="3051"/>
          <ac:graphicFrameMkLst>
            <pc:docMk/>
            <pc:sldMk cId="116437091" sldId="2147482180"/>
            <ac:graphicFrameMk id="2" creationId="{682062F9-B5DE-6F62-4110-D25835F2682A}"/>
          </ac:graphicFrameMkLst>
        </pc:graphicFrameChg>
        <pc:graphicFrameChg chg="mod modGraphic">
          <ac:chgData name="박영헌(YEONGHEON PARK)[heny611]/선임/제조DX.제조DX솔루션.셀추적기술팀" userId="7ee3e3b4-d5a5-4456-8b15-18422cf3fd5b" providerId="ADAL" clId="{DB74CD39-0DE7-4A57-A8F9-B427C635AE1E}" dt="2025-12-09T23:53:57.850" v="4124"/>
          <ac:graphicFrameMkLst>
            <pc:docMk/>
            <pc:sldMk cId="116437091" sldId="2147482180"/>
            <ac:graphicFrameMk id="39" creationId="{36D09815-1974-4BCF-A55B-BBF74D36A8E4}"/>
          </ac:graphicFrameMkLst>
        </pc:graphicFrameChg>
        <pc:graphicFrameChg chg="del">
          <ac:chgData name="박영헌(YEONGHEON PARK)[heny611]/선임/제조DX.제조DX솔루션.셀추적기술팀" userId="7ee3e3b4-d5a5-4456-8b15-18422cf3fd5b" providerId="ADAL" clId="{DB74CD39-0DE7-4A57-A8F9-B427C635AE1E}" dt="2025-12-09T08:47:48.205" v="2436" actId="478"/>
          <ac:graphicFrameMkLst>
            <pc:docMk/>
            <pc:sldMk cId="116437091" sldId="2147482180"/>
            <ac:graphicFrameMk id="43" creationId="{CA252C8A-FFB1-48A7-A530-8290BDDDA9D5}"/>
          </ac:graphicFrameMkLst>
        </pc:graphicFrameChg>
        <pc:graphicFrameChg chg="del">
          <ac:chgData name="박영헌(YEONGHEON PARK)[heny611]/선임/제조DX.제조DX솔루션.셀추적기술팀" userId="7ee3e3b4-d5a5-4456-8b15-18422cf3fd5b" providerId="ADAL" clId="{DB74CD39-0DE7-4A57-A8F9-B427C635AE1E}" dt="2025-12-09T08:46:59.918" v="2351" actId="478"/>
          <ac:graphicFrameMkLst>
            <pc:docMk/>
            <pc:sldMk cId="116437091" sldId="2147482180"/>
            <ac:graphicFrameMk id="59" creationId="{4095E7C8-3A86-404D-9CB4-DD45254A41B1}"/>
          </ac:graphicFrameMkLst>
        </pc:graphicFrameChg>
        <pc:picChg chg="add mod">
          <ac:chgData name="박영헌(YEONGHEON PARK)[heny611]/선임/제조DX.제조DX솔루션.셀추적기술팀" userId="7ee3e3b4-d5a5-4456-8b15-18422cf3fd5b" providerId="ADAL" clId="{DB74CD39-0DE7-4A57-A8F9-B427C635AE1E}" dt="2025-12-09T23:53:03.858" v="4060" actId="1037"/>
          <ac:picMkLst>
            <pc:docMk/>
            <pc:sldMk cId="116437091" sldId="2147482180"/>
            <ac:picMk id="53" creationId="{B979CA9F-877A-9B94-537E-1D432C3A4AFE}"/>
          </ac:picMkLst>
        </pc:picChg>
        <pc:cxnChg chg="add mod">
          <ac:chgData name="박영헌(YEONGHEON PARK)[heny611]/선임/제조DX.제조DX솔루션.셀추적기술팀" userId="7ee3e3b4-d5a5-4456-8b15-18422cf3fd5b" providerId="ADAL" clId="{DB74CD39-0DE7-4A57-A8F9-B427C635AE1E}" dt="2025-12-09T23:44:46.104" v="3429" actId="1036"/>
          <ac:cxnSpMkLst>
            <pc:docMk/>
            <pc:sldMk cId="116437091" sldId="2147482180"/>
            <ac:cxnSpMk id="19" creationId="{A118FD1B-83BB-8BF1-29CB-87142F881A42}"/>
          </ac:cxnSpMkLst>
        </pc:cxnChg>
        <pc:cxnChg chg="add mod">
          <ac:chgData name="박영헌(YEONGHEON PARK)[heny611]/선임/제조DX.제조DX솔루션.셀추적기술팀" userId="7ee3e3b4-d5a5-4456-8b15-18422cf3fd5b" providerId="ADAL" clId="{DB74CD39-0DE7-4A57-A8F9-B427C635AE1E}" dt="2025-12-09T23:44:46.104" v="3429" actId="1036"/>
          <ac:cxnSpMkLst>
            <pc:docMk/>
            <pc:sldMk cId="116437091" sldId="2147482180"/>
            <ac:cxnSpMk id="20" creationId="{5BEB9779-B278-F3E3-3712-EB0CB53FF023}"/>
          </ac:cxnSpMkLst>
        </pc:cxnChg>
        <pc:cxnChg chg="add mod">
          <ac:chgData name="박영헌(YEONGHEON PARK)[heny611]/선임/제조DX.제조DX솔루션.셀추적기술팀" userId="7ee3e3b4-d5a5-4456-8b15-18422cf3fd5b" providerId="ADAL" clId="{DB74CD39-0DE7-4A57-A8F9-B427C635AE1E}" dt="2025-12-09T23:44:46.104" v="3429" actId="1036"/>
          <ac:cxnSpMkLst>
            <pc:docMk/>
            <pc:sldMk cId="116437091" sldId="2147482180"/>
            <ac:cxnSpMk id="21" creationId="{1C540857-9854-2D3F-8054-945016745E04}"/>
          </ac:cxnSpMkLst>
        </pc:cxnChg>
        <pc:cxnChg chg="add mod">
          <ac:chgData name="박영헌(YEONGHEON PARK)[heny611]/선임/제조DX.제조DX솔루션.셀추적기술팀" userId="7ee3e3b4-d5a5-4456-8b15-18422cf3fd5b" providerId="ADAL" clId="{DB74CD39-0DE7-4A57-A8F9-B427C635AE1E}" dt="2025-12-09T23:44:46.104" v="3429" actId="1036"/>
          <ac:cxnSpMkLst>
            <pc:docMk/>
            <pc:sldMk cId="116437091" sldId="2147482180"/>
            <ac:cxnSpMk id="22" creationId="{83BF8842-D2E3-1777-C4D0-6D1970BA8D58}"/>
          </ac:cxnSpMkLst>
        </pc:cxnChg>
        <pc:cxnChg chg="add mod">
          <ac:chgData name="박영헌(YEONGHEON PARK)[heny611]/선임/제조DX.제조DX솔루션.셀추적기술팀" userId="7ee3e3b4-d5a5-4456-8b15-18422cf3fd5b" providerId="ADAL" clId="{DB74CD39-0DE7-4A57-A8F9-B427C635AE1E}" dt="2025-12-09T23:56:37.108" v="4241" actId="1037"/>
          <ac:cxnSpMkLst>
            <pc:docMk/>
            <pc:sldMk cId="116437091" sldId="2147482180"/>
            <ac:cxnSpMk id="35" creationId="{F8EAC5B3-9BDA-2C55-405D-DFBC1DB10D4A}"/>
          </ac:cxnSpMkLst>
        </pc:cxnChg>
        <pc:cxnChg chg="add mod">
          <ac:chgData name="박영헌(YEONGHEON PARK)[heny611]/선임/제조DX.제조DX솔루션.셀추적기술팀" userId="7ee3e3b4-d5a5-4456-8b15-18422cf3fd5b" providerId="ADAL" clId="{DB74CD39-0DE7-4A57-A8F9-B427C635AE1E}" dt="2025-12-09T23:56:37.108" v="4241" actId="1037"/>
          <ac:cxnSpMkLst>
            <pc:docMk/>
            <pc:sldMk cId="116437091" sldId="2147482180"/>
            <ac:cxnSpMk id="36" creationId="{60A902E0-732E-DAB7-A9B5-480A29B00E39}"/>
          </ac:cxnSpMkLst>
        </pc:cxnChg>
        <pc:cxnChg chg="add mod">
          <ac:chgData name="박영헌(YEONGHEON PARK)[heny611]/선임/제조DX.제조DX솔루션.셀추적기술팀" userId="7ee3e3b4-d5a5-4456-8b15-18422cf3fd5b" providerId="ADAL" clId="{DB74CD39-0DE7-4A57-A8F9-B427C635AE1E}" dt="2025-12-09T23:44:46.104" v="3429" actId="1036"/>
          <ac:cxnSpMkLst>
            <pc:docMk/>
            <pc:sldMk cId="116437091" sldId="2147482180"/>
            <ac:cxnSpMk id="38" creationId="{28D97649-C788-428E-3640-B225BC63FBD8}"/>
          </ac:cxnSpMkLst>
        </pc:cxnChg>
        <pc:cxnChg chg="add mod">
          <ac:chgData name="박영헌(YEONGHEON PARK)[heny611]/선임/제조DX.제조DX솔루션.셀추적기술팀" userId="7ee3e3b4-d5a5-4456-8b15-18422cf3fd5b" providerId="ADAL" clId="{DB74CD39-0DE7-4A57-A8F9-B427C635AE1E}" dt="2025-12-09T23:48:08.589" v="3738" actId="208"/>
          <ac:cxnSpMkLst>
            <pc:docMk/>
            <pc:sldMk cId="116437091" sldId="2147482180"/>
            <ac:cxnSpMk id="43" creationId="{1EBD02E3-3428-ABB8-335D-85CCAD6147BB}"/>
          </ac:cxnSpMkLst>
        </pc:cxnChg>
        <pc:cxnChg chg="add mod">
          <ac:chgData name="박영헌(YEONGHEON PARK)[heny611]/선임/제조DX.제조DX솔루션.셀추적기술팀" userId="7ee3e3b4-d5a5-4456-8b15-18422cf3fd5b" providerId="ADAL" clId="{DB74CD39-0DE7-4A57-A8F9-B427C635AE1E}" dt="2025-12-09T23:52:53.839" v="4045" actId="14100"/>
          <ac:cxnSpMkLst>
            <pc:docMk/>
            <pc:sldMk cId="116437091" sldId="2147482180"/>
            <ac:cxnSpMk id="50" creationId="{8A79486B-50A0-CF32-48A0-D94B73D0081B}"/>
          </ac:cxnSpMkLst>
        </pc:cxnChg>
        <pc:cxnChg chg="add mod">
          <ac:chgData name="박영헌(YEONGHEON PARK)[heny611]/선임/제조DX.제조DX솔루션.셀추적기술팀" userId="7ee3e3b4-d5a5-4456-8b15-18422cf3fd5b" providerId="ADAL" clId="{DB74CD39-0DE7-4A57-A8F9-B427C635AE1E}" dt="2025-12-09T23:52:53.839" v="4045" actId="14100"/>
          <ac:cxnSpMkLst>
            <pc:docMk/>
            <pc:sldMk cId="116437091" sldId="2147482180"/>
            <ac:cxnSpMk id="51" creationId="{C274CBD7-53BF-1386-4C9E-9599F395B845}"/>
          </ac:cxnSpMkLst>
        </pc:cxnChg>
        <pc:cxnChg chg="add mod">
          <ac:chgData name="박영헌(YEONGHEON PARK)[heny611]/선임/제조DX.제조DX솔루션.셀추적기술팀" userId="7ee3e3b4-d5a5-4456-8b15-18422cf3fd5b" providerId="ADAL" clId="{DB74CD39-0DE7-4A57-A8F9-B427C635AE1E}" dt="2025-12-09T23:57:08.969" v="4243" actId="693"/>
          <ac:cxnSpMkLst>
            <pc:docMk/>
            <pc:sldMk cId="116437091" sldId="2147482180"/>
            <ac:cxnSpMk id="61" creationId="{97F7C0C4-964D-80FC-AB1C-870D96812ED1}"/>
          </ac:cxnSpMkLst>
        </pc:cxnChg>
      </pc:sldChg>
      <pc:sldChg chg="del">
        <pc:chgData name="박영헌(YEONGHEON PARK)[heny611]/선임/제조DX.제조DX솔루션.셀추적기술팀" userId="7ee3e3b4-d5a5-4456-8b15-18422cf3fd5b" providerId="ADAL" clId="{DB74CD39-0DE7-4A57-A8F9-B427C635AE1E}" dt="2025-12-09T08:41:20.279" v="2265" actId="47"/>
        <pc:sldMkLst>
          <pc:docMk/>
          <pc:sldMk cId="3717986227" sldId="2147482181"/>
        </pc:sldMkLst>
      </pc:sldChg>
      <pc:sldChg chg="addSp delSp modSp mod">
        <pc:chgData name="박영헌(YEONGHEON PARK)[heny611]/선임/제조DX.제조DX솔루션.셀추적기술팀" userId="7ee3e3b4-d5a5-4456-8b15-18422cf3fd5b" providerId="ADAL" clId="{DB74CD39-0DE7-4A57-A8F9-B427C635AE1E}" dt="2025-12-09T23:22:21.538" v="2583" actId="20577"/>
        <pc:sldMkLst>
          <pc:docMk/>
          <pc:sldMk cId="1018146487" sldId="2147482182"/>
        </pc:sldMkLst>
        <pc:spChg chg="mod">
          <ac:chgData name="박영헌(YEONGHEON PARK)[heny611]/선임/제조DX.제조DX솔루션.셀추적기술팀" userId="7ee3e3b4-d5a5-4456-8b15-18422cf3fd5b" providerId="ADAL" clId="{DB74CD39-0DE7-4A57-A8F9-B427C635AE1E}" dt="2025-12-09T23:22:21.538" v="2583" actId="20577"/>
          <ac:spMkLst>
            <pc:docMk/>
            <pc:sldMk cId="1018146487" sldId="2147482182"/>
            <ac:spMk id="2" creationId="{96CAB97C-D34B-BF00-B150-156F431C3033}"/>
          </ac:spMkLst>
        </pc:spChg>
        <pc:spChg chg="add del mod">
          <ac:chgData name="박영헌(YEONGHEON PARK)[heny611]/선임/제조DX.제조DX솔루션.셀추적기술팀" userId="7ee3e3b4-d5a5-4456-8b15-18422cf3fd5b" providerId="ADAL" clId="{DB74CD39-0DE7-4A57-A8F9-B427C635AE1E}" dt="2025-12-09T08:46:42.818" v="2350" actId="478"/>
          <ac:spMkLst>
            <pc:docMk/>
            <pc:sldMk cId="1018146487" sldId="2147482182"/>
            <ac:spMk id="5" creationId="{424AE88F-C40F-EE78-7F78-6C286B9BC176}"/>
          </ac:spMkLst>
        </pc:spChg>
      </pc:sldChg>
      <pc:sldChg chg="delSp modSp mod">
        <pc:chgData name="박영헌(YEONGHEON PARK)[heny611]/선임/제조DX.제조DX솔루션.셀추적기술팀" userId="7ee3e3b4-d5a5-4456-8b15-18422cf3fd5b" providerId="ADAL" clId="{DB74CD39-0DE7-4A57-A8F9-B427C635AE1E}" dt="2025-12-09T08:43:34.686" v="2297" actId="478"/>
        <pc:sldMkLst>
          <pc:docMk/>
          <pc:sldMk cId="289896215" sldId="2147482185"/>
        </pc:sldMkLst>
        <pc:spChg chg="del">
          <ac:chgData name="박영헌(YEONGHEON PARK)[heny611]/선임/제조DX.제조DX솔루션.셀추적기술팀" userId="7ee3e3b4-d5a5-4456-8b15-18422cf3fd5b" providerId="ADAL" clId="{DB74CD39-0DE7-4A57-A8F9-B427C635AE1E}" dt="2025-12-09T08:43:34.686" v="2297" actId="478"/>
          <ac:spMkLst>
            <pc:docMk/>
            <pc:sldMk cId="289896215" sldId="2147482185"/>
            <ac:spMk id="40" creationId="{1F21721C-2E80-4EEC-8A8C-FDBE4CA7B292}"/>
          </ac:spMkLst>
        </pc:spChg>
        <pc:graphicFrameChg chg="mod modGraphic">
          <ac:chgData name="박영헌(YEONGHEON PARK)[heny611]/선임/제조DX.제조DX솔루션.셀추적기술팀" userId="7ee3e3b4-d5a5-4456-8b15-18422cf3fd5b" providerId="ADAL" clId="{DB74CD39-0DE7-4A57-A8F9-B427C635AE1E}" dt="2025-12-09T08:43:21.350" v="2296"/>
          <ac:graphicFrameMkLst>
            <pc:docMk/>
            <pc:sldMk cId="289896215" sldId="2147482185"/>
            <ac:graphicFrameMk id="39" creationId="{36D09815-1974-4BCF-A55B-BBF74D36A8E4}"/>
          </ac:graphicFrameMkLst>
        </pc:graphicFrameChg>
      </pc:sldChg>
    </pc:docChg>
  </pc:docChgLst>
  <pc:docChgLst>
    <pc:chgData name="김종우(JONG WOO KIM)[jongwoo_kim]/선임/제조DX.제조DX솔루션.데이터통합분석팀" userId="S::jongwoo_kim@lgensol.com::724af6f9-8cbb-4db2-a128-c90de53c6762" providerId="AD" clId="Web-{53F04262-EA9E-4A87-B197-6B02A6408552}"/>
    <pc:docChg chg="addSld delSld modSld modSection">
      <pc:chgData name="김종우(JONG WOO KIM)[jongwoo_kim]/선임/제조DX.제조DX솔루션.데이터통합분석팀" userId="S::jongwoo_kim@lgensol.com::724af6f9-8cbb-4db2-a128-c90de53c6762" providerId="AD" clId="Web-{53F04262-EA9E-4A87-B197-6B02A6408552}" dt="2025-10-29T04:53:56.602" v="317"/>
      <pc:docMkLst>
        <pc:docMk/>
      </pc:docMkLst>
      <pc:sldChg chg="modSp">
        <pc:chgData name="김종우(JONG WOO KIM)[jongwoo_kim]/선임/제조DX.제조DX솔루션.데이터통합분석팀" userId="S::jongwoo_kim@lgensol.com::724af6f9-8cbb-4db2-a128-c90de53c6762" providerId="AD" clId="Web-{53F04262-EA9E-4A87-B197-6B02A6408552}" dt="2025-10-29T04:53:56.602" v="317"/>
        <pc:sldMkLst>
          <pc:docMk/>
          <pc:sldMk cId="312166392" sldId="2147482002"/>
        </pc:sldMkLst>
        <pc:graphicFrameChg chg="mod modGraphic">
          <ac:chgData name="김종우(JONG WOO KIM)[jongwoo_kim]/선임/제조DX.제조DX솔루션.데이터통합분석팀" userId="S::jongwoo_kim@lgensol.com::724af6f9-8cbb-4db2-a128-c90de53c6762" providerId="AD" clId="Web-{53F04262-EA9E-4A87-B197-6B02A6408552}" dt="2025-10-29T04:53:56.602" v="317"/>
          <ac:graphicFrameMkLst>
            <pc:docMk/>
            <pc:sldMk cId="312166392" sldId="2147482002"/>
            <ac:graphicFrameMk id="19" creationId="{54728183-150A-36AF-E666-2145F7FF2814}"/>
          </ac:graphicFrameMkLst>
        </pc:graphicFrameChg>
      </pc:sldChg>
    </pc:docChg>
  </pc:docChgLst>
  <pc:docChgLst>
    <pc:chgData name="이충성(CHOONGSUNG LEE)[lcs00306]/사원/제조DX.제조DX솔루션.셀추적기술팀" userId="6833e862-c7ef-4111-aa6a-70e79937b5ee" providerId="ADAL" clId="{E2B2EB1B-8A63-44F7-A69F-1678F438D1C6}"/>
    <pc:docChg chg="custSel modSld">
      <pc:chgData name="이충성(CHOONGSUNG LEE)[lcs00306]/사원/제조DX.제조DX솔루션.셀추적기술팀" userId="6833e862-c7ef-4111-aa6a-70e79937b5ee" providerId="ADAL" clId="{E2B2EB1B-8A63-44F7-A69F-1678F438D1C6}" dt="2025-11-04T04:43:31.450" v="12" actId="207"/>
      <pc:docMkLst>
        <pc:docMk/>
      </pc:docMkLst>
      <pc:sldChg chg="modSp mod">
        <pc:chgData name="이충성(CHOONGSUNG LEE)[lcs00306]/사원/제조DX.제조DX솔루션.셀추적기술팀" userId="6833e862-c7ef-4111-aa6a-70e79937b5ee" providerId="ADAL" clId="{E2B2EB1B-8A63-44F7-A69F-1678F438D1C6}" dt="2025-11-04T04:43:31.450" v="12" actId="207"/>
        <pc:sldMkLst>
          <pc:docMk/>
          <pc:sldMk cId="4054304740" sldId="2213"/>
        </pc:sldMkLst>
        <pc:spChg chg="mod">
          <ac:chgData name="이충성(CHOONGSUNG LEE)[lcs00306]/사원/제조DX.제조DX솔루션.셀추적기술팀" userId="6833e862-c7ef-4111-aa6a-70e79937b5ee" providerId="ADAL" clId="{E2B2EB1B-8A63-44F7-A69F-1678F438D1C6}" dt="2025-11-04T04:43:23.022" v="9" actId="20577"/>
          <ac:spMkLst>
            <pc:docMk/>
            <pc:sldMk cId="4054304740" sldId="2213"/>
            <ac:spMk id="33" creationId="{708B1D54-9D52-42CB-82CB-E5D69946BACE}"/>
          </ac:spMkLst>
        </pc:spChg>
        <pc:graphicFrameChg chg="modGraphic">
          <ac:chgData name="이충성(CHOONGSUNG LEE)[lcs00306]/사원/제조DX.제조DX솔루션.셀추적기술팀" userId="6833e862-c7ef-4111-aa6a-70e79937b5ee" providerId="ADAL" clId="{E2B2EB1B-8A63-44F7-A69F-1678F438D1C6}" dt="2025-11-04T04:43:31.450" v="12" actId="207"/>
          <ac:graphicFrameMkLst>
            <pc:docMk/>
            <pc:sldMk cId="4054304740" sldId="2213"/>
            <ac:graphicFrameMk id="18" creationId="{ACD91870-1828-466F-AE38-B03A708B4440}"/>
          </ac:graphicFrameMkLst>
        </pc:graphicFrameChg>
      </pc:sldChg>
    </pc:docChg>
  </pc:docChgLst>
  <pc:docChgLst>
    <pc:chgData name="조은지(EUNJI JO)[joeunji]/선임/제조DX.제조DX솔루션.데이터통합분석팀" userId="d82ce3d5-2c2f-4d6b-9fbb-477c92d9f333" providerId="ADAL" clId="{981403FA-6FC6-4710-B8C8-7E4FC4B0CFAF}"/>
    <pc:docChg chg="undo custSel modSld">
      <pc:chgData name="조은지(EUNJI JO)[joeunji]/선임/제조DX.제조DX솔루션.데이터통합분석팀" userId="d82ce3d5-2c2f-4d6b-9fbb-477c92d9f333" providerId="ADAL" clId="{981403FA-6FC6-4710-B8C8-7E4FC4B0CFAF}" dt="2025-10-29T09:12:47.770" v="559" actId="14100"/>
      <pc:docMkLst>
        <pc:docMk/>
      </pc:docMkLst>
      <pc:sldChg chg="modSp">
        <pc:chgData name="조은지(EUNJI JO)[joeunji]/선임/제조DX.제조DX솔루션.데이터통합분석팀" userId="d82ce3d5-2c2f-4d6b-9fbb-477c92d9f333" providerId="ADAL" clId="{981403FA-6FC6-4710-B8C8-7E4FC4B0CFAF}" dt="2025-10-29T03:13:34.427" v="38"/>
        <pc:sldMkLst>
          <pc:docMk/>
          <pc:sldMk cId="921970639" sldId="2147481788"/>
        </pc:sldMkLst>
        <pc:spChg chg="mod">
          <ac:chgData name="조은지(EUNJI JO)[joeunji]/선임/제조DX.제조DX솔루션.데이터통합분석팀" userId="d82ce3d5-2c2f-4d6b-9fbb-477c92d9f333" providerId="ADAL" clId="{981403FA-6FC6-4710-B8C8-7E4FC4B0CFAF}" dt="2025-10-29T03:13:34.427" v="38"/>
          <ac:spMkLst>
            <pc:docMk/>
            <pc:sldMk cId="921970639" sldId="2147481788"/>
            <ac:spMk id="9" creationId="{00000000-0000-0000-0000-000000000000}"/>
          </ac:spMkLst>
        </pc:spChg>
        <pc:graphicFrameChg chg="modGraphic">
          <ac:chgData name="조은지(EUNJI JO)[joeunji]/선임/제조DX.제조DX솔루션.데이터통합분석팀" userId="d82ce3d5-2c2f-4d6b-9fbb-477c92d9f333" providerId="ADAL" clId="{981403FA-6FC6-4710-B8C8-7E4FC4B0CFAF}" dt="2025-10-29T03:11:57.752" v="25" actId="207"/>
          <ac:graphicFrameMkLst>
            <pc:docMk/>
            <pc:sldMk cId="921970639" sldId="2147481788"/>
            <ac:graphicFrameMk id="19" creationId="{3E86696F-E35A-4B06-9B46-63A4A6A986C1}"/>
          </ac:graphicFrameMkLst>
        </pc:graphicFrameChg>
      </pc:sldChg>
      <pc:sldChg chg="modSp">
        <pc:chgData name="조은지(EUNJI JO)[joeunji]/선임/제조DX.제조DX솔루션.데이터통합분석팀" userId="d82ce3d5-2c2f-4d6b-9fbb-477c92d9f333" providerId="ADAL" clId="{981403FA-6FC6-4710-B8C8-7E4FC4B0CFAF}" dt="2025-10-29T03:31:35.787" v="233" actId="20577"/>
        <pc:sldMkLst>
          <pc:docMk/>
          <pc:sldMk cId="317861486" sldId="2147481830"/>
        </pc:sldMkLst>
        <pc:spChg chg="mod">
          <ac:chgData name="조은지(EUNJI JO)[joeunji]/선임/제조DX.제조DX솔루션.데이터통합분석팀" userId="d82ce3d5-2c2f-4d6b-9fbb-477c92d9f333" providerId="ADAL" clId="{981403FA-6FC6-4710-B8C8-7E4FC4B0CFAF}" dt="2025-10-29T03:31:35.787" v="233" actId="20577"/>
          <ac:spMkLst>
            <pc:docMk/>
            <pc:sldMk cId="317861486" sldId="2147481830"/>
            <ac:spMk id="41" creationId="{88611533-2EB6-4D24-AED6-C795A5A2B08E}"/>
          </ac:spMkLst>
        </pc:spChg>
        <pc:graphicFrameChg chg="modGraphic">
          <ac:chgData name="조은지(EUNJI JO)[joeunji]/선임/제조DX.제조DX솔루션.데이터통합분석팀" userId="d82ce3d5-2c2f-4d6b-9fbb-477c92d9f333" providerId="ADAL" clId="{981403FA-6FC6-4710-B8C8-7E4FC4B0CFAF}" dt="2025-10-29T03:31:32.907" v="229" actId="207"/>
          <ac:graphicFrameMkLst>
            <pc:docMk/>
            <pc:sldMk cId="317861486" sldId="2147481830"/>
            <ac:graphicFrameMk id="19" creationId="{3E86696F-E35A-4B06-9B46-63A4A6A986C1}"/>
          </ac:graphicFrameMkLst>
        </pc:graphicFrameChg>
      </pc:sldChg>
      <pc:sldChg chg="modSp">
        <pc:chgData name="조은지(EUNJI JO)[joeunji]/선임/제조DX.제조DX솔루션.데이터통합분석팀" userId="d82ce3d5-2c2f-4d6b-9fbb-477c92d9f333" providerId="ADAL" clId="{981403FA-6FC6-4710-B8C8-7E4FC4B0CFAF}" dt="2025-10-29T03:30:53.054" v="228" actId="207"/>
        <pc:sldMkLst>
          <pc:docMk/>
          <pc:sldMk cId="1625678813" sldId="2147481949"/>
        </pc:sldMkLst>
        <pc:spChg chg="mod">
          <ac:chgData name="조은지(EUNJI JO)[joeunji]/선임/제조DX.제조DX솔루션.데이터통합분석팀" userId="d82ce3d5-2c2f-4d6b-9fbb-477c92d9f333" providerId="ADAL" clId="{981403FA-6FC6-4710-B8C8-7E4FC4B0CFAF}" dt="2025-10-29T03:28:53.248" v="46"/>
          <ac:spMkLst>
            <pc:docMk/>
            <pc:sldMk cId="1625678813" sldId="2147481949"/>
            <ac:spMk id="9" creationId="{00000000-0000-0000-0000-000000000000}"/>
          </ac:spMkLst>
        </pc:spChg>
        <pc:graphicFrameChg chg="mod modGraphic">
          <ac:chgData name="조은지(EUNJI JO)[joeunji]/선임/제조DX.제조DX솔루션.데이터통합분석팀" userId="d82ce3d5-2c2f-4d6b-9fbb-477c92d9f333" providerId="ADAL" clId="{981403FA-6FC6-4710-B8C8-7E4FC4B0CFAF}" dt="2025-10-29T03:30:53.054" v="228" actId="207"/>
          <ac:graphicFrameMkLst>
            <pc:docMk/>
            <pc:sldMk cId="1625678813" sldId="2147481949"/>
            <ac:graphicFrameMk id="19" creationId="{3E86696F-E35A-4B06-9B46-63A4A6A986C1}"/>
          </ac:graphicFrameMkLst>
        </pc:graphicFrameChg>
      </pc:sldChg>
      <pc:sldChg chg="modSp">
        <pc:chgData name="조은지(EUNJI JO)[joeunji]/선임/제조DX.제조DX솔루션.데이터통합분석팀" userId="d82ce3d5-2c2f-4d6b-9fbb-477c92d9f333" providerId="ADAL" clId="{981403FA-6FC6-4710-B8C8-7E4FC4B0CFAF}" dt="2025-10-29T04:38:06.955" v="507" actId="207"/>
        <pc:sldMkLst>
          <pc:docMk/>
          <pc:sldMk cId="2230191528" sldId="2147481954"/>
        </pc:sldMkLst>
        <pc:spChg chg="mod">
          <ac:chgData name="조은지(EUNJI JO)[joeunji]/선임/제조DX.제조DX솔루션.데이터통합분석팀" userId="d82ce3d5-2c2f-4d6b-9fbb-477c92d9f333" providerId="ADAL" clId="{981403FA-6FC6-4710-B8C8-7E4FC4B0CFAF}" dt="2025-10-29T04:37:20.826" v="377" actId="20577"/>
          <ac:spMkLst>
            <pc:docMk/>
            <pc:sldMk cId="2230191528" sldId="2147481954"/>
            <ac:spMk id="35" creationId="{ABE19A9F-A8FA-462C-9FAC-B538C1BB4CB0}"/>
          </ac:spMkLst>
        </pc:spChg>
        <pc:graphicFrameChg chg="mod modGraphic">
          <ac:chgData name="조은지(EUNJI JO)[joeunji]/선임/제조DX.제조DX솔루션.데이터통합분석팀" userId="d82ce3d5-2c2f-4d6b-9fbb-477c92d9f333" providerId="ADAL" clId="{981403FA-6FC6-4710-B8C8-7E4FC4B0CFAF}" dt="2025-10-29T04:38:06.955" v="507" actId="207"/>
          <ac:graphicFrameMkLst>
            <pc:docMk/>
            <pc:sldMk cId="2230191528" sldId="2147481954"/>
            <ac:graphicFrameMk id="19" creationId="{3E86696F-E35A-4B06-9B46-63A4A6A986C1}"/>
          </ac:graphicFrameMkLst>
        </pc:graphicFrameChg>
      </pc:sldChg>
      <pc:sldChg chg="addSp delSp modSp">
        <pc:chgData name="조은지(EUNJI JO)[joeunji]/선임/제조DX.제조DX솔루션.데이터통합분석팀" userId="d82ce3d5-2c2f-4d6b-9fbb-477c92d9f333" providerId="ADAL" clId="{981403FA-6FC6-4710-B8C8-7E4FC4B0CFAF}" dt="2025-10-29T09:12:47.770" v="559" actId="14100"/>
        <pc:sldMkLst>
          <pc:docMk/>
          <pc:sldMk cId="122266075" sldId="2147482060"/>
        </pc:sldMkLst>
        <pc:picChg chg="add mod">
          <ac:chgData name="조은지(EUNJI JO)[joeunji]/선임/제조DX.제조DX솔루션.데이터통합분석팀" userId="d82ce3d5-2c2f-4d6b-9fbb-477c92d9f333" providerId="ADAL" clId="{981403FA-6FC6-4710-B8C8-7E4FC4B0CFAF}" dt="2025-10-29T09:00:03.712" v="522" actId="1035"/>
          <ac:picMkLst>
            <pc:docMk/>
            <pc:sldMk cId="122266075" sldId="2147482060"/>
            <ac:picMk id="5" creationId="{09812E52-5325-4F79-8FB1-59574905572E}"/>
          </ac:picMkLst>
        </pc:picChg>
        <pc:picChg chg="add mod">
          <ac:chgData name="조은지(EUNJI JO)[joeunji]/선임/제조DX.제조DX솔루션.데이터통합분석팀" userId="d82ce3d5-2c2f-4d6b-9fbb-477c92d9f333" providerId="ADAL" clId="{981403FA-6FC6-4710-B8C8-7E4FC4B0CFAF}" dt="2025-10-29T09:05:34.320" v="534" actId="1035"/>
          <ac:picMkLst>
            <pc:docMk/>
            <pc:sldMk cId="122266075" sldId="2147482060"/>
            <ac:picMk id="7" creationId="{70066DBE-0044-421E-AE4B-1BE7B35E1D73}"/>
          </ac:picMkLst>
        </pc:picChg>
        <pc:picChg chg="mod">
          <ac:chgData name="조은지(EUNJI JO)[joeunji]/선임/제조DX.제조DX솔루션.데이터통합분석팀" userId="d82ce3d5-2c2f-4d6b-9fbb-477c92d9f333" providerId="ADAL" clId="{981403FA-6FC6-4710-B8C8-7E4FC4B0CFAF}" dt="2025-10-29T08:57:08.094" v="508" actId="14826"/>
          <ac:picMkLst>
            <pc:docMk/>
            <pc:sldMk cId="122266075" sldId="2147482060"/>
            <ac:picMk id="8" creationId="{EB9DE90A-F930-7C32-38D4-CC01BAE16B83}"/>
          </ac:picMkLst>
        </pc:picChg>
        <pc:picChg chg="mod">
          <ac:chgData name="조은지(EUNJI JO)[joeunji]/선임/제조DX.제조DX솔루션.데이터통합분석팀" userId="d82ce3d5-2c2f-4d6b-9fbb-477c92d9f333" providerId="ADAL" clId="{981403FA-6FC6-4710-B8C8-7E4FC4B0CFAF}" dt="2025-10-29T09:00:24.239" v="523" actId="14826"/>
          <ac:picMkLst>
            <pc:docMk/>
            <pc:sldMk cId="122266075" sldId="2147482060"/>
            <ac:picMk id="16" creationId="{8E1014F1-F55C-4B12-954E-F663B4A55291}"/>
          </ac:picMkLst>
        </pc:picChg>
        <pc:picChg chg="mod">
          <ac:chgData name="조은지(EUNJI JO)[joeunji]/선임/제조DX.제조DX솔루션.데이터통합분석팀" userId="d82ce3d5-2c2f-4d6b-9fbb-477c92d9f333" providerId="ADAL" clId="{981403FA-6FC6-4710-B8C8-7E4FC4B0CFAF}" dt="2025-10-29T08:58:11.753" v="510" actId="14826"/>
          <ac:picMkLst>
            <pc:docMk/>
            <pc:sldMk cId="122266075" sldId="2147482060"/>
            <ac:picMk id="24" creationId="{A3566181-B64A-B62E-429E-110ED43D0E65}"/>
          </ac:picMkLst>
        </pc:picChg>
        <pc:picChg chg="add mod">
          <ac:chgData name="조은지(EUNJI JO)[joeunji]/선임/제조DX.제조DX솔루션.데이터통합분석팀" userId="d82ce3d5-2c2f-4d6b-9fbb-477c92d9f333" providerId="ADAL" clId="{981403FA-6FC6-4710-B8C8-7E4FC4B0CFAF}" dt="2025-10-29T08:59:44.785" v="516" actId="552"/>
          <ac:picMkLst>
            <pc:docMk/>
            <pc:sldMk cId="122266075" sldId="2147482060"/>
            <ac:picMk id="27" creationId="{84A6F994-2831-413D-AF90-1F782060D969}"/>
          </ac:picMkLst>
        </pc:picChg>
        <pc:picChg chg="add mod">
          <ac:chgData name="조은지(EUNJI JO)[joeunji]/선임/제조DX.제조DX솔루션.데이터통합분석팀" userId="d82ce3d5-2c2f-4d6b-9fbb-477c92d9f333" providerId="ADAL" clId="{981403FA-6FC6-4710-B8C8-7E4FC4B0CFAF}" dt="2025-10-29T09:12:47.770" v="559" actId="14100"/>
          <ac:picMkLst>
            <pc:docMk/>
            <pc:sldMk cId="122266075" sldId="2147482060"/>
            <ac:picMk id="29" creationId="{2B98F421-0936-4975-9002-28E88C95BD32}"/>
          </ac:picMkLst>
        </pc:picChg>
        <pc:picChg chg="add del mod modCrop">
          <ac:chgData name="조은지(EUNJI JO)[joeunji]/선임/제조DX.제조DX솔루션.데이터통합분석팀" userId="d82ce3d5-2c2f-4d6b-9fbb-477c92d9f333" providerId="ADAL" clId="{981403FA-6FC6-4710-B8C8-7E4FC4B0CFAF}" dt="2025-10-29T09:12:07.905" v="552" actId="14100"/>
          <ac:picMkLst>
            <pc:docMk/>
            <pc:sldMk cId="122266075" sldId="2147482060"/>
            <ac:picMk id="44" creationId="{E857F09C-9C17-1A55-7F33-15744B26B051}"/>
          </ac:picMkLst>
        </pc:picChg>
        <pc:picChg chg="mod">
          <ac:chgData name="조은지(EUNJI JO)[joeunji]/선임/제조DX.제조DX솔루션.데이터통합분석팀" userId="d82ce3d5-2c2f-4d6b-9fbb-477c92d9f333" providerId="ADAL" clId="{981403FA-6FC6-4710-B8C8-7E4FC4B0CFAF}" dt="2025-10-29T09:11:43.046" v="548" actId="14826"/>
          <ac:picMkLst>
            <pc:docMk/>
            <pc:sldMk cId="122266075" sldId="2147482060"/>
            <ac:picMk id="56" creationId="{7B1595BD-091E-6097-D1E4-A8E360636719}"/>
          </ac:picMkLst>
        </pc:picChg>
        <pc:picChg chg="mod">
          <ac:chgData name="조은지(EUNJI JO)[joeunji]/선임/제조DX.제조DX솔루션.데이터통합분석팀" userId="d82ce3d5-2c2f-4d6b-9fbb-477c92d9f333" providerId="ADAL" clId="{981403FA-6FC6-4710-B8C8-7E4FC4B0CFAF}" dt="2025-10-29T08:58:26.533" v="511" actId="14826"/>
          <ac:picMkLst>
            <pc:docMk/>
            <pc:sldMk cId="122266075" sldId="2147482060"/>
            <ac:picMk id="83" creationId="{BFCCD2C8-7EB0-99CC-2ABC-A3AA40DEC4CD}"/>
          </ac:picMkLst>
        </pc:picChg>
      </pc:sldChg>
      <pc:sldChg chg="modSp">
        <pc:chgData name="조은지(EUNJI JO)[joeunji]/선임/제조DX.제조DX솔루션.데이터통합분석팀" userId="d82ce3d5-2c2f-4d6b-9fbb-477c92d9f333" providerId="ADAL" clId="{981403FA-6FC6-4710-B8C8-7E4FC4B0CFAF}" dt="2025-10-29T01:27:25.091" v="6"/>
        <pc:sldMkLst>
          <pc:docMk/>
          <pc:sldMk cId="622379998" sldId="2147482147"/>
        </pc:sldMkLst>
        <pc:graphicFrameChg chg="mod modGraphic">
          <ac:chgData name="조은지(EUNJI JO)[joeunji]/선임/제조DX.제조DX솔루션.데이터통합분석팀" userId="d82ce3d5-2c2f-4d6b-9fbb-477c92d9f333" providerId="ADAL" clId="{981403FA-6FC6-4710-B8C8-7E4FC4B0CFAF}" dt="2025-10-29T01:27:25.091" v="6"/>
          <ac:graphicFrameMkLst>
            <pc:docMk/>
            <pc:sldMk cId="622379998" sldId="2147482147"/>
            <ac:graphicFrameMk id="19" creationId="{3E86696F-E35A-4B06-9B46-63A4A6A986C1}"/>
          </ac:graphicFrameMkLst>
        </pc:graphicFrameChg>
      </pc:sldChg>
    </pc:docChg>
  </pc:docChgLst>
  <pc:docChgLst>
    <pc:chgData name="박경찬(KYOUNGCHAN PARK)[park.kc]/팀장/제조DX.제조DX솔루션.셀추적기술팀" userId="e138e4af-6173-47cb-8422-ef183f7b2c63" providerId="ADAL" clId="{BA5004C0-FB3C-4B27-8253-FCF884C32413}"/>
    <pc:docChg chg="undo custSel modSld">
      <pc:chgData name="박경찬(KYOUNGCHAN PARK)[park.kc]/팀장/제조DX.제조DX솔루션.셀추적기술팀" userId="e138e4af-6173-47cb-8422-ef183f7b2c63" providerId="ADAL" clId="{BA5004C0-FB3C-4B27-8253-FCF884C32413}" dt="2025-11-19T09:57:39.773" v="174" actId="6549"/>
      <pc:docMkLst>
        <pc:docMk/>
      </pc:docMkLst>
      <pc:sldChg chg="modSp mod">
        <pc:chgData name="박경찬(KYOUNGCHAN PARK)[park.kc]/팀장/제조DX.제조DX솔루션.셀추적기술팀" userId="e138e4af-6173-47cb-8422-ef183f7b2c63" providerId="ADAL" clId="{BA5004C0-FB3C-4B27-8253-FCF884C32413}" dt="2025-11-19T09:57:39.773" v="174" actId="6549"/>
        <pc:sldMkLst>
          <pc:docMk/>
          <pc:sldMk cId="2105941167" sldId="2117"/>
        </pc:sldMkLst>
        <pc:spChg chg="mod">
          <ac:chgData name="박경찬(KYOUNGCHAN PARK)[park.kc]/팀장/제조DX.제조DX솔루션.셀추적기술팀" userId="e138e4af-6173-47cb-8422-ef183f7b2c63" providerId="ADAL" clId="{BA5004C0-FB3C-4B27-8253-FCF884C32413}" dt="2025-11-19T09:57:39.773" v="174" actId="6549"/>
          <ac:spMkLst>
            <pc:docMk/>
            <pc:sldMk cId="2105941167" sldId="2117"/>
            <ac:spMk id="32" creationId="{9AF4C2BD-080E-8EB2-AF94-93F59A2CFDD3}"/>
          </ac:spMkLst>
        </pc:spChg>
        <pc:graphicFrameChg chg="modGraphic">
          <ac:chgData name="박경찬(KYOUNGCHAN PARK)[park.kc]/팀장/제조DX.제조DX솔루션.셀추적기술팀" userId="e138e4af-6173-47cb-8422-ef183f7b2c63" providerId="ADAL" clId="{BA5004C0-FB3C-4B27-8253-FCF884C32413}" dt="2025-11-19T09:54:04.862" v="29" actId="20577"/>
          <ac:graphicFrameMkLst>
            <pc:docMk/>
            <pc:sldMk cId="2105941167" sldId="2117"/>
            <ac:graphicFrameMk id="29" creationId="{8BE8A894-0F5D-9FE1-A586-E5851CCB2274}"/>
          </ac:graphicFrameMkLst>
        </pc:graphicFrameChg>
      </pc:sldChg>
    </pc:docChg>
  </pc:docChgLst>
  <pc:docChgLst>
    <pc:chgData name="박종현(JONG HYUN PARK)[parkjonghyun]/책임/제조DX.제조DX솔루션.셀추적기술팀" userId="bd556fbe-4056-41f8-81f6-e4b44a6c8ed9" providerId="ADAL" clId="{627AB852-589E-4963-A8AE-B370A627B465}"/>
    <pc:docChg chg="custSel modSld sldOrd modSection">
      <pc:chgData name="박종현(JONG HYUN PARK)[parkjonghyun]/책임/제조DX.제조DX솔루션.셀추적기술팀" userId="bd556fbe-4056-41f8-81f6-e4b44a6c8ed9" providerId="ADAL" clId="{627AB852-589E-4963-A8AE-B370A627B465}" dt="2025-11-19T00:51:18.585" v="581" actId="207"/>
      <pc:docMkLst>
        <pc:docMk/>
      </pc:docMkLst>
      <pc:sldChg chg="delSp modSp mod ord">
        <pc:chgData name="박종현(JONG HYUN PARK)[parkjonghyun]/책임/제조DX.제조DX솔루션.셀추적기술팀" userId="bd556fbe-4056-41f8-81f6-e4b44a6c8ed9" providerId="ADAL" clId="{627AB852-589E-4963-A8AE-B370A627B465}" dt="2025-11-18T23:42:50.441" v="575" actId="207"/>
        <pc:sldMkLst>
          <pc:docMk/>
          <pc:sldMk cId="2105941167" sldId="2117"/>
        </pc:sldMkLst>
        <pc:spChg chg="del mod">
          <ac:chgData name="박종현(JONG HYUN PARK)[parkjonghyun]/책임/제조DX.제조DX솔루션.셀추적기술팀" userId="bd556fbe-4056-41f8-81f6-e4b44a6c8ed9" providerId="ADAL" clId="{627AB852-589E-4963-A8AE-B370A627B465}" dt="2025-11-18T08:34:04.688" v="6" actId="478"/>
          <ac:spMkLst>
            <pc:docMk/>
            <pc:sldMk cId="2105941167" sldId="2117"/>
            <ac:spMk id="14" creationId="{255B582B-9A91-D25D-B208-F02263CCB697}"/>
          </ac:spMkLst>
        </pc:spChg>
        <pc:spChg chg="mod">
          <ac:chgData name="박종현(JONG HYUN PARK)[parkjonghyun]/책임/제조DX.제조DX솔루션.셀추적기술팀" userId="bd556fbe-4056-41f8-81f6-e4b44a6c8ed9" providerId="ADAL" clId="{627AB852-589E-4963-A8AE-B370A627B465}" dt="2025-11-18T08:34:03.123" v="5" actId="14100"/>
          <ac:spMkLst>
            <pc:docMk/>
            <pc:sldMk cId="2105941167" sldId="2117"/>
            <ac:spMk id="15" creationId="{622E466A-1303-3208-8134-E605355424B0}"/>
          </ac:spMkLst>
        </pc:spChg>
        <pc:spChg chg="mod ord">
          <ac:chgData name="박종현(JONG HYUN PARK)[parkjonghyun]/책임/제조DX.제조DX솔루션.셀추적기술팀" userId="bd556fbe-4056-41f8-81f6-e4b44a6c8ed9" providerId="ADAL" clId="{627AB852-589E-4963-A8AE-B370A627B465}" dt="2025-11-18T23:42:50.441" v="575" actId="207"/>
          <ac:spMkLst>
            <pc:docMk/>
            <pc:sldMk cId="2105941167" sldId="2117"/>
            <ac:spMk id="16" creationId="{DF7584FD-2C9D-E56F-32ED-934B8778229E}"/>
          </ac:spMkLst>
        </pc:spChg>
        <pc:spChg chg="mod">
          <ac:chgData name="박종현(JONG HYUN PARK)[parkjonghyun]/책임/제조DX.제조DX솔루션.셀추적기술팀" userId="bd556fbe-4056-41f8-81f6-e4b44a6c8ed9" providerId="ADAL" clId="{627AB852-589E-4963-A8AE-B370A627B465}" dt="2025-11-18T23:36:51.456" v="80" actId="207"/>
          <ac:spMkLst>
            <pc:docMk/>
            <pc:sldMk cId="2105941167" sldId="2117"/>
            <ac:spMk id="32" creationId="{9AF4C2BD-080E-8EB2-AF94-93F59A2CFDD3}"/>
          </ac:spMkLst>
        </pc:spChg>
        <pc:spChg chg="del mod">
          <ac:chgData name="박종현(JONG HYUN PARK)[parkjonghyun]/책임/제조DX.제조DX솔루션.셀추적기술팀" userId="bd556fbe-4056-41f8-81f6-e4b44a6c8ed9" providerId="ADAL" clId="{627AB852-589E-4963-A8AE-B370A627B465}" dt="2025-11-18T23:42:26.366" v="560" actId="478"/>
          <ac:spMkLst>
            <pc:docMk/>
            <pc:sldMk cId="2105941167" sldId="2117"/>
            <ac:spMk id="44" creationId="{6205D4C8-EC59-F910-8EBF-A78923050B58}"/>
          </ac:spMkLst>
        </pc:spChg>
      </pc:sldChg>
      <pc:sldChg chg="modSp mod">
        <pc:chgData name="박종현(JONG HYUN PARK)[parkjonghyun]/책임/제조DX.제조DX솔루션.셀추적기술팀" userId="bd556fbe-4056-41f8-81f6-e4b44a6c8ed9" providerId="ADAL" clId="{627AB852-589E-4963-A8AE-B370A627B465}" dt="2025-11-19T00:51:18.585" v="581" actId="207"/>
        <pc:sldMkLst>
          <pc:docMk/>
          <pc:sldMk cId="1726257096" sldId="2147481882"/>
        </pc:sldMkLst>
        <pc:spChg chg="mod">
          <ac:chgData name="박종현(JONG HYUN PARK)[parkjonghyun]/책임/제조DX.제조DX솔루션.셀추적기술팀" userId="bd556fbe-4056-41f8-81f6-e4b44a6c8ed9" providerId="ADAL" clId="{627AB852-589E-4963-A8AE-B370A627B465}" dt="2025-11-19T00:50:59.585" v="577" actId="20577"/>
          <ac:spMkLst>
            <pc:docMk/>
            <pc:sldMk cId="1726257096" sldId="2147481882"/>
            <ac:spMk id="33" creationId="{708B1D54-9D52-42CB-82CB-E5D69946BACE}"/>
          </ac:spMkLst>
        </pc:spChg>
        <pc:graphicFrameChg chg="modGraphic">
          <ac:chgData name="박종현(JONG HYUN PARK)[parkjonghyun]/책임/제조DX.제조DX솔루션.셀추적기술팀" userId="bd556fbe-4056-41f8-81f6-e4b44a6c8ed9" providerId="ADAL" clId="{627AB852-589E-4963-A8AE-B370A627B465}" dt="2025-11-19T00:51:18.585" v="581" actId="20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  <pc:graphicFrameChg chg="mod modGraphic">
          <ac:chgData name="박종현(JONG HYUN PARK)[parkjonghyun]/책임/제조DX.제조DX솔루션.셀추적기술팀" userId="bd556fbe-4056-41f8-81f6-e4b44a6c8ed9" providerId="ADAL" clId="{627AB852-589E-4963-A8AE-B370A627B465}" dt="2025-11-19T00:51:08.522" v="578" actId="14100"/>
          <ac:graphicFrameMkLst>
            <pc:docMk/>
            <pc:sldMk cId="1726257096" sldId="2147481882"/>
            <ac:graphicFrameMk id="36" creationId="{66252906-857F-42C8-86CE-4F1F8E43E2F9}"/>
          </ac:graphicFrameMkLst>
        </pc:graphicFrameChg>
      </pc:sldChg>
      <pc:sldChg chg="delSp modSp mod">
        <pc:chgData name="박종현(JONG HYUN PARK)[parkjonghyun]/책임/제조DX.제조DX솔루션.셀추적기술팀" userId="bd556fbe-4056-41f8-81f6-e4b44a6c8ed9" providerId="ADAL" clId="{627AB852-589E-4963-A8AE-B370A627B465}" dt="2025-11-18T08:49:06.615" v="19" actId="478"/>
        <pc:sldMkLst>
          <pc:docMk/>
          <pc:sldMk cId="3355826466" sldId="2147481908"/>
        </pc:sldMkLst>
        <pc:spChg chg="mod">
          <ac:chgData name="박종현(JONG HYUN PARK)[parkjonghyun]/책임/제조DX.제조DX솔루션.셀추적기술팀" userId="bd556fbe-4056-41f8-81f6-e4b44a6c8ed9" providerId="ADAL" clId="{627AB852-589E-4963-A8AE-B370A627B465}" dt="2025-11-18T08:36:51.371" v="12" actId="20577"/>
          <ac:spMkLst>
            <pc:docMk/>
            <pc:sldMk cId="3355826466" sldId="2147481908"/>
            <ac:spMk id="23" creationId="{02417012-9580-4148-8D51-88FF8C380FC9}"/>
          </ac:spMkLst>
        </pc:spChg>
        <pc:spChg chg="del">
          <ac:chgData name="박종현(JONG HYUN PARK)[parkjonghyun]/책임/제조DX.제조DX솔루션.셀추적기술팀" userId="bd556fbe-4056-41f8-81f6-e4b44a6c8ed9" providerId="ADAL" clId="{627AB852-589E-4963-A8AE-B370A627B465}" dt="2025-11-18T08:49:05.078" v="18" actId="478"/>
          <ac:spMkLst>
            <pc:docMk/>
            <pc:sldMk cId="3355826466" sldId="2147481908"/>
            <ac:spMk id="25" creationId="{52B2EE01-C398-4D34-A469-A2BF13100672}"/>
          </ac:spMkLst>
        </pc:spChg>
        <pc:spChg chg="del">
          <ac:chgData name="박종현(JONG HYUN PARK)[parkjonghyun]/책임/제조DX.제조DX솔루션.셀추적기술팀" userId="bd556fbe-4056-41f8-81f6-e4b44a6c8ed9" providerId="ADAL" clId="{627AB852-589E-4963-A8AE-B370A627B465}" dt="2025-11-18T08:49:06.615" v="19" actId="478"/>
          <ac:spMkLst>
            <pc:docMk/>
            <pc:sldMk cId="3355826466" sldId="2147481908"/>
            <ac:spMk id="32" creationId="{516DA4D8-AE9B-4497-9CFF-70CF01C6B752}"/>
          </ac:spMkLst>
        </pc:spChg>
        <pc:graphicFrameChg chg="modGraphic">
          <ac:chgData name="박종현(JONG HYUN PARK)[parkjonghyun]/책임/제조DX.제조DX솔루션.셀추적기술팀" userId="bd556fbe-4056-41f8-81f6-e4b44a6c8ed9" providerId="ADAL" clId="{627AB852-589E-4963-A8AE-B370A627B465}" dt="2025-11-18T08:48:43.765" v="17" actId="20577"/>
          <ac:graphicFrameMkLst>
            <pc:docMk/>
            <pc:sldMk cId="3355826466" sldId="2147481908"/>
            <ac:graphicFrameMk id="18" creationId="{26B2A79C-BFC9-49AA-8C94-8944CD5D2DEC}"/>
          </ac:graphicFrameMkLst>
        </pc:graphicFrameChg>
      </pc:sldChg>
    </pc:docChg>
  </pc:docChgLst>
  <pc:docChgLst>
    <pc:chgData name="이충성(CHOONGSUNG LEE)[lcs00306]/사원/제조DX.제조DX솔루션.셀추적기술팀" userId="6833e862-c7ef-4111-aa6a-70e79937b5ee" providerId="ADAL" clId="{FB0FED63-639E-4CD1-BA6A-CDD3B3D38013}"/>
    <pc:docChg chg="custSel modSld">
      <pc:chgData name="이충성(CHOONGSUNG LEE)[lcs00306]/사원/제조DX.제조DX솔루션.셀추적기술팀" userId="6833e862-c7ef-4111-aa6a-70e79937b5ee" providerId="ADAL" clId="{FB0FED63-639E-4CD1-BA6A-CDD3B3D38013}" dt="2025-11-18T08:55:21.338" v="29" actId="207"/>
      <pc:docMkLst>
        <pc:docMk/>
      </pc:docMkLst>
      <pc:sldChg chg="modSp mod">
        <pc:chgData name="이충성(CHOONGSUNG LEE)[lcs00306]/사원/제조DX.제조DX솔루션.셀추적기술팀" userId="6833e862-c7ef-4111-aa6a-70e79937b5ee" providerId="ADAL" clId="{FB0FED63-639E-4CD1-BA6A-CDD3B3D38013}" dt="2025-11-18T08:54:11.744" v="8" actId="207"/>
        <pc:sldMkLst>
          <pc:docMk/>
          <pc:sldMk cId="4054304740" sldId="2213"/>
        </pc:sldMkLst>
        <pc:spChg chg="mod">
          <ac:chgData name="이충성(CHOONGSUNG LEE)[lcs00306]/사원/제조DX.제조DX솔루션.셀추적기술팀" userId="6833e862-c7ef-4111-aa6a-70e79937b5ee" providerId="ADAL" clId="{FB0FED63-639E-4CD1-BA6A-CDD3B3D38013}" dt="2025-11-18T08:53:57.666" v="5" actId="20577"/>
          <ac:spMkLst>
            <pc:docMk/>
            <pc:sldMk cId="4054304740" sldId="2213"/>
            <ac:spMk id="33" creationId="{708B1D54-9D52-42CB-82CB-E5D69946BACE}"/>
          </ac:spMkLst>
        </pc:spChg>
        <pc:graphicFrameChg chg="modGraphic">
          <ac:chgData name="이충성(CHOONGSUNG LEE)[lcs00306]/사원/제조DX.제조DX솔루션.셀추적기술팀" userId="6833e862-c7ef-4111-aa6a-70e79937b5ee" providerId="ADAL" clId="{FB0FED63-639E-4CD1-BA6A-CDD3B3D38013}" dt="2025-11-18T08:54:11.744" v="8" actId="207"/>
          <ac:graphicFrameMkLst>
            <pc:docMk/>
            <pc:sldMk cId="4054304740" sldId="2213"/>
            <ac:graphicFrameMk id="18" creationId="{ACD91870-1828-466F-AE38-B03A708B4440}"/>
          </ac:graphicFrameMkLst>
        </pc:graphicFrameChg>
      </pc:sldChg>
      <pc:sldChg chg="modSp mod">
        <pc:chgData name="이충성(CHOONGSUNG LEE)[lcs00306]/사원/제조DX.제조DX솔루션.셀추적기술팀" userId="6833e862-c7ef-4111-aa6a-70e79937b5ee" providerId="ADAL" clId="{FB0FED63-639E-4CD1-BA6A-CDD3B3D38013}" dt="2025-11-18T08:55:21.338" v="29" actId="207"/>
        <pc:sldMkLst>
          <pc:docMk/>
          <pc:sldMk cId="3485727604" sldId="2147481872"/>
        </pc:sldMkLst>
        <pc:spChg chg="mod">
          <ac:chgData name="이충성(CHOONGSUNG LEE)[lcs00306]/사원/제조DX.제조DX솔루션.셀추적기술팀" userId="6833e862-c7ef-4111-aa6a-70e79937b5ee" providerId="ADAL" clId="{FB0FED63-639E-4CD1-BA6A-CDD3B3D38013}" dt="2025-11-18T08:54:34.933" v="14" actId="20577"/>
          <ac:spMkLst>
            <pc:docMk/>
            <pc:sldMk cId="3485727604" sldId="2147481872"/>
            <ac:spMk id="33" creationId="{708B1D54-9D52-42CB-82CB-E5D69946BACE}"/>
          </ac:spMkLst>
        </pc:spChg>
        <pc:graphicFrameChg chg="modGraphic">
          <ac:chgData name="이충성(CHOONGSUNG LEE)[lcs00306]/사원/제조DX.제조DX솔루션.셀추적기술팀" userId="6833e862-c7ef-4111-aa6a-70e79937b5ee" providerId="ADAL" clId="{FB0FED63-639E-4CD1-BA6A-CDD3B3D38013}" dt="2025-11-18T08:55:21.338" v="29" actId="207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</pc:sldChg>
    </pc:docChg>
  </pc:docChgLst>
  <pc:docChgLst>
    <pc:chgData name="윤병호(BYEONGHO YUN)[bhyun91]/선임/제조DX.제조DX솔루션.셀추적기술팀" userId="94db4b4c-14ac-4104-bc57-d99881f0b25d" providerId="ADAL" clId="{AD7219F9-4720-46BB-B969-429F6D5900D3}"/>
    <pc:docChg chg="undo custSel addSld modSld">
      <pc:chgData name="윤병호(BYEONGHO YUN)[bhyun91]/선임/제조DX.제조DX솔루션.셀추적기술팀" userId="94db4b4c-14ac-4104-bc57-d99881f0b25d" providerId="ADAL" clId="{AD7219F9-4720-46BB-B969-429F6D5900D3}" dt="2025-12-09T04:59:46.666" v="6449" actId="20577"/>
      <pc:docMkLst>
        <pc:docMk/>
      </pc:docMkLst>
      <pc:sldChg chg="addSp modSp mod">
        <pc:chgData name="윤병호(BYEONGHO YUN)[bhyun91]/선임/제조DX.제조DX솔루션.셀추적기술팀" userId="94db4b4c-14ac-4104-bc57-d99881f0b25d" providerId="ADAL" clId="{AD7219F9-4720-46BB-B969-429F6D5900D3}" dt="2025-12-09T04:57:55.069" v="6429"/>
        <pc:sldMkLst>
          <pc:docMk/>
          <pc:sldMk cId="2559780372" sldId="2147481944"/>
        </pc:sldMkLst>
        <pc:spChg chg="add mod">
          <ac:chgData name="윤병호(BYEONGHO YUN)[bhyun91]/선임/제조DX.제조DX솔루션.셀추적기술팀" userId="94db4b4c-14ac-4104-bc57-d99881f0b25d" providerId="ADAL" clId="{AD7219F9-4720-46BB-B969-429F6D5900D3}" dt="2025-12-09T04:57:19.337" v="6403" actId="1076"/>
          <ac:spMkLst>
            <pc:docMk/>
            <pc:sldMk cId="2559780372" sldId="2147481944"/>
            <ac:spMk id="2" creationId="{8EA77976-9F12-005A-A758-ABB7C96FE8BC}"/>
          </ac:spMkLst>
        </pc:spChg>
        <pc:spChg chg="add mod">
          <ac:chgData name="윤병호(BYEONGHO YUN)[bhyun91]/선임/제조DX.제조DX솔루션.셀추적기술팀" userId="94db4b4c-14ac-4104-bc57-d99881f0b25d" providerId="ADAL" clId="{AD7219F9-4720-46BB-B969-429F6D5900D3}" dt="2025-12-09T04:57:55.069" v="6429"/>
          <ac:spMkLst>
            <pc:docMk/>
            <pc:sldMk cId="2559780372" sldId="2147481944"/>
            <ac:spMk id="3" creationId="{BFBCC3DA-4D11-8F4D-BE11-CE8E7CA8EC4E}"/>
          </ac:spMkLst>
        </pc:spChg>
        <pc:spChg chg="mod">
          <ac:chgData name="윤병호(BYEONGHO YUN)[bhyun91]/선임/제조DX.제조DX솔루션.셀추적기술팀" userId="94db4b4c-14ac-4104-bc57-d99881f0b25d" providerId="ADAL" clId="{AD7219F9-4720-46BB-B969-429F6D5900D3}" dt="2025-12-09T04:53:09.030" v="6205" actId="207"/>
          <ac:spMkLst>
            <pc:docMk/>
            <pc:sldMk cId="2559780372" sldId="2147481944"/>
            <ac:spMk id="17" creationId="{3FCB8C80-2818-4DE5-8D06-0CBBB3D9AE54}"/>
          </ac:spMkLst>
        </pc:spChg>
        <pc:spChg chg="mod">
          <ac:chgData name="윤병호(BYEONGHO YUN)[bhyun91]/선임/제조DX.제조DX솔루션.셀추적기술팀" userId="94db4b4c-14ac-4104-bc57-d99881f0b25d" providerId="ADAL" clId="{AD7219F9-4720-46BB-B969-429F6D5900D3}" dt="2025-12-09T04:56:23.298" v="6392" actId="1076"/>
          <ac:spMkLst>
            <pc:docMk/>
            <pc:sldMk cId="2559780372" sldId="2147481944"/>
            <ac:spMk id="19" creationId="{2E578BFA-4F52-473A-8A6A-891E8673C473}"/>
          </ac:spMkLst>
        </pc:spChg>
        <pc:spChg chg="mod">
          <ac:chgData name="윤병호(BYEONGHO YUN)[bhyun91]/선임/제조DX.제조DX솔루션.셀추적기술팀" userId="94db4b4c-14ac-4104-bc57-d99881f0b25d" providerId="ADAL" clId="{AD7219F9-4720-46BB-B969-429F6D5900D3}" dt="2025-12-09T04:56:18.443" v="6391" actId="14100"/>
          <ac:spMkLst>
            <pc:docMk/>
            <pc:sldMk cId="2559780372" sldId="2147481944"/>
            <ac:spMk id="21" creationId="{56504C36-E416-4555-A91B-93214BBA4B92}"/>
          </ac:spMkLst>
        </pc:spChg>
        <pc:spChg chg="mod">
          <ac:chgData name="윤병호(BYEONGHO YUN)[bhyun91]/선임/제조DX.제조DX솔루션.셀추적기술팀" userId="94db4b4c-14ac-4104-bc57-d99881f0b25d" providerId="ADAL" clId="{AD7219F9-4720-46BB-B969-429F6D5900D3}" dt="2025-12-09T02:29:56.864" v="7" actId="20577"/>
          <ac:spMkLst>
            <pc:docMk/>
            <pc:sldMk cId="2559780372" sldId="2147481944"/>
            <ac:spMk id="22" creationId="{81B17DB2-3DCC-4A8F-9347-F9695BEF8B6D}"/>
          </ac:spMkLst>
        </pc:spChg>
        <pc:graphicFrameChg chg="mod modGraphic">
          <ac:chgData name="윤병호(BYEONGHO YUN)[bhyun91]/선임/제조DX.제조DX솔루션.셀추적기술팀" userId="94db4b4c-14ac-4104-bc57-d99881f0b25d" providerId="ADAL" clId="{AD7219F9-4720-46BB-B969-429F6D5900D3}" dt="2025-12-09T04:57:53.499" v="6428" actId="207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  <pc:graphicFrameChg chg="mod modGraphic">
          <ac:chgData name="윤병호(BYEONGHO YUN)[bhyun91]/선임/제조DX.제조DX솔루션.셀추적기술팀" userId="94db4b4c-14ac-4104-bc57-d99881f0b25d" providerId="ADAL" clId="{AD7219F9-4720-46BB-B969-429F6D5900D3}" dt="2025-12-09T04:56:06.920" v="6389" actId="207"/>
          <ac:graphicFrameMkLst>
            <pc:docMk/>
            <pc:sldMk cId="2559780372" sldId="2147481944"/>
            <ac:graphicFrameMk id="14" creationId="{C0FEE8D4-249E-4A1E-A47A-4401A1E7C448}"/>
          </ac:graphicFrameMkLst>
        </pc:graphicFrameChg>
      </pc:sldChg>
      <pc:sldChg chg="addSp delSp modSp mod">
        <pc:chgData name="윤병호(BYEONGHO YUN)[bhyun91]/선임/제조DX.제조DX솔루션.셀추적기술팀" userId="94db4b4c-14ac-4104-bc57-d99881f0b25d" providerId="ADAL" clId="{AD7219F9-4720-46BB-B969-429F6D5900D3}" dt="2025-12-09T04:58:50.988" v="6436" actId="20577"/>
        <pc:sldMkLst>
          <pc:docMk/>
          <pc:sldMk cId="863012316" sldId="2147482046"/>
        </pc:sldMkLst>
        <pc:spChg chg="mod">
          <ac:chgData name="윤병호(BYEONGHO YUN)[bhyun91]/선임/제조DX.제조DX솔루션.셀추적기술팀" userId="94db4b4c-14ac-4104-bc57-d99881f0b25d" providerId="ADAL" clId="{AD7219F9-4720-46BB-B969-429F6D5900D3}" dt="2025-12-09T04:58:29.713" v="6432"/>
          <ac:spMkLst>
            <pc:docMk/>
            <pc:sldMk cId="863012316" sldId="2147482046"/>
            <ac:spMk id="3" creationId="{DB47F4EF-3B14-C8C1-3205-38F50862AF04}"/>
          </ac:spMkLst>
        </pc:spChg>
        <pc:spChg chg="mod">
          <ac:chgData name="윤병호(BYEONGHO YUN)[bhyun91]/선임/제조DX.제조DX솔루션.셀추적기술팀" userId="94db4b4c-14ac-4104-bc57-d99881f0b25d" providerId="ADAL" clId="{AD7219F9-4720-46BB-B969-429F6D5900D3}" dt="2025-12-09T04:58:29.713" v="6432"/>
          <ac:spMkLst>
            <pc:docMk/>
            <pc:sldMk cId="863012316" sldId="2147482046"/>
            <ac:spMk id="5" creationId="{0754CD80-FF87-6164-7B99-B6C1E5E06A44}"/>
          </ac:spMkLst>
        </pc:spChg>
        <pc:spChg chg="mod">
          <ac:chgData name="윤병호(BYEONGHO YUN)[bhyun91]/선임/제조DX.제조DX솔루션.셀추적기술팀" userId="94db4b4c-14ac-4104-bc57-d99881f0b25d" providerId="ADAL" clId="{AD7219F9-4720-46BB-B969-429F6D5900D3}" dt="2025-12-09T04:58:29.713" v="6432"/>
          <ac:spMkLst>
            <pc:docMk/>
            <pc:sldMk cId="863012316" sldId="2147482046"/>
            <ac:spMk id="6" creationId="{5EA06F41-A47A-7582-02BF-E9C91D35A9E9}"/>
          </ac:spMkLst>
        </pc:spChg>
        <pc:spChg chg="mod">
          <ac:chgData name="윤병호(BYEONGHO YUN)[bhyun91]/선임/제조DX.제조DX솔루션.셀추적기술팀" userId="94db4b4c-14ac-4104-bc57-d99881f0b25d" providerId="ADAL" clId="{AD7219F9-4720-46BB-B969-429F6D5900D3}" dt="2025-12-09T04:58:29.713" v="6432"/>
          <ac:spMkLst>
            <pc:docMk/>
            <pc:sldMk cId="863012316" sldId="2147482046"/>
            <ac:spMk id="8" creationId="{D94A8AED-A547-F950-9B39-245A4B6E6948}"/>
          </ac:spMkLst>
        </pc:spChg>
        <pc:spChg chg="mod">
          <ac:chgData name="윤병호(BYEONGHO YUN)[bhyun91]/선임/제조DX.제조DX솔루션.셀추적기술팀" userId="94db4b4c-14ac-4104-bc57-d99881f0b25d" providerId="ADAL" clId="{AD7219F9-4720-46BB-B969-429F6D5900D3}" dt="2025-12-09T04:58:29.713" v="6432"/>
          <ac:spMkLst>
            <pc:docMk/>
            <pc:sldMk cId="863012316" sldId="2147482046"/>
            <ac:spMk id="9" creationId="{F2AA211E-A18C-2371-5CC8-8A6E75C0D6DE}"/>
          </ac:spMkLst>
        </pc:spChg>
        <pc:spChg chg="add mod">
          <ac:chgData name="윤병호(BYEONGHO YUN)[bhyun91]/선임/제조DX.제조DX솔루션.셀추적기술팀" userId="94db4b4c-14ac-4104-bc57-d99881f0b25d" providerId="ADAL" clId="{AD7219F9-4720-46BB-B969-429F6D5900D3}" dt="2025-12-09T04:58:35.474" v="6433" actId="1076"/>
          <ac:spMkLst>
            <pc:docMk/>
            <pc:sldMk cId="863012316" sldId="2147482046"/>
            <ac:spMk id="10" creationId="{404E15EF-ACDA-5BE2-0055-FDAD8159D275}"/>
          </ac:spMkLst>
        </pc:spChg>
        <pc:spChg chg="del">
          <ac:chgData name="윤병호(BYEONGHO YUN)[bhyun91]/선임/제조DX.제조DX솔루션.셀추적기술팀" userId="94db4b4c-14ac-4104-bc57-d99881f0b25d" providerId="ADAL" clId="{AD7219F9-4720-46BB-B969-429F6D5900D3}" dt="2025-12-09T02:56:13.370" v="4408" actId="478"/>
          <ac:spMkLst>
            <pc:docMk/>
            <pc:sldMk cId="863012316" sldId="2147482046"/>
            <ac:spMk id="58" creationId="{F2331789-FEC8-45FE-8F7A-D6ABFF734719}"/>
          </ac:spMkLst>
        </pc:spChg>
        <pc:spChg chg="mod">
          <ac:chgData name="윤병호(BYEONGHO YUN)[bhyun91]/선임/제조DX.제조DX솔루션.셀추적기술팀" userId="94db4b4c-14ac-4104-bc57-d99881f0b25d" providerId="ADAL" clId="{AD7219F9-4720-46BB-B969-429F6D5900D3}" dt="2025-12-09T02:47:42.720" v="2917" actId="20577"/>
          <ac:spMkLst>
            <pc:docMk/>
            <pc:sldMk cId="863012316" sldId="2147482046"/>
            <ac:spMk id="63" creationId="{F7E9B123-1E21-48F6-86C5-2777566B3419}"/>
          </ac:spMkLst>
        </pc:spChg>
        <pc:spChg chg="mod">
          <ac:chgData name="윤병호(BYEONGHO YUN)[bhyun91]/선임/제조DX.제조DX솔루션.셀추적기술팀" userId="94db4b4c-14ac-4104-bc57-d99881f0b25d" providerId="ADAL" clId="{AD7219F9-4720-46BB-B969-429F6D5900D3}" dt="2025-12-09T04:58:08.598" v="6431" actId="20577"/>
          <ac:spMkLst>
            <pc:docMk/>
            <pc:sldMk cId="863012316" sldId="2147482046"/>
            <ac:spMk id="64" creationId="{5254A73B-646A-4A35-BD50-4BE028547AAE}"/>
          </ac:spMkLst>
        </pc:spChg>
        <pc:grpChg chg="add mod">
          <ac:chgData name="윤병호(BYEONGHO YUN)[bhyun91]/선임/제조DX.제조DX솔루션.셀추적기술팀" userId="94db4b4c-14ac-4104-bc57-d99881f0b25d" providerId="ADAL" clId="{AD7219F9-4720-46BB-B969-429F6D5900D3}" dt="2025-12-09T04:58:35.474" v="6433" actId="1076"/>
          <ac:grpSpMkLst>
            <pc:docMk/>
            <pc:sldMk cId="863012316" sldId="2147482046"/>
            <ac:grpSpMk id="2" creationId="{C673684F-CBE5-845D-F73A-DEE109EE1671}"/>
          </ac:grpSpMkLst>
        </pc:grpChg>
        <pc:graphicFrameChg chg="mod modGraphic">
          <ac:chgData name="윤병호(BYEONGHO YUN)[bhyun91]/선임/제조DX.제조DX솔루션.셀추적기술팀" userId="94db4b4c-14ac-4104-bc57-d99881f0b25d" providerId="ADAL" clId="{AD7219F9-4720-46BB-B969-429F6D5900D3}" dt="2025-12-09T04:58:50.988" v="6436" actId="20577"/>
          <ac:graphicFrameMkLst>
            <pc:docMk/>
            <pc:sldMk cId="863012316" sldId="2147482046"/>
            <ac:graphicFrameMk id="7" creationId="{3E86696F-E35A-4B06-9B46-63A4A6A986C1}"/>
          </ac:graphicFrameMkLst>
        </pc:graphicFrameChg>
        <pc:graphicFrameChg chg="mod modGraphic">
          <ac:chgData name="윤병호(BYEONGHO YUN)[bhyun91]/선임/제조DX.제조DX솔루션.셀추적기술팀" userId="94db4b4c-14ac-4104-bc57-d99881f0b25d" providerId="ADAL" clId="{AD7219F9-4720-46BB-B969-429F6D5900D3}" dt="2025-12-09T04:58:46.582" v="6434" actId="14100"/>
          <ac:graphicFrameMkLst>
            <pc:docMk/>
            <pc:sldMk cId="863012316" sldId="2147482046"/>
            <ac:graphicFrameMk id="60" creationId="{499311D7-9307-4912-8265-D228438D7B30}"/>
          </ac:graphicFrameMkLst>
        </pc:graphicFrameChg>
      </pc:sldChg>
      <pc:sldChg chg="addSp delSp modSp add mod">
        <pc:chgData name="윤병호(BYEONGHO YUN)[bhyun91]/선임/제조DX.제조DX솔루션.셀추적기술팀" userId="94db4b4c-14ac-4104-bc57-d99881f0b25d" providerId="ADAL" clId="{AD7219F9-4720-46BB-B969-429F6D5900D3}" dt="2025-12-09T04:59:46.666" v="6449" actId="20577"/>
        <pc:sldMkLst>
          <pc:docMk/>
          <pc:sldMk cId="593023446" sldId="2147482183"/>
        </pc:sldMkLst>
        <pc:spChg chg="add mod">
          <ac:chgData name="윤병호(BYEONGHO YUN)[bhyun91]/선임/제조DX.제조DX솔루션.셀추적기술팀" userId="94db4b4c-14ac-4104-bc57-d99881f0b25d" providerId="ADAL" clId="{AD7219F9-4720-46BB-B969-429F6D5900D3}" dt="2025-12-09T03:00:55.802" v="4433" actId="1076"/>
          <ac:spMkLst>
            <pc:docMk/>
            <pc:sldMk cId="593023446" sldId="2147482183"/>
            <ac:spMk id="2" creationId="{CCD59D0A-1F05-8AFD-64A1-0A3D93EF8BD4}"/>
          </ac:spMkLst>
        </pc:spChg>
        <pc:spChg chg="add mod">
          <ac:chgData name="윤병호(BYEONGHO YUN)[bhyun91]/선임/제조DX.제조DX솔루션.셀추적기술팀" userId="94db4b4c-14ac-4104-bc57-d99881f0b25d" providerId="ADAL" clId="{AD7219F9-4720-46BB-B969-429F6D5900D3}" dt="2025-12-09T03:01:42.795" v="4488" actId="14100"/>
          <ac:spMkLst>
            <pc:docMk/>
            <pc:sldMk cId="593023446" sldId="2147482183"/>
            <ac:spMk id="3" creationId="{3E90A025-8E67-94C3-E577-B943B936FBEF}"/>
          </ac:spMkLst>
        </pc:spChg>
        <pc:spChg chg="del">
          <ac:chgData name="윤병호(BYEONGHO YUN)[bhyun91]/선임/제조DX.제조DX솔루션.셀추적기술팀" userId="94db4b4c-14ac-4104-bc57-d99881f0b25d" providerId="ADAL" clId="{AD7219F9-4720-46BB-B969-429F6D5900D3}" dt="2025-12-09T03:04:27.098" v="4611" actId="478"/>
          <ac:spMkLst>
            <pc:docMk/>
            <pc:sldMk cId="593023446" sldId="2147482183"/>
            <ac:spMk id="15" creationId="{283663EA-C7B0-434A-9ECD-E1EE37F619AF}"/>
          </ac:spMkLst>
        </pc:spChg>
        <pc:spChg chg="mod">
          <ac:chgData name="윤병호(BYEONGHO YUN)[bhyun91]/선임/제조DX.제조DX솔루션.셀추적기술팀" userId="94db4b4c-14ac-4104-bc57-d99881f0b25d" providerId="ADAL" clId="{AD7219F9-4720-46BB-B969-429F6D5900D3}" dt="2025-12-09T04:59:27.908" v="6446" actId="20577"/>
          <ac:spMkLst>
            <pc:docMk/>
            <pc:sldMk cId="593023446" sldId="2147482183"/>
            <ac:spMk id="17" creationId="{3FCB8C80-2818-4DE5-8D06-0CBBB3D9AE54}"/>
          </ac:spMkLst>
        </pc:spChg>
        <pc:spChg chg="mod">
          <ac:chgData name="윤병호(BYEONGHO YUN)[bhyun91]/선임/제조DX.제조DX솔루션.셀추적기술팀" userId="94db4b4c-14ac-4104-bc57-d99881f0b25d" providerId="ADAL" clId="{AD7219F9-4720-46BB-B969-429F6D5900D3}" dt="2025-12-09T04:59:08.766" v="6438" actId="20577"/>
          <ac:spMkLst>
            <pc:docMk/>
            <pc:sldMk cId="593023446" sldId="2147482183"/>
            <ac:spMk id="18" creationId="{1997622C-91D4-44F3-81E5-6119A89F0A7D}"/>
          </ac:spMkLst>
        </pc:spChg>
        <pc:spChg chg="del">
          <ac:chgData name="윤병호(BYEONGHO YUN)[bhyun91]/선임/제조DX.제조DX솔루션.셀추적기술팀" userId="94db4b4c-14ac-4104-bc57-d99881f0b25d" providerId="ADAL" clId="{AD7219F9-4720-46BB-B969-429F6D5900D3}" dt="2025-12-09T03:01:29.295" v="4480" actId="478"/>
          <ac:spMkLst>
            <pc:docMk/>
            <pc:sldMk cId="593023446" sldId="2147482183"/>
            <ac:spMk id="19" creationId="{2E578BFA-4F52-473A-8A6A-891E8673C473}"/>
          </ac:spMkLst>
        </pc:spChg>
        <pc:spChg chg="del">
          <ac:chgData name="윤병호(BYEONGHO YUN)[bhyun91]/선임/제조DX.제조DX솔루션.셀추적기술팀" userId="94db4b4c-14ac-4104-bc57-d99881f0b25d" providerId="ADAL" clId="{AD7219F9-4720-46BB-B969-429F6D5900D3}" dt="2025-12-09T03:01:28.115" v="4479" actId="478"/>
          <ac:spMkLst>
            <pc:docMk/>
            <pc:sldMk cId="593023446" sldId="2147482183"/>
            <ac:spMk id="21" creationId="{56504C36-E416-4555-A91B-93214BBA4B92}"/>
          </ac:spMkLst>
        </pc:spChg>
        <pc:graphicFrameChg chg="mod modGraphic">
          <ac:chgData name="윤병호(BYEONGHO YUN)[bhyun91]/선임/제조DX.제조DX솔루션.셀추적기술팀" userId="94db4b4c-14ac-4104-bc57-d99881f0b25d" providerId="ADAL" clId="{AD7219F9-4720-46BB-B969-429F6D5900D3}" dt="2025-12-09T04:59:46.666" v="6449" actId="20577"/>
          <ac:graphicFrameMkLst>
            <pc:docMk/>
            <pc:sldMk cId="593023446" sldId="2147482183"/>
            <ac:graphicFrameMk id="7" creationId="{3E86696F-E35A-4B06-9B46-63A4A6A986C1}"/>
          </ac:graphicFrameMkLst>
        </pc:graphicFrameChg>
        <pc:graphicFrameChg chg="mod modGraphic">
          <ac:chgData name="윤병호(BYEONGHO YUN)[bhyun91]/선임/제조DX.제조DX솔루션.셀추적기술팀" userId="94db4b4c-14ac-4104-bc57-d99881f0b25d" providerId="ADAL" clId="{AD7219F9-4720-46BB-B969-429F6D5900D3}" dt="2025-12-09T03:01:37.435" v="4487" actId="20577"/>
          <ac:graphicFrameMkLst>
            <pc:docMk/>
            <pc:sldMk cId="593023446" sldId="2147482183"/>
            <ac:graphicFrameMk id="14" creationId="{C0FEE8D4-249E-4A1E-A47A-4401A1E7C448}"/>
          </ac:graphicFrameMkLst>
        </pc:graphicFrameChg>
      </pc:sldChg>
    </pc:docChg>
  </pc:docChgLst>
  <pc:docChgLst>
    <pc:chgData name="서동민(DONGMIN SEO)[seodm]/책임/제조DX.제조DX솔루션.데이터통합분석팀" userId="76da3594-28f0-492a-8a77-a4d7231a6557" providerId="ADAL" clId="{8FA1F8AF-8CA4-4006-BE17-E4262CE3F1A7}"/>
    <pc:docChg chg="undo custSel modSld sldOrd">
      <pc:chgData name="서동민(DONGMIN SEO)[seodm]/책임/제조DX.제조DX솔루션.데이터통합분석팀" userId="76da3594-28f0-492a-8a77-a4d7231a6557" providerId="ADAL" clId="{8FA1F8AF-8CA4-4006-BE17-E4262CE3F1A7}" dt="2025-10-30T01:04:53.322" v="6620" actId="167"/>
      <pc:docMkLst>
        <pc:docMk/>
      </pc:docMkLst>
      <pc:sldChg chg="addSp delSp modSp">
        <pc:chgData name="서동민(DONGMIN SEO)[seodm]/책임/제조DX.제조DX솔루션.데이터통합분석팀" userId="76da3594-28f0-492a-8a77-a4d7231a6557" providerId="ADAL" clId="{8FA1F8AF-8CA4-4006-BE17-E4262CE3F1A7}" dt="2025-10-29T05:17:46.715" v="2432" actId="478"/>
        <pc:sldMkLst>
          <pc:docMk/>
          <pc:sldMk cId="4208823273" sldId="2147481955"/>
        </pc:sldMkLst>
      </pc:sldChg>
      <pc:sldChg chg="modSp">
        <pc:chgData name="서동민(DONGMIN SEO)[seodm]/책임/제조DX.제조DX솔루션.데이터통합분석팀" userId="76da3594-28f0-492a-8a77-a4d7231a6557" providerId="ADAL" clId="{8FA1F8AF-8CA4-4006-BE17-E4262CE3F1A7}" dt="2025-10-29T04:04:14.193" v="576" actId="20577"/>
        <pc:sldMkLst>
          <pc:docMk/>
          <pc:sldMk cId="1843005666" sldId="2147482119"/>
        </pc:sldMkLst>
        <pc:spChg chg="mod">
          <ac:chgData name="서동민(DONGMIN SEO)[seodm]/책임/제조DX.제조DX솔루션.데이터통합분석팀" userId="76da3594-28f0-492a-8a77-a4d7231a6557" providerId="ADAL" clId="{8FA1F8AF-8CA4-4006-BE17-E4262CE3F1A7}" dt="2025-10-29T03:08:03.584" v="1" actId="20577"/>
          <ac:spMkLst>
            <pc:docMk/>
            <pc:sldMk cId="1843005666" sldId="2147482119"/>
            <ac:spMk id="3" creationId="{0CC39962-AED9-0FD6-7F0C-29A8FBE67A4F}"/>
          </ac:spMkLst>
        </pc:spChg>
        <pc:spChg chg="mod">
          <ac:chgData name="서동민(DONGMIN SEO)[seodm]/책임/제조DX.제조DX솔루션.데이터통합분석팀" userId="76da3594-28f0-492a-8a77-a4d7231a6557" providerId="ADAL" clId="{8FA1F8AF-8CA4-4006-BE17-E4262CE3F1A7}" dt="2025-10-29T03:46:43.634" v="133" actId="1076"/>
          <ac:spMkLst>
            <pc:docMk/>
            <pc:sldMk cId="1843005666" sldId="2147482119"/>
            <ac:spMk id="17" creationId="{71E9E3C7-3268-4561-8B8B-5C7C861839A8}"/>
          </ac:spMkLst>
        </pc:spChg>
        <pc:graphicFrameChg chg="mod modGraphic">
          <ac:chgData name="서동민(DONGMIN SEO)[seodm]/책임/제조DX.제조DX솔루션.데이터통합분석팀" userId="76da3594-28f0-492a-8a77-a4d7231a6557" providerId="ADAL" clId="{8FA1F8AF-8CA4-4006-BE17-E4262CE3F1A7}" dt="2025-10-29T03:47:02.979" v="152"/>
          <ac:graphicFrameMkLst>
            <pc:docMk/>
            <pc:sldMk cId="1843005666" sldId="2147482119"/>
            <ac:graphicFrameMk id="9" creationId="{A3D61C03-D55B-4E21-8B1C-3A5E062F1415}"/>
          </ac:graphicFrameMkLst>
        </pc:graphicFrameChg>
        <pc:graphicFrameChg chg="mod">
          <ac:chgData name="서동민(DONGMIN SEO)[seodm]/책임/제조DX.제조DX솔루션.데이터통합분석팀" userId="76da3594-28f0-492a-8a77-a4d7231a6557" providerId="ADAL" clId="{8FA1F8AF-8CA4-4006-BE17-E4262CE3F1A7}" dt="2025-10-29T03:09:00.731" v="17" actId="1036"/>
          <ac:graphicFrameMkLst>
            <pc:docMk/>
            <pc:sldMk cId="1843005666" sldId="2147482119"/>
            <ac:graphicFrameMk id="12" creationId="{D09FA800-C084-8D80-B3D8-171ACB335D5E}"/>
          </ac:graphicFrameMkLst>
        </pc:graphicFrameChg>
        <pc:graphicFrameChg chg="mod modGraphic">
          <ac:chgData name="서동민(DONGMIN SEO)[seodm]/책임/제조DX.제조DX솔루션.데이터통합분석팀" userId="76da3594-28f0-492a-8a77-a4d7231a6557" providerId="ADAL" clId="{8FA1F8AF-8CA4-4006-BE17-E4262CE3F1A7}" dt="2025-10-29T04:04:14.193" v="576" actId="20577"/>
          <ac:graphicFrameMkLst>
            <pc:docMk/>
            <pc:sldMk cId="1843005666" sldId="2147482119"/>
            <ac:graphicFrameMk id="19" creationId="{3E86696F-E35A-4B06-9B46-63A4A6A986C1}"/>
          </ac:graphicFrameMkLst>
        </pc:graphicFrameChg>
      </pc:sldChg>
      <pc:sldChg chg="modSp">
        <pc:chgData name="서동민(DONGMIN SEO)[seodm]/책임/제조DX.제조DX솔루션.데이터통합분석팀" userId="76da3594-28f0-492a-8a77-a4d7231a6557" providerId="ADAL" clId="{8FA1F8AF-8CA4-4006-BE17-E4262CE3F1A7}" dt="2025-10-29T05:48:39.290" v="4148" actId="20577"/>
        <pc:sldMkLst>
          <pc:docMk/>
          <pc:sldMk cId="1631578392" sldId="2147482120"/>
        </pc:sldMkLst>
        <pc:spChg chg="mod">
          <ac:chgData name="서동민(DONGMIN SEO)[seodm]/책임/제조DX.제조DX솔루션.데이터통합분석팀" userId="76da3594-28f0-492a-8a77-a4d7231a6557" providerId="ADAL" clId="{8FA1F8AF-8CA4-4006-BE17-E4262CE3F1A7}" dt="2025-10-29T04:14:42.106" v="2259" actId="20577"/>
          <ac:spMkLst>
            <pc:docMk/>
            <pc:sldMk cId="1631578392" sldId="2147482120"/>
            <ac:spMk id="9" creationId="{00000000-0000-0000-0000-000000000000}"/>
          </ac:spMkLst>
        </pc:spChg>
        <pc:graphicFrameChg chg="modGraphic">
          <ac:chgData name="서동민(DONGMIN SEO)[seodm]/책임/제조DX.제조DX솔루션.데이터통합분석팀" userId="76da3594-28f0-492a-8a77-a4d7231a6557" providerId="ADAL" clId="{8FA1F8AF-8CA4-4006-BE17-E4262CE3F1A7}" dt="2025-10-29T05:16:40.918" v="2346" actId="20577"/>
          <ac:graphicFrameMkLst>
            <pc:docMk/>
            <pc:sldMk cId="1631578392" sldId="2147482120"/>
            <ac:graphicFrameMk id="3" creationId="{24D9821D-E40C-4362-A605-161229E262A8}"/>
          </ac:graphicFrameMkLst>
        </pc:graphicFrameChg>
        <pc:graphicFrameChg chg="mod modGraphic">
          <ac:chgData name="서동민(DONGMIN SEO)[seodm]/책임/제조DX.제조DX솔루션.데이터통합분석팀" userId="76da3594-28f0-492a-8a77-a4d7231a6557" providerId="ADAL" clId="{8FA1F8AF-8CA4-4006-BE17-E4262CE3F1A7}" dt="2025-10-29T05:48:39.290" v="4148" actId="20577"/>
          <ac:graphicFrameMkLst>
            <pc:docMk/>
            <pc:sldMk cId="1631578392" sldId="2147482120"/>
            <ac:graphicFrameMk id="19" creationId="{3E86696F-E35A-4B06-9B46-63A4A6A986C1}"/>
          </ac:graphicFrameMkLst>
        </pc:graphicFrameChg>
      </pc:sldChg>
      <pc:sldChg chg="modSp">
        <pc:chgData name="서동민(DONGMIN SEO)[seodm]/책임/제조DX.제조DX솔루션.데이터통합분석팀" userId="76da3594-28f0-492a-8a77-a4d7231a6557" providerId="ADAL" clId="{8FA1F8AF-8CA4-4006-BE17-E4262CE3F1A7}" dt="2025-10-29T05:49:59.713" v="4196" actId="207"/>
        <pc:sldMkLst>
          <pc:docMk/>
          <pc:sldMk cId="199823846" sldId="2147482123"/>
        </pc:sldMkLst>
        <pc:spChg chg="mod">
          <ac:chgData name="서동민(DONGMIN SEO)[seodm]/책임/제조DX.제조DX솔루션.데이터통합분석팀" userId="76da3594-28f0-492a-8a77-a4d7231a6557" providerId="ADAL" clId="{8FA1F8AF-8CA4-4006-BE17-E4262CE3F1A7}" dt="2025-10-29T04:16:08.388" v="2338" actId="20577"/>
          <ac:spMkLst>
            <pc:docMk/>
            <pc:sldMk cId="199823846" sldId="2147482123"/>
            <ac:spMk id="14" creationId="{C637FE6F-3FE5-4466-894B-728BEC961433}"/>
          </ac:spMkLst>
        </pc:spChg>
        <pc:graphicFrameChg chg="mod modGraphic">
          <ac:chgData name="서동민(DONGMIN SEO)[seodm]/책임/제조DX.제조DX솔루션.데이터통합분석팀" userId="76da3594-28f0-492a-8a77-a4d7231a6557" providerId="ADAL" clId="{8FA1F8AF-8CA4-4006-BE17-E4262CE3F1A7}" dt="2025-10-29T05:49:59.713" v="4196" actId="207"/>
          <ac:graphicFrameMkLst>
            <pc:docMk/>
            <pc:sldMk cId="199823846" sldId="2147482123"/>
            <ac:graphicFrameMk id="2" creationId="{906418C3-B267-4D15-9EEA-263A19B39D07}"/>
          </ac:graphicFrameMkLst>
        </pc:graphicFrameChg>
        <pc:graphicFrameChg chg="mod">
          <ac:chgData name="서동민(DONGMIN SEO)[seodm]/책임/제조DX.제조DX솔루션.데이터통합분석팀" userId="76da3594-28f0-492a-8a77-a4d7231a6557" providerId="ADAL" clId="{8FA1F8AF-8CA4-4006-BE17-E4262CE3F1A7}" dt="2025-10-29T05:49:18.379" v="4152" actId="1076"/>
          <ac:graphicFrameMkLst>
            <pc:docMk/>
            <pc:sldMk cId="199823846" sldId="2147482123"/>
            <ac:graphicFrameMk id="11" creationId="{4C1EF08E-DD8E-4694-A1D5-03F52268859F}"/>
          </ac:graphicFrameMkLst>
        </pc:graphicFrameChg>
        <pc:graphicFrameChg chg="modGraphic">
          <ac:chgData name="서동민(DONGMIN SEO)[seodm]/책임/제조DX.제조DX솔루션.데이터통합분석팀" userId="76da3594-28f0-492a-8a77-a4d7231a6557" providerId="ADAL" clId="{8FA1F8AF-8CA4-4006-BE17-E4262CE3F1A7}" dt="2025-10-29T05:49:14.842" v="4151" actId="20577"/>
          <ac:graphicFrameMkLst>
            <pc:docMk/>
            <pc:sldMk cId="199823846" sldId="2147482123"/>
            <ac:graphicFrameMk id="19" creationId="{3E86696F-E35A-4B06-9B46-63A4A6A986C1}"/>
          </ac:graphicFrameMkLst>
        </pc:graphicFrameChg>
      </pc:sldChg>
    </pc:docChg>
  </pc:docChgLst>
  <pc:docChgLst>
    <pc:chgData name="김준범(JUNBEOM KIM)[junbeom.kim]/선임/제조지능화.기반.조립지능화기반기술팀" userId="5dd9b06e-3472-4758-bc11-385e41985431" providerId="ADAL" clId="{E108FB96-AE6E-402C-861D-8863B0CDBF27}"/>
    <pc:docChg chg="modSld">
      <pc:chgData name="김준범(JUNBEOM KIM)[junbeom.kim]/선임/제조지능화.기반.조립지능화기반기술팀" userId="5dd9b06e-3472-4758-bc11-385e41985431" providerId="ADAL" clId="{E108FB96-AE6E-402C-861D-8863B0CDBF27}" dt="2025-11-13T01:31:14.383" v="12" actId="20577"/>
      <pc:docMkLst>
        <pc:docMk/>
      </pc:docMkLst>
      <pc:sldChg chg="modSp">
        <pc:chgData name="김준범(JUNBEOM KIM)[junbeom.kim]/선임/제조지능화.기반.조립지능화기반기술팀" userId="5dd9b06e-3472-4758-bc11-385e41985431" providerId="ADAL" clId="{E108FB96-AE6E-402C-861D-8863B0CDBF27}" dt="2025-11-13T01:31:14.383" v="12" actId="20577"/>
        <pc:sldMkLst>
          <pc:docMk/>
          <pc:sldMk cId="2105941167" sldId="2117"/>
        </pc:sldMkLst>
        <pc:spChg chg="mod">
          <ac:chgData name="김준범(JUNBEOM KIM)[junbeom.kim]/선임/제조지능화.기반.조립지능화기반기술팀" userId="5dd9b06e-3472-4758-bc11-385e41985431" providerId="ADAL" clId="{E108FB96-AE6E-402C-861D-8863B0CDBF27}" dt="2025-11-13T01:31:14.383" v="12" actId="20577"/>
          <ac:spMkLst>
            <pc:docMk/>
            <pc:sldMk cId="2105941167" sldId="2117"/>
            <ac:spMk id="42" creationId="{2F59625D-F92F-0A73-78FC-2AD3825CB6DB}"/>
          </ac:spMkLst>
        </pc:spChg>
      </pc:sldChg>
    </pc:docChg>
  </pc:docChgLst>
  <pc:docChgLst>
    <pc:chgData name="박소영 " userId="dc270099-6f2c-44e3-856c-ca44e2079083" providerId="ADAL" clId="{A1995162-DEDE-41D2-B2FC-5648DBA4FA50}"/>
    <pc:docChg chg="custSel modSld">
      <pc:chgData name="박소영 " userId="dc270099-6f2c-44e3-856c-ca44e2079083" providerId="ADAL" clId="{A1995162-DEDE-41D2-B2FC-5648DBA4FA50}" dt="2025-12-03T00:07:30.753" v="1496"/>
      <pc:docMkLst>
        <pc:docMk/>
      </pc:docMkLst>
      <pc:sldChg chg="modSp">
        <pc:chgData name="박소영 " userId="dc270099-6f2c-44e3-856c-ca44e2079083" providerId="ADAL" clId="{A1995162-DEDE-41D2-B2FC-5648DBA4FA50}" dt="2025-12-03T00:07:30.753" v="1496"/>
        <pc:sldMkLst>
          <pc:docMk/>
          <pc:sldMk cId="360237742" sldId="2147481816"/>
        </pc:sldMkLst>
        <pc:spChg chg="mod">
          <ac:chgData name="박소영 " userId="dc270099-6f2c-44e3-856c-ca44e2079083" providerId="ADAL" clId="{A1995162-DEDE-41D2-B2FC-5648DBA4FA50}" dt="2025-12-02T06:52:16.679" v="5" actId="20577"/>
          <ac:spMkLst>
            <pc:docMk/>
            <pc:sldMk cId="360237742" sldId="2147481816"/>
            <ac:spMk id="23" creationId="{02417012-9580-4148-8D51-88FF8C380FC9}"/>
          </ac:spMkLst>
        </pc:spChg>
        <pc:spChg chg="mod">
          <ac:chgData name="박소영 " userId="dc270099-6f2c-44e3-856c-ca44e2079083" providerId="ADAL" clId="{A1995162-DEDE-41D2-B2FC-5648DBA4FA50}" dt="2025-12-02T07:34:27.375" v="1123" actId="1036"/>
          <ac:spMkLst>
            <pc:docMk/>
            <pc:sldMk cId="360237742" sldId="2147481816"/>
            <ac:spMk id="28" creationId="{07CDA242-1663-4DB9-9645-ACC210072059}"/>
          </ac:spMkLst>
        </pc:spChg>
        <pc:spChg chg="mod">
          <ac:chgData name="박소영 " userId="dc270099-6f2c-44e3-856c-ca44e2079083" providerId="ADAL" clId="{A1995162-DEDE-41D2-B2FC-5648DBA4FA50}" dt="2025-12-03T00:07:30.753" v="1496"/>
          <ac:spMkLst>
            <pc:docMk/>
            <pc:sldMk cId="360237742" sldId="2147481816"/>
            <ac:spMk id="35" creationId="{FCD1BE7B-3EED-4AD2-A331-755B8C35CF1E}"/>
          </ac:spMkLst>
        </pc:spChg>
        <pc:graphicFrameChg chg="mod modGraphic">
          <ac:chgData name="박소영 " userId="dc270099-6f2c-44e3-856c-ca44e2079083" providerId="ADAL" clId="{A1995162-DEDE-41D2-B2FC-5648DBA4FA50}" dt="2025-12-02T06:59:27.285" v="65" actId="20577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  <pc:graphicFrameChg chg="mod modGraphic">
          <ac:chgData name="박소영 " userId="dc270099-6f2c-44e3-856c-ca44e2079083" providerId="ADAL" clId="{A1995162-DEDE-41D2-B2FC-5648DBA4FA50}" dt="2025-12-02T07:34:27.375" v="1123" actId="1036"/>
          <ac:graphicFrameMkLst>
            <pc:docMk/>
            <pc:sldMk cId="360237742" sldId="2147481816"/>
            <ac:graphicFrameMk id="32" creationId="{8D2BD204-B9A8-4BEB-8410-BFFEBEA50504}"/>
          </ac:graphicFrameMkLst>
        </pc:graphicFrameChg>
      </pc:sldChg>
      <pc:sldChg chg="addSp delSp modSp">
        <pc:chgData name="박소영 " userId="dc270099-6f2c-44e3-856c-ca44e2079083" providerId="ADAL" clId="{A1995162-DEDE-41D2-B2FC-5648DBA4FA50}" dt="2025-12-03T00:05:25.406" v="1491"/>
        <pc:sldMkLst>
          <pc:docMk/>
          <pc:sldMk cId="3355826466" sldId="2147481908"/>
        </pc:sldMkLst>
        <pc:spChg chg="mod">
          <ac:chgData name="박소영 " userId="dc270099-6f2c-44e3-856c-ca44e2079083" providerId="ADAL" clId="{A1995162-DEDE-41D2-B2FC-5648DBA4FA50}" dt="2025-12-02T07:35:15.192" v="1132" actId="207"/>
          <ac:spMkLst>
            <pc:docMk/>
            <pc:sldMk cId="3355826466" sldId="2147481908"/>
            <ac:spMk id="19" creationId="{5352E5F4-D151-4C3D-9E5F-99A1B7FDF265}"/>
          </ac:spMkLst>
        </pc:spChg>
        <pc:spChg chg="mod">
          <ac:chgData name="박소영 " userId="dc270099-6f2c-44e3-856c-ca44e2079083" providerId="ADAL" clId="{A1995162-DEDE-41D2-B2FC-5648DBA4FA50}" dt="2025-12-02T08:26:06.720" v="1457" actId="20577"/>
          <ac:spMkLst>
            <pc:docMk/>
            <pc:sldMk cId="3355826466" sldId="2147481908"/>
            <ac:spMk id="23" creationId="{02417012-9580-4148-8D51-88FF8C380FC9}"/>
          </ac:spMkLst>
        </pc:spChg>
        <pc:spChg chg="add mod">
          <ac:chgData name="박소영 " userId="dc270099-6f2c-44e3-856c-ca44e2079083" providerId="ADAL" clId="{A1995162-DEDE-41D2-B2FC-5648DBA4FA50}" dt="2025-12-02T07:35:34.597" v="1186" actId="1035"/>
          <ac:spMkLst>
            <pc:docMk/>
            <pc:sldMk cId="3355826466" sldId="2147481908"/>
            <ac:spMk id="25" creationId="{C8DE12DC-233A-4C92-A710-D62A52F714FC}"/>
          </ac:spMkLst>
        </pc:spChg>
        <pc:spChg chg="add mod">
          <ac:chgData name="박소영 " userId="dc270099-6f2c-44e3-856c-ca44e2079083" providerId="ADAL" clId="{A1995162-DEDE-41D2-B2FC-5648DBA4FA50}" dt="2025-12-02T08:26:24.580" v="1478" actId="20577"/>
          <ac:spMkLst>
            <pc:docMk/>
            <pc:sldMk cId="3355826466" sldId="2147481908"/>
            <ac:spMk id="29" creationId="{370BFE1F-97F3-4D49-B90B-F596820374C6}"/>
          </ac:spMkLst>
        </pc:spChg>
        <pc:spChg chg="del">
          <ac:chgData name="박소영 " userId="dc270099-6f2c-44e3-856c-ca44e2079083" providerId="ADAL" clId="{A1995162-DEDE-41D2-B2FC-5648DBA4FA50}" dt="2025-12-02T07:35:27.510" v="1133" actId="478"/>
          <ac:spMkLst>
            <pc:docMk/>
            <pc:sldMk cId="3355826466" sldId="2147481908"/>
            <ac:spMk id="33" creationId="{04852EC2-BA1A-4202-82E4-D0D034EE5822}"/>
          </ac:spMkLst>
        </pc:spChg>
        <pc:graphicFrameChg chg="mod modGraphic">
          <ac:chgData name="박소영 " userId="dc270099-6f2c-44e3-856c-ca44e2079083" providerId="ADAL" clId="{A1995162-DEDE-41D2-B2FC-5648DBA4FA50}" dt="2025-12-03T00:05:25.406" v="1491"/>
          <ac:graphicFrameMkLst>
            <pc:docMk/>
            <pc:sldMk cId="3355826466" sldId="2147481908"/>
            <ac:graphicFrameMk id="22" creationId="{87B4D5F0-BF4D-4C5D-9F6A-CB9792895DFC}"/>
          </ac:graphicFrameMkLst>
        </pc:graphicFrameChg>
        <pc:graphicFrameChg chg="add mod modGraphic">
          <ac:chgData name="박소영 " userId="dc270099-6f2c-44e3-856c-ca44e2079083" providerId="ADAL" clId="{A1995162-DEDE-41D2-B2FC-5648DBA4FA50}" dt="2025-12-02T07:39:55.901" v="1389"/>
          <ac:graphicFrameMkLst>
            <pc:docMk/>
            <pc:sldMk cId="3355826466" sldId="2147481908"/>
            <ac:graphicFrameMk id="28" creationId="{CB7C8ED2-6454-4522-9F1D-79913C2E5AE6}"/>
          </ac:graphicFrameMkLst>
        </pc:graphicFrameChg>
        <pc:graphicFrameChg chg="del">
          <ac:chgData name="박소영 " userId="dc270099-6f2c-44e3-856c-ca44e2079083" providerId="ADAL" clId="{A1995162-DEDE-41D2-B2FC-5648DBA4FA50}" dt="2025-12-02T07:35:27.510" v="1133" actId="478"/>
          <ac:graphicFrameMkLst>
            <pc:docMk/>
            <pc:sldMk cId="3355826466" sldId="2147481908"/>
            <ac:graphicFrameMk id="35" creationId="{9D1F1240-8A40-4222-AAF0-AA118ABF0288}"/>
          </ac:graphicFrameMkLst>
        </pc:graphicFrameChg>
      </pc:sldChg>
      <pc:sldChg chg="modSp">
        <pc:chgData name="박소영 " userId="dc270099-6f2c-44e3-856c-ca44e2079083" providerId="ADAL" clId="{A1995162-DEDE-41D2-B2FC-5648DBA4FA50}" dt="2025-12-02T07:34:50.249" v="1129" actId="20577"/>
        <pc:sldMkLst>
          <pc:docMk/>
          <pc:sldMk cId="1439661179" sldId="2147481935"/>
        </pc:sldMkLst>
        <pc:spChg chg="mod">
          <ac:chgData name="박소영 " userId="dc270099-6f2c-44e3-856c-ca44e2079083" providerId="ADAL" clId="{A1995162-DEDE-41D2-B2FC-5648DBA4FA50}" dt="2025-12-02T07:34:50.249" v="1129" actId="20577"/>
          <ac:spMkLst>
            <pc:docMk/>
            <pc:sldMk cId="1439661179" sldId="2147481935"/>
            <ac:spMk id="22" creationId="{81B17DB2-3DCC-4A8F-9347-F9695BEF8B6D}"/>
          </ac:spMkLst>
        </pc:spChg>
        <pc:graphicFrameChg chg="modGraphic">
          <ac:chgData name="박소영 " userId="dc270099-6f2c-44e3-856c-ca44e2079083" providerId="ADAL" clId="{A1995162-DEDE-41D2-B2FC-5648DBA4FA50}" dt="2025-12-02T07:34:46.424" v="1126" actId="207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</pc:docChg>
  </pc:docChgLst>
  <pc:docChgLst>
    <pc:chgData name="강규택 " userId="0ef37451-361f-489e-8f72-3bb72ffceb72" providerId="ADAL" clId="{B5EA76A8-DC16-4B56-8041-1F6BBAB671CA}"/>
    <pc:docChg chg="custSel modSld">
      <pc:chgData name="강규택 " userId="0ef37451-361f-489e-8f72-3bb72ffceb72" providerId="ADAL" clId="{B5EA76A8-DC16-4B56-8041-1F6BBAB671CA}" dt="2025-11-12T08:06:11.137" v="570" actId="20577"/>
      <pc:docMkLst>
        <pc:docMk/>
      </pc:docMkLst>
      <pc:sldChg chg="modSp">
        <pc:chgData name="강규택 " userId="0ef37451-361f-489e-8f72-3bb72ffceb72" providerId="ADAL" clId="{B5EA76A8-DC16-4B56-8041-1F6BBAB671CA}" dt="2025-11-12T08:06:11.137" v="570" actId="20577"/>
        <pc:sldMkLst>
          <pc:docMk/>
          <pc:sldMk cId="760095899" sldId="2147481914"/>
        </pc:sldMkLst>
        <pc:spChg chg="mod">
          <ac:chgData name="강규택 " userId="0ef37451-361f-489e-8f72-3bb72ffceb72" providerId="ADAL" clId="{B5EA76A8-DC16-4B56-8041-1F6BBAB671CA}" dt="2025-11-12T07:56:09.194" v="143" actId="20577"/>
          <ac:spMkLst>
            <pc:docMk/>
            <pc:sldMk cId="760095899" sldId="2147481914"/>
            <ac:spMk id="18" creationId="{72943F47-EAEA-4391-A2BC-C7C33A8E8CFD}"/>
          </ac:spMkLst>
        </pc:spChg>
        <pc:graphicFrameChg chg="mod modGraphic">
          <ac:chgData name="강규택 " userId="0ef37451-361f-489e-8f72-3bb72ffceb72" providerId="ADAL" clId="{B5EA76A8-DC16-4B56-8041-1F6BBAB671CA}" dt="2025-11-12T08:06:11.137" v="570" actId="20577"/>
          <ac:graphicFrameMkLst>
            <pc:docMk/>
            <pc:sldMk cId="760095899" sldId="2147481914"/>
            <ac:graphicFrameMk id="3" creationId="{3E86696F-E35A-4B06-9B46-63A4A6A986C1}"/>
          </ac:graphicFrameMkLst>
        </pc:graphicFrameChg>
      </pc:sldChg>
      <pc:sldChg chg="modSp">
        <pc:chgData name="강규택 " userId="0ef37451-361f-489e-8f72-3bb72ffceb72" providerId="ADAL" clId="{B5EA76A8-DC16-4B56-8041-1F6BBAB671CA}" dt="2025-11-12T08:03:28.081" v="389" actId="6549"/>
        <pc:sldMkLst>
          <pc:docMk/>
          <pc:sldMk cId="197830340" sldId="2147481920"/>
        </pc:sldMkLst>
        <pc:spChg chg="mod">
          <ac:chgData name="강규택 " userId="0ef37451-361f-489e-8f72-3bb72ffceb72" providerId="ADAL" clId="{B5EA76A8-DC16-4B56-8041-1F6BBAB671CA}" dt="2025-11-12T08:03:28.081" v="389" actId="6549"/>
          <ac:spMkLst>
            <pc:docMk/>
            <pc:sldMk cId="197830340" sldId="2147481920"/>
            <ac:spMk id="11" creationId="{67F1B651-D06A-4EEC-A09C-7F9D9CBFDA37}"/>
          </ac:spMkLst>
        </pc:spChg>
        <pc:graphicFrameChg chg="mod modGraphic">
          <ac:chgData name="강규택 " userId="0ef37451-361f-489e-8f72-3bb72ffceb72" providerId="ADAL" clId="{B5EA76A8-DC16-4B56-8041-1F6BBAB671CA}" dt="2025-11-12T08:03:18.692" v="386" actId="20577"/>
          <ac:graphicFrameMkLst>
            <pc:docMk/>
            <pc:sldMk cId="197830340" sldId="2147481920"/>
            <ac:graphicFrameMk id="3" creationId="{3E86696F-E35A-4B06-9B46-63A4A6A986C1}"/>
          </ac:graphicFrameMkLst>
        </pc:graphicFrameChg>
      </pc:sldChg>
    </pc:docChg>
  </pc:docChgLst>
  <pc:docChgLst>
    <pc:chgData name="안태규(TAEKYU AN)[bigatk]/책임/제조DX.제조DX솔루션.롤맵기술팀" userId="S::bigatk@lgensol.com::dea7995d-94bc-4ef6-a5a4-edf7a1472420" providerId="AD" clId="Web-{C1A3664B-D52E-32A8-C6A0-29DF5181C21D}"/>
    <pc:docChg chg="modSld">
      <pc:chgData name="안태규(TAEKYU AN)[bigatk]/책임/제조DX.제조DX솔루션.롤맵기술팀" userId="S::bigatk@lgensol.com::dea7995d-94bc-4ef6-a5a4-edf7a1472420" providerId="AD" clId="Web-{C1A3664B-D52E-32A8-C6A0-29DF5181C21D}" dt="2025-10-22T05:50:16.348" v="286" actId="20577"/>
      <pc:docMkLst>
        <pc:docMk/>
      </pc:docMkLst>
      <pc:sldChg chg="modSp">
        <pc:chgData name="안태규(TAEKYU AN)[bigatk]/책임/제조DX.제조DX솔루션.롤맵기술팀" userId="S::bigatk@lgensol.com::dea7995d-94bc-4ef6-a5a4-edf7a1472420" providerId="AD" clId="Web-{C1A3664B-D52E-32A8-C6A0-29DF5181C21D}" dt="2025-10-22T03:51:38.904" v="8" actId="20577"/>
        <pc:sldMkLst>
          <pc:docMk/>
          <pc:sldMk cId="3590236053" sldId="2147481921"/>
        </pc:sldMkLst>
        <pc:spChg chg="mod">
          <ac:chgData name="안태규(TAEKYU AN)[bigatk]/책임/제조DX.제조DX솔루션.롤맵기술팀" userId="S::bigatk@lgensol.com::dea7995d-94bc-4ef6-a5a4-edf7a1472420" providerId="AD" clId="Web-{C1A3664B-D52E-32A8-C6A0-29DF5181C21D}" dt="2025-10-22T03:51:38.904" v="8" actId="20577"/>
          <ac:spMkLst>
            <pc:docMk/>
            <pc:sldMk cId="3590236053" sldId="2147481921"/>
            <ac:spMk id="18" creationId="{72943F47-EAEA-4391-A2BC-C7C33A8E8CFD}"/>
          </ac:spMkLst>
        </pc:spChg>
        <pc:graphicFrameChg chg="mod modGraphic">
          <ac:chgData name="안태규(TAEKYU AN)[bigatk]/책임/제조DX.제조DX솔루션.롤맵기술팀" userId="S::bigatk@lgensol.com::dea7995d-94bc-4ef6-a5a4-edf7a1472420" providerId="AD" clId="Web-{C1A3664B-D52E-32A8-C6A0-29DF5181C21D}" dt="2025-10-22T03:51:25.638" v="5"/>
          <ac:graphicFrameMkLst>
            <pc:docMk/>
            <pc:sldMk cId="3590236053" sldId="2147481921"/>
            <ac:graphicFrameMk id="3" creationId="{3E86696F-E35A-4B06-9B46-63A4A6A986C1}"/>
          </ac:graphicFrameMkLst>
        </pc:graphicFrameChg>
      </pc:sldChg>
      <pc:sldChg chg="modSp">
        <pc:chgData name="안태규(TAEKYU AN)[bigatk]/책임/제조DX.제조DX솔루션.롤맵기술팀" userId="S::bigatk@lgensol.com::dea7995d-94bc-4ef6-a5a4-edf7a1472420" providerId="AD" clId="Web-{C1A3664B-D52E-32A8-C6A0-29DF5181C21D}" dt="2025-10-22T05:48:25.800" v="260" actId="20577"/>
        <pc:sldMkLst>
          <pc:docMk/>
          <pc:sldMk cId="3052076470" sldId="2147482071"/>
        </pc:sldMkLst>
        <pc:spChg chg="mod">
          <ac:chgData name="안태규(TAEKYU AN)[bigatk]/책임/제조DX.제조DX솔루션.롤맵기술팀" userId="S::bigatk@lgensol.com::dea7995d-94bc-4ef6-a5a4-edf7a1472420" providerId="AD" clId="Web-{C1A3664B-D52E-32A8-C6A0-29DF5181C21D}" dt="2025-10-22T05:48:25.800" v="260" actId="20577"/>
          <ac:spMkLst>
            <pc:docMk/>
            <pc:sldMk cId="3052076470" sldId="2147482071"/>
            <ac:spMk id="18" creationId="{72943F47-EAEA-4391-A2BC-C7C33A8E8CFD}"/>
          </ac:spMkLst>
        </pc:spChg>
        <pc:graphicFrameChg chg="mod modGraphic">
          <ac:chgData name="안태규(TAEKYU AN)[bigatk]/책임/제조DX.제조DX솔루션.롤맵기술팀" userId="S::bigatk@lgensol.com::dea7995d-94bc-4ef6-a5a4-edf7a1472420" providerId="AD" clId="Web-{C1A3664B-D52E-32A8-C6A0-29DF5181C21D}" dt="2025-10-22T05:48:18.410" v="255"/>
          <ac:graphicFrameMkLst>
            <pc:docMk/>
            <pc:sldMk cId="3052076470" sldId="2147482071"/>
            <ac:graphicFrameMk id="11" creationId="{C66F9B45-D343-4DF8-ABA9-D48571FAC964}"/>
          </ac:graphicFrameMkLst>
        </pc:graphicFrameChg>
      </pc:sldChg>
      <pc:sldChg chg="modSp">
        <pc:chgData name="안태규(TAEKYU AN)[bigatk]/책임/제조DX.제조DX솔루션.롤맵기술팀" userId="S::bigatk@lgensol.com::dea7995d-94bc-4ef6-a5a4-edf7a1472420" providerId="AD" clId="Web-{C1A3664B-D52E-32A8-C6A0-29DF5181C21D}" dt="2025-10-22T05:50:16.348" v="286" actId="20577"/>
        <pc:sldMkLst>
          <pc:docMk/>
          <pc:sldMk cId="1623035640" sldId="2147482093"/>
        </pc:sldMkLst>
        <pc:spChg chg="mod">
          <ac:chgData name="안태규(TAEKYU AN)[bigatk]/책임/제조DX.제조DX솔루션.롤맵기술팀" userId="S::bigatk@lgensol.com::dea7995d-94bc-4ef6-a5a4-edf7a1472420" providerId="AD" clId="Web-{C1A3664B-D52E-32A8-C6A0-29DF5181C21D}" dt="2025-10-22T05:50:16.348" v="286" actId="20577"/>
          <ac:spMkLst>
            <pc:docMk/>
            <pc:sldMk cId="1623035640" sldId="2147482093"/>
            <ac:spMk id="18" creationId="{A7F473DF-C875-A323-6679-F5CA881CD9C4}"/>
          </ac:spMkLst>
        </pc:spChg>
        <pc:graphicFrameChg chg="mod modGraphic">
          <ac:chgData name="안태규(TAEKYU AN)[bigatk]/책임/제조DX.제조DX솔루션.롤맵기술팀" userId="S::bigatk@lgensol.com::dea7995d-94bc-4ef6-a5a4-edf7a1472420" providerId="AD" clId="Web-{C1A3664B-D52E-32A8-C6A0-29DF5181C21D}" dt="2025-10-22T05:50:00.130" v="278"/>
          <ac:graphicFrameMkLst>
            <pc:docMk/>
            <pc:sldMk cId="1623035640" sldId="2147482093"/>
            <ac:graphicFrameMk id="3" creationId="{688BD945-555D-E069-F619-02973A6A481F}"/>
          </ac:graphicFrameMkLst>
        </pc:graphicFrameChg>
      </pc:sldChg>
      <pc:sldChg chg="modSp">
        <pc:chgData name="안태규(TAEKYU AN)[bigatk]/책임/제조DX.제조DX솔루션.롤맵기술팀" userId="S::bigatk@lgensol.com::dea7995d-94bc-4ef6-a5a4-edf7a1472420" providerId="AD" clId="Web-{C1A3664B-D52E-32A8-C6A0-29DF5181C21D}" dt="2025-10-22T03:54:50.829" v="97" actId="20577"/>
        <pc:sldMkLst>
          <pc:docMk/>
          <pc:sldMk cId="1159326832" sldId="2147482102"/>
        </pc:sldMkLst>
        <pc:spChg chg="mod">
          <ac:chgData name="안태규(TAEKYU AN)[bigatk]/책임/제조DX.제조DX솔루션.롤맵기술팀" userId="S::bigatk@lgensol.com::dea7995d-94bc-4ef6-a5a4-edf7a1472420" providerId="AD" clId="Web-{C1A3664B-D52E-32A8-C6A0-29DF5181C21D}" dt="2025-10-22T03:54:50.829" v="97" actId="20577"/>
          <ac:spMkLst>
            <pc:docMk/>
            <pc:sldMk cId="1159326832" sldId="2147482102"/>
            <ac:spMk id="18" creationId="{1891B744-4803-4B69-1352-A6C4DA4EEE93}"/>
          </ac:spMkLst>
        </pc:spChg>
        <pc:graphicFrameChg chg="mod modGraphic">
          <ac:chgData name="안태규(TAEKYU AN)[bigatk]/책임/제조DX.제조DX솔루션.롤맵기술팀" userId="S::bigatk@lgensol.com::dea7995d-94bc-4ef6-a5a4-edf7a1472420" providerId="AD" clId="Web-{C1A3664B-D52E-32A8-C6A0-29DF5181C21D}" dt="2025-10-22T03:54:44.626" v="92"/>
          <ac:graphicFrameMkLst>
            <pc:docMk/>
            <pc:sldMk cId="1159326832" sldId="2147482102"/>
            <ac:graphicFrameMk id="3" creationId="{FD6B18E8-DEC2-01A8-175D-70F1A4B3682F}"/>
          </ac:graphicFrameMkLst>
        </pc:graphicFrameChg>
      </pc:sldChg>
    </pc:docChg>
  </pc:docChgLst>
  <pc:docChgLst>
    <pc:chgData name="박영헌(YEONGHEON PARK)[heny611]/선임/제조DX.제조DX솔루션.셀추적기술팀" userId="7ee3e3b4-d5a5-4456-8b15-18422cf3fd5b" providerId="ADAL" clId="{F5A9CBC2-AB6C-4868-8709-B8550F320438}"/>
    <pc:docChg chg="custSel addSld delSld modSld modSection">
      <pc:chgData name="박영헌(YEONGHEON PARK)[heny611]/선임/제조DX.제조DX솔루션.셀추적기술팀" userId="7ee3e3b4-d5a5-4456-8b15-18422cf3fd5b" providerId="ADAL" clId="{F5A9CBC2-AB6C-4868-8709-B8550F320438}" dt="2025-10-28T06:09:08.708" v="16" actId="47"/>
      <pc:docMkLst>
        <pc:docMk/>
      </pc:docMkLst>
    </pc:docChg>
  </pc:docChgLst>
  <pc:docChgLst>
    <pc:chgData name="최성민(SEONGMIN CHOI)[choi.sm]/책임/제조DX.제조DX솔루션.셀추적기술팀" userId="07d78882-1949-43a5-b27f-5851f4ea844b" providerId="ADAL" clId="{2AC7C514-F87C-431C-9A84-BF622A7C24E4}"/>
    <pc:docChg chg="custSel modSld">
      <pc:chgData name="최성민(SEONGMIN CHOI)[choi.sm]/책임/제조DX.제조DX솔루션.셀추적기술팀" userId="07d78882-1949-43a5-b27f-5851f4ea844b" providerId="ADAL" clId="{2AC7C514-F87C-431C-9A84-BF622A7C24E4}" dt="2025-10-29T06:09:07.878" v="2559" actId="20577"/>
      <pc:docMkLst>
        <pc:docMk/>
      </pc:docMkLst>
      <pc:sldChg chg="modSp mod">
        <pc:chgData name="최성민(SEONGMIN CHOI)[choi.sm]/책임/제조DX.제조DX솔루션.셀추적기술팀" userId="07d78882-1949-43a5-b27f-5851f4ea844b" providerId="ADAL" clId="{2AC7C514-F87C-431C-9A84-BF622A7C24E4}" dt="2025-10-28T04:49:05.886" v="204" actId="20577"/>
        <pc:sldMkLst>
          <pc:docMk/>
          <pc:sldMk cId="3247425241" sldId="2209"/>
        </pc:sldMkLst>
        <pc:spChg chg="mod">
          <ac:chgData name="최성민(SEONGMIN CHOI)[choi.sm]/책임/제조DX.제조DX솔루션.셀추적기술팀" userId="07d78882-1949-43a5-b27f-5851f4ea844b" providerId="ADAL" clId="{2AC7C514-F87C-431C-9A84-BF622A7C24E4}" dt="2025-10-28T04:48:27.906" v="193" actId="20577"/>
          <ac:spMkLst>
            <pc:docMk/>
            <pc:sldMk cId="3247425241" sldId="2209"/>
            <ac:spMk id="13" creationId="{F31D3F01-C2A3-4167-99AE-5DFFB76739EF}"/>
          </ac:spMkLst>
        </pc:spChg>
        <pc:graphicFrameChg chg="mod modGraphic">
          <ac:chgData name="최성민(SEONGMIN CHOI)[choi.sm]/책임/제조DX.제조DX솔루션.셀추적기술팀" userId="07d78882-1949-43a5-b27f-5851f4ea844b" providerId="ADAL" clId="{2AC7C514-F87C-431C-9A84-BF622A7C24E4}" dt="2025-10-28T04:49:05.886" v="204" actId="20577"/>
          <ac:graphicFrameMkLst>
            <pc:docMk/>
            <pc:sldMk cId="3247425241" sldId="2209"/>
            <ac:graphicFrameMk id="10" creationId="{3D87BC00-A29B-4E58-92C4-9B66C49D399C}"/>
          </ac:graphicFrameMkLst>
        </pc:graphicFrameChg>
      </pc:sldChg>
      <pc:sldChg chg="delSp modSp mod">
        <pc:chgData name="최성민(SEONGMIN CHOI)[choi.sm]/책임/제조DX.제조DX솔루션.셀추적기술팀" userId="07d78882-1949-43a5-b27f-5851f4ea844b" providerId="ADAL" clId="{2AC7C514-F87C-431C-9A84-BF622A7C24E4}" dt="2025-10-29T06:09:07.878" v="2559" actId="20577"/>
        <pc:sldMkLst>
          <pc:docMk/>
          <pc:sldMk cId="2458212547" sldId="2147481747"/>
        </pc:sldMkLst>
        <pc:spChg chg="mod">
          <ac:chgData name="최성민(SEONGMIN CHOI)[choi.sm]/책임/제조DX.제조DX솔루션.셀추적기술팀" userId="07d78882-1949-43a5-b27f-5851f4ea844b" providerId="ADAL" clId="{2AC7C514-F87C-431C-9A84-BF622A7C24E4}" dt="2025-10-28T05:03:30.598" v="377" actId="20577"/>
          <ac:spMkLst>
            <pc:docMk/>
            <pc:sldMk cId="2458212547" sldId="2147481747"/>
            <ac:spMk id="19" creationId="{ADF5974A-A7FA-4655-ABC5-EE48FEFF31B0}"/>
          </ac:spMkLst>
        </pc:spChg>
        <pc:spChg chg="mod">
          <ac:chgData name="최성민(SEONGMIN CHOI)[choi.sm]/책임/제조DX.제조DX솔루션.셀추적기술팀" userId="07d78882-1949-43a5-b27f-5851f4ea844b" providerId="ADAL" clId="{2AC7C514-F87C-431C-9A84-BF622A7C24E4}" dt="2025-10-29T06:09:07.878" v="2559" actId="20577"/>
          <ac:spMkLst>
            <pc:docMk/>
            <pc:sldMk cId="2458212547" sldId="2147481747"/>
            <ac:spMk id="21" creationId="{4C3181BD-8769-4C0D-8973-C9F2BE0DC598}"/>
          </ac:spMkLst>
        </pc:spChg>
        <pc:graphicFrameChg chg="modGraphic">
          <ac:chgData name="최성민(SEONGMIN CHOI)[choi.sm]/책임/제조DX.제조DX솔루션.셀추적기술팀" userId="07d78882-1949-43a5-b27f-5851f4ea844b" providerId="ADAL" clId="{2AC7C514-F87C-431C-9A84-BF622A7C24E4}" dt="2025-10-28T05:39:40.591" v="1850" actId="20577"/>
          <ac:graphicFrameMkLst>
            <pc:docMk/>
            <pc:sldMk cId="2458212547" sldId="2147481747"/>
            <ac:graphicFrameMk id="39" creationId="{286EDF74-AECA-43E7-9D66-390717A56BAA}"/>
          </ac:graphicFrameMkLst>
        </pc:graphicFrameChg>
      </pc:sldChg>
    </pc:docChg>
  </pc:docChgLst>
  <pc:docChgLst>
    <pc:chgData name="박태욱(TAEWOOK PARK)[ptw0425]/선임/제조DX.제조DX솔루션.데이터통합분석팀" userId="18db157e-00fe-4d5a-8b38-02cf359aca36" providerId="ADAL" clId="{9233A109-A13F-4765-BF60-C8E27B8C9DF3}"/>
    <pc:docChg chg="undo custSel modSld">
      <pc:chgData name="박태욱(TAEWOOK PARK)[ptw0425]/선임/제조DX.제조DX솔루션.데이터통합분석팀" userId="18db157e-00fe-4d5a-8b38-02cf359aca36" providerId="ADAL" clId="{9233A109-A13F-4765-BF60-C8E27B8C9DF3}" dt="2025-11-05T12:09:18.991" v="5222"/>
      <pc:docMkLst>
        <pc:docMk/>
      </pc:docMkLst>
      <pc:sldChg chg="modSp">
        <pc:chgData name="박태욱(TAEWOOK PARK)[ptw0425]/선임/제조DX.제조DX솔루션.데이터통합분석팀" userId="18db157e-00fe-4d5a-8b38-02cf359aca36" providerId="ADAL" clId="{9233A109-A13F-4765-BF60-C8E27B8C9DF3}" dt="2025-11-04T09:52:42.080" v="3582"/>
        <pc:sldMkLst>
          <pc:docMk/>
          <pc:sldMk cId="3942421698" sldId="2147481945"/>
        </pc:sldMkLst>
        <pc:spChg chg="mod">
          <ac:chgData name="박태욱(TAEWOOK PARK)[ptw0425]/선임/제조DX.제조DX솔루션.데이터통합분석팀" userId="18db157e-00fe-4d5a-8b38-02cf359aca36" providerId="ADAL" clId="{9233A109-A13F-4765-BF60-C8E27B8C9DF3}" dt="2025-11-04T07:57:22.969" v="1413" actId="20577"/>
          <ac:spMkLst>
            <pc:docMk/>
            <pc:sldMk cId="3942421698" sldId="2147481945"/>
            <ac:spMk id="12" creationId="{701DBD41-0962-47BC-BF85-0E3D71312932}"/>
          </ac:spMkLst>
        </pc:spChg>
        <pc:spChg chg="mod">
          <ac:chgData name="박태욱(TAEWOOK PARK)[ptw0425]/선임/제조DX.제조DX솔루션.데이터통합분석팀" userId="18db157e-00fe-4d5a-8b38-02cf359aca36" providerId="ADAL" clId="{9233A109-A13F-4765-BF60-C8E27B8C9DF3}" dt="2025-11-04T09:52:24.622" v="3570" actId="207"/>
          <ac:spMkLst>
            <pc:docMk/>
            <pc:sldMk cId="3942421698" sldId="2147481945"/>
            <ac:spMk id="206" creationId="{ACFDFB86-7559-4A05-960F-CF25959572A1}"/>
          </ac:spMkLst>
        </pc:spChg>
        <pc:spChg chg="mod">
          <ac:chgData name="박태욱(TAEWOOK PARK)[ptw0425]/선임/제조DX.제조DX솔루션.데이터통합분석팀" userId="18db157e-00fe-4d5a-8b38-02cf359aca36" providerId="ADAL" clId="{9233A109-A13F-4765-BF60-C8E27B8C9DF3}" dt="2025-11-04T09:52:24.622" v="3570" actId="207"/>
          <ac:spMkLst>
            <pc:docMk/>
            <pc:sldMk cId="3942421698" sldId="2147481945"/>
            <ac:spMk id="207" creationId="{4FFF88C8-2F81-4E72-A301-0C2B5334B8B8}"/>
          </ac:spMkLst>
        </pc:spChg>
        <pc:grpChg chg="mod">
          <ac:chgData name="박태욱(TAEWOOK PARK)[ptw0425]/선임/제조DX.제조DX솔루션.데이터통합분석팀" userId="18db157e-00fe-4d5a-8b38-02cf359aca36" providerId="ADAL" clId="{9233A109-A13F-4765-BF60-C8E27B8C9DF3}" dt="2025-11-04T06:54:03.887" v="31" actId="1038"/>
          <ac:grpSpMkLst>
            <pc:docMk/>
            <pc:sldMk cId="3942421698" sldId="2147481945"/>
            <ac:grpSpMk id="184" creationId="{F2DFE0D2-4F6C-46A6-B88F-2B35BDDDA18E}"/>
          </ac:grpSpMkLst>
        </pc:grpChg>
        <pc:graphicFrameChg chg="mod modGraphic">
          <ac:chgData name="박태욱(TAEWOOK PARK)[ptw0425]/선임/제조DX.제조DX솔루션.데이터통합분석팀" userId="18db157e-00fe-4d5a-8b38-02cf359aca36" providerId="ADAL" clId="{9233A109-A13F-4765-BF60-C8E27B8C9DF3}" dt="2025-11-04T09:52:42.080" v="3582"/>
          <ac:graphicFrameMkLst>
            <pc:docMk/>
            <pc:sldMk cId="3942421698" sldId="2147481945"/>
            <ac:graphicFrameMk id="19" creationId="{3E86696F-E35A-4B06-9B46-63A4A6A986C1}"/>
          </ac:graphicFrameMkLst>
        </pc:graphicFrameChg>
        <pc:graphicFrameChg chg="modGraphic">
          <ac:chgData name="박태욱(TAEWOOK PARK)[ptw0425]/선임/제조DX.제조DX솔루션.데이터통합분석팀" userId="18db157e-00fe-4d5a-8b38-02cf359aca36" providerId="ADAL" clId="{9233A109-A13F-4765-BF60-C8E27B8C9DF3}" dt="2025-11-04T09:52:19.331" v="3569" actId="207"/>
          <ac:graphicFrameMkLst>
            <pc:docMk/>
            <pc:sldMk cId="3942421698" sldId="2147481945"/>
            <ac:graphicFrameMk id="194" creationId="{EF584CD6-CEC7-4651-BA19-6526E7899803}"/>
          </ac:graphicFrameMkLst>
        </pc:graphicFrameChg>
      </pc:sldChg>
      <pc:sldChg chg="addSp delSp modSp">
        <pc:chgData name="박태욱(TAEWOOK PARK)[ptw0425]/선임/제조DX.제조DX솔루션.데이터통합분석팀" userId="18db157e-00fe-4d5a-8b38-02cf359aca36" providerId="ADAL" clId="{9233A109-A13F-4765-BF60-C8E27B8C9DF3}" dt="2025-11-05T12:09:18.991" v="5222"/>
        <pc:sldMkLst>
          <pc:docMk/>
          <pc:sldMk cId="1581856275" sldId="2147482000"/>
        </pc:sldMkLst>
        <pc:spChg chg="mod">
          <ac:chgData name="박태욱(TAEWOOK PARK)[ptw0425]/선임/제조DX.제조DX솔루션.데이터통합분석팀" userId="18db157e-00fe-4d5a-8b38-02cf359aca36" providerId="ADAL" clId="{9233A109-A13F-4765-BF60-C8E27B8C9DF3}" dt="2025-11-04T07:57:18.860" v="1411" actId="20577"/>
          <ac:spMkLst>
            <pc:docMk/>
            <pc:sldMk cId="1581856275" sldId="2147482000"/>
            <ac:spMk id="12" creationId="{7FB6881A-B9CA-FAA9-B570-5210A8A2FFCF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08:33:45.741" v="1560" actId="20577"/>
          <ac:spMkLst>
            <pc:docMk/>
            <pc:sldMk cId="1581856275" sldId="2147482000"/>
            <ac:spMk id="24" creationId="{48A2806F-1558-4FE0-9EEF-3F4C82EBF8C2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08:32:37.648" v="1514" actId="1076"/>
          <ac:spMkLst>
            <pc:docMk/>
            <pc:sldMk cId="1581856275" sldId="2147482000"/>
            <ac:spMk id="26" creationId="{A23EE23F-C7AB-4ABF-A9F5-BDC418CBE301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08:32:46.569" v="1526"/>
          <ac:spMkLst>
            <pc:docMk/>
            <pc:sldMk cId="1581856275" sldId="2147482000"/>
            <ac:spMk id="27" creationId="{A1540208-2844-44A0-A1A3-AD24AE285D93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08:00:24.016" v="1443" actId="1076"/>
          <ac:spMkLst>
            <pc:docMk/>
            <pc:sldMk cId="1581856275" sldId="2147482000"/>
            <ac:spMk id="29" creationId="{36761B3B-78ED-40A0-8329-CF91758A67DC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08:00:26.298" v="1444" actId="1076"/>
          <ac:spMkLst>
            <pc:docMk/>
            <pc:sldMk cId="1581856275" sldId="2147482000"/>
            <ac:spMk id="30" creationId="{C8C31A88-6498-49A0-89A8-34ECDC5D9E8C}"/>
          </ac:spMkLst>
        </pc:spChg>
        <pc:spChg chg="add mod">
          <ac:chgData name="박태욱(TAEWOOK PARK)[ptw0425]/선임/제조DX.제조DX솔루션.데이터통합분석팀" userId="18db157e-00fe-4d5a-8b38-02cf359aca36" providerId="ADAL" clId="{9233A109-A13F-4765-BF60-C8E27B8C9DF3}" dt="2025-11-04T08:32:52.851" v="1540" actId="1037"/>
          <ac:spMkLst>
            <pc:docMk/>
            <pc:sldMk cId="1581856275" sldId="2147482000"/>
            <ac:spMk id="32" creationId="{93DBA5BF-5268-468B-939A-6341D8ACB18F}"/>
          </ac:spMkLst>
        </pc:spChg>
        <pc:spChg chg="add mod">
          <ac:chgData name="박태욱(TAEWOOK PARK)[ptw0425]/선임/제조DX.제조DX솔루션.데이터통합분석팀" userId="18db157e-00fe-4d5a-8b38-02cf359aca36" providerId="ADAL" clId="{9233A109-A13F-4765-BF60-C8E27B8C9DF3}" dt="2025-11-04T08:33:38.241" v="1559" actId="1076"/>
          <ac:spMkLst>
            <pc:docMk/>
            <pc:sldMk cId="1581856275" sldId="2147482000"/>
            <ac:spMk id="35" creationId="{344DB16E-1572-4B7E-9DCE-055AE74FC54D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08:00:37.485" v="1451" actId="1076"/>
          <ac:spMkLst>
            <pc:docMk/>
            <pc:sldMk cId="1581856275" sldId="2147482000"/>
            <ac:spMk id="39" creationId="{495690E6-6FAA-4F8A-8397-367245662C0A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08:00:34.048" v="1450" actId="1037"/>
          <ac:spMkLst>
            <pc:docMk/>
            <pc:sldMk cId="1581856275" sldId="2147482000"/>
            <ac:spMk id="44" creationId="{A3DE7522-1E57-487E-BEC9-27DB7BC2D936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08:33:24.709" v="1542" actId="1076"/>
          <ac:spMkLst>
            <pc:docMk/>
            <pc:sldMk cId="1581856275" sldId="2147482000"/>
            <ac:spMk id="46" creationId="{8A5F2874-381D-4D1F-8374-263825DEA72A}"/>
          </ac:spMkLst>
        </pc:spChg>
        <pc:graphicFrameChg chg="mod modGraphic">
          <ac:chgData name="박태욱(TAEWOOK PARK)[ptw0425]/선임/제조DX.제조DX솔루션.데이터통합분석팀" userId="18db157e-00fe-4d5a-8b38-02cf359aca36" providerId="ADAL" clId="{9233A109-A13F-4765-BF60-C8E27B8C9DF3}" dt="2025-11-05T12:09:18.991" v="5222"/>
          <ac:graphicFrameMkLst>
            <pc:docMk/>
            <pc:sldMk cId="1581856275" sldId="2147482000"/>
            <ac:graphicFrameMk id="19" creationId="{4485889C-7C23-1E44-3F44-63DAC7688EA0}"/>
          </ac:graphicFrameMkLst>
        </pc:graphicFrameChg>
      </pc:sldChg>
      <pc:sldChg chg="addSp delSp modSp">
        <pc:chgData name="박태욱(TAEWOOK PARK)[ptw0425]/선임/제조DX.제조DX솔루션.데이터통합분석팀" userId="18db157e-00fe-4d5a-8b38-02cf359aca36" providerId="ADAL" clId="{9233A109-A13F-4765-BF60-C8E27B8C9DF3}" dt="2025-11-04T10:11:35.581" v="3720" actId="207"/>
        <pc:sldMkLst>
          <pc:docMk/>
          <pc:sldMk cId="918579543" sldId="2147482001"/>
        </pc:sldMkLst>
        <pc:spChg chg="mod">
          <ac:chgData name="박태욱(TAEWOOK PARK)[ptw0425]/선임/제조DX.제조DX솔루션.데이터통합분석팀" userId="18db157e-00fe-4d5a-8b38-02cf359aca36" providerId="ADAL" clId="{9233A109-A13F-4765-BF60-C8E27B8C9DF3}" dt="2025-11-04T08:39:46.147" v="2149" actId="20577"/>
          <ac:spMkLst>
            <pc:docMk/>
            <pc:sldMk cId="918579543" sldId="2147482001"/>
            <ac:spMk id="12" creationId="{17B4C47B-4276-802F-F579-F1CE154A1A37}"/>
          </ac:spMkLst>
        </pc:spChg>
        <pc:spChg chg="mod">
          <ac:chgData name="박태욱(TAEWOOK PARK)[ptw0425]/선임/제조DX.제조DX솔루션.데이터통합분석팀" userId="18db157e-00fe-4d5a-8b38-02cf359aca36" providerId="ADAL" clId="{9233A109-A13F-4765-BF60-C8E27B8C9DF3}" dt="2025-11-04T08:44:56.940" v="2390" actId="20577"/>
          <ac:spMkLst>
            <pc:docMk/>
            <pc:sldMk cId="918579543" sldId="2147482001"/>
            <ac:spMk id="35" creationId="{4E7308BF-6130-4AC5-AB24-D49591A00832}"/>
          </ac:spMkLst>
        </pc:spChg>
        <pc:spChg chg="add mod">
          <ac:chgData name="박태욱(TAEWOOK PARK)[ptw0425]/선임/제조DX.제조DX솔루션.데이터통합분석팀" userId="18db157e-00fe-4d5a-8b38-02cf359aca36" providerId="ADAL" clId="{9233A109-A13F-4765-BF60-C8E27B8C9DF3}" dt="2025-11-04T08:42:09.589" v="2210" actId="1076"/>
          <ac:spMkLst>
            <pc:docMk/>
            <pc:sldMk cId="918579543" sldId="2147482001"/>
            <ac:spMk id="37" creationId="{45D2F8A5-BBB0-4490-A581-924367287AE6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08:42:36.884" v="2231" actId="20577"/>
          <ac:spMkLst>
            <pc:docMk/>
            <pc:sldMk cId="918579543" sldId="2147482001"/>
            <ac:spMk id="43" creationId="{F9BA1199-EB53-4544-90C7-8BDEA060AE60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08:41:38.462" v="2193" actId="1035"/>
          <ac:spMkLst>
            <pc:docMk/>
            <pc:sldMk cId="918579543" sldId="2147482001"/>
            <ac:spMk id="45" creationId="{44697768-3D29-4A79-9AD4-C8A51F8F1D96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08:41:46.384" v="2202" actId="1038"/>
          <ac:spMkLst>
            <pc:docMk/>
            <pc:sldMk cId="918579543" sldId="2147482001"/>
            <ac:spMk id="46" creationId="{34205675-6EEB-4FFD-9D6D-B23FB62EC743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08:41:43.305" v="2194" actId="1076"/>
          <ac:spMkLst>
            <pc:docMk/>
            <pc:sldMk cId="918579543" sldId="2147482001"/>
            <ac:spMk id="47" creationId="{79FAA8FC-410A-41AC-BECB-FB0432D678BF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08:41:27.913" v="2185" actId="1076"/>
          <ac:spMkLst>
            <pc:docMk/>
            <pc:sldMk cId="918579543" sldId="2147482001"/>
            <ac:spMk id="48" creationId="{33973CAD-DDAC-4604-81FA-590943BA2275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08:41:33.493" v="2189" actId="1038"/>
          <ac:spMkLst>
            <pc:docMk/>
            <pc:sldMk cId="918579543" sldId="2147482001"/>
            <ac:spMk id="49" creationId="{D156E2AD-028C-4692-9026-F98F2A092F83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08:41:54.009" v="2208" actId="1037"/>
          <ac:spMkLst>
            <pc:docMk/>
            <pc:sldMk cId="918579543" sldId="2147482001"/>
            <ac:spMk id="50" creationId="{29E349DB-5FC0-48AA-A22E-8771F6065C64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08:41:10.727" v="2180" actId="1076"/>
          <ac:spMkLst>
            <pc:docMk/>
            <pc:sldMk cId="918579543" sldId="2147482001"/>
            <ac:spMk id="51" creationId="{C691C771-74D3-4FDB-B8A1-2CB761129A77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08:42:18.477" v="2224" actId="1038"/>
          <ac:spMkLst>
            <pc:docMk/>
            <pc:sldMk cId="918579543" sldId="2147482001"/>
            <ac:spMk id="52" creationId="{72B65627-7369-4493-B87D-7F3977F8C950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08:42:18.477" v="2224" actId="1038"/>
          <ac:spMkLst>
            <pc:docMk/>
            <pc:sldMk cId="918579543" sldId="2147482001"/>
            <ac:spMk id="53" creationId="{D3196CEA-3F53-444A-BB84-73D29C2A68E2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08:41:37.165" v="2191" actId="1035"/>
          <ac:spMkLst>
            <pc:docMk/>
            <pc:sldMk cId="918579543" sldId="2147482001"/>
            <ac:spMk id="64" creationId="{A8ED6EE5-7641-4AC1-958B-035CC71A6034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08:42:22.743" v="2225" actId="1076"/>
          <ac:spMkLst>
            <pc:docMk/>
            <pc:sldMk cId="918579543" sldId="2147482001"/>
            <ac:spMk id="66" creationId="{45E2C634-7E61-4B42-B195-E5297334104B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08:42:25.212" v="2226" actId="1076"/>
          <ac:spMkLst>
            <pc:docMk/>
            <pc:sldMk cId="918579543" sldId="2147482001"/>
            <ac:spMk id="67" creationId="{21E9C3F6-7133-4879-84C4-F24B6A17FD40}"/>
          </ac:spMkLst>
        </pc:spChg>
        <pc:graphicFrameChg chg="mod modGraphic">
          <ac:chgData name="박태욱(TAEWOOK PARK)[ptw0425]/선임/제조DX.제조DX솔루션.데이터통합분석팀" userId="18db157e-00fe-4d5a-8b38-02cf359aca36" providerId="ADAL" clId="{9233A109-A13F-4765-BF60-C8E27B8C9DF3}" dt="2025-11-04T10:11:35.581" v="3720" actId="207"/>
          <ac:graphicFrameMkLst>
            <pc:docMk/>
            <pc:sldMk cId="918579543" sldId="2147482001"/>
            <ac:graphicFrameMk id="19" creationId="{74A97E53-4B3E-7B1D-6455-30F66AF12773}"/>
          </ac:graphicFrameMkLst>
        </pc:graphicFrameChg>
        <pc:graphicFrameChg chg="mod modGraphic">
          <ac:chgData name="박태욱(TAEWOOK PARK)[ptw0425]/선임/제조DX.제조DX솔루션.데이터통합분석팀" userId="18db157e-00fe-4d5a-8b38-02cf359aca36" providerId="ADAL" clId="{9233A109-A13F-4765-BF60-C8E27B8C9DF3}" dt="2025-11-04T08:45:42.134" v="2450" actId="947"/>
          <ac:graphicFrameMkLst>
            <pc:docMk/>
            <pc:sldMk cId="918579543" sldId="2147482001"/>
            <ac:graphicFrameMk id="38" creationId="{BE9908DE-ED09-43DE-BF4F-8EA7FCBF34B3}"/>
          </ac:graphicFrameMkLst>
        </pc:graphicFrameChg>
        <pc:picChg chg="add mod">
          <ac:chgData name="박태욱(TAEWOOK PARK)[ptw0425]/선임/제조DX.제조DX솔루션.데이터통합분석팀" userId="18db157e-00fe-4d5a-8b38-02cf359aca36" providerId="ADAL" clId="{9233A109-A13F-4765-BF60-C8E27B8C9DF3}" dt="2025-11-04T08:41:05.915" v="2179" actId="1035"/>
          <ac:picMkLst>
            <pc:docMk/>
            <pc:sldMk cId="918579543" sldId="2147482001"/>
            <ac:picMk id="4" creationId="{8001603E-A290-4CB6-AC46-6162176395C4}"/>
          </ac:picMkLst>
        </pc:picChg>
      </pc:sldChg>
      <pc:sldChg chg="addSp delSp modSp">
        <pc:chgData name="박태욱(TAEWOOK PARK)[ptw0425]/선임/제조DX.제조DX솔루션.데이터통합분석팀" userId="18db157e-00fe-4d5a-8b38-02cf359aca36" providerId="ADAL" clId="{9233A109-A13F-4765-BF60-C8E27B8C9DF3}" dt="2025-11-04T10:11:29.110" v="3719" actId="1076"/>
        <pc:sldMkLst>
          <pc:docMk/>
          <pc:sldMk cId="312166392" sldId="2147482002"/>
        </pc:sldMkLst>
        <pc:spChg chg="mod">
          <ac:chgData name="박태욱(TAEWOOK PARK)[ptw0425]/선임/제조DX.제조DX솔루션.데이터통합분석팀" userId="18db157e-00fe-4d5a-8b38-02cf359aca36" providerId="ADAL" clId="{9233A109-A13F-4765-BF60-C8E27B8C9DF3}" dt="2025-11-04T08:57:08.339" v="3114" actId="20577"/>
          <ac:spMkLst>
            <pc:docMk/>
            <pc:sldMk cId="312166392" sldId="2147482002"/>
            <ac:spMk id="12" creationId="{19633123-6446-353B-C876-F791027DDDCD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10:11:19.650" v="3717" actId="1035"/>
          <ac:spMkLst>
            <pc:docMk/>
            <pc:sldMk cId="312166392" sldId="2147482002"/>
            <ac:spMk id="26" creationId="{E3C769AB-2D27-4FCC-9CEA-0BAC3D918831}"/>
          </ac:spMkLst>
        </pc:spChg>
        <pc:spChg chg="mod">
          <ac:chgData name="박태욱(TAEWOOK PARK)[ptw0425]/선임/제조DX.제조DX솔루션.데이터통합분석팀" userId="18db157e-00fe-4d5a-8b38-02cf359aca36" providerId="ADAL" clId="{9233A109-A13F-4765-BF60-C8E27B8C9DF3}" dt="2025-11-04T10:11:13.847" v="3708" actId="1036"/>
          <ac:spMkLst>
            <pc:docMk/>
            <pc:sldMk cId="312166392" sldId="2147482002"/>
            <ac:spMk id="27" creationId="{B6A8BBAB-5653-48FE-8819-DADF4B70F57D}"/>
          </ac:spMkLst>
        </pc:spChg>
        <pc:spChg chg="add mod">
          <ac:chgData name="박태욱(TAEWOOK PARK)[ptw0425]/선임/제조DX.제조DX솔루션.데이터통합분석팀" userId="18db157e-00fe-4d5a-8b38-02cf359aca36" providerId="ADAL" clId="{9233A109-A13F-4765-BF60-C8E27B8C9DF3}" dt="2025-11-04T10:11:19.650" v="3717" actId="1035"/>
          <ac:spMkLst>
            <pc:docMk/>
            <pc:sldMk cId="312166392" sldId="2147482002"/>
            <ac:spMk id="29" creationId="{8A5BE810-3D84-4FEC-9B95-82791A8BCB43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10:11:19.650" v="3717" actId="1035"/>
          <ac:spMkLst>
            <pc:docMk/>
            <pc:sldMk cId="312166392" sldId="2147482002"/>
            <ac:spMk id="39" creationId="{02D21486-C6F4-40F7-9985-058EF1BFC7DF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10:11:19.650" v="3717" actId="1035"/>
          <ac:spMkLst>
            <pc:docMk/>
            <pc:sldMk cId="312166392" sldId="2147482002"/>
            <ac:spMk id="45" creationId="{812D0328-CADA-422D-9A82-99CBFFA5D4AB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10:11:19.650" v="3717" actId="1035"/>
          <ac:spMkLst>
            <pc:docMk/>
            <pc:sldMk cId="312166392" sldId="2147482002"/>
            <ac:spMk id="46" creationId="{997ADC17-4579-416F-82BC-E915E5DE6166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10:11:19.650" v="3717" actId="1035"/>
          <ac:spMkLst>
            <pc:docMk/>
            <pc:sldMk cId="312166392" sldId="2147482002"/>
            <ac:spMk id="47" creationId="{67F9B96C-26F6-41FF-88EB-78DAD2F00133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10:11:19.650" v="3717" actId="1035"/>
          <ac:spMkLst>
            <pc:docMk/>
            <pc:sldMk cId="312166392" sldId="2147482002"/>
            <ac:spMk id="48" creationId="{4F76E618-81BE-402C-8B1F-99E17332DE9F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10:11:19.650" v="3717" actId="1035"/>
          <ac:spMkLst>
            <pc:docMk/>
            <pc:sldMk cId="312166392" sldId="2147482002"/>
            <ac:spMk id="49" creationId="{5253611E-91CE-41D6-BAC9-7E1CCF9FC5BF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10:11:19.650" v="3717" actId="1035"/>
          <ac:spMkLst>
            <pc:docMk/>
            <pc:sldMk cId="312166392" sldId="2147482002"/>
            <ac:spMk id="50" creationId="{35FADD7C-FBB2-4460-AB22-4C95C715FA94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10:11:19.650" v="3717" actId="1035"/>
          <ac:spMkLst>
            <pc:docMk/>
            <pc:sldMk cId="312166392" sldId="2147482002"/>
            <ac:spMk id="51" creationId="{456DCBD2-DBA6-49A1-9E16-AB4F1A90BCCF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10:11:19.650" v="3717" actId="1035"/>
          <ac:spMkLst>
            <pc:docMk/>
            <pc:sldMk cId="312166392" sldId="2147482002"/>
            <ac:spMk id="52" creationId="{F5085A94-E520-49F9-84E8-F0E805003D7F}"/>
          </ac:spMkLst>
        </pc:spChg>
        <pc:spChg chg="mod ord">
          <ac:chgData name="박태욱(TAEWOOK PARK)[ptw0425]/선임/제조DX.제조DX솔루션.데이터통합분석팀" userId="18db157e-00fe-4d5a-8b38-02cf359aca36" providerId="ADAL" clId="{9233A109-A13F-4765-BF60-C8E27B8C9DF3}" dt="2025-11-04T10:11:19.650" v="3717" actId="1035"/>
          <ac:spMkLst>
            <pc:docMk/>
            <pc:sldMk cId="312166392" sldId="2147482002"/>
            <ac:spMk id="54" creationId="{77804A08-00C2-4345-9D9B-8B992EC7D8C8}"/>
          </ac:spMkLst>
        </pc:spChg>
        <pc:graphicFrameChg chg="modGraphic">
          <ac:chgData name="박태욱(TAEWOOK PARK)[ptw0425]/선임/제조DX.제조DX솔루션.데이터통합분석팀" userId="18db157e-00fe-4d5a-8b38-02cf359aca36" providerId="ADAL" clId="{9233A109-A13F-4765-BF60-C8E27B8C9DF3}" dt="2025-11-04T10:11:20.579" v="3718" actId="6549"/>
          <ac:graphicFrameMkLst>
            <pc:docMk/>
            <pc:sldMk cId="312166392" sldId="2147482002"/>
            <ac:graphicFrameMk id="19" creationId="{54728183-150A-36AF-E666-2145F7FF2814}"/>
          </ac:graphicFrameMkLst>
        </pc:graphicFrameChg>
        <pc:graphicFrameChg chg="mod modGraphic">
          <ac:chgData name="박태욱(TAEWOOK PARK)[ptw0425]/선임/제조DX.제조DX솔루션.데이터통합분석팀" userId="18db157e-00fe-4d5a-8b38-02cf359aca36" providerId="ADAL" clId="{9233A109-A13F-4765-BF60-C8E27B8C9DF3}" dt="2025-11-04T10:11:13.847" v="3708" actId="1036"/>
          <ac:graphicFrameMkLst>
            <pc:docMk/>
            <pc:sldMk cId="312166392" sldId="2147482002"/>
            <ac:graphicFrameMk id="31" creationId="{52B29498-600E-4C61-A390-CBDE748E9B42}"/>
          </ac:graphicFrameMkLst>
        </pc:graphicFrameChg>
        <pc:picChg chg="add mod">
          <ac:chgData name="박태욱(TAEWOOK PARK)[ptw0425]/선임/제조DX.제조DX솔루션.데이터통합분석팀" userId="18db157e-00fe-4d5a-8b38-02cf359aca36" providerId="ADAL" clId="{9233A109-A13F-4765-BF60-C8E27B8C9DF3}" dt="2025-11-04T10:11:19.650" v="3717" actId="1035"/>
          <ac:picMkLst>
            <pc:docMk/>
            <pc:sldMk cId="312166392" sldId="2147482002"/>
            <ac:picMk id="5" creationId="{BE440DEC-B4A1-4295-8157-77677B4A8C97}"/>
          </ac:picMkLst>
        </pc:picChg>
      </pc:sldChg>
      <pc:sldChg chg="delSp modSp">
        <pc:chgData name="박태욱(TAEWOOK PARK)[ptw0425]/선임/제조DX.제조DX솔루션.데이터통합분석팀" userId="18db157e-00fe-4d5a-8b38-02cf359aca36" providerId="ADAL" clId="{9233A109-A13F-4765-BF60-C8E27B8C9DF3}" dt="2025-11-05T07:59:44.126" v="5212" actId="20577"/>
        <pc:sldMkLst>
          <pc:docMk/>
          <pc:sldMk cId="3422623579" sldId="2147482052"/>
        </pc:sldMkLst>
        <pc:spChg chg="mod">
          <ac:chgData name="박태욱(TAEWOOK PARK)[ptw0425]/선임/제조DX.제조DX솔루션.데이터통합분석팀" userId="18db157e-00fe-4d5a-8b38-02cf359aca36" providerId="ADAL" clId="{9233A109-A13F-4765-BF60-C8E27B8C9DF3}" dt="2025-11-04T10:28:56.267" v="4698" actId="20577"/>
          <ac:spMkLst>
            <pc:docMk/>
            <pc:sldMk cId="3422623579" sldId="2147482052"/>
            <ac:spMk id="2" creationId="{60B0FB01-F46B-A2E7-6917-C608CD2BFA6F}"/>
          </ac:spMkLst>
        </pc:spChg>
        <pc:spChg chg="mod">
          <ac:chgData name="박태욱(TAEWOOK PARK)[ptw0425]/선임/제조DX.제조DX솔루션.데이터통합분석팀" userId="18db157e-00fe-4d5a-8b38-02cf359aca36" providerId="ADAL" clId="{9233A109-A13F-4765-BF60-C8E27B8C9DF3}" dt="2025-11-05T07:59:44.126" v="5212" actId="20577"/>
          <ac:spMkLst>
            <pc:docMk/>
            <pc:sldMk cId="3422623579" sldId="2147482052"/>
            <ac:spMk id="5" creationId="{6BC9B294-291A-D23F-C381-45EA6FDC28AB}"/>
          </ac:spMkLst>
        </pc:spChg>
        <pc:graphicFrameChg chg="mod modGraphic">
          <ac:chgData name="박태욱(TAEWOOK PARK)[ptw0425]/선임/제조DX.제조DX솔루션.데이터통합분석팀" userId="18db157e-00fe-4d5a-8b38-02cf359aca36" providerId="ADAL" clId="{9233A109-A13F-4765-BF60-C8E27B8C9DF3}" dt="2025-11-04T09:54:51.343" v="3631" actId="20577"/>
          <ac:graphicFrameMkLst>
            <pc:docMk/>
            <pc:sldMk cId="3422623579" sldId="2147482052"/>
            <ac:graphicFrameMk id="16" creationId="{613F9ABA-5239-42FE-8096-8438F8CEB7F0}"/>
          </ac:graphicFrameMkLst>
        </pc:graphicFrameChg>
      </pc:sldChg>
      <pc:sldChg chg="modSp">
        <pc:chgData name="박태욱(TAEWOOK PARK)[ptw0425]/선임/제조DX.제조DX솔루션.데이터통합분석팀" userId="18db157e-00fe-4d5a-8b38-02cf359aca36" providerId="ADAL" clId="{9233A109-A13F-4765-BF60-C8E27B8C9DF3}" dt="2025-11-05T07:55:49.503" v="5104" actId="20577"/>
        <pc:sldMkLst>
          <pc:docMk/>
          <pc:sldMk cId="2384569951" sldId="2147482053"/>
        </pc:sldMkLst>
        <pc:spChg chg="mod">
          <ac:chgData name="박태욱(TAEWOOK PARK)[ptw0425]/선임/제조DX.제조DX솔루션.데이터통합분석팀" userId="18db157e-00fe-4d5a-8b38-02cf359aca36" providerId="ADAL" clId="{9233A109-A13F-4765-BF60-C8E27B8C9DF3}" dt="2025-11-04T07:57:26.528" v="1415" actId="20577"/>
          <ac:spMkLst>
            <pc:docMk/>
            <pc:sldMk cId="2384569951" sldId="2147482053"/>
            <ac:spMk id="12" creationId="{701DBD41-0962-47BC-BF85-0E3D71312932}"/>
          </ac:spMkLst>
        </pc:spChg>
        <pc:spChg chg="mod">
          <ac:chgData name="박태욱(TAEWOOK PARK)[ptw0425]/선임/제조DX.제조DX솔루션.데이터통합분석팀" userId="18db157e-00fe-4d5a-8b38-02cf359aca36" providerId="ADAL" clId="{9233A109-A13F-4765-BF60-C8E27B8C9DF3}" dt="2025-11-04T09:38:12.341" v="3343" actId="1038"/>
          <ac:spMkLst>
            <pc:docMk/>
            <pc:sldMk cId="2384569951" sldId="2147482053"/>
            <ac:spMk id="27" creationId="{97F7FDAA-1F66-4394-AC4C-8B83DC6513E8}"/>
          </ac:spMkLst>
        </pc:spChg>
        <pc:spChg chg="mod">
          <ac:chgData name="박태욱(TAEWOOK PARK)[ptw0425]/선임/제조DX.제조DX솔루션.데이터통합분석팀" userId="18db157e-00fe-4d5a-8b38-02cf359aca36" providerId="ADAL" clId="{9233A109-A13F-4765-BF60-C8E27B8C9DF3}" dt="2025-11-04T09:34:52.915" v="3313" actId="14100"/>
          <ac:spMkLst>
            <pc:docMk/>
            <pc:sldMk cId="2384569951" sldId="2147482053"/>
            <ac:spMk id="29" creationId="{7C8C81D5-3B73-416B-8D8C-B9E7AD450566}"/>
          </ac:spMkLst>
        </pc:spChg>
        <pc:graphicFrameChg chg="mod modGraphic">
          <ac:chgData name="박태욱(TAEWOOK PARK)[ptw0425]/선임/제조DX.제조DX솔루션.데이터통합분석팀" userId="18db157e-00fe-4d5a-8b38-02cf359aca36" providerId="ADAL" clId="{9233A109-A13F-4765-BF60-C8E27B8C9DF3}" dt="2025-11-04T09:41:40.829" v="3472"/>
          <ac:graphicFrameMkLst>
            <pc:docMk/>
            <pc:sldMk cId="2384569951" sldId="2147482053"/>
            <ac:graphicFrameMk id="16" creationId="{7875A772-4F25-40B9-AA42-B91161887E9F}"/>
          </ac:graphicFrameMkLst>
        </pc:graphicFrameChg>
        <pc:graphicFrameChg chg="modGraphic">
          <ac:chgData name="박태욱(TAEWOOK PARK)[ptw0425]/선임/제조DX.제조DX솔루션.데이터통합분석팀" userId="18db157e-00fe-4d5a-8b38-02cf359aca36" providerId="ADAL" clId="{9233A109-A13F-4765-BF60-C8E27B8C9DF3}" dt="2025-11-05T07:55:49.503" v="5104" actId="20577"/>
          <ac:graphicFrameMkLst>
            <pc:docMk/>
            <pc:sldMk cId="2384569951" sldId="2147482053"/>
            <ac:graphicFrameMk id="19" creationId="{3E86696F-E35A-4B06-9B46-63A4A6A986C1}"/>
          </ac:graphicFrameMkLst>
        </pc:graphicFrameChg>
        <pc:graphicFrameChg chg="mod modGraphic">
          <ac:chgData name="박태욱(TAEWOOK PARK)[ptw0425]/선임/제조DX.제조DX솔루션.데이터통합분석팀" userId="18db157e-00fe-4d5a-8b38-02cf359aca36" providerId="ADAL" clId="{9233A109-A13F-4765-BF60-C8E27B8C9DF3}" dt="2025-11-04T09:37:59.028" v="3336" actId="20577"/>
          <ac:graphicFrameMkLst>
            <pc:docMk/>
            <pc:sldMk cId="2384569951" sldId="2147482053"/>
            <ac:graphicFrameMk id="28" creationId="{8E57A695-D268-4688-9478-372B05ABC3E9}"/>
          </ac:graphicFrameMkLst>
        </pc:graphicFrameChg>
      </pc:sldChg>
    </pc:docChg>
  </pc:docChgLst>
  <pc:docChgLst>
    <pc:chgData name="박경찬(KYOUNGCHAN PARK)[park.kc]/팀장/제조DX.제조DX솔루션.셀추적기술팀" userId="e138e4af-6173-47cb-8422-ef183f7b2c63" providerId="ADAL" clId="{A5CDFB71-E80D-44B2-9D6A-0461610AD84A}"/>
    <pc:docChg chg="custSel modSld">
      <pc:chgData name="박경찬(KYOUNGCHAN PARK)[park.kc]/팀장/제조DX.제조DX솔루션.셀추적기술팀" userId="e138e4af-6173-47cb-8422-ef183f7b2c63" providerId="ADAL" clId="{A5CDFB71-E80D-44B2-9D6A-0461610AD84A}" dt="2025-12-16T07:49:35.307" v="1"/>
      <pc:docMkLst>
        <pc:docMk/>
      </pc:docMkLst>
      <pc:sldChg chg="addSp delSp modSp mod">
        <pc:chgData name="박경찬(KYOUNGCHAN PARK)[park.kc]/팀장/제조DX.제조DX솔루션.셀추적기술팀" userId="e138e4af-6173-47cb-8422-ef183f7b2c63" providerId="ADAL" clId="{A5CDFB71-E80D-44B2-9D6A-0461610AD84A}" dt="2025-12-16T07:49:35.307" v="1"/>
        <pc:sldMkLst>
          <pc:docMk/>
          <pc:sldMk cId="1018146487" sldId="2147482182"/>
        </pc:sldMkLst>
        <pc:spChg chg="del">
          <ac:chgData name="박경찬(KYOUNGCHAN PARK)[park.kc]/팀장/제조DX.제조DX솔루션.셀추적기술팀" userId="e138e4af-6173-47cb-8422-ef183f7b2c63" providerId="ADAL" clId="{A5CDFB71-E80D-44B2-9D6A-0461610AD84A}" dt="2025-12-16T07:49:29.239" v="0" actId="478"/>
          <ac:spMkLst>
            <pc:docMk/>
            <pc:sldMk cId="1018146487" sldId="2147482182"/>
            <ac:spMk id="2" creationId="{1649140D-235D-25B8-3009-AF8B7ACFE853}"/>
          </ac:spMkLst>
        </pc:spChg>
        <pc:spChg chg="add mod">
          <ac:chgData name="박경찬(KYOUNGCHAN PARK)[park.kc]/팀장/제조DX.제조DX솔루션.셀추적기술팀" userId="e138e4af-6173-47cb-8422-ef183f7b2c63" providerId="ADAL" clId="{A5CDFB71-E80D-44B2-9D6A-0461610AD84A}" dt="2025-12-16T07:49:35.307" v="1"/>
          <ac:spMkLst>
            <pc:docMk/>
            <pc:sldMk cId="1018146487" sldId="2147482182"/>
            <ac:spMk id="3" creationId="{E1CABA7C-EBDB-86A3-DE32-35D940F39AB3}"/>
          </ac:spMkLst>
        </pc:spChg>
        <pc:spChg chg="del">
          <ac:chgData name="박경찬(KYOUNGCHAN PARK)[park.kc]/팀장/제조DX.제조DX솔루션.셀추적기술팀" userId="e138e4af-6173-47cb-8422-ef183f7b2c63" providerId="ADAL" clId="{A5CDFB71-E80D-44B2-9D6A-0461610AD84A}" dt="2025-12-16T07:49:29.239" v="0" actId="478"/>
          <ac:spMkLst>
            <pc:docMk/>
            <pc:sldMk cId="1018146487" sldId="2147482182"/>
            <ac:spMk id="4" creationId="{6042BFB2-6233-B76D-13EA-2BEAF15FF361}"/>
          </ac:spMkLst>
        </pc:spChg>
        <pc:spChg chg="add mod">
          <ac:chgData name="박경찬(KYOUNGCHAN PARK)[park.kc]/팀장/제조DX.제조DX솔루션.셀추적기술팀" userId="e138e4af-6173-47cb-8422-ef183f7b2c63" providerId="ADAL" clId="{A5CDFB71-E80D-44B2-9D6A-0461610AD84A}" dt="2025-12-16T07:49:35.307" v="1"/>
          <ac:spMkLst>
            <pc:docMk/>
            <pc:sldMk cId="1018146487" sldId="2147482182"/>
            <ac:spMk id="5" creationId="{35A89E83-6FD7-14F9-B06F-B4BF96EC1B02}"/>
          </ac:spMkLst>
        </pc:spChg>
        <pc:spChg chg="add mod">
          <ac:chgData name="박경찬(KYOUNGCHAN PARK)[park.kc]/팀장/제조DX.제조DX솔루션.셀추적기술팀" userId="e138e4af-6173-47cb-8422-ef183f7b2c63" providerId="ADAL" clId="{A5CDFB71-E80D-44B2-9D6A-0461610AD84A}" dt="2025-12-16T07:49:35.307" v="1"/>
          <ac:spMkLst>
            <pc:docMk/>
            <pc:sldMk cId="1018146487" sldId="2147482182"/>
            <ac:spMk id="6" creationId="{E24C4AAF-CE6A-71D7-BDE6-8AE98DD48352}"/>
          </ac:spMkLst>
        </pc:spChg>
        <pc:spChg chg="add mod">
          <ac:chgData name="박경찬(KYOUNGCHAN PARK)[park.kc]/팀장/제조DX.제조DX솔루션.셀추적기술팀" userId="e138e4af-6173-47cb-8422-ef183f7b2c63" providerId="ADAL" clId="{A5CDFB71-E80D-44B2-9D6A-0461610AD84A}" dt="2025-12-16T07:49:35.307" v="1"/>
          <ac:spMkLst>
            <pc:docMk/>
            <pc:sldMk cId="1018146487" sldId="2147482182"/>
            <ac:spMk id="7" creationId="{34D1FD77-B4DB-2A51-D98B-CC5FBA7D5776}"/>
          </ac:spMkLst>
        </pc:spChg>
        <pc:spChg chg="del">
          <ac:chgData name="박경찬(KYOUNGCHAN PARK)[park.kc]/팀장/제조DX.제조DX솔루션.셀추적기술팀" userId="e138e4af-6173-47cb-8422-ef183f7b2c63" providerId="ADAL" clId="{A5CDFB71-E80D-44B2-9D6A-0461610AD84A}" dt="2025-12-16T07:49:29.239" v="0" actId="478"/>
          <ac:spMkLst>
            <pc:docMk/>
            <pc:sldMk cId="1018146487" sldId="2147482182"/>
            <ac:spMk id="9" creationId="{B0E5E94E-3A91-B278-232A-6ED6ABD3893A}"/>
          </ac:spMkLst>
        </pc:spChg>
        <pc:spChg chg="del">
          <ac:chgData name="박경찬(KYOUNGCHAN PARK)[park.kc]/팀장/제조DX.제조DX솔루션.셀추적기술팀" userId="e138e4af-6173-47cb-8422-ef183f7b2c63" providerId="ADAL" clId="{A5CDFB71-E80D-44B2-9D6A-0461610AD84A}" dt="2025-12-16T07:49:29.239" v="0" actId="478"/>
          <ac:spMkLst>
            <pc:docMk/>
            <pc:sldMk cId="1018146487" sldId="2147482182"/>
            <ac:spMk id="10" creationId="{EB72113A-A93E-1ED9-35EA-2B7249A181DE}"/>
          </ac:spMkLst>
        </pc:spChg>
      </pc:sldChg>
    </pc:docChg>
  </pc:docChgLst>
  <pc:docChgLst>
    <pc:chgData name="박소영 " userId="dc270099-6f2c-44e3-856c-ca44e2079083" providerId="ADAL" clId="{C783911F-EC03-485F-BDED-DC7D5FC88CE0}"/>
    <pc:docChg chg="custSel modSld">
      <pc:chgData name="박소영 " userId="dc270099-6f2c-44e3-856c-ca44e2079083" providerId="ADAL" clId="{C783911F-EC03-485F-BDED-DC7D5FC88CE0}" dt="2025-10-21T09:19:28.598" v="546"/>
      <pc:docMkLst>
        <pc:docMk/>
      </pc:docMkLst>
      <pc:sldChg chg="addSp delSp modSp">
        <pc:chgData name="박소영 " userId="dc270099-6f2c-44e3-856c-ca44e2079083" providerId="ADAL" clId="{C783911F-EC03-485F-BDED-DC7D5FC88CE0}" dt="2025-10-21T09:19:28.598" v="546"/>
        <pc:sldMkLst>
          <pc:docMk/>
          <pc:sldMk cId="360237742" sldId="2147481816"/>
        </pc:sldMkLst>
        <pc:spChg chg="mod">
          <ac:chgData name="박소영 " userId="dc270099-6f2c-44e3-856c-ca44e2079083" providerId="ADAL" clId="{C783911F-EC03-485F-BDED-DC7D5FC88CE0}" dt="2025-10-21T09:09:52.056" v="118" actId="20577"/>
          <ac:spMkLst>
            <pc:docMk/>
            <pc:sldMk cId="360237742" sldId="2147481816"/>
            <ac:spMk id="23" creationId="{02417012-9580-4148-8D51-88FF8C380FC9}"/>
          </ac:spMkLst>
        </pc:spChg>
        <pc:graphicFrameChg chg="mod modGraphic">
          <ac:chgData name="박소영 " userId="dc270099-6f2c-44e3-856c-ca44e2079083" providerId="ADAL" clId="{C783911F-EC03-485F-BDED-DC7D5FC88CE0}" dt="2025-10-21T09:11:25.837" v="161" actId="20577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</pc:sldChg>
      <pc:sldChg chg="modSp">
        <pc:chgData name="박소영 " userId="dc270099-6f2c-44e3-856c-ca44e2079083" providerId="ADAL" clId="{C783911F-EC03-485F-BDED-DC7D5FC88CE0}" dt="2025-10-21T09:17:14.459" v="462" actId="20577"/>
        <pc:sldMkLst>
          <pc:docMk/>
          <pc:sldMk cId="3355826466" sldId="2147481908"/>
        </pc:sldMkLst>
        <pc:spChg chg="mod">
          <ac:chgData name="박소영 " userId="dc270099-6f2c-44e3-856c-ca44e2079083" providerId="ADAL" clId="{C783911F-EC03-485F-BDED-DC7D5FC88CE0}" dt="2025-10-21T09:06:24.395" v="2" actId="207"/>
          <ac:spMkLst>
            <pc:docMk/>
            <pc:sldMk cId="3355826466" sldId="2147481908"/>
            <ac:spMk id="19" creationId="{5352E5F4-D151-4C3D-9E5F-99A1B7FDF265}"/>
          </ac:spMkLst>
        </pc:spChg>
        <pc:spChg chg="mod">
          <ac:chgData name="박소영 " userId="dc270099-6f2c-44e3-856c-ca44e2079083" providerId="ADAL" clId="{C783911F-EC03-485F-BDED-DC7D5FC88CE0}" dt="2025-10-21T09:06:32.999" v="6" actId="20577"/>
          <ac:spMkLst>
            <pc:docMk/>
            <pc:sldMk cId="3355826466" sldId="2147481908"/>
            <ac:spMk id="23" creationId="{02417012-9580-4148-8D51-88FF8C380FC9}"/>
          </ac:spMkLst>
        </pc:spChg>
        <pc:spChg chg="mod">
          <ac:chgData name="박소영 " userId="dc270099-6f2c-44e3-856c-ca44e2079083" providerId="ADAL" clId="{C783911F-EC03-485F-BDED-DC7D5FC88CE0}" dt="2025-10-21T09:11:52.927" v="169" actId="20577"/>
          <ac:spMkLst>
            <pc:docMk/>
            <pc:sldMk cId="3355826466" sldId="2147481908"/>
            <ac:spMk id="33" creationId="{04852EC2-BA1A-4202-82E4-D0D034EE5822}"/>
          </ac:spMkLst>
        </pc:spChg>
        <pc:spChg chg="mod">
          <ac:chgData name="박소영 " userId="dc270099-6f2c-44e3-856c-ca44e2079083" providerId="ADAL" clId="{C783911F-EC03-485F-BDED-DC7D5FC88CE0}" dt="2025-10-21T09:17:14.459" v="462" actId="20577"/>
          <ac:spMkLst>
            <pc:docMk/>
            <pc:sldMk cId="3355826466" sldId="2147481908"/>
            <ac:spMk id="36" creationId="{C0879920-0DB8-4083-91E3-2C9AF0DDC156}"/>
          </ac:spMkLst>
        </pc:spChg>
        <pc:graphicFrameChg chg="mod modGraphic">
          <ac:chgData name="박소영 " userId="dc270099-6f2c-44e3-856c-ca44e2079083" providerId="ADAL" clId="{C783911F-EC03-485F-BDED-DC7D5FC88CE0}" dt="2025-10-21T09:17:03.073" v="432"/>
          <ac:graphicFrameMkLst>
            <pc:docMk/>
            <pc:sldMk cId="3355826466" sldId="2147481908"/>
            <ac:graphicFrameMk id="35" creationId="{9D1F1240-8A40-4222-AAF0-AA118ABF0288}"/>
          </ac:graphicFrameMkLst>
        </pc:graphicFrameChg>
      </pc:sldChg>
      <pc:sldChg chg="modSp">
        <pc:chgData name="박소영 " userId="dc270099-6f2c-44e3-856c-ca44e2079083" providerId="ADAL" clId="{C783911F-EC03-485F-BDED-DC7D5FC88CE0}" dt="2025-10-21T09:10:03.051" v="122" actId="20577"/>
        <pc:sldMkLst>
          <pc:docMk/>
          <pc:sldMk cId="1439661179" sldId="2147481935"/>
        </pc:sldMkLst>
        <pc:spChg chg="mod">
          <ac:chgData name="박소영 " userId="dc270099-6f2c-44e3-856c-ca44e2079083" providerId="ADAL" clId="{C783911F-EC03-485F-BDED-DC7D5FC88CE0}" dt="2025-10-21T09:10:03.051" v="122" actId="20577"/>
          <ac:spMkLst>
            <pc:docMk/>
            <pc:sldMk cId="1439661179" sldId="2147481935"/>
            <ac:spMk id="22" creationId="{81B17DB2-3DCC-4A8F-9347-F9695BEF8B6D}"/>
          </ac:spMkLst>
        </pc:spChg>
        <pc:graphicFrameChg chg="mod modGraphic">
          <ac:chgData name="박소영 " userId="dc270099-6f2c-44e3-856c-ca44e2079083" providerId="ADAL" clId="{C783911F-EC03-485F-BDED-DC7D5FC88CE0}" dt="2025-10-21T09:08:24.805" v="59" actId="20577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</pc:docChg>
  </pc:docChgLst>
  <pc:docChgLst>
    <pc:chgData name="김종우(JONG WOO KIM)[jongwoo_kim]/선임/제조DX.제조DX솔루션.데이터통합분석팀" userId="S::jongwoo_kim@lgensol.com::724af6f9-8cbb-4db2-a128-c90de53c6762" providerId="AD" clId="Web-{07E395AA-9966-1E12-CACF-E968D6E5E384}"/>
    <pc:docChg chg="modSld">
      <pc:chgData name="김종우(JONG WOO KIM)[jongwoo_kim]/선임/제조DX.제조DX솔루션.데이터통합분석팀" userId="S::jongwoo_kim@lgensol.com::724af6f9-8cbb-4db2-a128-c90de53c6762" providerId="AD" clId="Web-{07E395AA-9966-1E12-CACF-E968D6E5E384}" dt="2025-11-12T16:00:18.243" v="361" actId="1076"/>
      <pc:docMkLst>
        <pc:docMk/>
      </pc:docMkLst>
      <pc:sldChg chg="addSp delSp modSp">
        <pc:chgData name="김종우(JONG WOO KIM)[jongwoo_kim]/선임/제조DX.제조DX솔루션.데이터통합분석팀" userId="S::jongwoo_kim@lgensol.com::724af6f9-8cbb-4db2-a128-c90de53c6762" providerId="AD" clId="Web-{07E395AA-9966-1E12-CACF-E968D6E5E384}" dt="2025-11-12T16:00:18.243" v="361" actId="1076"/>
        <pc:sldMkLst>
          <pc:docMk/>
          <pc:sldMk cId="1581856275" sldId="2147482000"/>
        </pc:sldMkLst>
        <pc:spChg chg="add mod">
          <ac:chgData name="김종우(JONG WOO KIM)[jongwoo_kim]/선임/제조DX.제조DX솔루션.데이터통합분석팀" userId="S::jongwoo_kim@lgensol.com::724af6f9-8cbb-4db2-a128-c90de53c6762" providerId="AD" clId="Web-{07E395AA-9966-1E12-CACF-E968D6E5E384}" dt="2025-11-12T16:00:18.243" v="361" actId="1076"/>
          <ac:spMkLst>
            <pc:docMk/>
            <pc:sldMk cId="1581856275" sldId="2147482000"/>
            <ac:spMk id="6" creationId="{1A14AFA6-7542-621D-9F1F-9F8E72C9D05F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07E395AA-9966-1E12-CACF-E968D6E5E384}" dt="2025-11-12T15:54:07.366" v="330" actId="20577"/>
          <ac:spMkLst>
            <pc:docMk/>
            <pc:sldMk cId="1581856275" sldId="2147482000"/>
            <ac:spMk id="24" creationId="{48A2806F-1558-4FE0-9EEF-3F4C82EBF8C2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07E395AA-9966-1E12-CACF-E968D6E5E384}" dt="2025-11-12T15:48:34.727" v="203" actId="1076"/>
          <ac:spMkLst>
            <pc:docMk/>
            <pc:sldMk cId="1581856275" sldId="2147482000"/>
            <ac:spMk id="26" creationId="{A23EE23F-C7AB-4ABF-A9F5-BDC418CBE301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07E395AA-9966-1E12-CACF-E968D6E5E384}" dt="2025-11-12T15:48:43.400" v="205" actId="1076"/>
          <ac:spMkLst>
            <pc:docMk/>
            <pc:sldMk cId="1581856275" sldId="2147482000"/>
            <ac:spMk id="27" creationId="{A1540208-2844-44A0-A1A3-AD24AE285D93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07E395AA-9966-1E12-CACF-E968D6E5E384}" dt="2025-11-12T15:48:21.491" v="201" actId="1076"/>
          <ac:spMkLst>
            <pc:docMk/>
            <pc:sldMk cId="1581856275" sldId="2147482000"/>
            <ac:spMk id="29" creationId="{36761B3B-78ED-40A0-8329-CF91758A67DC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07E395AA-9966-1E12-CACF-E968D6E5E384}" dt="2025-11-12T15:48:16.287" v="200" actId="1076"/>
          <ac:spMkLst>
            <pc:docMk/>
            <pc:sldMk cId="1581856275" sldId="2147482000"/>
            <ac:spMk id="30" creationId="{C8C31A88-6498-49A0-89A8-34ECDC5D9E8C}"/>
          </ac:spMkLst>
        </pc:spChg>
        <pc:spChg chg="del">
          <ac:chgData name="김종우(JONG WOO KIM)[jongwoo_kim]/선임/제조DX.제조DX솔루션.데이터통합분석팀" userId="S::jongwoo_kim@lgensol.com::724af6f9-8cbb-4db2-a128-c90de53c6762" providerId="AD" clId="Web-{07E395AA-9966-1E12-CACF-E968D6E5E384}" dt="2025-11-12T15:44:58.545" v="158"/>
          <ac:spMkLst>
            <pc:docMk/>
            <pc:sldMk cId="1581856275" sldId="2147482000"/>
            <ac:spMk id="32" creationId="{93DBA5BF-5268-468B-939A-6341D8ACB18F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07E395AA-9966-1E12-CACF-E968D6E5E384}" dt="2025-11-12T16:00:03.818" v="359" actId="1076"/>
          <ac:spMkLst>
            <pc:docMk/>
            <pc:sldMk cId="1581856275" sldId="2147482000"/>
            <ac:spMk id="35" creationId="{344DB16E-1572-4B7E-9DCE-055AE74FC54D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07E395AA-9966-1E12-CACF-E968D6E5E384}" dt="2025-11-12T16:00:03.756" v="358" actId="1076"/>
          <ac:spMkLst>
            <pc:docMk/>
            <pc:sldMk cId="1581856275" sldId="2147482000"/>
            <ac:spMk id="39" creationId="{495690E6-6FAA-4F8A-8397-367245662C0A}"/>
          </ac:spMkLst>
        </pc:spChg>
        <pc:spChg chg="del mod">
          <ac:chgData name="김종우(JONG WOO KIM)[jongwoo_kim]/선임/제조DX.제조DX솔루션.데이터통합분석팀" userId="S::jongwoo_kim@lgensol.com::724af6f9-8cbb-4db2-a128-c90de53c6762" providerId="AD" clId="Web-{07E395AA-9966-1E12-CACF-E968D6E5E384}" dt="2025-11-12T15:44:50.279" v="157"/>
          <ac:spMkLst>
            <pc:docMk/>
            <pc:sldMk cId="1581856275" sldId="2147482000"/>
            <ac:spMk id="44" creationId="{A3DE7522-1E57-487E-BEC9-27DB7BC2D936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07E395AA-9966-1E12-CACF-E968D6E5E384}" dt="2025-11-12T16:00:13.149" v="360" actId="1076"/>
          <ac:spMkLst>
            <pc:docMk/>
            <pc:sldMk cId="1581856275" sldId="2147482000"/>
            <ac:spMk id="46" creationId="{8A5F2874-381D-4D1F-8374-263825DEA72A}"/>
          </ac:spMkLst>
        </pc:spChg>
        <pc:graphicFrameChg chg="mod ord modGraphic">
          <ac:chgData name="김종우(JONG WOO KIM)[jongwoo_kim]/선임/제조DX.제조DX솔루션.데이터통합분석팀" userId="S::jongwoo_kim@lgensol.com::724af6f9-8cbb-4db2-a128-c90de53c6762" providerId="AD" clId="Web-{07E395AA-9966-1E12-CACF-E968D6E5E384}" dt="2025-11-12T15:59:49.037" v="353"/>
          <ac:graphicFrameMkLst>
            <pc:docMk/>
            <pc:sldMk cId="1581856275" sldId="2147482000"/>
            <ac:graphicFrameMk id="19" creationId="{4485889C-7C23-1E44-3F44-63DAC7688EA0}"/>
          </ac:graphicFrameMkLst>
        </pc:graphicFrameChg>
        <pc:picChg chg="add del mod">
          <ac:chgData name="김종우(JONG WOO KIM)[jongwoo_kim]/선임/제조DX.제조DX솔루션.데이터통합분석팀" userId="S::jongwoo_kim@lgensol.com::724af6f9-8cbb-4db2-a128-c90de53c6762" providerId="AD" clId="Web-{07E395AA-9966-1E12-CACF-E968D6E5E384}" dt="2025-11-12T15:36:57.779" v="139"/>
          <ac:picMkLst>
            <pc:docMk/>
            <pc:sldMk cId="1581856275" sldId="2147482000"/>
            <ac:picMk id="2" creationId="{B5A17D45-3A0F-61A7-ADF5-9008C8A4E86D}"/>
          </ac:picMkLst>
        </pc:picChg>
        <pc:picChg chg="add del mod ord">
          <ac:chgData name="김종우(JONG WOO KIM)[jongwoo_kim]/선임/제조DX.제조DX솔루션.데이터통합분석팀" userId="S::jongwoo_kim@lgensol.com::724af6f9-8cbb-4db2-a128-c90de53c6762" providerId="AD" clId="Web-{07E395AA-9966-1E12-CACF-E968D6E5E384}" dt="2025-11-12T15:46:58.101" v="188"/>
          <ac:picMkLst>
            <pc:docMk/>
            <pc:sldMk cId="1581856275" sldId="2147482000"/>
            <ac:picMk id="3" creationId="{D27D4C1D-5CF3-D2A5-DA9A-8DCFFDE50A98}"/>
          </ac:picMkLst>
        </pc:picChg>
        <pc:picChg chg="add del mod ord">
          <ac:chgData name="김종우(JONG WOO KIM)[jongwoo_kim]/선임/제조DX.제조DX솔루션.데이터통합분석팀" userId="S::jongwoo_kim@lgensol.com::724af6f9-8cbb-4db2-a128-c90de53c6762" providerId="AD" clId="Web-{07E395AA-9966-1E12-CACF-E968D6E5E384}" dt="2025-11-12T15:59:06.036" v="340"/>
          <ac:picMkLst>
            <pc:docMk/>
            <pc:sldMk cId="1581856275" sldId="2147482000"/>
            <ac:picMk id="4" creationId="{80CF803C-019F-4C14-F071-08CAD7C4C2F2}"/>
          </ac:picMkLst>
        </pc:picChg>
        <pc:picChg chg="del">
          <ac:chgData name="김종우(JONG WOO KIM)[jongwoo_kim]/선임/제조DX.제조DX솔루션.데이터통합분석팀" userId="S::jongwoo_kim@lgensol.com::724af6f9-8cbb-4db2-a128-c90de53c6762" providerId="AD" clId="Web-{07E395AA-9966-1E12-CACF-E968D6E5E384}" dt="2025-11-12T15:25:07.876" v="128"/>
          <ac:picMkLst>
            <pc:docMk/>
            <pc:sldMk cId="1581856275" sldId="2147482000"/>
            <ac:picMk id="5" creationId="{5B7FC188-4091-4554-9FB0-94F69D66C69A}"/>
          </ac:picMkLst>
        </pc:picChg>
        <pc:picChg chg="add mod ord">
          <ac:chgData name="김종우(JONG WOO KIM)[jongwoo_kim]/선임/제조DX.제조DX솔루션.데이터통합분석팀" userId="S::jongwoo_kim@lgensol.com::724af6f9-8cbb-4db2-a128-c90de53c6762" providerId="AD" clId="Web-{07E395AA-9966-1E12-CACF-E968D6E5E384}" dt="2025-11-12T15:59:41.974" v="352"/>
          <ac:picMkLst>
            <pc:docMk/>
            <pc:sldMk cId="1581856275" sldId="2147482000"/>
            <ac:picMk id="7" creationId="{6F48A846-6684-F86E-DF26-2A82994F0658}"/>
          </ac:picMkLst>
        </pc:picChg>
      </pc:sldChg>
      <pc:sldChg chg="addSp delSp modSp">
        <pc:chgData name="김종우(JONG WOO KIM)[jongwoo_kim]/선임/제조DX.제조DX솔루션.데이터통합분석팀" userId="S::jongwoo_kim@lgensol.com::724af6f9-8cbb-4db2-a128-c90de53c6762" providerId="AD" clId="Web-{07E395AA-9966-1E12-CACF-E968D6E5E384}" dt="2025-11-12T15:56:19.825" v="339"/>
        <pc:sldMkLst>
          <pc:docMk/>
          <pc:sldMk cId="312166392" sldId="2147482002"/>
        </pc:sldMkLst>
        <pc:graphicFrameChg chg="ord">
          <ac:chgData name="김종우(JONG WOO KIM)[jongwoo_kim]/선임/제조DX.제조DX솔루션.데이터통합분석팀" userId="S::jongwoo_kim@lgensol.com::724af6f9-8cbb-4db2-a128-c90de53c6762" providerId="AD" clId="Web-{07E395AA-9966-1E12-CACF-E968D6E5E384}" dt="2025-11-12T15:56:19.825" v="339"/>
          <ac:graphicFrameMkLst>
            <pc:docMk/>
            <pc:sldMk cId="312166392" sldId="2147482002"/>
            <ac:graphicFrameMk id="19" creationId="{54728183-150A-36AF-E666-2145F7FF2814}"/>
          </ac:graphicFrameMkLst>
        </pc:graphicFrameChg>
        <pc:picChg chg="add mod ord">
          <ac:chgData name="김종우(JONG WOO KIM)[jongwoo_kim]/선임/제조DX.제조DX솔루션.데이터통합분석팀" userId="S::jongwoo_kim@lgensol.com::724af6f9-8cbb-4db2-a128-c90de53c6762" providerId="AD" clId="Web-{07E395AA-9966-1E12-CACF-E968D6E5E384}" dt="2025-11-12T15:56:05.341" v="338"/>
          <ac:picMkLst>
            <pc:docMk/>
            <pc:sldMk cId="312166392" sldId="2147482002"/>
            <ac:picMk id="2" creationId="{10EA5F65-B427-CA0A-7FCC-62A54B6C800A}"/>
          </ac:picMkLst>
        </pc:picChg>
        <pc:picChg chg="del mod">
          <ac:chgData name="김종우(JONG WOO KIM)[jongwoo_kim]/선임/제조DX.제조DX솔루션.데이터통합분석팀" userId="S::jongwoo_kim@lgensol.com::724af6f9-8cbb-4db2-a128-c90de53c6762" providerId="AD" clId="Web-{07E395AA-9966-1E12-CACF-E968D6E5E384}" dt="2025-11-12T15:55:32.027" v="332"/>
          <ac:picMkLst>
            <pc:docMk/>
            <pc:sldMk cId="312166392" sldId="2147482002"/>
            <ac:picMk id="5" creationId="{BE440DEC-B4A1-4295-8157-77677B4A8C97}"/>
          </ac:picMkLst>
        </pc:picChg>
      </pc:sldChg>
      <pc:sldChg chg="modSp">
        <pc:chgData name="김종우(JONG WOO KIM)[jongwoo_kim]/선임/제조DX.제조DX솔루션.데이터통합분석팀" userId="S::jongwoo_kim@lgensol.com::724af6f9-8cbb-4db2-a128-c90de53c6762" providerId="AD" clId="Web-{07E395AA-9966-1E12-CACF-E968D6E5E384}" dt="2025-11-12T15:15:21.748" v="120" actId="20577"/>
        <pc:sldMkLst>
          <pc:docMk/>
          <pc:sldMk cId="2384569951" sldId="2147482053"/>
        </pc:sldMkLst>
        <pc:spChg chg="mod">
          <ac:chgData name="김종우(JONG WOO KIM)[jongwoo_kim]/선임/제조DX.제조DX솔루션.데이터통합분석팀" userId="S::jongwoo_kim@lgensol.com::724af6f9-8cbb-4db2-a128-c90de53c6762" providerId="AD" clId="Web-{07E395AA-9966-1E12-CACF-E968D6E5E384}" dt="2025-11-12T15:15:21.748" v="120" actId="20577"/>
          <ac:spMkLst>
            <pc:docMk/>
            <pc:sldMk cId="2384569951" sldId="2147482053"/>
            <ac:spMk id="12" creationId="{701DBD41-0962-47BC-BF85-0E3D71312932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07E395AA-9966-1E12-CACF-E968D6E5E384}" dt="2025-11-12T15:06:34.192" v="14" actId="20577"/>
          <ac:spMkLst>
            <pc:docMk/>
            <pc:sldMk cId="2384569951" sldId="2147482053"/>
            <ac:spMk id="27" creationId="{97F7FDAA-1F66-4394-AC4C-8B83DC6513E8}"/>
          </ac:spMkLst>
        </pc:spChg>
        <pc:graphicFrameChg chg="mod modGraphic">
          <ac:chgData name="김종우(JONG WOO KIM)[jongwoo_kim]/선임/제조DX.제조DX솔루션.데이터통합분석팀" userId="S::jongwoo_kim@lgensol.com::724af6f9-8cbb-4db2-a128-c90de53c6762" providerId="AD" clId="Web-{07E395AA-9966-1E12-CACF-E968D6E5E384}" dt="2025-11-12T15:15:04.058" v="118"/>
          <ac:graphicFrameMkLst>
            <pc:docMk/>
            <pc:sldMk cId="2384569951" sldId="2147482053"/>
            <ac:graphicFrameMk id="19" creationId="{3E86696F-E35A-4B06-9B46-63A4A6A986C1}"/>
          </ac:graphicFrameMkLst>
        </pc:graphicFrameChg>
        <pc:graphicFrameChg chg="mod modGraphic">
          <ac:chgData name="김종우(JONG WOO KIM)[jongwoo_kim]/선임/제조DX.제조DX솔루션.데이터통합분석팀" userId="S::jongwoo_kim@lgensol.com::724af6f9-8cbb-4db2-a128-c90de53c6762" providerId="AD" clId="Web-{07E395AA-9966-1E12-CACF-E968D6E5E384}" dt="2025-11-12T15:12:47.598" v="28"/>
          <ac:graphicFrameMkLst>
            <pc:docMk/>
            <pc:sldMk cId="2384569951" sldId="2147482053"/>
            <ac:graphicFrameMk id="28" creationId="{8E57A695-D268-4688-9478-372B05ABC3E9}"/>
          </ac:graphicFrameMkLst>
        </pc:graphicFrameChg>
      </pc:sldChg>
    </pc:docChg>
  </pc:docChgLst>
  <pc:docChgLst>
    <pc:chgData name="이상익(SANGIK LEE)[sangik62.lee]/책임/제조DX.제조DX솔루션.데이터통합분석팀" userId="13b0a8fe-68ef-4bde-a029-dfa0bba51a13" providerId="ADAL" clId="{23C033C2-7A04-45E8-BE6E-EA6889E496FC}"/>
    <pc:docChg chg="undo custSel modSld">
      <pc:chgData name="이상익(SANGIK LEE)[sangik62.lee]/책임/제조DX.제조DX솔루션.데이터통합분석팀" userId="13b0a8fe-68ef-4bde-a029-dfa0bba51a13" providerId="ADAL" clId="{23C033C2-7A04-45E8-BE6E-EA6889E496FC}" dt="2025-10-14T22:12:32.502" v="1303" actId="207"/>
      <pc:docMkLst>
        <pc:docMk/>
      </pc:docMkLst>
    </pc:docChg>
  </pc:docChgLst>
  <pc:docChgLst>
    <pc:chgData name="박종현(JONG HYUN PARK)[parkjonghyun]/책임/제조DX.제조DX솔루션.셀추적기술팀" userId="bd556fbe-4056-41f8-81f6-e4b44a6c8ed9" providerId="ADAL" clId="{89C2C6F3-9145-494E-A8CA-1D071B5C6F86}"/>
    <pc:docChg chg="modSld">
      <pc:chgData name="박종현(JONG HYUN PARK)[parkjonghyun]/책임/제조DX.제조DX솔루션.셀추적기술팀" userId="bd556fbe-4056-41f8-81f6-e4b44a6c8ed9" providerId="ADAL" clId="{89C2C6F3-9145-494E-A8CA-1D071B5C6F86}" dt="2025-10-29T07:56:21.133" v="1" actId="14100"/>
      <pc:docMkLst>
        <pc:docMk/>
      </pc:docMkLst>
    </pc:docChg>
  </pc:docChgLst>
  <pc:docChgLst>
    <pc:chgData name="강주예(JUYE KANG)[juyekang]/사원/제조DX.제조DX솔루션.데이터통합분석팀" userId="95b90ab0-d72b-4b5f-a979-51e7fc1ad660" providerId="ADAL" clId="{67DADBC1-6FB1-40FD-BB30-FE93AFA84EC3}"/>
    <pc:docChg chg="undo custSel modSld">
      <pc:chgData name="강주예(JUYE KANG)[juyekang]/사원/제조DX.제조DX솔루션.데이터통합분석팀" userId="95b90ab0-d72b-4b5f-a979-51e7fc1ad660" providerId="ADAL" clId="{67DADBC1-6FB1-40FD-BB30-FE93AFA84EC3}" dt="2025-10-15T08:08:19.534" v="1674" actId="20577"/>
      <pc:docMkLst>
        <pc:docMk/>
      </pc:docMkLst>
      <pc:sldChg chg="delSp modSp">
        <pc:chgData name="강주예(JUYE KANG)[juyekang]/사원/제조DX.제조DX솔루션.데이터통합분석팀" userId="95b90ab0-d72b-4b5f-a979-51e7fc1ad660" providerId="ADAL" clId="{67DADBC1-6FB1-40FD-BB30-FE93AFA84EC3}" dt="2025-10-15T08:08:19.534" v="1674" actId="20577"/>
        <pc:sldMkLst>
          <pc:docMk/>
          <pc:sldMk cId="1325916645" sldId="2147481957"/>
        </pc:sldMkLst>
        <pc:spChg chg="mod">
          <ac:chgData name="강주예(JUYE KANG)[juyekang]/사원/제조DX.제조DX솔루션.데이터통합분석팀" userId="95b90ab0-d72b-4b5f-a979-51e7fc1ad660" providerId="ADAL" clId="{67DADBC1-6FB1-40FD-BB30-FE93AFA84EC3}" dt="2025-10-15T05:39:14.181" v="62" actId="20577"/>
          <ac:spMkLst>
            <pc:docMk/>
            <pc:sldMk cId="1325916645" sldId="2147481957"/>
            <ac:spMk id="9" creationId="{00000000-0000-0000-0000-000000000000}"/>
          </ac:spMkLst>
        </pc:spChg>
        <pc:graphicFrameChg chg="mod modGraphic">
          <ac:chgData name="강주예(JUYE KANG)[juyekang]/사원/제조DX.제조DX솔루션.데이터통합분석팀" userId="95b90ab0-d72b-4b5f-a979-51e7fc1ad660" providerId="ADAL" clId="{67DADBC1-6FB1-40FD-BB30-FE93AFA84EC3}" dt="2025-10-15T08:08:19.534" v="1674" actId="20577"/>
          <ac:graphicFrameMkLst>
            <pc:docMk/>
            <pc:sldMk cId="1325916645" sldId="2147481957"/>
            <ac:graphicFrameMk id="19" creationId="{3E86696F-E35A-4B06-9B46-63A4A6A986C1}"/>
          </ac:graphicFrameMkLst>
        </pc:graphicFrameChg>
        <pc:picChg chg="mod">
          <ac:chgData name="강주예(JUYE KANG)[juyekang]/사원/제조DX.제조DX솔루션.데이터통합분석팀" userId="95b90ab0-d72b-4b5f-a979-51e7fc1ad660" providerId="ADAL" clId="{67DADBC1-6FB1-40FD-BB30-FE93AFA84EC3}" dt="2025-10-15T05:45:38.292" v="1058" actId="1036"/>
          <ac:picMkLst>
            <pc:docMk/>
            <pc:sldMk cId="1325916645" sldId="2147481957"/>
            <ac:picMk id="2" creationId="{286F81FE-39CD-46CA-9961-0C1631B9400E}"/>
          </ac:picMkLst>
        </pc:picChg>
        <pc:picChg chg="mod">
          <ac:chgData name="강주예(JUYE KANG)[juyekang]/사원/제조DX.제조DX솔루션.데이터통합분석팀" userId="95b90ab0-d72b-4b5f-a979-51e7fc1ad660" providerId="ADAL" clId="{67DADBC1-6FB1-40FD-BB30-FE93AFA84EC3}" dt="2025-10-15T05:45:38.292" v="1058" actId="1036"/>
          <ac:picMkLst>
            <pc:docMk/>
            <pc:sldMk cId="1325916645" sldId="2147481957"/>
            <ac:picMk id="3" creationId="{39B49759-2402-42B5-A218-D73E263A7626}"/>
          </ac:picMkLst>
        </pc:picChg>
        <pc:picChg chg="mod">
          <ac:chgData name="강주예(JUYE KANG)[juyekang]/사원/제조DX.제조DX솔루션.데이터통합분석팀" userId="95b90ab0-d72b-4b5f-a979-51e7fc1ad660" providerId="ADAL" clId="{67DADBC1-6FB1-40FD-BB30-FE93AFA84EC3}" dt="2025-10-15T05:45:38.292" v="1058" actId="1036"/>
          <ac:picMkLst>
            <pc:docMk/>
            <pc:sldMk cId="1325916645" sldId="2147481957"/>
            <ac:picMk id="4" creationId="{62C833C3-7A0C-4A7F-A861-73F4E3CA9333}"/>
          </ac:picMkLst>
        </pc:picChg>
      </pc:sldChg>
      <pc:sldChg chg="delSp">
        <pc:chgData name="강주예(JUYE KANG)[juyekang]/사원/제조DX.제조DX솔루션.데이터통합분석팀" userId="95b90ab0-d72b-4b5f-a979-51e7fc1ad660" providerId="ADAL" clId="{67DADBC1-6FB1-40FD-BB30-FE93AFA84EC3}" dt="2025-10-15T05:49:43.160" v="1660" actId="478"/>
        <pc:sldMkLst>
          <pc:docMk/>
          <pc:sldMk cId="906537507" sldId="2147482067"/>
        </pc:sldMkLst>
      </pc:sldChg>
      <pc:sldChg chg="modSp">
        <pc:chgData name="강주예(JUYE KANG)[juyekang]/사원/제조DX.제조DX솔루션.데이터통합분석팀" userId="95b90ab0-d72b-4b5f-a979-51e7fc1ad660" providerId="ADAL" clId="{67DADBC1-6FB1-40FD-BB30-FE93AFA84EC3}" dt="2025-10-15T05:50:08.548" v="1671"/>
        <pc:sldMkLst>
          <pc:docMk/>
          <pc:sldMk cId="2065805413" sldId="2147482074"/>
        </pc:sldMkLst>
        <pc:spChg chg="mod">
          <ac:chgData name="강주예(JUYE KANG)[juyekang]/사원/제조DX.제조DX솔루션.데이터통합분석팀" userId="95b90ab0-d72b-4b5f-a979-51e7fc1ad660" providerId="ADAL" clId="{67DADBC1-6FB1-40FD-BB30-FE93AFA84EC3}" dt="2025-10-15T05:38:27.965" v="9" actId="20577"/>
          <ac:spMkLst>
            <pc:docMk/>
            <pc:sldMk cId="2065805413" sldId="2147482074"/>
            <ac:spMk id="9" creationId="{00000000-0000-0000-0000-000000000000}"/>
          </ac:spMkLst>
        </pc:spChg>
        <pc:graphicFrameChg chg="mod modGraphic">
          <ac:chgData name="강주예(JUYE KANG)[juyekang]/사원/제조DX.제조DX솔루션.데이터통합분석팀" userId="95b90ab0-d72b-4b5f-a979-51e7fc1ad660" providerId="ADAL" clId="{67DADBC1-6FB1-40FD-BB30-FE93AFA84EC3}" dt="2025-10-15T05:50:08.548" v="1671"/>
          <ac:graphicFrameMkLst>
            <pc:docMk/>
            <pc:sldMk cId="2065805413" sldId="2147482074"/>
            <ac:graphicFrameMk id="19" creationId="{3E86696F-E35A-4B06-9B46-63A4A6A986C1}"/>
          </ac:graphicFrameMkLst>
        </pc:graphicFrameChg>
      </pc:sldChg>
      <pc:sldChg chg="modSp">
        <pc:chgData name="강주예(JUYE KANG)[juyekang]/사원/제조DX.제조DX솔루션.데이터통합분석팀" userId="95b90ab0-d72b-4b5f-a979-51e7fc1ad660" providerId="ADAL" clId="{67DADBC1-6FB1-40FD-BB30-FE93AFA84EC3}" dt="2025-10-15T05:49:16.168" v="1659" actId="20577"/>
        <pc:sldMkLst>
          <pc:docMk/>
          <pc:sldMk cId="3379836515" sldId="2147482076"/>
        </pc:sldMkLst>
        <pc:spChg chg="mod">
          <ac:chgData name="강주예(JUYE KANG)[juyekang]/사원/제조DX.제조DX솔루션.데이터통합분석팀" userId="95b90ab0-d72b-4b5f-a979-51e7fc1ad660" providerId="ADAL" clId="{67DADBC1-6FB1-40FD-BB30-FE93AFA84EC3}" dt="2025-10-15T05:49:16.168" v="1659" actId="20577"/>
          <ac:spMkLst>
            <pc:docMk/>
            <pc:sldMk cId="3379836515" sldId="2147482076"/>
            <ac:spMk id="9" creationId="{00000000-0000-0000-0000-000000000000}"/>
          </ac:spMkLst>
        </pc:spChg>
      </pc:sldChg>
    </pc:docChg>
  </pc:docChgLst>
  <pc:docChgLst>
    <pc:chgData name="이찬혁(CHANHYUK LEE)[paul_lee]/사원/제조DX.제조DX솔루션.데이터통합분석팀" userId="51b99fae-7b8f-40d9-9374-028bc2619ee7" providerId="ADAL" clId="{91833BEC-9F76-4EE0-B549-70DE9E0FCD15}"/>
    <pc:docChg chg="undo custSel modSld">
      <pc:chgData name="이찬혁(CHANHYUK LEE)[paul_lee]/사원/제조DX.제조DX솔루션.데이터통합분석팀" userId="51b99fae-7b8f-40d9-9374-028bc2619ee7" providerId="ADAL" clId="{91833BEC-9F76-4EE0-B549-70DE9E0FCD15}" dt="2025-11-19T00:55:04.912" v="1161" actId="20577"/>
      <pc:docMkLst>
        <pc:docMk/>
      </pc:docMkLst>
      <pc:sldChg chg="addSp delSp modSp mod">
        <pc:chgData name="이찬혁(CHANHYUK LEE)[paul_lee]/사원/제조DX.제조DX솔루션.데이터통합분석팀" userId="51b99fae-7b8f-40d9-9374-028bc2619ee7" providerId="ADAL" clId="{91833BEC-9F76-4EE0-B549-70DE9E0FCD15}" dt="2025-11-19T00:55:04.912" v="1161" actId="20577"/>
        <pc:sldMkLst>
          <pc:docMk/>
          <pc:sldMk cId="2878646389" sldId="2147482127"/>
        </pc:sldMkLst>
        <pc:spChg chg="mod ord">
          <ac:chgData name="이찬혁(CHANHYUK LEE)[paul_lee]/사원/제조DX.제조DX솔루션.데이터통합분석팀" userId="51b99fae-7b8f-40d9-9374-028bc2619ee7" providerId="ADAL" clId="{91833BEC-9F76-4EE0-B549-70DE9E0FCD15}" dt="2025-11-18T08:33:06.770" v="160" actId="1076"/>
          <ac:spMkLst>
            <pc:docMk/>
            <pc:sldMk cId="2878646389" sldId="2147482127"/>
            <ac:spMk id="2" creationId="{87701950-851A-1FEB-B69C-99F6C923CF19}"/>
          </ac:spMkLst>
        </pc:spChg>
        <pc:spChg chg="del">
          <ac:chgData name="이찬혁(CHANHYUK LEE)[paul_lee]/사원/제조DX.제조DX솔루션.데이터통합분석팀" userId="51b99fae-7b8f-40d9-9374-028bc2619ee7" providerId="ADAL" clId="{91833BEC-9F76-4EE0-B549-70DE9E0FCD15}" dt="2025-11-18T08:32:53.376" v="156" actId="478"/>
          <ac:spMkLst>
            <pc:docMk/>
            <pc:sldMk cId="2878646389" sldId="2147482127"/>
            <ac:spMk id="3" creationId="{21D0F6BE-079F-5770-E08C-54B57178E1E9}"/>
          </ac:spMkLst>
        </pc:spChg>
        <pc:spChg chg="del">
          <ac:chgData name="이찬혁(CHANHYUK LEE)[paul_lee]/사원/제조DX.제조DX솔루션.데이터통합분석팀" userId="51b99fae-7b8f-40d9-9374-028bc2619ee7" providerId="ADAL" clId="{91833BEC-9F76-4EE0-B549-70DE9E0FCD15}" dt="2025-11-18T08:32:53.376" v="156" actId="478"/>
          <ac:spMkLst>
            <pc:docMk/>
            <pc:sldMk cId="2878646389" sldId="2147482127"/>
            <ac:spMk id="5" creationId="{E1B94DF1-F20E-BCB4-83E1-D125D6207F95}"/>
          </ac:spMkLst>
        </pc:spChg>
        <pc:spChg chg="del">
          <ac:chgData name="이찬혁(CHANHYUK LEE)[paul_lee]/사원/제조DX.제조DX솔루션.데이터통합분석팀" userId="51b99fae-7b8f-40d9-9374-028bc2619ee7" providerId="ADAL" clId="{91833BEC-9F76-4EE0-B549-70DE9E0FCD15}" dt="2025-11-18T08:32:53.376" v="156" actId="478"/>
          <ac:spMkLst>
            <pc:docMk/>
            <pc:sldMk cId="2878646389" sldId="2147482127"/>
            <ac:spMk id="6" creationId="{902188D2-7E1B-6718-0F71-60522D16BD52}"/>
          </ac:spMkLst>
        </pc:spChg>
        <pc:spChg chg="del mod">
          <ac:chgData name="이찬혁(CHANHYUK LEE)[paul_lee]/사원/제조DX.제조DX솔루션.데이터통합분석팀" userId="51b99fae-7b8f-40d9-9374-028bc2619ee7" providerId="ADAL" clId="{91833BEC-9F76-4EE0-B549-70DE9E0FCD15}" dt="2025-11-18T08:13:13.905" v="1" actId="478"/>
          <ac:spMkLst>
            <pc:docMk/>
            <pc:sldMk cId="2878646389" sldId="2147482127"/>
            <ac:spMk id="7" creationId="{AE4A1C8C-AB8D-8959-27E3-FE6E8DCAE500}"/>
          </ac:spMkLst>
        </pc:spChg>
        <pc:spChg chg="add mod">
          <ac:chgData name="이찬혁(CHANHYUK LEE)[paul_lee]/사원/제조DX.제조DX솔루션.데이터통합분석팀" userId="51b99fae-7b8f-40d9-9374-028bc2619ee7" providerId="ADAL" clId="{91833BEC-9F76-4EE0-B549-70DE9E0FCD15}" dt="2025-11-18T08:33:09.761" v="161" actId="571"/>
          <ac:spMkLst>
            <pc:docMk/>
            <pc:sldMk cId="2878646389" sldId="2147482127"/>
            <ac:spMk id="8" creationId="{E6C29E70-7730-2200-C3E6-B42664065D87}"/>
          </ac:spMkLst>
        </pc:spChg>
        <pc:spChg chg="mod">
          <ac:chgData name="이찬혁(CHANHYUK LEE)[paul_lee]/사원/제조DX.제조DX솔루션.데이터통합분석팀" userId="51b99fae-7b8f-40d9-9374-028bc2619ee7" providerId="ADAL" clId="{91833BEC-9F76-4EE0-B549-70DE9E0FCD15}" dt="2025-11-18T08:14:19.796" v="139" actId="20577"/>
          <ac:spMkLst>
            <pc:docMk/>
            <pc:sldMk cId="2878646389" sldId="2147482127"/>
            <ac:spMk id="18" creationId="{CD6FE8C4-D3CA-4ACB-997B-147E1EDF00F6}"/>
          </ac:spMkLst>
        </pc:spChg>
        <pc:graphicFrameChg chg="add mod ord modGraphic">
          <ac:chgData name="이찬혁(CHANHYUK LEE)[paul_lee]/사원/제조DX.제조DX솔루션.데이터통합분석팀" userId="51b99fae-7b8f-40d9-9374-028bc2619ee7" providerId="ADAL" clId="{91833BEC-9F76-4EE0-B549-70DE9E0FCD15}" dt="2025-11-18T08:32:58.145" v="158" actId="167"/>
          <ac:graphicFrameMkLst>
            <pc:docMk/>
            <pc:sldMk cId="2878646389" sldId="2147482127"/>
            <ac:graphicFrameMk id="4" creationId="{9FFFA2E8-62D2-58A7-B3A9-B979627B94A7}"/>
          </ac:graphicFrameMkLst>
        </pc:graphicFrameChg>
        <pc:graphicFrameChg chg="del mod modGraphic">
          <ac:chgData name="이찬혁(CHANHYUK LEE)[paul_lee]/사원/제조DX.제조DX솔루션.데이터통합분석팀" userId="51b99fae-7b8f-40d9-9374-028bc2619ee7" providerId="ADAL" clId="{91833BEC-9F76-4EE0-B549-70DE9E0FCD15}" dt="2025-11-18T08:32:36.485" v="151" actId="478"/>
          <ac:graphicFrameMkLst>
            <pc:docMk/>
            <pc:sldMk cId="2878646389" sldId="2147482127"/>
            <ac:graphicFrameMk id="16" creationId="{40624006-7D72-4DB6-90AE-E15DF73D115C}"/>
          </ac:graphicFrameMkLst>
        </pc:graphicFrameChg>
        <pc:graphicFrameChg chg="mod modGraphic">
          <ac:chgData name="이찬혁(CHANHYUK LEE)[paul_lee]/사원/제조DX.제조DX솔루션.데이터통합분석팀" userId="51b99fae-7b8f-40d9-9374-028bc2619ee7" providerId="ADAL" clId="{91833BEC-9F76-4EE0-B549-70DE9E0FCD15}" dt="2025-11-19T00:55:04.912" v="1161" actId="20577"/>
          <ac:graphicFrameMkLst>
            <pc:docMk/>
            <pc:sldMk cId="2878646389" sldId="2147482127"/>
            <ac:graphicFrameMk id="20" creationId="{BF9F3BC2-7BF1-4A68-B062-407EE41FD06F}"/>
          </ac:graphicFrameMkLst>
        </pc:graphicFrameChg>
        <pc:graphicFrameChg chg="mod modGraphic">
          <ac:chgData name="이찬혁(CHANHYUK LEE)[paul_lee]/사원/제조DX.제조DX솔루션.데이터통합분석팀" userId="51b99fae-7b8f-40d9-9374-028bc2619ee7" providerId="ADAL" clId="{91833BEC-9F76-4EE0-B549-70DE9E0FCD15}" dt="2025-11-19T00:54:37.858" v="1120" actId="14100"/>
          <ac:graphicFrameMkLst>
            <pc:docMk/>
            <pc:sldMk cId="2878646389" sldId="2147482127"/>
            <ac:graphicFrameMk id="24" creationId="{CB1E1DE9-356B-4185-A911-636EBB599881}"/>
          </ac:graphicFrameMkLst>
        </pc:graphicFrameChg>
        <pc:picChg chg="add mod">
          <ac:chgData name="이찬혁(CHANHYUK LEE)[paul_lee]/사원/제조DX.제조DX솔루션.데이터통합분석팀" userId="51b99fae-7b8f-40d9-9374-028bc2619ee7" providerId="ADAL" clId="{91833BEC-9F76-4EE0-B549-70DE9E0FCD15}" dt="2025-11-18T08:47:21.076" v="652" actId="1076"/>
          <ac:picMkLst>
            <pc:docMk/>
            <pc:sldMk cId="2878646389" sldId="2147482127"/>
            <ac:picMk id="9" creationId="{04F303E3-379E-456A-636E-7F89C84BF66F}"/>
          </ac:picMkLst>
        </pc:picChg>
      </pc:sldChg>
    </pc:docChg>
  </pc:docChgLst>
  <pc:docChgLst>
    <pc:chgData name="김종우(JONG WOO KIM)[jongwoo_kim]/선임/제조DX.제조DX솔루션.데이터통합분석팀" userId="S::jongwoo_kim@lgensol.com::724af6f9-8cbb-4db2-a128-c90de53c6762" providerId="AD" clId="Web-{8052D735-5322-7505-5CCB-C74B94141397}"/>
    <pc:docChg chg="modSld">
      <pc:chgData name="김종우(JONG WOO KIM)[jongwoo_kim]/선임/제조DX.제조DX솔루션.데이터통합분석팀" userId="S::jongwoo_kim@lgensol.com::724af6f9-8cbb-4db2-a128-c90de53c6762" providerId="AD" clId="Web-{8052D735-5322-7505-5CCB-C74B94141397}" dt="2025-10-15T01:27:04.718" v="1028"/>
      <pc:docMkLst>
        <pc:docMk/>
      </pc:docMkLst>
      <pc:sldChg chg="modSp">
        <pc:chgData name="김종우(JONG WOO KIM)[jongwoo_kim]/선임/제조DX.제조DX솔루션.데이터통합분석팀" userId="S::jongwoo_kim@lgensol.com::724af6f9-8cbb-4db2-a128-c90de53c6762" providerId="AD" clId="Web-{8052D735-5322-7505-5CCB-C74B94141397}" dt="2025-10-15T01:27:04.718" v="1028"/>
        <pc:sldMkLst>
          <pc:docMk/>
          <pc:sldMk cId="199823846" sldId="2147482123"/>
        </pc:sldMkLst>
        <pc:graphicFrameChg chg="mod modGraphic">
          <ac:chgData name="김종우(JONG WOO KIM)[jongwoo_kim]/선임/제조DX.제조DX솔루션.데이터통합분석팀" userId="S::jongwoo_kim@lgensol.com::724af6f9-8cbb-4db2-a128-c90de53c6762" providerId="AD" clId="Web-{8052D735-5322-7505-5CCB-C74B94141397}" dt="2025-10-15T01:27:04.718" v="1028"/>
          <ac:graphicFrameMkLst>
            <pc:docMk/>
            <pc:sldMk cId="199823846" sldId="2147482123"/>
            <ac:graphicFrameMk id="2" creationId="{906418C3-B267-4D15-9EEA-263A19B39D07}"/>
          </ac:graphicFrameMkLst>
        </pc:graphicFrameChg>
      </pc:sldChg>
    </pc:docChg>
  </pc:docChgLst>
  <pc:docChgLst>
    <pc:chgData name="조현우(HYEONWOO CHO)[recoiner]/선임/제조DX.제조DX솔루션.셀추적기술팀" userId="c7996fdb-9092-4875-8c6f-a0f02242852c" providerId="ADAL" clId="{EB2B8F46-8837-4696-92D1-0867F0632C9A}"/>
    <pc:docChg chg="undo custSel modSld">
      <pc:chgData name="조현우(HYEONWOO CHO)[recoiner]/선임/제조DX.제조DX솔루션.셀추적기술팀" userId="c7996fdb-9092-4875-8c6f-a0f02242852c" providerId="ADAL" clId="{EB2B8F46-8837-4696-92D1-0867F0632C9A}" dt="2025-11-18T21:55:38.155" v="202" actId="207"/>
      <pc:docMkLst>
        <pc:docMk/>
      </pc:docMkLst>
      <pc:sldChg chg="addSp delSp modSp mod">
        <pc:chgData name="조현우(HYEONWOO CHO)[recoiner]/선임/제조DX.제조DX솔루션.셀추적기술팀" userId="c7996fdb-9092-4875-8c6f-a0f02242852c" providerId="ADAL" clId="{EB2B8F46-8837-4696-92D1-0867F0632C9A}" dt="2025-11-18T21:40:19.406" v="122" actId="20577"/>
        <pc:sldMkLst>
          <pc:docMk/>
          <pc:sldMk cId="2105941167" sldId="2117"/>
        </pc:sldMkLst>
        <pc:spChg chg="mod">
          <ac:chgData name="조현우(HYEONWOO CHO)[recoiner]/선임/제조DX.제조DX솔루션.셀추적기술팀" userId="c7996fdb-9092-4875-8c6f-a0f02242852c" providerId="ADAL" clId="{EB2B8F46-8837-4696-92D1-0867F0632C9A}" dt="2025-11-18T21:38:56.741" v="12" actId="1076"/>
          <ac:spMkLst>
            <pc:docMk/>
            <pc:sldMk cId="2105941167" sldId="2117"/>
            <ac:spMk id="26" creationId="{01A16532-42AA-BA5C-CCB2-429E10D2A4AE}"/>
          </ac:spMkLst>
        </pc:spChg>
        <pc:spChg chg="add del mod">
          <ac:chgData name="조현우(HYEONWOO CHO)[recoiner]/선임/제조DX.제조DX솔루션.셀추적기술팀" userId="c7996fdb-9092-4875-8c6f-a0f02242852c" providerId="ADAL" clId="{EB2B8F46-8837-4696-92D1-0867F0632C9A}" dt="2025-11-18T21:40:19.406" v="122" actId="20577"/>
          <ac:spMkLst>
            <pc:docMk/>
            <pc:sldMk cId="2105941167" sldId="2117"/>
            <ac:spMk id="27" creationId="{DFCCB9CE-3554-61B7-99DE-FFD6F0DB2CA9}"/>
          </ac:spMkLst>
        </pc:spChg>
        <pc:spChg chg="mod">
          <ac:chgData name="조현우(HYEONWOO CHO)[recoiner]/선임/제조DX.제조DX솔루션.셀추적기술팀" userId="c7996fdb-9092-4875-8c6f-a0f02242852c" providerId="ADAL" clId="{EB2B8F46-8837-4696-92D1-0867F0632C9A}" dt="2025-11-18T21:38:33.749" v="10" actId="207"/>
          <ac:spMkLst>
            <pc:docMk/>
            <pc:sldMk cId="2105941167" sldId="2117"/>
            <ac:spMk id="28" creationId="{EB8479F3-B5EA-CFD0-1E43-70E717E15F67}"/>
          </ac:spMkLst>
        </pc:spChg>
      </pc:sldChg>
      <pc:sldChg chg="modSp mod">
        <pc:chgData name="조현우(HYEONWOO CHO)[recoiner]/선임/제조DX.제조DX솔루션.셀추적기술팀" userId="c7996fdb-9092-4875-8c6f-a0f02242852c" providerId="ADAL" clId="{EB2B8F46-8837-4696-92D1-0867F0632C9A}" dt="2025-11-18T21:55:38.155" v="202" actId="207"/>
        <pc:sldMkLst>
          <pc:docMk/>
          <pc:sldMk cId="2808239855" sldId="2147481841"/>
        </pc:sldMkLst>
        <pc:spChg chg="mod">
          <ac:chgData name="조현우(HYEONWOO CHO)[recoiner]/선임/제조DX.제조DX솔루션.셀추적기술팀" userId="c7996fdb-9092-4875-8c6f-a0f02242852c" providerId="ADAL" clId="{EB2B8F46-8837-4696-92D1-0867F0632C9A}" dt="2025-11-18T21:42:12.394" v="145" actId="1076"/>
          <ac:spMkLst>
            <pc:docMk/>
            <pc:sldMk cId="2808239855" sldId="2147481841"/>
            <ac:spMk id="10" creationId="{4ECF0187-39D7-45CD-92D7-4A912D1194B9}"/>
          </ac:spMkLst>
        </pc:spChg>
        <pc:spChg chg="mod">
          <ac:chgData name="조현우(HYEONWOO CHO)[recoiner]/선임/제조DX.제조DX솔루션.셀추적기술팀" userId="c7996fdb-9092-4875-8c6f-a0f02242852c" providerId="ADAL" clId="{EB2B8F46-8837-4696-92D1-0867F0632C9A}" dt="2025-11-18T21:55:38.155" v="202" actId="207"/>
          <ac:spMkLst>
            <pc:docMk/>
            <pc:sldMk cId="2808239855" sldId="2147481841"/>
            <ac:spMk id="21" creationId="{4C3181BD-8769-4C0D-8973-C9F2BE0DC598}"/>
          </ac:spMkLst>
        </pc:spChg>
        <pc:spChg chg="mod">
          <ac:chgData name="조현우(HYEONWOO CHO)[recoiner]/선임/제조DX.제조DX솔루션.셀추적기술팀" userId="c7996fdb-9092-4875-8c6f-a0f02242852c" providerId="ADAL" clId="{EB2B8F46-8837-4696-92D1-0867F0632C9A}" dt="2025-11-18T21:41:30.763" v="132" actId="20577"/>
          <ac:spMkLst>
            <pc:docMk/>
            <pc:sldMk cId="2808239855" sldId="2147481841"/>
            <ac:spMk id="33" creationId="{25BB38E2-DC62-4BCD-AF1A-7CF9643A7F60}"/>
          </ac:spMkLst>
        </pc:spChg>
        <pc:graphicFrameChg chg="modGraphic">
          <ac:chgData name="조현우(HYEONWOO CHO)[recoiner]/선임/제조DX.제조DX솔루션.셀추적기술팀" userId="c7996fdb-9092-4875-8c6f-a0f02242852c" providerId="ADAL" clId="{EB2B8F46-8837-4696-92D1-0867F0632C9A}" dt="2025-11-18T21:55:17.098" v="201" actId="20577"/>
          <ac:graphicFrameMkLst>
            <pc:docMk/>
            <pc:sldMk cId="2808239855" sldId="2147481841"/>
            <ac:graphicFrameMk id="8" creationId="{535296F5-AA63-4889-B2E2-B081CA1F71D3}"/>
          </ac:graphicFrameMkLst>
        </pc:graphicFrameChg>
        <pc:graphicFrameChg chg="mod modGraphic">
          <ac:chgData name="조현우(HYEONWOO CHO)[recoiner]/선임/제조DX.제조DX솔루션.셀추적기술팀" userId="c7996fdb-9092-4875-8c6f-a0f02242852c" providerId="ADAL" clId="{EB2B8F46-8837-4696-92D1-0867F0632C9A}" dt="2025-11-18T21:41:55.043" v="134" actId="20577"/>
          <ac:graphicFrameMkLst>
            <pc:docMk/>
            <pc:sldMk cId="2808239855" sldId="2147481841"/>
            <ac:graphicFrameMk id="9" creationId="{5858CA98-AD52-C0F0-4CE4-3FD1239795DE}"/>
          </ac:graphicFrameMkLst>
        </pc:graphicFrameChg>
      </pc:sldChg>
    </pc:docChg>
  </pc:docChgLst>
  <pc:docChgLst>
    <pc:chgData name="김승필(SEUNGPIL KIM)[spkim]/책임/제조DX.제조DX솔루션.셀추적기술팀" userId="407f73c3-021a-44fd-b8e7-f3d9a6efd4ba" providerId="ADAL" clId="{558D431B-F20B-4A9A-976D-7ED6A5E4FDE0}"/>
    <pc:docChg chg="custSel modSld">
      <pc:chgData name="김승필(SEUNGPIL KIM)[spkim]/책임/제조DX.제조DX솔루션.셀추적기술팀" userId="407f73c3-021a-44fd-b8e7-f3d9a6efd4ba" providerId="ADAL" clId="{558D431B-F20B-4A9A-976D-7ED6A5E4FDE0}" dt="2025-10-15T00:23:54.244" v="489" actId="20577"/>
      <pc:docMkLst>
        <pc:docMk/>
      </pc:docMkLst>
      <pc:sldChg chg="modSp">
        <pc:chgData name="김승필(SEUNGPIL KIM)[spkim]/책임/제조DX.제조DX솔루션.셀추적기술팀" userId="407f73c3-021a-44fd-b8e7-f3d9a6efd4ba" providerId="ADAL" clId="{558D431B-F20B-4A9A-976D-7ED6A5E4FDE0}" dt="2025-10-15T00:23:54.244" v="489" actId="20577"/>
        <pc:sldMkLst>
          <pc:docMk/>
          <pc:sldMk cId="3485727604" sldId="2147481872"/>
        </pc:sldMkLst>
        <pc:spChg chg="mod">
          <ac:chgData name="김승필(SEUNGPIL KIM)[spkim]/책임/제조DX.제조DX솔루션.셀추적기술팀" userId="407f73c3-021a-44fd-b8e7-f3d9a6efd4ba" providerId="ADAL" clId="{558D431B-F20B-4A9A-976D-7ED6A5E4FDE0}" dt="2025-10-15T00:23:54.244" v="489" actId="20577"/>
          <ac:spMkLst>
            <pc:docMk/>
            <pc:sldMk cId="3485727604" sldId="2147481872"/>
            <ac:spMk id="33" creationId="{708B1D54-9D52-42CB-82CB-E5D69946BACE}"/>
          </ac:spMkLst>
        </pc:spChg>
        <pc:graphicFrameChg chg="mod modGraphic">
          <ac:chgData name="김승필(SEUNGPIL KIM)[spkim]/책임/제조DX.제조DX솔루션.셀추적기술팀" userId="407f73c3-021a-44fd-b8e7-f3d9a6efd4ba" providerId="ADAL" clId="{558D431B-F20B-4A9A-976D-7ED6A5E4FDE0}" dt="2025-10-14T04:31:11.989" v="485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</pc:sldChg>
    </pc:docChg>
  </pc:docChgLst>
  <pc:docChgLst>
    <pc:chgData name="김종우(JONG WOO KIM)[jongwoo_kim]/선임/제조DX.제조DX솔루션.데이터통합분석팀" userId="S::jongwoo_kim@lgensol.com::724af6f9-8cbb-4db2-a128-c90de53c6762" providerId="AD" clId="Web-{28F443D9-64A0-1E13-78F3-0B508D7F5E34}"/>
    <pc:docChg chg="modSld">
      <pc:chgData name="김종우(JONG WOO KIM)[jongwoo_kim]/선임/제조DX.제조DX솔루션.데이터통합분석팀" userId="S::jongwoo_kim@lgensol.com::724af6f9-8cbb-4db2-a128-c90de53c6762" providerId="AD" clId="Web-{28F443D9-64A0-1E13-78F3-0B508D7F5E34}" dt="2025-11-12T16:15:32.083" v="3"/>
      <pc:docMkLst>
        <pc:docMk/>
      </pc:docMkLst>
      <pc:sldChg chg="modSp">
        <pc:chgData name="김종우(JONG WOO KIM)[jongwoo_kim]/선임/제조DX.제조DX솔루션.데이터통합분석팀" userId="S::jongwoo_kim@lgensol.com::724af6f9-8cbb-4db2-a128-c90de53c6762" providerId="AD" clId="Web-{28F443D9-64A0-1E13-78F3-0B508D7F5E34}" dt="2025-11-12T16:15:32.083" v="3"/>
        <pc:sldMkLst>
          <pc:docMk/>
          <pc:sldMk cId="312166392" sldId="2147482002"/>
        </pc:sldMkLst>
        <pc:graphicFrameChg chg="mod modGraphic">
          <ac:chgData name="김종우(JONG WOO KIM)[jongwoo_kim]/선임/제조DX.제조DX솔루션.데이터통합분석팀" userId="S::jongwoo_kim@lgensol.com::724af6f9-8cbb-4db2-a128-c90de53c6762" providerId="AD" clId="Web-{28F443D9-64A0-1E13-78F3-0B508D7F5E34}" dt="2025-11-12T16:15:32.083" v="3"/>
          <ac:graphicFrameMkLst>
            <pc:docMk/>
            <pc:sldMk cId="312166392" sldId="2147482002"/>
            <ac:graphicFrameMk id="19" creationId="{54728183-150A-36AF-E666-2145F7FF2814}"/>
          </ac:graphicFrameMkLst>
        </pc:graphicFrameChg>
      </pc:sldChg>
    </pc:docChg>
  </pc:docChgLst>
  <pc:docChgLst>
    <pc:chgData name="박재완(parkjaewan)[jaewan25]/사원/제조지능화.데이터솔루션.전극롤맵기술팀" userId="f6b571f3-609a-4560-9b16-be759616b682" providerId="ADAL" clId="{D57B2EA8-010A-4F9B-BA5C-1FB6D0B9AAF0}"/>
    <pc:docChg chg="undo custSel modSld">
      <pc:chgData name="박재완(parkjaewan)[jaewan25]/사원/제조지능화.데이터솔루션.전극롤맵기술팀" userId="f6b571f3-609a-4560-9b16-be759616b682" providerId="ADAL" clId="{D57B2EA8-010A-4F9B-BA5C-1FB6D0B9AAF0}" dt="2025-10-29T05:56:19.348" v="687"/>
      <pc:docMkLst>
        <pc:docMk/>
      </pc:docMkLst>
      <pc:sldChg chg="modSp">
        <pc:chgData name="박재완(parkjaewan)[jaewan25]/사원/제조지능화.데이터솔루션.전극롤맵기술팀" userId="f6b571f3-609a-4560-9b16-be759616b682" providerId="ADAL" clId="{D57B2EA8-010A-4F9B-BA5C-1FB6D0B9AAF0}" dt="2025-10-29T05:48:42.748" v="547" actId="207"/>
        <pc:sldMkLst>
          <pc:docMk/>
          <pc:sldMk cId="1357868518" sldId="2147481919"/>
        </pc:sldMkLst>
        <pc:spChg chg="mod">
          <ac:chgData name="박재완(parkjaewan)[jaewan25]/사원/제조지능화.데이터솔루션.전극롤맵기술팀" userId="f6b571f3-609a-4560-9b16-be759616b682" providerId="ADAL" clId="{D57B2EA8-010A-4F9B-BA5C-1FB6D0B9AAF0}" dt="2025-10-29T05:44:36.891" v="67" actId="20577"/>
          <ac:spMkLst>
            <pc:docMk/>
            <pc:sldMk cId="1357868518" sldId="2147481919"/>
            <ac:spMk id="18" creationId="{72943F47-EAEA-4391-A2BC-C7C33A8E8CFD}"/>
          </ac:spMkLst>
        </pc:spChg>
        <pc:graphicFrameChg chg="mod modGraphic">
          <ac:chgData name="박재완(parkjaewan)[jaewan25]/사원/제조지능화.데이터솔루션.전극롤맵기술팀" userId="f6b571f3-609a-4560-9b16-be759616b682" providerId="ADAL" clId="{D57B2EA8-010A-4F9B-BA5C-1FB6D0B9AAF0}" dt="2025-10-29T05:48:42.748" v="547" actId="207"/>
          <ac:graphicFrameMkLst>
            <pc:docMk/>
            <pc:sldMk cId="1357868518" sldId="2147481919"/>
            <ac:graphicFrameMk id="3" creationId="{3E86696F-E35A-4B06-9B46-63A4A6A986C1}"/>
          </ac:graphicFrameMkLst>
        </pc:graphicFrameChg>
      </pc:sldChg>
    </pc:docChg>
  </pc:docChgLst>
  <pc:docChgLst>
    <pc:chgData name="박재완(parkjaewan)[jaewan25]/사원/제조지능화.데이터솔루션.전극롤맵기술팀" userId="f6b571f3-609a-4560-9b16-be759616b682" providerId="ADAL" clId="{9605AB90-E18B-4C41-89AF-E2E6E3B60A5B}"/>
    <pc:docChg chg="custSel modSld">
      <pc:chgData name="박재완(parkjaewan)[jaewan25]/사원/제조지능화.데이터솔루션.전극롤맵기술팀" userId="f6b571f3-609a-4560-9b16-be759616b682" providerId="ADAL" clId="{9605AB90-E18B-4C41-89AF-E2E6E3B60A5B}" dt="2025-11-19T09:40:34.862" v="699" actId="20577"/>
      <pc:docMkLst>
        <pc:docMk/>
      </pc:docMkLst>
      <pc:sldChg chg="modSp">
        <pc:chgData name="박재완(parkjaewan)[jaewan25]/사원/제조지능화.데이터솔루션.전극롤맵기술팀" userId="f6b571f3-609a-4560-9b16-be759616b682" providerId="ADAL" clId="{9605AB90-E18B-4C41-89AF-E2E6E3B60A5B}" dt="2025-11-19T02:46:04.479" v="62" actId="20577"/>
        <pc:sldMkLst>
          <pc:docMk/>
          <pc:sldMk cId="1357868518" sldId="2147481919"/>
        </pc:sldMkLst>
        <pc:spChg chg="mod">
          <ac:chgData name="박재완(parkjaewan)[jaewan25]/사원/제조지능화.데이터솔루션.전극롤맵기술팀" userId="f6b571f3-609a-4560-9b16-be759616b682" providerId="ADAL" clId="{9605AB90-E18B-4C41-89AF-E2E6E3B60A5B}" dt="2025-11-19T02:46:04.479" v="62" actId="20577"/>
          <ac:spMkLst>
            <pc:docMk/>
            <pc:sldMk cId="1357868518" sldId="2147481919"/>
            <ac:spMk id="18" creationId="{72943F47-EAEA-4391-A2BC-C7C33A8E8CFD}"/>
          </ac:spMkLst>
        </pc:spChg>
        <pc:graphicFrameChg chg="modGraphic">
          <ac:chgData name="박재완(parkjaewan)[jaewan25]/사원/제조지능화.데이터솔루션.전극롤맵기술팀" userId="f6b571f3-609a-4560-9b16-be759616b682" providerId="ADAL" clId="{9605AB90-E18B-4C41-89AF-E2E6E3B60A5B}" dt="2025-11-19T02:46:00.510" v="60" actId="207"/>
          <ac:graphicFrameMkLst>
            <pc:docMk/>
            <pc:sldMk cId="1357868518" sldId="2147481919"/>
            <ac:graphicFrameMk id="3" creationId="{3E86696F-E35A-4B06-9B46-63A4A6A986C1}"/>
          </ac:graphicFrameMkLst>
        </pc:graphicFrameChg>
      </pc:sldChg>
      <pc:sldChg chg="modSp">
        <pc:chgData name="박재완(parkjaewan)[jaewan25]/사원/제조지능화.데이터솔루션.전극롤맵기술팀" userId="f6b571f3-609a-4560-9b16-be759616b682" providerId="ADAL" clId="{9605AB90-E18B-4C41-89AF-E2E6E3B60A5B}" dt="2025-11-19T07:47:23.191" v="483" actId="207"/>
        <pc:sldMkLst>
          <pc:docMk/>
          <pc:sldMk cId="3218446010" sldId="2147481940"/>
        </pc:sldMkLst>
        <pc:graphicFrameChg chg="mod modGraphic">
          <ac:chgData name="박재완(parkjaewan)[jaewan25]/사원/제조지능화.데이터솔루션.전극롤맵기술팀" userId="f6b571f3-609a-4560-9b16-be759616b682" providerId="ADAL" clId="{9605AB90-E18B-4C41-89AF-E2E6E3B60A5B}" dt="2025-11-19T07:47:23.191" v="483" actId="207"/>
          <ac:graphicFrameMkLst>
            <pc:docMk/>
            <pc:sldMk cId="3218446010" sldId="2147481940"/>
            <ac:graphicFrameMk id="21" creationId="{B17BC81E-4040-4B89-BFD6-444CE79E9A52}"/>
          </ac:graphicFrameMkLst>
        </pc:graphicFrameChg>
      </pc:sldChg>
      <pc:sldChg chg="modSp">
        <pc:chgData name="박재완(parkjaewan)[jaewan25]/사원/제조지능화.데이터솔루션.전극롤맵기술팀" userId="f6b571f3-609a-4560-9b16-be759616b682" providerId="ADAL" clId="{9605AB90-E18B-4C41-89AF-E2E6E3B60A5B}" dt="2025-11-19T09:40:34.862" v="699" actId="20577"/>
        <pc:sldMkLst>
          <pc:docMk/>
          <pc:sldMk cId="4216273303" sldId="2147482152"/>
        </pc:sldMkLst>
        <pc:graphicFrameChg chg="modGraphic">
          <ac:chgData name="박재완(parkjaewan)[jaewan25]/사원/제조지능화.데이터솔루션.전극롤맵기술팀" userId="f6b571f3-609a-4560-9b16-be759616b682" providerId="ADAL" clId="{9605AB90-E18B-4C41-89AF-E2E6E3B60A5B}" dt="2025-11-19T05:14:08.325" v="85" actId="207"/>
          <ac:graphicFrameMkLst>
            <pc:docMk/>
            <pc:sldMk cId="4216273303" sldId="2147482152"/>
            <ac:graphicFrameMk id="18" creationId="{E5337A66-4735-450F-BB05-1241FCE56139}"/>
          </ac:graphicFrameMkLst>
        </pc:graphicFrameChg>
        <pc:graphicFrameChg chg="mod modGraphic">
          <ac:chgData name="박재완(parkjaewan)[jaewan25]/사원/제조지능화.데이터솔루션.전극롤맵기술팀" userId="f6b571f3-609a-4560-9b16-be759616b682" providerId="ADAL" clId="{9605AB90-E18B-4C41-89AF-E2E6E3B60A5B}" dt="2025-11-19T09:40:34.862" v="699" actId="20577"/>
          <ac:graphicFrameMkLst>
            <pc:docMk/>
            <pc:sldMk cId="4216273303" sldId="2147482152"/>
            <ac:graphicFrameMk id="30" creationId="{FD723AF4-8C6A-45D2-91AF-E831F6E1C5CD}"/>
          </ac:graphicFrameMkLst>
        </pc:graphicFrameChg>
      </pc:sldChg>
      <pc:sldChg chg="modSp">
        <pc:chgData name="박재완(parkjaewan)[jaewan25]/사원/제조지능화.데이터솔루션.전극롤맵기술팀" userId="f6b571f3-609a-4560-9b16-be759616b682" providerId="ADAL" clId="{9605AB90-E18B-4C41-89AF-E2E6E3B60A5B}" dt="2025-11-19T07:47:30.376" v="484" actId="207"/>
        <pc:sldMkLst>
          <pc:docMk/>
          <pc:sldMk cId="719476191" sldId="2147482153"/>
        </pc:sldMkLst>
        <pc:graphicFrameChg chg="mod modGraphic">
          <ac:chgData name="박재완(parkjaewan)[jaewan25]/사원/제조지능화.데이터솔루션.전극롤맵기술팀" userId="f6b571f3-609a-4560-9b16-be759616b682" providerId="ADAL" clId="{9605AB90-E18B-4C41-89AF-E2E6E3B60A5B}" dt="2025-11-19T07:47:30.376" v="484" actId="207"/>
          <ac:graphicFrameMkLst>
            <pc:docMk/>
            <pc:sldMk cId="719476191" sldId="2147482153"/>
            <ac:graphicFrameMk id="24" creationId="{DA9720D5-9E5D-4270-AD52-B8674BAB70D6}"/>
          </ac:graphicFrameMkLst>
        </pc:graphicFrameChg>
      </pc:sldChg>
      <pc:sldChg chg="modSp">
        <pc:chgData name="박재완(parkjaewan)[jaewan25]/사원/제조지능화.데이터솔루션.전극롤맵기술팀" userId="f6b571f3-609a-4560-9b16-be759616b682" providerId="ADAL" clId="{9605AB90-E18B-4C41-89AF-E2E6E3B60A5B}" dt="2025-11-19T07:47:34.519" v="485" actId="207"/>
        <pc:sldMkLst>
          <pc:docMk/>
          <pc:sldMk cId="1357361098" sldId="2147482154"/>
        </pc:sldMkLst>
        <pc:graphicFrameChg chg="mod modGraphic">
          <ac:chgData name="박재완(parkjaewan)[jaewan25]/사원/제조지능화.데이터솔루션.전극롤맵기술팀" userId="f6b571f3-609a-4560-9b16-be759616b682" providerId="ADAL" clId="{9605AB90-E18B-4C41-89AF-E2E6E3B60A5B}" dt="2025-11-19T07:47:34.519" v="485" actId="207"/>
          <ac:graphicFrameMkLst>
            <pc:docMk/>
            <pc:sldMk cId="1357361098" sldId="2147482154"/>
            <ac:graphicFrameMk id="20" creationId="{4D0A5B9B-816F-4E0A-A314-C8D20D26917B}"/>
          </ac:graphicFrameMkLst>
        </pc:graphicFrameChg>
      </pc:sldChg>
      <pc:sldChg chg="modSp">
        <pc:chgData name="박재완(parkjaewan)[jaewan25]/사원/제조지능화.데이터솔루션.전극롤맵기술팀" userId="f6b571f3-609a-4560-9b16-be759616b682" providerId="ADAL" clId="{9605AB90-E18B-4C41-89AF-E2E6E3B60A5B}" dt="2025-11-19T07:47:37.955" v="486" actId="207"/>
        <pc:sldMkLst>
          <pc:docMk/>
          <pc:sldMk cId="2756542074" sldId="2147482155"/>
        </pc:sldMkLst>
        <pc:graphicFrameChg chg="mod modGraphic">
          <ac:chgData name="박재완(parkjaewan)[jaewan25]/사원/제조지능화.데이터솔루션.전극롤맵기술팀" userId="f6b571f3-609a-4560-9b16-be759616b682" providerId="ADAL" clId="{9605AB90-E18B-4C41-89AF-E2E6E3B60A5B}" dt="2025-11-19T07:47:37.955" v="486" actId="207"/>
          <ac:graphicFrameMkLst>
            <pc:docMk/>
            <pc:sldMk cId="2756542074" sldId="2147482155"/>
            <ac:graphicFrameMk id="20" creationId="{C29AEFF0-7244-4E41-A5B8-902A91A671C8}"/>
          </ac:graphicFrameMkLst>
        </pc:graphicFrameChg>
      </pc:sldChg>
      <pc:sldChg chg="modSp">
        <pc:chgData name="박재완(parkjaewan)[jaewan25]/사원/제조지능화.데이터솔루션.전극롤맵기술팀" userId="f6b571f3-609a-4560-9b16-be759616b682" providerId="ADAL" clId="{9605AB90-E18B-4C41-89AF-E2E6E3B60A5B}" dt="2025-11-19T07:47:47.774" v="487" actId="207"/>
        <pc:sldMkLst>
          <pc:docMk/>
          <pc:sldMk cId="1685760430" sldId="2147482156"/>
        </pc:sldMkLst>
        <pc:graphicFrameChg chg="mod modGraphic">
          <ac:chgData name="박재완(parkjaewan)[jaewan25]/사원/제조지능화.데이터솔루션.전극롤맵기술팀" userId="f6b571f3-609a-4560-9b16-be759616b682" providerId="ADAL" clId="{9605AB90-E18B-4C41-89AF-E2E6E3B60A5B}" dt="2025-11-19T07:47:47.774" v="487" actId="207"/>
          <ac:graphicFrameMkLst>
            <pc:docMk/>
            <pc:sldMk cId="1685760430" sldId="2147482156"/>
            <ac:graphicFrameMk id="19" creationId="{197AC351-9B94-4151-9F3E-1F17E57ED62B}"/>
          </ac:graphicFrameMkLst>
        </pc:graphicFrameChg>
      </pc:sldChg>
      <pc:sldChg chg="modSp">
        <pc:chgData name="박재완(parkjaewan)[jaewan25]/사원/제조지능화.데이터솔루션.전극롤맵기술팀" userId="f6b571f3-609a-4560-9b16-be759616b682" providerId="ADAL" clId="{9605AB90-E18B-4C41-89AF-E2E6E3B60A5B}" dt="2025-11-19T07:47:51.968" v="488" actId="207"/>
        <pc:sldMkLst>
          <pc:docMk/>
          <pc:sldMk cId="1270712381" sldId="2147482157"/>
        </pc:sldMkLst>
        <pc:graphicFrameChg chg="mod modGraphic">
          <ac:chgData name="박재완(parkjaewan)[jaewan25]/사원/제조지능화.데이터솔루션.전극롤맵기술팀" userId="f6b571f3-609a-4560-9b16-be759616b682" providerId="ADAL" clId="{9605AB90-E18B-4C41-89AF-E2E6E3B60A5B}" dt="2025-11-19T07:47:51.968" v="488" actId="207"/>
          <ac:graphicFrameMkLst>
            <pc:docMk/>
            <pc:sldMk cId="1270712381" sldId="2147482157"/>
            <ac:graphicFrameMk id="19" creationId="{57F9DB81-8AAF-42BC-806B-D07D80EC3A48}"/>
          </ac:graphicFrameMkLst>
        </pc:graphicFrameChg>
      </pc:sldChg>
      <pc:sldChg chg="modSp">
        <pc:chgData name="박재완(parkjaewan)[jaewan25]/사원/제조지능화.데이터솔루션.전극롤맵기술팀" userId="f6b571f3-609a-4560-9b16-be759616b682" providerId="ADAL" clId="{9605AB90-E18B-4C41-89AF-E2E6E3B60A5B}" dt="2025-11-19T07:47:56.428" v="489" actId="207"/>
        <pc:sldMkLst>
          <pc:docMk/>
          <pc:sldMk cId="3468524003" sldId="2147482158"/>
        </pc:sldMkLst>
        <pc:graphicFrameChg chg="mod modGraphic">
          <ac:chgData name="박재완(parkjaewan)[jaewan25]/사원/제조지능화.데이터솔루션.전극롤맵기술팀" userId="f6b571f3-609a-4560-9b16-be759616b682" providerId="ADAL" clId="{9605AB90-E18B-4C41-89AF-E2E6E3B60A5B}" dt="2025-11-19T07:47:56.428" v="489" actId="207"/>
          <ac:graphicFrameMkLst>
            <pc:docMk/>
            <pc:sldMk cId="3468524003" sldId="2147482158"/>
            <ac:graphicFrameMk id="19" creationId="{BBA4D3A6-B372-42DE-9842-8CC4E02BD613}"/>
          </ac:graphicFrameMkLst>
        </pc:graphicFrameChg>
      </pc:sldChg>
      <pc:sldChg chg="modSp">
        <pc:chgData name="박재완(parkjaewan)[jaewan25]/사원/제조지능화.데이터솔루션.전극롤맵기술팀" userId="f6b571f3-609a-4560-9b16-be759616b682" providerId="ADAL" clId="{9605AB90-E18B-4C41-89AF-E2E6E3B60A5B}" dt="2025-11-19T07:48:03.971" v="490" actId="207"/>
        <pc:sldMkLst>
          <pc:docMk/>
          <pc:sldMk cId="3982393149" sldId="2147482159"/>
        </pc:sldMkLst>
        <pc:graphicFrameChg chg="mod modGraphic">
          <ac:chgData name="박재완(parkjaewan)[jaewan25]/사원/제조지능화.데이터솔루션.전극롤맵기술팀" userId="f6b571f3-609a-4560-9b16-be759616b682" providerId="ADAL" clId="{9605AB90-E18B-4C41-89AF-E2E6E3B60A5B}" dt="2025-11-19T07:48:03.971" v="490" actId="207"/>
          <ac:graphicFrameMkLst>
            <pc:docMk/>
            <pc:sldMk cId="3982393149" sldId="2147482159"/>
            <ac:graphicFrameMk id="19" creationId="{9C1806C0-446E-47C8-944A-06A94EA73D8F}"/>
          </ac:graphicFrameMkLst>
        </pc:graphicFrameChg>
      </pc:sldChg>
      <pc:sldChg chg="modSp">
        <pc:chgData name="박재완(parkjaewan)[jaewan25]/사원/제조지능화.데이터솔루션.전극롤맵기술팀" userId="f6b571f3-609a-4560-9b16-be759616b682" providerId="ADAL" clId="{9605AB90-E18B-4C41-89AF-E2E6E3B60A5B}" dt="2025-11-19T07:48:07.304" v="491" actId="207"/>
        <pc:sldMkLst>
          <pc:docMk/>
          <pc:sldMk cId="4127400384" sldId="2147482160"/>
        </pc:sldMkLst>
        <pc:graphicFrameChg chg="mod modGraphic">
          <ac:chgData name="박재완(parkjaewan)[jaewan25]/사원/제조지능화.데이터솔루션.전극롤맵기술팀" userId="f6b571f3-609a-4560-9b16-be759616b682" providerId="ADAL" clId="{9605AB90-E18B-4C41-89AF-E2E6E3B60A5B}" dt="2025-11-19T07:48:07.304" v="491" actId="207"/>
          <ac:graphicFrameMkLst>
            <pc:docMk/>
            <pc:sldMk cId="4127400384" sldId="2147482160"/>
            <ac:graphicFrameMk id="18" creationId="{D90C02AA-15F8-4E0D-BE1B-0BF9BF5A1C7F}"/>
          </ac:graphicFrameMkLst>
        </pc:graphicFrameChg>
      </pc:sldChg>
      <pc:sldChg chg="modSp">
        <pc:chgData name="박재완(parkjaewan)[jaewan25]/사원/제조지능화.데이터솔루션.전극롤맵기술팀" userId="f6b571f3-609a-4560-9b16-be759616b682" providerId="ADAL" clId="{9605AB90-E18B-4C41-89AF-E2E6E3B60A5B}" dt="2025-11-19T02:45:05.982" v="49" actId="207"/>
        <pc:sldMkLst>
          <pc:docMk/>
          <pc:sldMk cId="2212638310" sldId="2147482164"/>
        </pc:sldMkLst>
        <pc:spChg chg="mod">
          <ac:chgData name="박재완(parkjaewan)[jaewan25]/사원/제조지능화.데이터솔루션.전극롤맵기술팀" userId="f6b571f3-609a-4560-9b16-be759616b682" providerId="ADAL" clId="{9605AB90-E18B-4C41-89AF-E2E6E3B60A5B}" dt="2025-11-19T02:44:35.834" v="1" actId="20577"/>
          <ac:spMkLst>
            <pc:docMk/>
            <pc:sldMk cId="2212638310" sldId="2147482164"/>
            <ac:spMk id="18" creationId="{72943F47-EAEA-4391-A2BC-C7C33A8E8CFD}"/>
          </ac:spMkLst>
        </pc:spChg>
        <pc:graphicFrameChg chg="mod modGraphic">
          <ac:chgData name="박재완(parkjaewan)[jaewan25]/사원/제조지능화.데이터솔루션.전극롤맵기술팀" userId="f6b571f3-609a-4560-9b16-be759616b682" providerId="ADAL" clId="{9605AB90-E18B-4C41-89AF-E2E6E3B60A5B}" dt="2025-11-19T02:45:05.982" v="49" actId="207"/>
          <ac:graphicFrameMkLst>
            <pc:docMk/>
            <pc:sldMk cId="2212638310" sldId="2147482164"/>
            <ac:graphicFrameMk id="3" creationId="{3E86696F-E35A-4B06-9B46-63A4A6A986C1}"/>
          </ac:graphicFrameMkLst>
        </pc:graphicFrameChg>
      </pc:sldChg>
    </pc:docChg>
  </pc:docChgLst>
  <pc:docChgLst>
    <pc:chgData name="이찬혁(CHANHYUK LEE)[paul_lee]/사원/제조DX.제조DX솔루션.데이터통합분석팀" userId="51b99fae-7b8f-40d9-9374-028bc2619ee7" providerId="ADAL" clId="{8C12C3C4-7390-4B6E-8EBC-17CD1A4A8A09}"/>
    <pc:docChg chg="custSel modSld">
      <pc:chgData name="이찬혁(CHANHYUK LEE)[paul_lee]/사원/제조DX.제조DX솔루션.데이터통합분석팀" userId="51b99fae-7b8f-40d9-9374-028bc2619ee7" providerId="ADAL" clId="{8C12C3C4-7390-4B6E-8EBC-17CD1A4A8A09}" dt="2025-10-29T01:07:28.509" v="622" actId="20577"/>
      <pc:docMkLst>
        <pc:docMk/>
      </pc:docMkLst>
      <pc:sldChg chg="delSp modSp mod">
        <pc:chgData name="이찬혁(CHANHYUK LEE)[paul_lee]/사원/제조DX.제조DX솔루션.데이터통합분석팀" userId="51b99fae-7b8f-40d9-9374-028bc2619ee7" providerId="ADAL" clId="{8C12C3C4-7390-4B6E-8EBC-17CD1A4A8A09}" dt="2025-10-29T01:07:28.509" v="622" actId="20577"/>
        <pc:sldMkLst>
          <pc:docMk/>
          <pc:sldMk cId="2878646389" sldId="2147482127"/>
        </pc:sldMkLst>
        <pc:spChg chg="mod">
          <ac:chgData name="이찬혁(CHANHYUK LEE)[paul_lee]/사원/제조DX.제조DX솔루션.데이터통합분석팀" userId="51b99fae-7b8f-40d9-9374-028bc2619ee7" providerId="ADAL" clId="{8C12C3C4-7390-4B6E-8EBC-17CD1A4A8A09}" dt="2025-10-29T00:59:38.022" v="540" actId="20577"/>
          <ac:spMkLst>
            <pc:docMk/>
            <pc:sldMk cId="2878646389" sldId="2147482127"/>
            <ac:spMk id="2" creationId="{87701950-851A-1FEB-B69C-99F6C923CF19}"/>
          </ac:spMkLst>
        </pc:spChg>
        <pc:spChg chg="mod">
          <ac:chgData name="이찬혁(CHANHYUK LEE)[paul_lee]/사원/제조DX.제조DX솔루션.데이터통합분석팀" userId="51b99fae-7b8f-40d9-9374-028bc2619ee7" providerId="ADAL" clId="{8C12C3C4-7390-4B6E-8EBC-17CD1A4A8A09}" dt="2025-10-29T00:54:49.802" v="334" actId="20577"/>
          <ac:spMkLst>
            <pc:docMk/>
            <pc:sldMk cId="2878646389" sldId="2147482127"/>
            <ac:spMk id="18" creationId="{CD6FE8C4-D3CA-4ACB-997B-147E1EDF00F6}"/>
          </ac:spMkLst>
        </pc:spChg>
        <pc:graphicFrameChg chg="mod modGraphic">
          <ac:chgData name="이찬혁(CHANHYUK LEE)[paul_lee]/사원/제조DX.제조DX솔루션.데이터통합분석팀" userId="51b99fae-7b8f-40d9-9374-028bc2619ee7" providerId="ADAL" clId="{8C12C3C4-7390-4B6E-8EBC-17CD1A4A8A09}" dt="2025-10-29T01:07:28.509" v="622" actId="20577"/>
          <ac:graphicFrameMkLst>
            <pc:docMk/>
            <pc:sldMk cId="2878646389" sldId="2147482127"/>
            <ac:graphicFrameMk id="16" creationId="{40624006-7D72-4DB6-90AE-E15DF73D115C}"/>
          </ac:graphicFrameMkLst>
        </pc:graphicFrameChg>
        <pc:graphicFrameChg chg="mod modGraphic">
          <ac:chgData name="이찬혁(CHANHYUK LEE)[paul_lee]/사원/제조DX.제조DX솔루션.데이터통합분석팀" userId="51b99fae-7b8f-40d9-9374-028bc2619ee7" providerId="ADAL" clId="{8C12C3C4-7390-4B6E-8EBC-17CD1A4A8A09}" dt="2025-10-29T00:55:59.490" v="491" actId="1036"/>
          <ac:graphicFrameMkLst>
            <pc:docMk/>
            <pc:sldMk cId="2878646389" sldId="2147482127"/>
            <ac:graphicFrameMk id="20" creationId="{BF9F3BC2-7BF1-4A68-B062-407EE41FD06F}"/>
          </ac:graphicFrameMkLst>
        </pc:graphicFrameChg>
        <pc:graphicFrameChg chg="mod modGraphic">
          <ac:chgData name="이찬혁(CHANHYUK LEE)[paul_lee]/사원/제조DX.제조DX솔루션.데이터통합분석팀" userId="51b99fae-7b8f-40d9-9374-028bc2619ee7" providerId="ADAL" clId="{8C12C3C4-7390-4B6E-8EBC-17CD1A4A8A09}" dt="2025-10-29T00:58:31.272" v="534" actId="20577"/>
          <ac:graphicFrameMkLst>
            <pc:docMk/>
            <pc:sldMk cId="2878646389" sldId="2147482127"/>
            <ac:graphicFrameMk id="24" creationId="{CB1E1DE9-356B-4185-A911-636EBB599881}"/>
          </ac:graphicFrameMkLst>
        </pc:graphicFrameChg>
      </pc:sldChg>
    </pc:docChg>
  </pc:docChgLst>
  <pc:docChgLst>
    <pc:chgData name="박소영 " userId="dc270099-6f2c-44e3-856c-ca44e2079083" providerId="ADAL" clId="{3E393603-32C4-45BE-8A54-D63FD7A5FE88}"/>
    <pc:docChg chg="undo custSel modSld">
      <pc:chgData name="박소영 " userId="dc270099-6f2c-44e3-856c-ca44e2079083" providerId="ADAL" clId="{3E393603-32C4-45BE-8A54-D63FD7A5FE88}" dt="2025-11-25T09:05:37.336" v="2005"/>
      <pc:docMkLst>
        <pc:docMk/>
      </pc:docMkLst>
      <pc:sldChg chg="addSp delSp modSp">
        <pc:chgData name="박소영 " userId="dc270099-6f2c-44e3-856c-ca44e2079083" providerId="ADAL" clId="{3E393603-32C4-45BE-8A54-D63FD7A5FE88}" dt="2025-11-25T02:47:45.068" v="1640" actId="1038"/>
        <pc:sldMkLst>
          <pc:docMk/>
          <pc:sldMk cId="360237742" sldId="2147481816"/>
        </pc:sldMkLst>
        <pc:spChg chg="mod">
          <ac:chgData name="박소영 " userId="dc270099-6f2c-44e3-856c-ca44e2079083" providerId="ADAL" clId="{3E393603-32C4-45BE-8A54-D63FD7A5FE88}" dt="2025-11-25T02:22:43.768" v="122" actId="20577"/>
          <ac:spMkLst>
            <pc:docMk/>
            <pc:sldMk cId="360237742" sldId="2147481816"/>
            <ac:spMk id="23" creationId="{02417012-9580-4148-8D51-88FF8C380FC9}"/>
          </ac:spMkLst>
        </pc:spChg>
        <pc:spChg chg="add mod">
          <ac:chgData name="박소영 " userId="dc270099-6f2c-44e3-856c-ca44e2079083" providerId="ADAL" clId="{3E393603-32C4-45BE-8A54-D63FD7A5FE88}" dt="2025-11-25T02:44:11.378" v="1391" actId="1035"/>
          <ac:spMkLst>
            <pc:docMk/>
            <pc:sldMk cId="360237742" sldId="2147481816"/>
            <ac:spMk id="28" creationId="{07CDA242-1663-4DB9-9645-ACC210072059}"/>
          </ac:spMkLst>
        </pc:spChg>
        <pc:spChg chg="mod">
          <ac:chgData name="박소영 " userId="dc270099-6f2c-44e3-856c-ca44e2079083" providerId="ADAL" clId="{3E393603-32C4-45BE-8A54-D63FD7A5FE88}" dt="2025-11-25T02:30:01.246" v="491" actId="1036"/>
          <ac:spMkLst>
            <pc:docMk/>
            <pc:sldMk cId="360237742" sldId="2147481816"/>
            <ac:spMk id="30" creationId="{841F260E-2446-4BD2-9C2C-4CD7B0E3EB2C}"/>
          </ac:spMkLst>
        </pc:spChg>
        <pc:spChg chg="del">
          <ac:chgData name="박소영 " userId="dc270099-6f2c-44e3-856c-ca44e2079083" providerId="ADAL" clId="{3E393603-32C4-45BE-8A54-D63FD7A5FE88}" dt="2025-11-25T02:22:11.050" v="75" actId="478"/>
          <ac:spMkLst>
            <pc:docMk/>
            <pc:sldMk cId="360237742" sldId="2147481816"/>
            <ac:spMk id="33" creationId="{3F618BFB-CE0C-4CD6-8DEC-9069245E53F9}"/>
          </ac:spMkLst>
        </pc:spChg>
        <pc:spChg chg="mod">
          <ac:chgData name="박소영 " userId="dc270099-6f2c-44e3-856c-ca44e2079083" providerId="ADAL" clId="{3E393603-32C4-45BE-8A54-D63FD7A5FE88}" dt="2025-11-25T02:47:45.068" v="1640" actId="1038"/>
          <ac:spMkLst>
            <pc:docMk/>
            <pc:sldMk cId="360237742" sldId="2147481816"/>
            <ac:spMk id="35" creationId="{FCD1BE7B-3EED-4AD2-A331-755B8C35CF1E}"/>
          </ac:spMkLst>
        </pc:spChg>
        <pc:grpChg chg="mod">
          <ac:chgData name="박소영 " userId="dc270099-6f2c-44e3-856c-ca44e2079083" providerId="ADAL" clId="{3E393603-32C4-45BE-8A54-D63FD7A5FE88}" dt="2025-11-25T02:30:01.246" v="491" actId="1036"/>
          <ac:grpSpMkLst>
            <pc:docMk/>
            <pc:sldMk cId="360237742" sldId="2147481816"/>
            <ac:grpSpMk id="43" creationId="{20E1E280-E49F-4D84-8C99-F911AE0B1153}"/>
          </ac:grpSpMkLst>
        </pc:grpChg>
        <pc:grpChg chg="mod">
          <ac:chgData name="박소영 " userId="dc270099-6f2c-44e3-856c-ca44e2079083" providerId="ADAL" clId="{3E393603-32C4-45BE-8A54-D63FD7A5FE88}" dt="2025-11-25T02:30:01.246" v="491" actId="1036"/>
          <ac:grpSpMkLst>
            <pc:docMk/>
            <pc:sldMk cId="360237742" sldId="2147481816"/>
            <ac:grpSpMk id="46" creationId="{F5961107-5A4C-4298-A3B3-6DDF81572673}"/>
          </ac:grpSpMkLst>
        </pc:grpChg>
        <pc:graphicFrameChg chg="mod modGraphic">
          <ac:chgData name="박소영 " userId="dc270099-6f2c-44e3-856c-ca44e2079083" providerId="ADAL" clId="{3E393603-32C4-45BE-8A54-D63FD7A5FE88}" dt="2025-11-25T02:44:49.483" v="1395" actId="20577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  <pc:graphicFrameChg chg="add mod modGraphic">
          <ac:chgData name="박소영 " userId="dc270099-6f2c-44e3-856c-ca44e2079083" providerId="ADAL" clId="{3E393603-32C4-45BE-8A54-D63FD7A5FE88}" dt="2025-11-25T02:44:11.378" v="1391" actId="1035"/>
          <ac:graphicFrameMkLst>
            <pc:docMk/>
            <pc:sldMk cId="360237742" sldId="2147481816"/>
            <ac:graphicFrameMk id="32" creationId="{8D2BD204-B9A8-4BEB-8410-BFFEBEA50504}"/>
          </ac:graphicFrameMkLst>
        </pc:graphicFrameChg>
        <pc:graphicFrameChg chg="del">
          <ac:chgData name="박소영 " userId="dc270099-6f2c-44e3-856c-ca44e2079083" providerId="ADAL" clId="{3E393603-32C4-45BE-8A54-D63FD7A5FE88}" dt="2025-11-25T02:22:11.050" v="75" actId="478"/>
          <ac:graphicFrameMkLst>
            <pc:docMk/>
            <pc:sldMk cId="360237742" sldId="2147481816"/>
            <ac:graphicFrameMk id="37" creationId="{FB0BD47C-7449-44AC-88E3-7EB36DDE1155}"/>
          </ac:graphicFrameMkLst>
        </pc:graphicFrameChg>
        <pc:graphicFrameChg chg="mod">
          <ac:chgData name="박소영 " userId="dc270099-6f2c-44e3-856c-ca44e2079083" providerId="ADAL" clId="{3E393603-32C4-45BE-8A54-D63FD7A5FE88}" dt="2025-11-25T02:30:01.246" v="491" actId="1036"/>
          <ac:graphicFrameMkLst>
            <pc:docMk/>
            <pc:sldMk cId="360237742" sldId="2147481816"/>
            <ac:graphicFrameMk id="42" creationId="{C5A97D0D-A6FC-4588-93AA-E7679582C9D3}"/>
          </ac:graphicFrameMkLst>
        </pc:graphicFrameChg>
      </pc:sldChg>
      <pc:sldChg chg="delSp modSp">
        <pc:chgData name="박소영 " userId="dc270099-6f2c-44e3-856c-ca44e2079083" providerId="ADAL" clId="{3E393603-32C4-45BE-8A54-D63FD7A5FE88}" dt="2025-11-25T02:21:33.486" v="74" actId="20577"/>
        <pc:sldMkLst>
          <pc:docMk/>
          <pc:sldMk cId="3355826466" sldId="2147481908"/>
        </pc:sldMkLst>
        <pc:spChg chg="mod">
          <ac:chgData name="박소영 " userId="dc270099-6f2c-44e3-856c-ca44e2079083" providerId="ADAL" clId="{3E393603-32C4-45BE-8A54-D63FD7A5FE88}" dt="2025-11-25T00:19:08.540" v="2" actId="207"/>
          <ac:spMkLst>
            <pc:docMk/>
            <pc:sldMk cId="3355826466" sldId="2147481908"/>
            <ac:spMk id="19" creationId="{5352E5F4-D151-4C3D-9E5F-99A1B7FDF265}"/>
          </ac:spMkLst>
        </pc:spChg>
        <pc:spChg chg="mod">
          <ac:chgData name="박소영 " userId="dc270099-6f2c-44e3-856c-ca44e2079083" providerId="ADAL" clId="{3E393603-32C4-45BE-8A54-D63FD7A5FE88}" dt="2025-11-25T01:24:18.833" v="6" actId="20577"/>
          <ac:spMkLst>
            <pc:docMk/>
            <pc:sldMk cId="3355826466" sldId="2147481908"/>
            <ac:spMk id="23" creationId="{02417012-9580-4148-8D51-88FF8C380FC9}"/>
          </ac:spMkLst>
        </pc:spChg>
        <pc:spChg chg="mod">
          <ac:chgData name="박소영 " userId="dc270099-6f2c-44e3-856c-ca44e2079083" providerId="ADAL" clId="{3E393603-32C4-45BE-8A54-D63FD7A5FE88}" dt="2025-11-25T02:18:55.719" v="40" actId="20577"/>
          <ac:spMkLst>
            <pc:docMk/>
            <pc:sldMk cId="3355826466" sldId="2147481908"/>
            <ac:spMk id="33" creationId="{04852EC2-BA1A-4202-82E4-D0D034EE5822}"/>
          </ac:spMkLst>
        </pc:spChg>
        <pc:spChg chg="del">
          <ac:chgData name="박소영 " userId="dc270099-6f2c-44e3-856c-ca44e2079083" providerId="ADAL" clId="{3E393603-32C4-45BE-8A54-D63FD7A5FE88}" dt="2025-11-25T02:20:59.396" v="68" actId="478"/>
          <ac:spMkLst>
            <pc:docMk/>
            <pc:sldMk cId="3355826466" sldId="2147481908"/>
            <ac:spMk id="36" creationId="{C0879920-0DB8-4083-91E3-2C9AF0DDC156}"/>
          </ac:spMkLst>
        </pc:spChg>
        <pc:graphicFrameChg chg="modGraphic">
          <ac:chgData name="박소영 " userId="dc270099-6f2c-44e3-856c-ca44e2079083" providerId="ADAL" clId="{3E393603-32C4-45BE-8A54-D63FD7A5FE88}" dt="2025-11-25T02:21:33.486" v="74" actId="20577"/>
          <ac:graphicFrameMkLst>
            <pc:docMk/>
            <pc:sldMk cId="3355826466" sldId="2147481908"/>
            <ac:graphicFrameMk id="22" creationId="{87B4D5F0-BF4D-4C5D-9F6A-CB9792895DFC}"/>
          </ac:graphicFrameMkLst>
        </pc:graphicFrameChg>
        <pc:graphicFrameChg chg="mod modGraphic">
          <ac:chgData name="박소영 " userId="dc270099-6f2c-44e3-856c-ca44e2079083" providerId="ADAL" clId="{3E393603-32C4-45BE-8A54-D63FD7A5FE88}" dt="2025-11-25T02:20:31.418" v="67"/>
          <ac:graphicFrameMkLst>
            <pc:docMk/>
            <pc:sldMk cId="3355826466" sldId="2147481908"/>
            <ac:graphicFrameMk id="35" creationId="{9D1F1240-8A40-4222-AAF0-AA118ABF0288}"/>
          </ac:graphicFrameMkLst>
        </pc:graphicFrameChg>
      </pc:sldChg>
      <pc:sldChg chg="addSp modSp">
        <pc:chgData name="박소영 " userId="dc270099-6f2c-44e3-856c-ca44e2079083" providerId="ADAL" clId="{3E393603-32C4-45BE-8A54-D63FD7A5FE88}" dt="2025-11-25T09:05:37.336" v="2005"/>
        <pc:sldMkLst>
          <pc:docMk/>
          <pc:sldMk cId="1439661179" sldId="2147481935"/>
        </pc:sldMkLst>
        <pc:spChg chg="mod">
          <ac:chgData name="박소영 " userId="dc270099-6f2c-44e3-856c-ca44e2079083" providerId="ADAL" clId="{3E393603-32C4-45BE-8A54-D63FD7A5FE88}" dt="2025-11-25T02:52:25.641" v="1821" actId="1038"/>
          <ac:spMkLst>
            <pc:docMk/>
            <pc:sldMk cId="1439661179" sldId="2147481935"/>
            <ac:spMk id="5" creationId="{3BE02CE3-E66F-45AF-B95B-3A868A8F3080}"/>
          </ac:spMkLst>
        </pc:spChg>
        <pc:spChg chg="mod">
          <ac:chgData name="박소영 " userId="dc270099-6f2c-44e3-856c-ca44e2079083" providerId="ADAL" clId="{3E393603-32C4-45BE-8A54-D63FD7A5FE88}" dt="2025-11-25T03:11:10.470" v="2001" actId="1035"/>
          <ac:spMkLst>
            <pc:docMk/>
            <pc:sldMk cId="1439661179" sldId="2147481935"/>
            <ac:spMk id="19" creationId="{552CE646-E154-4F0D-B95E-5AA162797437}"/>
          </ac:spMkLst>
        </pc:spChg>
        <pc:spChg chg="mod">
          <ac:chgData name="박소영 " userId="dc270099-6f2c-44e3-856c-ca44e2079083" providerId="ADAL" clId="{3E393603-32C4-45BE-8A54-D63FD7A5FE88}" dt="2025-11-25T02:47:59.386" v="1646" actId="20577"/>
          <ac:spMkLst>
            <pc:docMk/>
            <pc:sldMk cId="1439661179" sldId="2147481935"/>
            <ac:spMk id="22" creationId="{81B17DB2-3DCC-4A8F-9347-F9695BEF8B6D}"/>
          </ac:spMkLst>
        </pc:spChg>
        <pc:spChg chg="mod">
          <ac:chgData name="박소영 " userId="dc270099-6f2c-44e3-856c-ca44e2079083" providerId="ADAL" clId="{3E393603-32C4-45BE-8A54-D63FD7A5FE88}" dt="2025-11-25T03:11:10.470" v="2001" actId="1035"/>
          <ac:spMkLst>
            <pc:docMk/>
            <pc:sldMk cId="1439661179" sldId="2147481935"/>
            <ac:spMk id="23" creationId="{19A03E30-EDAB-43B2-BF97-4ED0E4BFC248}"/>
          </ac:spMkLst>
        </pc:spChg>
        <pc:spChg chg="mod">
          <ac:chgData name="박소영 " userId="dc270099-6f2c-44e3-856c-ca44e2079083" providerId="ADAL" clId="{3E393603-32C4-45BE-8A54-D63FD7A5FE88}" dt="2025-11-25T03:11:10.470" v="2001" actId="1035"/>
          <ac:spMkLst>
            <pc:docMk/>
            <pc:sldMk cId="1439661179" sldId="2147481935"/>
            <ac:spMk id="24" creationId="{96AB37A3-4202-4F33-9D3C-A1804BA68B6B}"/>
          </ac:spMkLst>
        </pc:spChg>
        <pc:spChg chg="add mod">
          <ac:chgData name="박소영 " userId="dc270099-6f2c-44e3-856c-ca44e2079083" providerId="ADAL" clId="{3E393603-32C4-45BE-8A54-D63FD7A5FE88}" dt="2025-11-25T03:11:03.391" v="1984" actId="1076"/>
          <ac:spMkLst>
            <pc:docMk/>
            <pc:sldMk cId="1439661179" sldId="2147481935"/>
            <ac:spMk id="25" creationId="{A619118C-13BF-4076-AB45-6C1F366CFAFE}"/>
          </ac:spMkLst>
        </pc:spChg>
        <pc:spChg chg="mod">
          <ac:chgData name="박소영 " userId="dc270099-6f2c-44e3-856c-ca44e2079083" providerId="ADAL" clId="{3E393603-32C4-45BE-8A54-D63FD7A5FE88}" dt="2025-11-25T02:52:21.227" v="1816" actId="1036"/>
          <ac:spMkLst>
            <pc:docMk/>
            <pc:sldMk cId="1439661179" sldId="2147481935"/>
            <ac:spMk id="36" creationId="{7575BC7A-779A-48A5-9CC1-6FB166577712}"/>
          </ac:spMkLst>
        </pc:spChg>
        <pc:spChg chg="mod">
          <ac:chgData name="박소영 " userId="dc270099-6f2c-44e3-856c-ca44e2079083" providerId="ADAL" clId="{3E393603-32C4-45BE-8A54-D63FD7A5FE88}" dt="2025-11-25T03:04:50.398" v="1894" actId="1037"/>
          <ac:spMkLst>
            <pc:docMk/>
            <pc:sldMk cId="1439661179" sldId="2147481935"/>
            <ac:spMk id="43" creationId="{F77DAC82-1D6E-423F-8106-7C20D1228B25}"/>
          </ac:spMkLst>
        </pc:spChg>
        <pc:spChg chg="mod">
          <ac:chgData name="박소영 " userId="dc270099-6f2c-44e3-856c-ca44e2079083" providerId="ADAL" clId="{3E393603-32C4-45BE-8A54-D63FD7A5FE88}" dt="2025-11-25T02:52:07.905" v="1785" actId="1076"/>
          <ac:spMkLst>
            <pc:docMk/>
            <pc:sldMk cId="1439661179" sldId="2147481935"/>
            <ac:spMk id="44" creationId="{5C3D0B96-D371-44A5-96C4-DB97C1D4AA5C}"/>
          </ac:spMkLst>
        </pc:spChg>
        <pc:graphicFrameChg chg="modGraphic">
          <ac:chgData name="박소영 " userId="dc270099-6f2c-44e3-856c-ca44e2079083" providerId="ADAL" clId="{3E393603-32C4-45BE-8A54-D63FD7A5FE88}" dt="2025-11-25T09:05:25.880" v="2004" actId="207"/>
          <ac:graphicFrameMkLst>
            <pc:docMk/>
            <pc:sldMk cId="1439661179" sldId="2147481935"/>
            <ac:graphicFrameMk id="2" creationId="{C71CE0D6-01CC-4FCA-BCC0-69BDDE1CF5E4}"/>
          </ac:graphicFrameMkLst>
        </pc:graphicFrameChg>
        <pc:graphicFrameChg chg="mod modGraphic">
          <ac:chgData name="박소영 " userId="dc270099-6f2c-44e3-856c-ca44e2079083" providerId="ADAL" clId="{3E393603-32C4-45BE-8A54-D63FD7A5FE88}" dt="2025-11-25T09:05:37.336" v="2005"/>
          <ac:graphicFrameMkLst>
            <pc:docMk/>
            <pc:sldMk cId="1439661179" sldId="2147481935"/>
            <ac:graphicFrameMk id="3" creationId="{2AFD5F15-67A7-4DE0-B97B-E94C6F9E69D9}"/>
          </ac:graphicFrameMkLst>
        </pc:graphicFrameChg>
        <pc:graphicFrameChg chg="mod modGraphic">
          <ac:chgData name="박소영 " userId="dc270099-6f2c-44e3-856c-ca44e2079083" providerId="ADAL" clId="{3E393603-32C4-45BE-8A54-D63FD7A5FE88}" dt="2025-11-25T03:10:56.488" v="1983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</pc:docChg>
  </pc:docChgLst>
  <pc:docChgLst>
    <pc:chgData name="박소영 " userId="dc270099-6f2c-44e3-856c-ca44e2079083" providerId="ADAL" clId="{1F1B5CA2-9E40-4EF0-8102-0CB092E6779B}"/>
    <pc:docChg chg="undo custSel modSld">
      <pc:chgData name="박소영 " userId="dc270099-6f2c-44e3-856c-ca44e2079083" providerId="ADAL" clId="{1F1B5CA2-9E40-4EF0-8102-0CB092E6779B}" dt="2025-10-28T08:21:07.738" v="686" actId="20577"/>
      <pc:docMkLst>
        <pc:docMk/>
      </pc:docMkLst>
      <pc:sldChg chg="addSp delSp modSp">
        <pc:chgData name="박소영 " userId="dc270099-6f2c-44e3-856c-ca44e2079083" providerId="ADAL" clId="{1F1B5CA2-9E40-4EF0-8102-0CB092E6779B}" dt="2025-10-28T08:21:07.738" v="686" actId="20577"/>
        <pc:sldMkLst>
          <pc:docMk/>
          <pc:sldMk cId="360237742" sldId="2147481816"/>
        </pc:sldMkLst>
        <pc:spChg chg="mod">
          <ac:chgData name="박소영 " userId="dc270099-6f2c-44e3-856c-ca44e2079083" providerId="ADAL" clId="{1F1B5CA2-9E40-4EF0-8102-0CB092E6779B}" dt="2025-10-28T01:54:08.544" v="13" actId="20577"/>
          <ac:spMkLst>
            <pc:docMk/>
            <pc:sldMk cId="360237742" sldId="2147481816"/>
            <ac:spMk id="23" creationId="{02417012-9580-4148-8D51-88FF8C380FC9}"/>
          </ac:spMkLst>
        </pc:spChg>
        <pc:graphicFrameChg chg="mod modGraphic">
          <ac:chgData name="박소영 " userId="dc270099-6f2c-44e3-856c-ca44e2079083" providerId="ADAL" clId="{1F1B5CA2-9E40-4EF0-8102-0CB092E6779B}" dt="2025-10-28T08:21:07.738" v="686" actId="20577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</pc:sldChg>
      <pc:sldChg chg="modSp">
        <pc:chgData name="박소영 " userId="dc270099-6f2c-44e3-856c-ca44e2079083" providerId="ADAL" clId="{1F1B5CA2-9E40-4EF0-8102-0CB092E6779B}" dt="2025-10-28T01:35:22.925" v="8" actId="1076"/>
        <pc:sldMkLst>
          <pc:docMk/>
          <pc:sldMk cId="1726257096" sldId="2147481882"/>
        </pc:sldMkLst>
        <pc:graphicFrameChg chg="mod">
          <ac:chgData name="박소영 " userId="dc270099-6f2c-44e3-856c-ca44e2079083" providerId="ADAL" clId="{1F1B5CA2-9E40-4EF0-8102-0CB092E6779B}" dt="2025-10-28T01:35:22.925" v="8" actId="1076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modSp">
        <pc:chgData name="박소영 " userId="dc270099-6f2c-44e3-856c-ca44e2079083" providerId="ADAL" clId="{1F1B5CA2-9E40-4EF0-8102-0CB092E6779B}" dt="2025-10-28T08:19:45.019" v="577" actId="1036"/>
        <pc:sldMkLst>
          <pc:docMk/>
          <pc:sldMk cId="3355826466" sldId="2147481908"/>
        </pc:sldMkLst>
        <pc:spChg chg="mod">
          <ac:chgData name="박소영 " userId="dc270099-6f2c-44e3-856c-ca44e2079083" providerId="ADAL" clId="{1F1B5CA2-9E40-4EF0-8102-0CB092E6779B}" dt="2025-10-28T01:32:48.690" v="4" actId="207"/>
          <ac:spMkLst>
            <pc:docMk/>
            <pc:sldMk cId="3355826466" sldId="2147481908"/>
            <ac:spMk id="19" creationId="{5352E5F4-D151-4C3D-9E5F-99A1B7FDF265}"/>
          </ac:spMkLst>
        </pc:spChg>
        <pc:spChg chg="mod">
          <ac:chgData name="박소영 " userId="dc270099-6f2c-44e3-856c-ca44e2079083" providerId="ADAL" clId="{1F1B5CA2-9E40-4EF0-8102-0CB092E6779B}" dt="2025-10-28T01:32:38.316" v="1" actId="20577"/>
          <ac:spMkLst>
            <pc:docMk/>
            <pc:sldMk cId="3355826466" sldId="2147481908"/>
            <ac:spMk id="23" creationId="{02417012-9580-4148-8D51-88FF8C380FC9}"/>
          </ac:spMkLst>
        </pc:spChg>
        <pc:spChg chg="mod">
          <ac:chgData name="박소영 " userId="dc270099-6f2c-44e3-856c-ca44e2079083" providerId="ADAL" clId="{1F1B5CA2-9E40-4EF0-8102-0CB092E6779B}" dt="2025-10-28T08:19:45.019" v="577" actId="1036"/>
          <ac:spMkLst>
            <pc:docMk/>
            <pc:sldMk cId="3355826466" sldId="2147481908"/>
            <ac:spMk id="33" creationId="{04852EC2-BA1A-4202-82E4-D0D034EE5822}"/>
          </ac:spMkLst>
        </pc:spChg>
        <pc:spChg chg="mod">
          <ac:chgData name="박소영 " userId="dc270099-6f2c-44e3-856c-ca44e2079083" providerId="ADAL" clId="{1F1B5CA2-9E40-4EF0-8102-0CB092E6779B}" dt="2025-10-28T08:19:45.019" v="577" actId="1036"/>
          <ac:spMkLst>
            <pc:docMk/>
            <pc:sldMk cId="3355826466" sldId="2147481908"/>
            <ac:spMk id="34" creationId="{4745B055-A5C0-40F5-947A-EBD8910316D1}"/>
          </ac:spMkLst>
        </pc:spChg>
        <pc:spChg chg="mod">
          <ac:chgData name="박소영 " userId="dc270099-6f2c-44e3-856c-ca44e2079083" providerId="ADAL" clId="{1F1B5CA2-9E40-4EF0-8102-0CB092E6779B}" dt="2025-10-28T08:19:45.019" v="577" actId="1036"/>
          <ac:spMkLst>
            <pc:docMk/>
            <pc:sldMk cId="3355826466" sldId="2147481908"/>
            <ac:spMk id="36" creationId="{C0879920-0DB8-4083-91E3-2C9AF0DDC156}"/>
          </ac:spMkLst>
        </pc:spChg>
        <pc:graphicFrameChg chg="mod">
          <ac:chgData name="박소영 " userId="dc270099-6f2c-44e3-856c-ca44e2079083" providerId="ADAL" clId="{1F1B5CA2-9E40-4EF0-8102-0CB092E6779B}" dt="2025-10-28T08:19:45.019" v="577" actId="1036"/>
          <ac:graphicFrameMkLst>
            <pc:docMk/>
            <pc:sldMk cId="3355826466" sldId="2147481908"/>
            <ac:graphicFrameMk id="6" creationId="{BC2C197D-7065-4202-B62A-90F81CBA50FB}"/>
          </ac:graphicFrameMkLst>
        </pc:graphicFrameChg>
        <pc:graphicFrameChg chg="mod modGraphic">
          <ac:chgData name="박소영 " userId="dc270099-6f2c-44e3-856c-ca44e2079083" providerId="ADAL" clId="{1F1B5CA2-9E40-4EF0-8102-0CB092E6779B}" dt="2025-10-28T08:19:24.084" v="564"/>
          <ac:graphicFrameMkLst>
            <pc:docMk/>
            <pc:sldMk cId="3355826466" sldId="2147481908"/>
            <ac:graphicFrameMk id="22" creationId="{87B4D5F0-BF4D-4C5D-9F6A-CB9792895DFC}"/>
          </ac:graphicFrameMkLst>
        </pc:graphicFrameChg>
        <pc:graphicFrameChg chg="mod modGraphic">
          <ac:chgData name="박소영 " userId="dc270099-6f2c-44e3-856c-ca44e2079083" providerId="ADAL" clId="{1F1B5CA2-9E40-4EF0-8102-0CB092E6779B}" dt="2025-10-28T08:19:45.019" v="577" actId="1036"/>
          <ac:graphicFrameMkLst>
            <pc:docMk/>
            <pc:sldMk cId="3355826466" sldId="2147481908"/>
            <ac:graphicFrameMk id="35" creationId="{9D1F1240-8A40-4222-AAF0-AA118ABF0288}"/>
          </ac:graphicFrameMkLst>
        </pc:graphicFrameChg>
      </pc:sldChg>
      <pc:sldChg chg="modSp">
        <pc:chgData name="박소영 " userId="dc270099-6f2c-44e3-856c-ca44e2079083" providerId="ADAL" clId="{1F1B5CA2-9E40-4EF0-8102-0CB092E6779B}" dt="2025-10-28T01:57:41.628" v="230" actId="20577"/>
        <pc:sldMkLst>
          <pc:docMk/>
          <pc:sldMk cId="1439661179" sldId="2147481935"/>
        </pc:sldMkLst>
        <pc:spChg chg="mod">
          <ac:chgData name="박소영 " userId="dc270099-6f2c-44e3-856c-ca44e2079083" providerId="ADAL" clId="{1F1B5CA2-9E40-4EF0-8102-0CB092E6779B}" dt="2025-10-28T01:55:36.078" v="110" actId="20577"/>
          <ac:spMkLst>
            <pc:docMk/>
            <pc:sldMk cId="1439661179" sldId="2147481935"/>
            <ac:spMk id="22" creationId="{81B17DB2-3DCC-4A8F-9347-F9695BEF8B6D}"/>
          </ac:spMkLst>
        </pc:spChg>
        <pc:graphicFrameChg chg="mod modGraphic">
          <ac:chgData name="박소영 " userId="dc270099-6f2c-44e3-856c-ca44e2079083" providerId="ADAL" clId="{1F1B5CA2-9E40-4EF0-8102-0CB092E6779B}" dt="2025-10-28T01:57:41.628" v="230" actId="20577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</pc:docChg>
  </pc:docChgLst>
  <pc:docChgLst>
    <pc:chgData name="전기영(GIYEONG JEON)[jeongy]/책임/제조DX.제조DX솔루션.롤맵기술팀" userId="9bc6f0c3-3ae2-4a3b-ab31-c290bb6ed01a" providerId="ADAL" clId="{1F196A00-A528-4AEA-80DA-C0BC3F38EC9A}"/>
    <pc:docChg chg="custSel modSld">
      <pc:chgData name="전기영(GIYEONG JEON)[jeongy]/책임/제조DX.제조DX솔루션.롤맵기술팀" userId="9bc6f0c3-3ae2-4a3b-ab31-c290bb6ed01a" providerId="ADAL" clId="{1F196A00-A528-4AEA-80DA-C0BC3F38EC9A}" dt="2025-12-03T05:33:52.580" v="471" actId="207"/>
      <pc:docMkLst>
        <pc:docMk/>
      </pc:docMkLst>
      <pc:sldChg chg="modSp mod">
        <pc:chgData name="전기영(GIYEONG JEON)[jeongy]/책임/제조DX.제조DX솔루션.롤맵기술팀" userId="9bc6f0c3-3ae2-4a3b-ab31-c290bb6ed01a" providerId="ADAL" clId="{1F196A00-A528-4AEA-80DA-C0BC3F38EC9A}" dt="2025-12-03T05:27:17.883" v="5"/>
        <pc:sldMkLst>
          <pc:docMk/>
          <pc:sldMk cId="2838777384" sldId="1924"/>
        </pc:sldMkLst>
        <pc:spChg chg="mod">
          <ac:chgData name="전기영(GIYEONG JEON)[jeongy]/책임/제조DX.제조DX솔루션.롤맵기술팀" userId="9bc6f0c3-3ae2-4a3b-ab31-c290bb6ed01a" providerId="ADAL" clId="{1F196A00-A528-4AEA-80DA-C0BC3F38EC9A}" dt="2025-12-03T05:27:17.883" v="5"/>
          <ac:spMkLst>
            <pc:docMk/>
            <pc:sldMk cId="2838777384" sldId="1924"/>
            <ac:spMk id="26" creationId="{4B851281-5337-41CE-8F52-BF731257E53C}"/>
          </ac:spMkLst>
        </pc:spChg>
      </pc:sldChg>
      <pc:sldChg chg="modSp mod">
        <pc:chgData name="전기영(GIYEONG JEON)[jeongy]/책임/제조DX.제조DX솔루션.롤맵기술팀" userId="9bc6f0c3-3ae2-4a3b-ab31-c290bb6ed01a" providerId="ADAL" clId="{1F196A00-A528-4AEA-80DA-C0BC3F38EC9A}" dt="2025-12-03T05:30:16.230" v="135" actId="207"/>
        <pc:sldMkLst>
          <pc:docMk/>
          <pc:sldMk cId="3266697761" sldId="2278"/>
        </pc:sldMkLst>
        <pc:spChg chg="mod">
          <ac:chgData name="전기영(GIYEONG JEON)[jeongy]/책임/제조DX.제조DX솔루션.롤맵기술팀" userId="9bc6f0c3-3ae2-4a3b-ab31-c290bb6ed01a" providerId="ADAL" clId="{1F196A00-A528-4AEA-80DA-C0BC3F38EC9A}" dt="2025-12-03T05:30:16.230" v="135" actId="207"/>
          <ac:spMkLst>
            <pc:docMk/>
            <pc:sldMk cId="3266697761" sldId="2278"/>
            <ac:spMk id="18" creationId="{FC55D7C3-19BB-417C-88D2-249E3D408DED}"/>
          </ac:spMkLst>
        </pc:spChg>
      </pc:sldChg>
      <pc:sldChg chg="modSp mod">
        <pc:chgData name="전기영(GIYEONG JEON)[jeongy]/책임/제조DX.제조DX솔루션.롤맵기술팀" userId="9bc6f0c3-3ae2-4a3b-ab31-c290bb6ed01a" providerId="ADAL" clId="{1F196A00-A528-4AEA-80DA-C0BC3F38EC9A}" dt="2025-12-03T05:27:14.860" v="4" actId="20577"/>
        <pc:sldMkLst>
          <pc:docMk/>
          <pc:sldMk cId="2387407934" sldId="2147481881"/>
        </pc:sldMkLst>
        <pc:spChg chg="mod">
          <ac:chgData name="전기영(GIYEONG JEON)[jeongy]/책임/제조DX.제조DX솔루션.롤맵기술팀" userId="9bc6f0c3-3ae2-4a3b-ab31-c290bb6ed01a" providerId="ADAL" clId="{1F196A00-A528-4AEA-80DA-C0BC3F38EC9A}" dt="2025-12-03T05:27:14.860" v="4" actId="20577"/>
          <ac:spMkLst>
            <pc:docMk/>
            <pc:sldMk cId="2387407934" sldId="2147481881"/>
            <ac:spMk id="82" creationId="{6E629A8E-DFC1-46F5-86E9-DF516FCEBFAD}"/>
          </ac:spMkLst>
        </pc:spChg>
      </pc:sldChg>
      <pc:sldChg chg="modSp mod">
        <pc:chgData name="전기영(GIYEONG JEON)[jeongy]/책임/제조DX.제조DX솔루션.롤맵기술팀" userId="9bc6f0c3-3ae2-4a3b-ab31-c290bb6ed01a" providerId="ADAL" clId="{1F196A00-A528-4AEA-80DA-C0BC3F38EC9A}" dt="2025-12-03T05:30:51.597" v="173" actId="207"/>
        <pc:sldMkLst>
          <pc:docMk/>
          <pc:sldMk cId="1825793658" sldId="2147481922"/>
        </pc:sldMkLst>
        <pc:spChg chg="mod">
          <ac:chgData name="전기영(GIYEONG JEON)[jeongy]/책임/제조DX.제조DX솔루션.롤맵기술팀" userId="9bc6f0c3-3ae2-4a3b-ab31-c290bb6ed01a" providerId="ADAL" clId="{1F196A00-A528-4AEA-80DA-C0BC3F38EC9A}" dt="2025-12-03T05:30:35.005" v="140" actId="20577"/>
          <ac:spMkLst>
            <pc:docMk/>
            <pc:sldMk cId="1825793658" sldId="2147481922"/>
            <ac:spMk id="18" creationId="{72943F47-EAEA-4391-A2BC-C7C33A8E8CFD}"/>
          </ac:spMkLst>
        </pc:spChg>
        <pc:spChg chg="mod">
          <ac:chgData name="전기영(GIYEONG JEON)[jeongy]/책임/제조DX.제조DX솔루션.롤맵기술팀" userId="9bc6f0c3-3ae2-4a3b-ab31-c290bb6ed01a" providerId="ADAL" clId="{1F196A00-A528-4AEA-80DA-C0BC3F38EC9A}" dt="2025-12-03T05:30:41.263" v="170" actId="20577"/>
          <ac:spMkLst>
            <pc:docMk/>
            <pc:sldMk cId="1825793658" sldId="2147481922"/>
            <ac:spMk id="19" creationId="{1CE4A1AF-5D49-43F9-9F31-E88EAE372D41}"/>
          </ac:spMkLst>
        </pc:spChg>
        <pc:graphicFrameChg chg="modGraphic">
          <ac:chgData name="전기영(GIYEONG JEON)[jeongy]/책임/제조DX.제조DX솔루션.롤맵기술팀" userId="9bc6f0c3-3ae2-4a3b-ab31-c290bb6ed01a" providerId="ADAL" clId="{1F196A00-A528-4AEA-80DA-C0BC3F38EC9A}" dt="2025-12-03T05:30:51.597" v="173" actId="207"/>
          <ac:graphicFrameMkLst>
            <pc:docMk/>
            <pc:sldMk cId="1825793658" sldId="2147481922"/>
            <ac:graphicFrameMk id="3" creationId="{3E86696F-E35A-4B06-9B46-63A4A6A986C1}"/>
          </ac:graphicFrameMkLst>
        </pc:graphicFrameChg>
      </pc:sldChg>
      <pc:sldChg chg="modSp mod">
        <pc:chgData name="전기영(GIYEONG JEON)[jeongy]/책임/제조DX.제조DX솔루션.롤맵기술팀" userId="9bc6f0c3-3ae2-4a3b-ab31-c290bb6ed01a" providerId="ADAL" clId="{1F196A00-A528-4AEA-80DA-C0BC3F38EC9A}" dt="2025-12-03T05:32:49.050" v="434" actId="20577"/>
        <pc:sldMkLst>
          <pc:docMk/>
          <pc:sldMk cId="3019991654" sldId="2147481963"/>
        </pc:sldMkLst>
        <pc:spChg chg="mod">
          <ac:chgData name="전기영(GIYEONG JEON)[jeongy]/책임/제조DX.제조DX솔루션.롤맵기술팀" userId="9bc6f0c3-3ae2-4a3b-ab31-c290bb6ed01a" providerId="ADAL" clId="{1F196A00-A528-4AEA-80DA-C0BC3F38EC9A}" dt="2025-12-03T05:31:05.262" v="191" actId="20577"/>
          <ac:spMkLst>
            <pc:docMk/>
            <pc:sldMk cId="3019991654" sldId="2147481963"/>
            <ac:spMk id="18" creationId="{72943F47-EAEA-4391-A2BC-C7C33A8E8CFD}"/>
          </ac:spMkLst>
        </pc:spChg>
        <pc:spChg chg="mod">
          <ac:chgData name="전기영(GIYEONG JEON)[jeongy]/책임/제조DX.제조DX솔루션.롤맵기술팀" userId="9bc6f0c3-3ae2-4a3b-ab31-c290bb6ed01a" providerId="ADAL" clId="{1F196A00-A528-4AEA-80DA-C0BC3F38EC9A}" dt="2025-12-03T05:31:00.998" v="186" actId="20577"/>
          <ac:spMkLst>
            <pc:docMk/>
            <pc:sldMk cId="3019991654" sldId="2147481963"/>
            <ac:spMk id="19" creationId="{1CE4A1AF-5D49-43F9-9F31-E88EAE372D41}"/>
          </ac:spMkLst>
        </pc:spChg>
        <pc:graphicFrameChg chg="mod modGraphic">
          <ac:chgData name="전기영(GIYEONG JEON)[jeongy]/책임/제조DX.제조DX솔루션.롤맵기술팀" userId="9bc6f0c3-3ae2-4a3b-ab31-c290bb6ed01a" providerId="ADAL" clId="{1F196A00-A528-4AEA-80DA-C0BC3F38EC9A}" dt="2025-12-03T05:32:49.050" v="434" actId="20577"/>
          <ac:graphicFrameMkLst>
            <pc:docMk/>
            <pc:sldMk cId="3019991654" sldId="2147481963"/>
            <ac:graphicFrameMk id="3" creationId="{3E86696F-E35A-4B06-9B46-63A4A6A986C1}"/>
          </ac:graphicFrameMkLst>
        </pc:graphicFrameChg>
      </pc:sldChg>
      <pc:sldChg chg="modSp mod">
        <pc:chgData name="전기영(GIYEONG JEON)[jeongy]/책임/제조DX.제조DX솔루션.롤맵기술팀" userId="9bc6f0c3-3ae2-4a3b-ab31-c290bb6ed01a" providerId="ADAL" clId="{1F196A00-A528-4AEA-80DA-C0BC3F38EC9A}" dt="2025-12-03T05:27:20.768" v="6"/>
        <pc:sldMkLst>
          <pc:docMk/>
          <pc:sldMk cId="2260942690" sldId="2147481980"/>
        </pc:sldMkLst>
        <pc:spChg chg="mod">
          <ac:chgData name="전기영(GIYEONG JEON)[jeongy]/책임/제조DX.제조DX솔루션.롤맵기술팀" userId="9bc6f0c3-3ae2-4a3b-ab31-c290bb6ed01a" providerId="ADAL" clId="{1F196A00-A528-4AEA-80DA-C0BC3F38EC9A}" dt="2025-12-03T05:27:20.768" v="6"/>
          <ac:spMkLst>
            <pc:docMk/>
            <pc:sldMk cId="2260942690" sldId="2147481980"/>
            <ac:spMk id="32" creationId="{1B2F6CE2-670B-40AF-B5DB-D7558578C8A2}"/>
          </ac:spMkLst>
        </pc:spChg>
      </pc:sldChg>
      <pc:sldChg chg="modSp mod">
        <pc:chgData name="전기영(GIYEONG JEON)[jeongy]/책임/제조DX.제조DX솔루션.롤맵기술팀" userId="9bc6f0c3-3ae2-4a3b-ab31-c290bb6ed01a" providerId="ADAL" clId="{1F196A00-A528-4AEA-80DA-C0BC3F38EC9A}" dt="2025-12-03T05:33:24.060" v="470" actId="207"/>
        <pc:sldMkLst>
          <pc:docMk/>
          <pc:sldMk cId="2069960929" sldId="2147482097"/>
        </pc:sldMkLst>
        <pc:spChg chg="mod">
          <ac:chgData name="전기영(GIYEONG JEON)[jeongy]/책임/제조DX.제조DX솔루션.롤맵기술팀" userId="9bc6f0c3-3ae2-4a3b-ab31-c290bb6ed01a" providerId="ADAL" clId="{1F196A00-A528-4AEA-80DA-C0BC3F38EC9A}" dt="2025-12-03T05:33:08.431" v="460" actId="20577"/>
          <ac:spMkLst>
            <pc:docMk/>
            <pc:sldMk cId="2069960929" sldId="2147482097"/>
            <ac:spMk id="5" creationId="{1BA4416D-28F9-470C-B9CE-A95FA731A2E2}"/>
          </ac:spMkLst>
        </pc:spChg>
        <pc:spChg chg="mod">
          <ac:chgData name="전기영(GIYEONG JEON)[jeongy]/책임/제조DX.제조DX솔루션.롤맵기술팀" userId="9bc6f0c3-3ae2-4a3b-ab31-c290bb6ed01a" providerId="ADAL" clId="{1F196A00-A528-4AEA-80DA-C0BC3F38EC9A}" dt="2025-12-03T05:33:04.552" v="455" actId="20577"/>
          <ac:spMkLst>
            <pc:docMk/>
            <pc:sldMk cId="2069960929" sldId="2147482097"/>
            <ac:spMk id="6" creationId="{75E3EF6B-3B20-4250-B3E5-23540F9337C9}"/>
          </ac:spMkLst>
        </pc:spChg>
        <pc:graphicFrameChg chg="modGraphic">
          <ac:chgData name="전기영(GIYEONG JEON)[jeongy]/책임/제조DX.제조DX솔루션.롤맵기술팀" userId="9bc6f0c3-3ae2-4a3b-ab31-c290bb6ed01a" providerId="ADAL" clId="{1F196A00-A528-4AEA-80DA-C0BC3F38EC9A}" dt="2025-12-03T05:33:24.060" v="470" actId="207"/>
          <ac:graphicFrameMkLst>
            <pc:docMk/>
            <pc:sldMk cId="2069960929" sldId="2147482097"/>
            <ac:graphicFrameMk id="2" creationId="{534EE123-7406-4F16-AB1D-7380FC4446F3}"/>
          </ac:graphicFrameMkLst>
        </pc:graphicFrameChg>
      </pc:sldChg>
      <pc:sldChg chg="modSp mod">
        <pc:chgData name="전기영(GIYEONG JEON)[jeongy]/책임/제조DX.제조DX솔루션.롤맵기술팀" userId="9bc6f0c3-3ae2-4a3b-ab31-c290bb6ed01a" providerId="ADAL" clId="{1F196A00-A528-4AEA-80DA-C0BC3F38EC9A}" dt="2025-12-03T05:33:52.580" v="471" actId="207"/>
        <pc:sldMkLst>
          <pc:docMk/>
          <pc:sldMk cId="1270712381" sldId="2147482157"/>
        </pc:sldMkLst>
        <pc:graphicFrameChg chg="modGraphic">
          <ac:chgData name="전기영(GIYEONG JEON)[jeongy]/책임/제조DX.제조DX솔루션.롤맵기술팀" userId="9bc6f0c3-3ae2-4a3b-ab31-c290bb6ed01a" providerId="ADAL" clId="{1F196A00-A528-4AEA-80DA-C0BC3F38EC9A}" dt="2025-12-03T05:33:52.580" v="471" actId="207"/>
          <ac:graphicFrameMkLst>
            <pc:docMk/>
            <pc:sldMk cId="1270712381" sldId="2147482157"/>
            <ac:graphicFrameMk id="30" creationId="{FD723AF4-8C6A-45D2-91AF-E831F6E1C5CD}"/>
          </ac:graphicFrameMkLst>
        </pc:graphicFrameChg>
      </pc:sldChg>
    </pc:docChg>
  </pc:docChgLst>
  <pc:docChgLst>
    <pc:chgData name="김종우(JONG WOO KIM)[jongwoo_kim]/선임/제조DX.제조DX솔루션.데이터통합분석팀" userId="S::jongwoo_kim@lgensol.com::724af6f9-8cbb-4db2-a128-c90de53c6762" providerId="AD" clId="Web-{A60A8A2F-149C-DE18-4A8F-EB5FD64B7F35}"/>
    <pc:docChg chg="modSld">
      <pc:chgData name="김종우(JONG WOO KIM)[jongwoo_kim]/선임/제조DX.제조DX솔루션.데이터통합분석팀" userId="S::jongwoo_kim@lgensol.com::724af6f9-8cbb-4db2-a128-c90de53c6762" providerId="AD" clId="Web-{A60A8A2F-149C-DE18-4A8F-EB5FD64B7F35}" dt="2025-11-19T07:36:54.897" v="633" actId="20577"/>
      <pc:docMkLst>
        <pc:docMk/>
      </pc:docMkLst>
      <pc:sldChg chg="modSp">
        <pc:chgData name="김종우(JONG WOO KIM)[jongwoo_kim]/선임/제조DX.제조DX솔루션.데이터통합분석팀" userId="S::jongwoo_kim@lgensol.com::724af6f9-8cbb-4db2-a128-c90de53c6762" providerId="AD" clId="Web-{A60A8A2F-149C-DE18-4A8F-EB5FD64B7F35}" dt="2025-11-19T07:36:54.897" v="633" actId="20577"/>
        <pc:sldMkLst>
          <pc:docMk/>
          <pc:sldMk cId="312166392" sldId="2147482002"/>
        </pc:sldMkLst>
        <pc:spChg chg="mod">
          <ac:chgData name="김종우(JONG WOO KIM)[jongwoo_kim]/선임/제조DX.제조DX솔루션.데이터통합분석팀" userId="S::jongwoo_kim@lgensol.com::724af6f9-8cbb-4db2-a128-c90de53c6762" providerId="AD" clId="Web-{A60A8A2F-149C-DE18-4A8F-EB5FD64B7F35}" dt="2025-11-19T07:36:54.897" v="633" actId="20577"/>
          <ac:spMkLst>
            <pc:docMk/>
            <pc:sldMk cId="312166392" sldId="2147482002"/>
            <ac:spMk id="12" creationId="{19633123-6446-353B-C876-F791027DDDCD}"/>
          </ac:spMkLst>
        </pc:spChg>
        <pc:graphicFrameChg chg="mod modGraphic">
          <ac:chgData name="김종우(JONG WOO KIM)[jongwoo_kim]/선임/제조DX.제조DX솔루션.데이터통합분석팀" userId="S::jongwoo_kim@lgensol.com::724af6f9-8cbb-4db2-a128-c90de53c6762" providerId="AD" clId="Web-{A60A8A2F-149C-DE18-4A8F-EB5FD64B7F35}" dt="2025-11-19T07:36:47.349" v="630"/>
          <ac:graphicFrameMkLst>
            <pc:docMk/>
            <pc:sldMk cId="312166392" sldId="2147482002"/>
            <ac:graphicFrameMk id="19" creationId="{54728183-150A-36AF-E666-2145F7FF2814}"/>
          </ac:graphicFrameMkLst>
        </pc:graphicFrameChg>
      </pc:sldChg>
      <pc:sldChg chg="modSp">
        <pc:chgData name="김종우(JONG WOO KIM)[jongwoo_kim]/선임/제조DX.제조DX솔루션.데이터통합분석팀" userId="S::jongwoo_kim@lgensol.com::724af6f9-8cbb-4db2-a128-c90de53c6762" providerId="AD" clId="Web-{A60A8A2F-149C-DE18-4A8F-EB5FD64B7F35}" dt="2025-11-19T07:26:16.132" v="34"/>
        <pc:sldMkLst>
          <pc:docMk/>
          <pc:sldMk cId="2384569951" sldId="2147482053"/>
        </pc:sldMkLst>
        <pc:spChg chg="mod">
          <ac:chgData name="김종우(JONG WOO KIM)[jongwoo_kim]/선임/제조DX.제조DX솔루션.데이터통합분석팀" userId="S::jongwoo_kim@lgensol.com::724af6f9-8cbb-4db2-a128-c90de53c6762" providerId="AD" clId="Web-{A60A8A2F-149C-DE18-4A8F-EB5FD64B7F35}" dt="2025-11-19T07:21:12.913" v="9" actId="20577"/>
          <ac:spMkLst>
            <pc:docMk/>
            <pc:sldMk cId="2384569951" sldId="2147482053"/>
            <ac:spMk id="12" creationId="{701DBD41-0962-47BC-BF85-0E3D71312932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A60A8A2F-149C-DE18-4A8F-EB5FD64B7F35}" dt="2025-11-19T07:21:34.977" v="10" actId="20577"/>
          <ac:spMkLst>
            <pc:docMk/>
            <pc:sldMk cId="2384569951" sldId="2147482053"/>
            <ac:spMk id="27" creationId="{97F7FDAA-1F66-4394-AC4C-8B83DC6513E8}"/>
          </ac:spMkLst>
        </pc:spChg>
        <pc:graphicFrameChg chg="mod modGraphic">
          <ac:chgData name="김종우(JONG WOO KIM)[jongwoo_kim]/선임/제조DX.제조DX솔루션.데이터통합분석팀" userId="S::jongwoo_kim@lgensol.com::724af6f9-8cbb-4db2-a128-c90de53c6762" providerId="AD" clId="Web-{A60A8A2F-149C-DE18-4A8F-EB5FD64B7F35}" dt="2025-11-19T07:26:16.132" v="34"/>
          <ac:graphicFrameMkLst>
            <pc:docMk/>
            <pc:sldMk cId="2384569951" sldId="2147482053"/>
            <ac:graphicFrameMk id="28" creationId="{8E57A695-D268-4688-9478-372B05ABC3E9}"/>
          </ac:graphicFrameMkLst>
        </pc:graphicFrameChg>
      </pc:sldChg>
    </pc:docChg>
  </pc:docChgLst>
  <pc:docChgLst>
    <pc:chgData name="한기덕(KIDEOK HAN)[han_kd]/선임/제조DX.제조DX솔루션.롤맵기술팀" userId="7d38c165-0d58-4bf4-8bd1-efc05948b82d" providerId="ADAL" clId="{1F053AB8-35C6-4742-8BE5-F961BD1D8F05}"/>
    <pc:docChg chg="undo custSel modSld">
      <pc:chgData name="한기덕(KIDEOK HAN)[han_kd]/선임/제조DX.제조DX솔루션.롤맵기술팀" userId="7d38c165-0d58-4bf4-8bd1-efc05948b82d" providerId="ADAL" clId="{1F053AB8-35C6-4742-8BE5-F961BD1D8F05}" dt="2025-11-05T06:55:31.071" v="1585" actId="20577"/>
      <pc:docMkLst>
        <pc:docMk/>
      </pc:docMkLst>
      <pc:sldChg chg="modSp">
        <pc:chgData name="한기덕(KIDEOK HAN)[han_kd]/선임/제조DX.제조DX솔루션.롤맵기술팀" userId="7d38c165-0d58-4bf4-8bd1-efc05948b82d" providerId="ADAL" clId="{1F053AB8-35C6-4742-8BE5-F961BD1D8F05}" dt="2025-11-05T06:32:59.297" v="3" actId="6549"/>
        <pc:sldMkLst>
          <pc:docMk/>
          <pc:sldMk cId="1825793658" sldId="2147481922"/>
        </pc:sldMkLst>
        <pc:graphicFrameChg chg="modGraphic">
          <ac:chgData name="한기덕(KIDEOK HAN)[han_kd]/선임/제조DX.제조DX솔루션.롤맵기술팀" userId="7d38c165-0d58-4bf4-8bd1-efc05948b82d" providerId="ADAL" clId="{1F053AB8-35C6-4742-8BE5-F961BD1D8F05}" dt="2025-11-05T06:32:59.297" v="3" actId="6549"/>
          <ac:graphicFrameMkLst>
            <pc:docMk/>
            <pc:sldMk cId="1825793658" sldId="2147481922"/>
            <ac:graphicFrameMk id="3" creationId="{3E86696F-E35A-4B06-9B46-63A4A6A986C1}"/>
          </ac:graphicFrameMkLst>
        </pc:graphicFrameChg>
      </pc:sldChg>
      <pc:sldChg chg="modSp">
        <pc:chgData name="한기덕(KIDEOK HAN)[han_kd]/선임/제조DX.제조DX솔루션.롤맵기술팀" userId="7d38c165-0d58-4bf4-8bd1-efc05948b82d" providerId="ADAL" clId="{1F053AB8-35C6-4742-8BE5-F961BD1D8F05}" dt="2025-11-05T06:38:56.531" v="700" actId="20577"/>
        <pc:sldMkLst>
          <pc:docMk/>
          <pc:sldMk cId="1214419362" sldId="2147481924"/>
        </pc:sldMkLst>
        <pc:spChg chg="mod">
          <ac:chgData name="한기덕(KIDEOK HAN)[han_kd]/선임/제조DX.제조DX솔루션.롤맵기술팀" userId="7d38c165-0d58-4bf4-8bd1-efc05948b82d" providerId="ADAL" clId="{1F053AB8-35C6-4742-8BE5-F961BD1D8F05}" dt="2025-11-05T06:33:07.427" v="10" actId="20577"/>
          <ac:spMkLst>
            <pc:docMk/>
            <pc:sldMk cId="1214419362" sldId="2147481924"/>
            <ac:spMk id="18" creationId="{72943F47-EAEA-4391-A2BC-C7C33A8E8CFD}"/>
          </ac:spMkLst>
        </pc:spChg>
        <pc:spChg chg="mod">
          <ac:chgData name="한기덕(KIDEOK HAN)[han_kd]/선임/제조DX.제조DX솔루션.롤맵기술팀" userId="7d38c165-0d58-4bf4-8bd1-efc05948b82d" providerId="ADAL" clId="{1F053AB8-35C6-4742-8BE5-F961BD1D8F05}" dt="2025-11-05T06:38:56.531" v="700" actId="20577"/>
          <ac:spMkLst>
            <pc:docMk/>
            <pc:sldMk cId="1214419362" sldId="2147481924"/>
            <ac:spMk id="19" creationId="{1CE4A1AF-5D49-43F9-9F31-E88EAE372D41}"/>
          </ac:spMkLst>
        </pc:spChg>
        <pc:graphicFrameChg chg="mod modGraphic">
          <ac:chgData name="한기덕(KIDEOK HAN)[han_kd]/선임/제조DX.제조DX솔루션.롤맵기술팀" userId="7d38c165-0d58-4bf4-8bd1-efc05948b82d" providerId="ADAL" clId="{1F053AB8-35C6-4742-8BE5-F961BD1D8F05}" dt="2025-11-05T06:38:31.125" v="680"/>
          <ac:graphicFrameMkLst>
            <pc:docMk/>
            <pc:sldMk cId="1214419362" sldId="2147481924"/>
            <ac:graphicFrameMk id="3" creationId="{3E86696F-E35A-4B06-9B46-63A4A6A986C1}"/>
          </ac:graphicFrameMkLst>
        </pc:graphicFrameChg>
      </pc:sldChg>
      <pc:sldChg chg="modSp">
        <pc:chgData name="한기덕(KIDEOK HAN)[han_kd]/선임/제조DX.제조DX솔루션.롤맵기술팀" userId="7d38c165-0d58-4bf4-8bd1-efc05948b82d" providerId="ADAL" clId="{1F053AB8-35C6-4742-8BE5-F961BD1D8F05}" dt="2025-11-05T06:55:31.071" v="1585" actId="20577"/>
        <pc:sldMkLst>
          <pc:docMk/>
          <pc:sldMk cId="662252130" sldId="2147481925"/>
        </pc:sldMkLst>
        <pc:spChg chg="mod">
          <ac:chgData name="한기덕(KIDEOK HAN)[han_kd]/선임/제조DX.제조DX솔루션.롤맵기술팀" userId="7d38c165-0d58-4bf4-8bd1-efc05948b82d" providerId="ADAL" clId="{1F053AB8-35C6-4742-8BE5-F961BD1D8F05}" dt="2025-11-05T06:38:52.219" v="687" actId="20577"/>
          <ac:spMkLst>
            <pc:docMk/>
            <pc:sldMk cId="662252130" sldId="2147481925"/>
            <ac:spMk id="18" creationId="{72943F47-EAEA-4391-A2BC-C7C33A8E8CFD}"/>
          </ac:spMkLst>
        </pc:spChg>
        <pc:spChg chg="mod">
          <ac:chgData name="한기덕(KIDEOK HAN)[han_kd]/선임/제조DX.제조DX솔루션.롤맵기술팀" userId="7d38c165-0d58-4bf4-8bd1-efc05948b82d" providerId="ADAL" clId="{1F053AB8-35C6-4742-8BE5-F961BD1D8F05}" dt="2025-11-05T06:39:01.291" v="719" actId="20577"/>
          <ac:spMkLst>
            <pc:docMk/>
            <pc:sldMk cId="662252130" sldId="2147481925"/>
            <ac:spMk id="19" creationId="{1CE4A1AF-5D49-43F9-9F31-E88EAE372D41}"/>
          </ac:spMkLst>
        </pc:spChg>
        <pc:graphicFrameChg chg="mod modGraphic">
          <ac:chgData name="한기덕(KIDEOK HAN)[han_kd]/선임/제조DX.제조DX솔루션.롤맵기술팀" userId="7d38c165-0d58-4bf4-8bd1-efc05948b82d" providerId="ADAL" clId="{1F053AB8-35C6-4742-8BE5-F961BD1D8F05}" dt="2025-11-05T06:55:31.071" v="1585" actId="20577"/>
          <ac:graphicFrameMkLst>
            <pc:docMk/>
            <pc:sldMk cId="662252130" sldId="2147481925"/>
            <ac:graphicFrameMk id="3" creationId="{3E86696F-E35A-4B06-9B46-63A4A6A986C1}"/>
          </ac:graphicFrameMkLst>
        </pc:graphicFrameChg>
      </pc:sldChg>
    </pc:docChg>
  </pc:docChgLst>
  <pc:docChgLst>
    <pc:chgData name="임상현(IAN SANGHYUN LIM)[ilim0507]/선임/제조DX.제조DX솔루션.셀추적기술팀" userId="1bdf7f23-b0bd-4e65-8e13-272ca93280fa" providerId="ADAL" clId="{C3E0C099-D80E-43F9-A66B-8332CC1E08F6}"/>
    <pc:docChg chg="modSld sldOrd">
      <pc:chgData name="임상현(IAN SANGHYUN LIM)[ilim0507]/선임/제조DX.제조DX솔루션.셀추적기술팀" userId="1bdf7f23-b0bd-4e65-8e13-272ca93280fa" providerId="ADAL" clId="{C3E0C099-D80E-43F9-A66B-8332CC1E08F6}" dt="2025-10-29T02:54:50.239" v="8"/>
      <pc:docMkLst>
        <pc:docMk/>
      </pc:docMkLst>
      <pc:sldChg chg="modSp">
        <pc:chgData name="임상현(IAN SANGHYUN LIM)[ilim0507]/선임/제조DX.제조DX솔루션.셀추적기술팀" userId="1bdf7f23-b0bd-4e65-8e13-272ca93280fa" providerId="ADAL" clId="{C3E0C099-D80E-43F9-A66B-8332CC1E08F6}" dt="2025-10-29T02:54:25.288" v="6" actId="207"/>
        <pc:sldMkLst>
          <pc:docMk/>
          <pc:sldMk cId="2197542616" sldId="2241"/>
        </pc:sldMkLst>
        <pc:spChg chg="mod">
          <ac:chgData name="임상현(IAN SANGHYUN LIM)[ilim0507]/선임/제조DX.제조DX솔루션.셀추적기술팀" userId="1bdf7f23-b0bd-4e65-8e13-272ca93280fa" providerId="ADAL" clId="{C3E0C099-D80E-43F9-A66B-8332CC1E08F6}" dt="2025-10-29T02:54:25.288" v="6" actId="207"/>
          <ac:spMkLst>
            <pc:docMk/>
            <pc:sldMk cId="2197542616" sldId="2241"/>
            <ac:spMk id="24" creationId="{9E88BCD6-65AC-474C-9E19-A37722C332DC}"/>
          </ac:spMkLst>
        </pc:spChg>
        <pc:spChg chg="mod">
          <ac:chgData name="임상현(IAN SANGHYUN LIM)[ilim0507]/선임/제조DX.제조DX솔루션.셀추적기술팀" userId="1bdf7f23-b0bd-4e65-8e13-272ca93280fa" providerId="ADAL" clId="{C3E0C099-D80E-43F9-A66B-8332CC1E08F6}" dt="2025-10-29T02:54:16.180" v="5" actId="20577"/>
          <ac:spMkLst>
            <pc:docMk/>
            <pc:sldMk cId="2197542616" sldId="2241"/>
            <ac:spMk id="28" creationId="{EAE9226F-F722-4CEF-AF1A-BC8DF22E007D}"/>
          </ac:spMkLst>
        </pc:spChg>
      </pc:sldChg>
      <pc:sldChg chg="ord modTransition">
        <pc:chgData name="임상현(IAN SANGHYUN LIM)[ilim0507]/선임/제조DX.제조DX솔루션.셀추적기술팀" userId="1bdf7f23-b0bd-4e65-8e13-272ca93280fa" providerId="ADAL" clId="{C3E0C099-D80E-43F9-A66B-8332CC1E08F6}" dt="2025-10-29T02:54:50.239" v="8"/>
        <pc:sldMkLst>
          <pc:docMk/>
          <pc:sldMk cId="2448533226" sldId="2147481784"/>
        </pc:sldMkLst>
      </pc:sldChg>
    </pc:docChg>
  </pc:docChgLst>
  <pc:docChgLst>
    <pc:chgData name="박종현(JONG HYUN PARK)[parkjonghyun]/책임/제조DX.제조DX솔루션.셀추적기술팀" userId="bd556fbe-4056-41f8-81f6-e4b44a6c8ed9" providerId="ADAL" clId="{02DEEAB0-AC7D-453B-8CE5-F8CD5272F991}"/>
    <pc:docChg chg="undo redo custSel addSld modSld">
      <pc:chgData name="박종현(JONG HYUN PARK)[parkjonghyun]/책임/제조DX.제조DX솔루션.셀추적기술팀" userId="bd556fbe-4056-41f8-81f6-e4b44a6c8ed9" providerId="ADAL" clId="{02DEEAB0-AC7D-453B-8CE5-F8CD5272F991}" dt="2025-12-07T23:11:39.244" v="1032" actId="403"/>
      <pc:docMkLst>
        <pc:docMk/>
      </pc:docMkLst>
      <pc:sldChg chg="addSp delSp modSp mod">
        <pc:chgData name="박종현(JONG HYUN PARK)[parkjonghyun]/책임/제조DX.제조DX솔루션.셀추적기술팀" userId="bd556fbe-4056-41f8-81f6-e4b44a6c8ed9" providerId="ADAL" clId="{02DEEAB0-AC7D-453B-8CE5-F8CD5272F991}" dt="2025-12-07T23:11:39.244" v="1032" actId="403"/>
        <pc:sldMkLst>
          <pc:docMk/>
          <pc:sldMk cId="2105941167" sldId="2117"/>
        </pc:sldMkLst>
        <pc:spChg chg="add del mod">
          <ac:chgData name="박종현(JONG HYUN PARK)[parkjonghyun]/책임/제조DX.제조DX솔루션.셀추적기술팀" userId="bd556fbe-4056-41f8-81f6-e4b44a6c8ed9" providerId="ADAL" clId="{02DEEAB0-AC7D-453B-8CE5-F8CD5272F991}" dt="2025-12-07T23:06:30.138" v="829" actId="478"/>
          <ac:spMkLst>
            <pc:docMk/>
            <pc:sldMk cId="2105941167" sldId="2117"/>
            <ac:spMk id="2" creationId="{32FFEA6D-397E-DC4D-7E08-D7BD7B9E48B7}"/>
          </ac:spMkLst>
        </pc:spChg>
        <pc:spChg chg="mod">
          <ac:chgData name="박종현(JONG HYUN PARK)[parkjonghyun]/책임/제조DX.제조DX솔루션.셀추적기술팀" userId="bd556fbe-4056-41f8-81f6-e4b44a6c8ed9" providerId="ADAL" clId="{02DEEAB0-AC7D-453B-8CE5-F8CD5272F991}" dt="2025-12-04T07:01:29.336" v="679" actId="1076"/>
          <ac:spMkLst>
            <pc:docMk/>
            <pc:sldMk cId="2105941167" sldId="2117"/>
            <ac:spMk id="3" creationId="{F404AC9E-2E43-CA2F-6E59-8C9FC75C8EAD}"/>
          </ac:spMkLst>
        </pc:spChg>
        <pc:spChg chg="mod ord">
          <ac:chgData name="박종현(JONG HYUN PARK)[parkjonghyun]/책임/제조DX.제조DX솔루션.셀추적기술팀" userId="bd556fbe-4056-41f8-81f6-e4b44a6c8ed9" providerId="ADAL" clId="{02DEEAB0-AC7D-453B-8CE5-F8CD5272F991}" dt="2025-12-03T07:09:46.608" v="411" actId="20577"/>
          <ac:spMkLst>
            <pc:docMk/>
            <pc:sldMk cId="2105941167" sldId="2117"/>
            <ac:spMk id="8" creationId="{70A94D58-5027-D320-EE76-FD27E9679973}"/>
          </ac:spMkLst>
        </pc:spChg>
        <pc:spChg chg="mod">
          <ac:chgData name="박종현(JONG HYUN PARK)[parkjonghyun]/책임/제조DX.제조DX솔루션.셀추적기술팀" userId="bd556fbe-4056-41f8-81f6-e4b44a6c8ed9" providerId="ADAL" clId="{02DEEAB0-AC7D-453B-8CE5-F8CD5272F991}" dt="2025-12-03T07:15:34.561" v="675" actId="207"/>
          <ac:spMkLst>
            <pc:docMk/>
            <pc:sldMk cId="2105941167" sldId="2117"/>
            <ac:spMk id="13" creationId="{0FA86D35-D83A-A5E0-8085-222507C9BDD6}"/>
          </ac:spMkLst>
        </pc:spChg>
        <pc:spChg chg="mod">
          <ac:chgData name="박종현(JONG HYUN PARK)[parkjonghyun]/책임/제조DX.제조DX솔루션.셀추적기술팀" userId="bd556fbe-4056-41f8-81f6-e4b44a6c8ed9" providerId="ADAL" clId="{02DEEAB0-AC7D-453B-8CE5-F8CD5272F991}" dt="2025-12-07T23:11:39.244" v="1032" actId="403"/>
          <ac:spMkLst>
            <pc:docMk/>
            <pc:sldMk cId="2105941167" sldId="2117"/>
            <ac:spMk id="18" creationId="{1D3EEA20-FDF8-FD50-C159-49FC9CD5006C}"/>
          </ac:spMkLst>
        </pc:spChg>
        <pc:spChg chg="add mod">
          <ac:chgData name="박종현(JONG HYUN PARK)[parkjonghyun]/책임/제조DX.제조DX솔루션.셀추적기술팀" userId="bd556fbe-4056-41f8-81f6-e4b44a6c8ed9" providerId="ADAL" clId="{02DEEAB0-AC7D-453B-8CE5-F8CD5272F991}" dt="2025-12-04T07:03:08.584" v="774" actId="20577"/>
          <ac:spMkLst>
            <pc:docMk/>
            <pc:sldMk cId="2105941167" sldId="2117"/>
            <ac:spMk id="18" creationId="{70A39E8F-FAE6-8E80-3D4C-3250ABE7821C}"/>
          </ac:spMkLst>
        </pc:spChg>
        <pc:spChg chg="add del mod">
          <ac:chgData name="박종현(JONG HYUN PARK)[parkjonghyun]/책임/제조DX.제조DX솔루션.셀추적기술팀" userId="bd556fbe-4056-41f8-81f6-e4b44a6c8ed9" providerId="ADAL" clId="{02DEEAB0-AC7D-453B-8CE5-F8CD5272F991}" dt="2025-12-04T07:02:12.794" v="742" actId="20577"/>
          <ac:spMkLst>
            <pc:docMk/>
            <pc:sldMk cId="2105941167" sldId="2117"/>
            <ac:spMk id="19" creationId="{203D6288-9EF8-D308-72E5-280581D89472}"/>
          </ac:spMkLst>
        </pc:spChg>
        <pc:spChg chg="add mod">
          <ac:chgData name="박종현(JONG HYUN PARK)[parkjonghyun]/책임/제조DX.제조DX솔루션.셀추적기술팀" userId="bd556fbe-4056-41f8-81f6-e4b44a6c8ed9" providerId="ADAL" clId="{02DEEAB0-AC7D-453B-8CE5-F8CD5272F991}" dt="2025-12-04T07:02:21.954" v="752" actId="20577"/>
          <ac:spMkLst>
            <pc:docMk/>
            <pc:sldMk cId="2105941167" sldId="2117"/>
            <ac:spMk id="21" creationId="{1CDA6FA9-3B95-9CF2-0A34-2FEBE8A6C3B9}"/>
          </ac:spMkLst>
        </pc:spChg>
        <pc:spChg chg="add del mod">
          <ac:chgData name="박종현(JONG HYUN PARK)[parkjonghyun]/책임/제조DX.제조DX솔루션.셀추적기술팀" userId="bd556fbe-4056-41f8-81f6-e4b44a6c8ed9" providerId="ADAL" clId="{02DEEAB0-AC7D-453B-8CE5-F8CD5272F991}" dt="2025-12-04T07:03:10.880" v="775" actId="478"/>
          <ac:spMkLst>
            <pc:docMk/>
            <pc:sldMk cId="2105941167" sldId="2117"/>
            <ac:spMk id="22" creationId="{14235314-196B-D7DF-EB09-636AEE33BEC9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7T23:05:15.171" v="777" actId="478"/>
          <ac:spMkLst>
            <pc:docMk/>
            <pc:sldMk cId="2105941167" sldId="2117"/>
            <ac:spMk id="22" creationId="{CEF87966-BA23-F939-F3A4-1781547B6404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7T23:05:15.171" v="777" actId="478"/>
          <ac:spMkLst>
            <pc:docMk/>
            <pc:sldMk cId="2105941167" sldId="2117"/>
            <ac:spMk id="23" creationId="{31F335AC-A0C9-A40C-9778-DFFF96B64053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7T23:05:15.171" v="777" actId="478"/>
          <ac:spMkLst>
            <pc:docMk/>
            <pc:sldMk cId="2105941167" sldId="2117"/>
            <ac:spMk id="24" creationId="{D4B1FBEA-CC59-3F13-95E7-467BB63C7DE2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7T23:05:15.171" v="777" actId="478"/>
          <ac:spMkLst>
            <pc:docMk/>
            <pc:sldMk cId="2105941167" sldId="2117"/>
            <ac:spMk id="26" creationId="{1AFE28AD-231B-FF38-C995-98769B957F6B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7T23:05:15.171" v="777" actId="478"/>
          <ac:spMkLst>
            <pc:docMk/>
            <pc:sldMk cId="2105941167" sldId="2117"/>
            <ac:spMk id="27" creationId="{FC9D516A-72BB-903E-D273-3BD3BD73D012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7T23:05:15.171" v="777" actId="478"/>
          <ac:spMkLst>
            <pc:docMk/>
            <pc:sldMk cId="2105941167" sldId="2117"/>
            <ac:spMk id="28" creationId="{4E581BFA-D907-334F-AB1D-F05B3F9E9E97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7T23:05:44.866" v="786" actId="478"/>
          <ac:spMkLst>
            <pc:docMk/>
            <pc:sldMk cId="2105941167" sldId="2117"/>
            <ac:spMk id="29" creationId="{AEE680A3-9AE2-2308-3786-7192060CE7ED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7T23:05:42.428" v="785" actId="478"/>
          <ac:spMkLst>
            <pc:docMk/>
            <pc:sldMk cId="2105941167" sldId="2117"/>
            <ac:spMk id="30" creationId="{1D78F5F9-C566-B454-7B2E-F82EC990ADDD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7T23:05:37.420" v="783" actId="478"/>
          <ac:spMkLst>
            <pc:docMk/>
            <pc:sldMk cId="2105941167" sldId="2117"/>
            <ac:spMk id="31" creationId="{CA6EB90C-340A-9D85-685E-3D770DD0D416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7T23:05:38.683" v="784" actId="478"/>
          <ac:spMkLst>
            <pc:docMk/>
            <pc:sldMk cId="2105941167" sldId="2117"/>
            <ac:spMk id="32" creationId="{6F753008-3B5C-F668-2B07-321C45B0F026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7T23:05:36.459" v="782" actId="478"/>
          <ac:spMkLst>
            <pc:docMk/>
            <pc:sldMk cId="2105941167" sldId="2117"/>
            <ac:spMk id="34" creationId="{4B3308F1-A7A8-38E4-8239-639C913F1C73}"/>
          </ac:spMkLst>
        </pc:spChg>
        <pc:spChg chg="del mod">
          <ac:chgData name="박종현(JONG HYUN PARK)[parkjonghyun]/책임/제조DX.제조DX솔루션.셀추적기술팀" userId="bd556fbe-4056-41f8-81f6-e4b44a6c8ed9" providerId="ADAL" clId="{02DEEAB0-AC7D-453B-8CE5-F8CD5272F991}" dt="2025-12-07T23:09:57.071" v="943" actId="478"/>
          <ac:spMkLst>
            <pc:docMk/>
            <pc:sldMk cId="2105941167" sldId="2117"/>
            <ac:spMk id="38" creationId="{70A39E8F-FAE6-8E80-3D4C-3250ABE7821C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7T23:08:44.090" v="887" actId="478"/>
          <ac:spMkLst>
            <pc:docMk/>
            <pc:sldMk cId="2105941167" sldId="2117"/>
            <ac:spMk id="39" creationId="{203D6288-9EF8-D308-72E5-280581D89472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7T23:08:44.090" v="887" actId="478"/>
          <ac:spMkLst>
            <pc:docMk/>
            <pc:sldMk cId="2105941167" sldId="2117"/>
            <ac:spMk id="40" creationId="{1CDA6FA9-3B95-9CF2-0A34-2FEBE8A6C3B9}"/>
          </ac:spMkLst>
        </pc:spChg>
        <pc:graphicFrameChg chg="del">
          <ac:chgData name="박종현(JONG HYUN PARK)[parkjonghyun]/책임/제조DX.제조DX솔루션.셀추적기술팀" userId="bd556fbe-4056-41f8-81f6-e4b44a6c8ed9" providerId="ADAL" clId="{02DEEAB0-AC7D-453B-8CE5-F8CD5272F991}" dt="2025-12-07T23:05:15.171" v="777" actId="478"/>
          <ac:graphicFrameMkLst>
            <pc:docMk/>
            <pc:sldMk cId="2105941167" sldId="2117"/>
            <ac:graphicFrameMk id="21" creationId="{97247676-9FC1-D003-7820-C66E92A8B7DF}"/>
          </ac:graphicFrameMkLst>
        </pc:graphicFrameChg>
        <pc:graphicFrameChg chg="del">
          <ac:chgData name="박종현(JONG HYUN PARK)[parkjonghyun]/책임/제조DX.제조DX솔루션.셀추적기술팀" userId="bd556fbe-4056-41f8-81f6-e4b44a6c8ed9" providerId="ADAL" clId="{02DEEAB0-AC7D-453B-8CE5-F8CD5272F991}" dt="2025-12-07T23:05:15.171" v="777" actId="478"/>
          <ac:graphicFrameMkLst>
            <pc:docMk/>
            <pc:sldMk cId="2105941167" sldId="2117"/>
            <ac:graphicFrameMk id="25" creationId="{8053C5D2-6BE0-C313-3791-F9F0400E9EE4}"/>
          </ac:graphicFrameMkLst>
        </pc:graphicFrameChg>
        <pc:graphicFrameChg chg="del">
          <ac:chgData name="박종현(JONG HYUN PARK)[parkjonghyun]/책임/제조DX.제조DX솔루션.셀추적기술팀" userId="bd556fbe-4056-41f8-81f6-e4b44a6c8ed9" providerId="ADAL" clId="{02DEEAB0-AC7D-453B-8CE5-F8CD5272F991}" dt="2025-12-07T23:05:12.036" v="776" actId="478"/>
          <ac:graphicFrameMkLst>
            <pc:docMk/>
            <pc:sldMk cId="2105941167" sldId="2117"/>
            <ac:graphicFrameMk id="33" creationId="{B7429DD0-C5F0-5C26-3325-8193234C888E}"/>
          </ac:graphicFrameMkLst>
        </pc:graphicFrameChg>
      </pc:sldChg>
      <pc:sldChg chg="addSp delSp modSp mod">
        <pc:chgData name="박종현(JONG HYUN PARK)[parkjonghyun]/책임/제조DX.제조DX솔루션.셀추적기술팀" userId="bd556fbe-4056-41f8-81f6-e4b44a6c8ed9" providerId="ADAL" clId="{02DEEAB0-AC7D-453B-8CE5-F8CD5272F991}" dt="2025-12-03T06:51:04.652" v="6"/>
        <pc:sldMkLst>
          <pc:docMk/>
          <pc:sldMk cId="3247425241" sldId="2209"/>
        </pc:sldMkLst>
        <pc:spChg chg="add mod">
          <ac:chgData name="박종현(JONG HYUN PARK)[parkjonghyun]/책임/제조DX.제조DX솔루션.셀추적기술팀" userId="bd556fbe-4056-41f8-81f6-e4b44a6c8ed9" providerId="ADAL" clId="{02DEEAB0-AC7D-453B-8CE5-F8CD5272F991}" dt="2025-12-03T06:51:04.652" v="6"/>
          <ac:spMkLst>
            <pc:docMk/>
            <pc:sldMk cId="3247425241" sldId="2209"/>
            <ac:spMk id="3" creationId="{EAC5C207-DEC4-F747-D4E8-88B0AB0F00E7}"/>
          </ac:spMkLst>
        </pc:spChg>
        <pc:spChg chg="add mod">
          <ac:chgData name="박종현(JONG HYUN PARK)[parkjonghyun]/책임/제조DX.제조DX솔루션.셀추적기술팀" userId="bd556fbe-4056-41f8-81f6-e4b44a6c8ed9" providerId="ADAL" clId="{02DEEAB0-AC7D-453B-8CE5-F8CD5272F991}" dt="2025-12-03T06:51:04.652" v="6"/>
          <ac:spMkLst>
            <pc:docMk/>
            <pc:sldMk cId="3247425241" sldId="2209"/>
            <ac:spMk id="4" creationId="{01A9972C-912C-D4D6-7371-FDEB8083BB52}"/>
          </ac:spMkLst>
        </pc:spChg>
        <pc:spChg chg="add mod">
          <ac:chgData name="박종현(JONG HYUN PARK)[parkjonghyun]/책임/제조DX.제조DX솔루션.셀추적기술팀" userId="bd556fbe-4056-41f8-81f6-e4b44a6c8ed9" providerId="ADAL" clId="{02DEEAB0-AC7D-453B-8CE5-F8CD5272F991}" dt="2025-12-03T06:51:04.652" v="6"/>
          <ac:spMkLst>
            <pc:docMk/>
            <pc:sldMk cId="3247425241" sldId="2209"/>
            <ac:spMk id="5" creationId="{6CD4849B-9D8D-95D2-0F79-045590409CE7}"/>
          </ac:spMkLst>
        </pc:spChg>
        <pc:spChg chg="add mod">
          <ac:chgData name="박종현(JONG HYUN PARK)[parkjonghyun]/책임/제조DX.제조DX솔루션.셀추적기술팀" userId="bd556fbe-4056-41f8-81f6-e4b44a6c8ed9" providerId="ADAL" clId="{02DEEAB0-AC7D-453B-8CE5-F8CD5272F991}" dt="2025-12-03T06:51:04.652" v="6"/>
          <ac:spMkLst>
            <pc:docMk/>
            <pc:sldMk cId="3247425241" sldId="2209"/>
            <ac:spMk id="7" creationId="{57549850-8EB3-6F3C-F903-8E532B5E9A00}"/>
          </ac:spMkLst>
        </pc:spChg>
        <pc:spChg chg="add mod">
          <ac:chgData name="박종현(JONG HYUN PARK)[parkjonghyun]/책임/제조DX.제조DX솔루션.셀추적기술팀" userId="bd556fbe-4056-41f8-81f6-e4b44a6c8ed9" providerId="ADAL" clId="{02DEEAB0-AC7D-453B-8CE5-F8CD5272F991}" dt="2025-12-03T06:51:04.652" v="6"/>
          <ac:spMkLst>
            <pc:docMk/>
            <pc:sldMk cId="3247425241" sldId="2209"/>
            <ac:spMk id="9" creationId="{18F169C6-7071-94C2-1AA9-F4A12764E86A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3T06:51:04.266" v="5" actId="478"/>
          <ac:spMkLst>
            <pc:docMk/>
            <pc:sldMk cId="3247425241" sldId="2209"/>
            <ac:spMk id="11" creationId="{1D8B42DB-C045-46E3-8BE4-271BE9380038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3T06:51:04.266" v="5" actId="478"/>
          <ac:spMkLst>
            <pc:docMk/>
            <pc:sldMk cId="3247425241" sldId="2209"/>
            <ac:spMk id="12" creationId="{2790AC05-8CF2-4CE4-815B-36EF7FDACF8B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3T06:51:04.266" v="5" actId="478"/>
          <ac:spMkLst>
            <pc:docMk/>
            <pc:sldMk cId="3247425241" sldId="2209"/>
            <ac:spMk id="13" creationId="{F31D3F01-C2A3-4167-99AE-5DFFB76739EF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3T06:51:04.266" v="5" actId="478"/>
          <ac:spMkLst>
            <pc:docMk/>
            <pc:sldMk cId="3247425241" sldId="2209"/>
            <ac:spMk id="14" creationId="{6DFFB236-B338-4505-AA4D-C108CB0141DD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3T06:51:04.266" v="5" actId="478"/>
          <ac:spMkLst>
            <pc:docMk/>
            <pc:sldMk cId="3247425241" sldId="2209"/>
            <ac:spMk id="16" creationId="{5B079306-9563-4676-B13C-B17C15F0AF17}"/>
          </ac:spMkLst>
        </pc:spChg>
        <pc:graphicFrameChg chg="add mod">
          <ac:chgData name="박종현(JONG HYUN PARK)[parkjonghyun]/책임/제조DX.제조DX솔루션.셀추적기술팀" userId="bd556fbe-4056-41f8-81f6-e4b44a6c8ed9" providerId="ADAL" clId="{02DEEAB0-AC7D-453B-8CE5-F8CD5272F991}" dt="2025-12-03T06:51:04.652" v="6"/>
          <ac:graphicFrameMkLst>
            <pc:docMk/>
            <pc:sldMk cId="3247425241" sldId="2209"/>
            <ac:graphicFrameMk id="2" creationId="{29E34190-670E-8138-9058-C8A6221C765B}"/>
          </ac:graphicFrameMkLst>
        </pc:graphicFrameChg>
        <pc:graphicFrameChg chg="add mod">
          <ac:chgData name="박종현(JONG HYUN PARK)[parkjonghyun]/책임/제조DX.제조DX솔루션.셀추적기술팀" userId="bd556fbe-4056-41f8-81f6-e4b44a6c8ed9" providerId="ADAL" clId="{02DEEAB0-AC7D-453B-8CE5-F8CD5272F991}" dt="2025-12-03T06:51:04.652" v="6"/>
          <ac:graphicFrameMkLst>
            <pc:docMk/>
            <pc:sldMk cId="3247425241" sldId="2209"/>
            <ac:graphicFrameMk id="6" creationId="{508526E0-EC63-15BB-7484-1EC5C1DA9360}"/>
          </ac:graphicFrameMkLst>
        </pc:graphicFrameChg>
        <pc:graphicFrameChg chg="del">
          <ac:chgData name="박종현(JONG HYUN PARK)[parkjonghyun]/책임/제조DX.제조DX솔루션.셀추적기술팀" userId="bd556fbe-4056-41f8-81f6-e4b44a6c8ed9" providerId="ADAL" clId="{02DEEAB0-AC7D-453B-8CE5-F8CD5272F991}" dt="2025-12-03T06:51:04.266" v="5" actId="478"/>
          <ac:graphicFrameMkLst>
            <pc:docMk/>
            <pc:sldMk cId="3247425241" sldId="2209"/>
            <ac:graphicFrameMk id="8" creationId="{9F08069D-5B4A-465A-8030-49E7C89804D9}"/>
          </ac:graphicFrameMkLst>
        </pc:graphicFrameChg>
        <pc:graphicFrameChg chg="del">
          <ac:chgData name="박종현(JONG HYUN PARK)[parkjonghyun]/책임/제조DX.제조DX솔루션.셀추적기술팀" userId="bd556fbe-4056-41f8-81f6-e4b44a6c8ed9" providerId="ADAL" clId="{02DEEAB0-AC7D-453B-8CE5-F8CD5272F991}" dt="2025-12-03T06:51:04.266" v="5" actId="478"/>
          <ac:graphicFrameMkLst>
            <pc:docMk/>
            <pc:sldMk cId="3247425241" sldId="2209"/>
            <ac:graphicFrameMk id="10" creationId="{3D87BC00-A29B-4E58-92C4-9B66C49D399C}"/>
          </ac:graphicFrameMkLst>
        </pc:graphicFrameChg>
      </pc:sldChg>
      <pc:sldChg chg="addSp delSp modSp mod">
        <pc:chgData name="박종현(JONG HYUN PARK)[parkjonghyun]/책임/제조DX.제조DX솔루션.셀추적기술팀" userId="bd556fbe-4056-41f8-81f6-e4b44a6c8ed9" providerId="ADAL" clId="{02DEEAB0-AC7D-453B-8CE5-F8CD5272F991}" dt="2025-12-03T06:51:28.391" v="8"/>
        <pc:sldMkLst>
          <pc:docMk/>
          <pc:sldMk cId="2458212547" sldId="2147481747"/>
        </pc:sldMkLst>
        <pc:spChg chg="add mod">
          <ac:chgData name="박종현(JONG HYUN PARK)[parkjonghyun]/책임/제조DX.제조DX솔루션.셀추적기술팀" userId="bd556fbe-4056-41f8-81f6-e4b44a6c8ed9" providerId="ADAL" clId="{02DEEAB0-AC7D-453B-8CE5-F8CD5272F991}" dt="2025-12-03T06:51:28.391" v="8"/>
          <ac:spMkLst>
            <pc:docMk/>
            <pc:sldMk cId="2458212547" sldId="2147481747"/>
            <ac:spMk id="3" creationId="{C9683604-EA6D-BBFC-1F1B-8E5EE6A8C339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3T06:51:28.029" v="7" actId="478"/>
          <ac:spMkLst>
            <pc:docMk/>
            <pc:sldMk cId="2458212547" sldId="2147481747"/>
            <ac:spMk id="4" creationId="{00000000-0000-0000-0000-000000000000}"/>
          </ac:spMkLst>
        </pc:spChg>
        <pc:spChg chg="add mod">
          <ac:chgData name="박종현(JONG HYUN PARK)[parkjonghyun]/책임/제조DX.제조DX솔루션.셀추적기술팀" userId="bd556fbe-4056-41f8-81f6-e4b44a6c8ed9" providerId="ADAL" clId="{02DEEAB0-AC7D-453B-8CE5-F8CD5272F991}" dt="2025-12-03T06:51:28.391" v="8"/>
          <ac:spMkLst>
            <pc:docMk/>
            <pc:sldMk cId="2458212547" sldId="2147481747"/>
            <ac:spMk id="5" creationId="{8FADD5D0-3993-5360-892E-D9DEB18E2C90}"/>
          </ac:spMkLst>
        </pc:spChg>
        <pc:spChg chg="add mod">
          <ac:chgData name="박종현(JONG HYUN PARK)[parkjonghyun]/책임/제조DX.제조DX솔루션.셀추적기술팀" userId="bd556fbe-4056-41f8-81f6-e4b44a6c8ed9" providerId="ADAL" clId="{02DEEAB0-AC7D-453B-8CE5-F8CD5272F991}" dt="2025-12-03T06:51:28.391" v="8"/>
          <ac:spMkLst>
            <pc:docMk/>
            <pc:sldMk cId="2458212547" sldId="2147481747"/>
            <ac:spMk id="7" creationId="{BA910CD7-E9CF-953B-5522-AC8930FB5FE7}"/>
          </ac:spMkLst>
        </pc:spChg>
        <pc:spChg chg="add mod">
          <ac:chgData name="박종현(JONG HYUN PARK)[parkjonghyun]/책임/제조DX.제조DX솔루션.셀추적기술팀" userId="bd556fbe-4056-41f8-81f6-e4b44a6c8ed9" providerId="ADAL" clId="{02DEEAB0-AC7D-453B-8CE5-F8CD5272F991}" dt="2025-12-03T06:51:28.391" v="8"/>
          <ac:spMkLst>
            <pc:docMk/>
            <pc:sldMk cId="2458212547" sldId="2147481747"/>
            <ac:spMk id="8" creationId="{912717DC-613F-DD9E-684F-17D7915A7D62}"/>
          </ac:spMkLst>
        </pc:spChg>
        <pc:spChg chg="add mod">
          <ac:chgData name="박종현(JONG HYUN PARK)[parkjonghyun]/책임/제조DX.제조DX솔루션.셀추적기술팀" userId="bd556fbe-4056-41f8-81f6-e4b44a6c8ed9" providerId="ADAL" clId="{02DEEAB0-AC7D-453B-8CE5-F8CD5272F991}" dt="2025-12-03T06:51:28.391" v="8"/>
          <ac:spMkLst>
            <pc:docMk/>
            <pc:sldMk cId="2458212547" sldId="2147481747"/>
            <ac:spMk id="9" creationId="{1A064BA9-9B98-338B-D5F8-37689F43EA46}"/>
          </ac:spMkLst>
        </pc:spChg>
        <pc:spChg chg="add mod">
          <ac:chgData name="박종현(JONG HYUN PARK)[parkjonghyun]/책임/제조DX.제조DX솔루션.셀추적기술팀" userId="bd556fbe-4056-41f8-81f6-e4b44a6c8ed9" providerId="ADAL" clId="{02DEEAB0-AC7D-453B-8CE5-F8CD5272F991}" dt="2025-12-03T06:51:28.391" v="8"/>
          <ac:spMkLst>
            <pc:docMk/>
            <pc:sldMk cId="2458212547" sldId="2147481747"/>
            <ac:spMk id="10" creationId="{FEA39A7D-B066-28A1-239B-7A7D234F6C5E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3T06:51:28.029" v="7" actId="478"/>
          <ac:spMkLst>
            <pc:docMk/>
            <pc:sldMk cId="2458212547" sldId="2147481747"/>
            <ac:spMk id="12" creationId="{AD25DA93-E95C-4A05-A845-81DBEBE6B2A9}"/>
          </ac:spMkLst>
        </pc:spChg>
        <pc:spChg chg="add mod">
          <ac:chgData name="박종현(JONG HYUN PARK)[parkjonghyun]/책임/제조DX.제조DX솔루션.셀추적기술팀" userId="bd556fbe-4056-41f8-81f6-e4b44a6c8ed9" providerId="ADAL" clId="{02DEEAB0-AC7D-453B-8CE5-F8CD5272F991}" dt="2025-12-03T06:51:28.391" v="8"/>
          <ac:spMkLst>
            <pc:docMk/>
            <pc:sldMk cId="2458212547" sldId="2147481747"/>
            <ac:spMk id="14" creationId="{369141E4-70CA-B402-D2B1-F0869ED8A67D}"/>
          </ac:spMkLst>
        </pc:spChg>
        <pc:spChg chg="add mod">
          <ac:chgData name="박종현(JONG HYUN PARK)[parkjonghyun]/책임/제조DX.제조DX솔루션.셀추적기술팀" userId="bd556fbe-4056-41f8-81f6-e4b44a6c8ed9" providerId="ADAL" clId="{02DEEAB0-AC7D-453B-8CE5-F8CD5272F991}" dt="2025-12-03T06:51:28.391" v="8"/>
          <ac:spMkLst>
            <pc:docMk/>
            <pc:sldMk cId="2458212547" sldId="2147481747"/>
            <ac:spMk id="15" creationId="{B4433E2A-9654-C551-B110-952744D2397D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3T06:51:28.029" v="7" actId="478"/>
          <ac:spMkLst>
            <pc:docMk/>
            <pc:sldMk cId="2458212547" sldId="2147481747"/>
            <ac:spMk id="17" creationId="{A61984F4-A397-40B4-80EA-97D7F6DB6C56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3T06:51:28.029" v="7" actId="478"/>
          <ac:spMkLst>
            <pc:docMk/>
            <pc:sldMk cId="2458212547" sldId="2147481747"/>
            <ac:spMk id="19" creationId="{ADF5974A-A7FA-4655-ABC5-EE48FEFF31B0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3T06:51:28.029" v="7" actId="478"/>
          <ac:spMkLst>
            <pc:docMk/>
            <pc:sldMk cId="2458212547" sldId="2147481747"/>
            <ac:spMk id="21" creationId="{4C3181BD-8769-4C0D-8973-C9F2BE0DC598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3T06:51:28.029" v="7" actId="478"/>
          <ac:spMkLst>
            <pc:docMk/>
            <pc:sldMk cId="2458212547" sldId="2147481747"/>
            <ac:spMk id="40" creationId="{B4008173-4E2A-40DC-A48D-311B35292554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3T06:51:28.029" v="7" actId="478"/>
          <ac:spMkLst>
            <pc:docMk/>
            <pc:sldMk cId="2458212547" sldId="2147481747"/>
            <ac:spMk id="43" creationId="{AD102ED2-A591-41BB-9B5E-32D642180DBA}"/>
          </ac:spMkLst>
        </pc:spChg>
        <pc:spChg chg="del">
          <ac:chgData name="박종현(JONG HYUN PARK)[parkjonghyun]/책임/제조DX.제조DX솔루션.셀추적기술팀" userId="bd556fbe-4056-41f8-81f6-e4b44a6c8ed9" providerId="ADAL" clId="{02DEEAB0-AC7D-453B-8CE5-F8CD5272F991}" dt="2025-12-03T06:51:28.029" v="7" actId="478"/>
          <ac:spMkLst>
            <pc:docMk/>
            <pc:sldMk cId="2458212547" sldId="2147481747"/>
            <ac:spMk id="81" creationId="{E63D1338-D0FC-40EE-9891-27F6AF0DBD77}"/>
          </ac:spMkLst>
        </pc:spChg>
        <pc:graphicFrameChg chg="del">
          <ac:chgData name="박종현(JONG HYUN PARK)[parkjonghyun]/책임/제조DX.제조DX솔루션.셀추적기술팀" userId="bd556fbe-4056-41f8-81f6-e4b44a6c8ed9" providerId="ADAL" clId="{02DEEAB0-AC7D-453B-8CE5-F8CD5272F991}" dt="2025-12-03T06:51:28.029" v="7" actId="478"/>
          <ac:graphicFrameMkLst>
            <pc:docMk/>
            <pc:sldMk cId="2458212547" sldId="2147481747"/>
            <ac:graphicFrameMk id="2" creationId="{BB3DE6BD-4A5B-A07B-2D5D-5CE9EE9B974C}"/>
          </ac:graphicFrameMkLst>
        </pc:graphicFrameChg>
        <pc:graphicFrameChg chg="add mod">
          <ac:chgData name="박종현(JONG HYUN PARK)[parkjonghyun]/책임/제조DX.제조DX솔루션.셀추적기술팀" userId="bd556fbe-4056-41f8-81f6-e4b44a6c8ed9" providerId="ADAL" clId="{02DEEAB0-AC7D-453B-8CE5-F8CD5272F991}" dt="2025-12-03T06:51:28.391" v="8"/>
          <ac:graphicFrameMkLst>
            <pc:docMk/>
            <pc:sldMk cId="2458212547" sldId="2147481747"/>
            <ac:graphicFrameMk id="6" creationId="{222CF891-BA04-43DA-4BB9-9CF561AB2E01}"/>
          </ac:graphicFrameMkLst>
        </pc:graphicFrameChg>
        <pc:graphicFrameChg chg="add mod">
          <ac:chgData name="박종현(JONG HYUN PARK)[parkjonghyun]/책임/제조DX.제조DX솔루션.셀추적기술팀" userId="bd556fbe-4056-41f8-81f6-e4b44a6c8ed9" providerId="ADAL" clId="{02DEEAB0-AC7D-453B-8CE5-F8CD5272F991}" dt="2025-12-03T06:51:28.391" v="8"/>
          <ac:graphicFrameMkLst>
            <pc:docMk/>
            <pc:sldMk cId="2458212547" sldId="2147481747"/>
            <ac:graphicFrameMk id="11" creationId="{87C0135C-596D-8662-CBE7-33C6AF7B8346}"/>
          </ac:graphicFrameMkLst>
        </pc:graphicFrameChg>
        <pc:graphicFrameChg chg="del">
          <ac:chgData name="박종현(JONG HYUN PARK)[parkjonghyun]/책임/제조DX.제조DX솔루션.셀추적기술팀" userId="bd556fbe-4056-41f8-81f6-e4b44a6c8ed9" providerId="ADAL" clId="{02DEEAB0-AC7D-453B-8CE5-F8CD5272F991}" dt="2025-12-03T06:51:28.029" v="7" actId="478"/>
          <ac:graphicFrameMkLst>
            <pc:docMk/>
            <pc:sldMk cId="2458212547" sldId="2147481747"/>
            <ac:graphicFrameMk id="13" creationId="{F757E1E4-6685-4945-A4F6-DAED56351FBF}"/>
          </ac:graphicFrameMkLst>
        </pc:graphicFrameChg>
        <pc:graphicFrameChg chg="del">
          <ac:chgData name="박종현(JONG HYUN PARK)[parkjonghyun]/책임/제조DX.제조DX솔루션.셀추적기술팀" userId="bd556fbe-4056-41f8-81f6-e4b44a6c8ed9" providerId="ADAL" clId="{02DEEAB0-AC7D-453B-8CE5-F8CD5272F991}" dt="2025-12-03T06:51:28.029" v="7" actId="478"/>
          <ac:graphicFrameMkLst>
            <pc:docMk/>
            <pc:sldMk cId="2458212547" sldId="2147481747"/>
            <ac:graphicFrameMk id="39" creationId="{286EDF74-AECA-43E7-9D66-390717A56BAA}"/>
          </ac:graphicFrameMkLst>
        </pc:graphicFrameChg>
      </pc:sldChg>
      <pc:sldChg chg="modSp mod">
        <pc:chgData name="박종현(JONG HYUN PARK)[parkjonghyun]/책임/제조DX.제조DX솔루션.셀추적기술팀" userId="bd556fbe-4056-41f8-81f6-e4b44a6c8ed9" providerId="ADAL" clId="{02DEEAB0-AC7D-453B-8CE5-F8CD5272F991}" dt="2025-12-03T07:10:41.615" v="412" actId="1076"/>
        <pc:sldMkLst>
          <pc:docMk/>
          <pc:sldMk cId="1840780179" sldId="2147482020"/>
        </pc:sldMkLst>
        <pc:spChg chg="mod">
          <ac:chgData name="박종현(JONG HYUN PARK)[parkjonghyun]/책임/제조DX.제조DX솔루션.셀추적기술팀" userId="bd556fbe-4056-41f8-81f6-e4b44a6c8ed9" providerId="ADAL" clId="{02DEEAB0-AC7D-453B-8CE5-F8CD5272F991}" dt="2025-12-03T07:10:41.615" v="412" actId="1076"/>
          <ac:spMkLst>
            <pc:docMk/>
            <pc:sldMk cId="1840780179" sldId="2147482020"/>
            <ac:spMk id="10" creationId="{A25F8F93-9E61-4598-ADB7-924C7BD0F82D}"/>
          </ac:spMkLst>
        </pc:spChg>
      </pc:sldChg>
      <pc:sldChg chg="add">
        <pc:chgData name="박종현(JONG HYUN PARK)[parkjonghyun]/책임/제조DX.제조DX솔루션.셀추적기술팀" userId="bd556fbe-4056-41f8-81f6-e4b44a6c8ed9" providerId="ADAL" clId="{02DEEAB0-AC7D-453B-8CE5-F8CD5272F991}" dt="2025-12-07T23:05:22.941" v="779"/>
        <pc:sldMkLst>
          <pc:docMk/>
          <pc:sldMk cId="119269732" sldId="2147482182"/>
        </pc:sldMkLst>
      </pc:sldChg>
    </pc:docChg>
  </pc:docChgLst>
  <pc:docChgLst>
    <pc:chgData name="김석중(SEOKJUNG KIM)[ksj_0420]/사원/제조DX.제조DX솔루션.롤맵기술팀" userId="4e10f057-622c-4bad-88ca-d96f01a66173" providerId="ADAL" clId="{7CEB39AA-9959-47AB-AED8-5972FDBB1523}"/>
    <pc:docChg chg="custSel modSld">
      <pc:chgData name="김석중(SEOKJUNG KIM)[ksj_0420]/사원/제조DX.제조DX솔루션.롤맵기술팀" userId="4e10f057-622c-4bad-88ca-d96f01a66173" providerId="ADAL" clId="{7CEB39AA-9959-47AB-AED8-5972FDBB1523}" dt="2025-12-03T05:00:42.838" v="2636" actId="20577"/>
      <pc:docMkLst>
        <pc:docMk/>
      </pc:docMkLst>
      <pc:sldChg chg="modSp mod">
        <pc:chgData name="김석중(SEOKJUNG KIM)[ksj_0420]/사원/제조DX.제조DX솔루션.롤맵기술팀" userId="4e10f057-622c-4bad-88ca-d96f01a66173" providerId="ADAL" clId="{7CEB39AA-9959-47AB-AED8-5972FDBB1523}" dt="2025-12-03T00:54:44.613" v="940" actId="20577"/>
        <pc:sldMkLst>
          <pc:docMk/>
          <pc:sldMk cId="31248691" sldId="2147481916"/>
        </pc:sldMkLst>
        <pc:spChg chg="mod">
          <ac:chgData name="김석중(SEOKJUNG KIM)[ksj_0420]/사원/제조DX.제조DX솔루션.롤맵기술팀" userId="4e10f057-622c-4bad-88ca-d96f01a66173" providerId="ADAL" clId="{7CEB39AA-9959-47AB-AED8-5972FDBB1523}" dt="2025-12-03T00:54:44.613" v="940" actId="20577"/>
          <ac:spMkLst>
            <pc:docMk/>
            <pc:sldMk cId="31248691" sldId="2147481916"/>
            <ac:spMk id="18" creationId="{72943F47-EAEA-4391-A2BC-C7C33A8E8CFD}"/>
          </ac:spMkLst>
        </pc:spChg>
        <pc:graphicFrameChg chg="mod modGraphic">
          <ac:chgData name="김석중(SEOKJUNG KIM)[ksj_0420]/사원/제조DX.제조DX솔루션.롤맵기술팀" userId="4e10f057-622c-4bad-88ca-d96f01a66173" providerId="ADAL" clId="{7CEB39AA-9959-47AB-AED8-5972FDBB1523}" dt="2025-12-03T00:54:37.635" v="935" actId="20577"/>
          <ac:graphicFrameMkLst>
            <pc:docMk/>
            <pc:sldMk cId="31248691" sldId="2147481916"/>
            <ac:graphicFrameMk id="3" creationId="{3E86696F-E35A-4B06-9B46-63A4A6A986C1}"/>
          </ac:graphicFrameMkLst>
        </pc:graphicFrameChg>
      </pc:sldChg>
      <pc:sldChg chg="modSp mod">
        <pc:chgData name="김석중(SEOKJUNG KIM)[ksj_0420]/사원/제조DX.제조DX솔루션.롤맵기술팀" userId="4e10f057-622c-4bad-88ca-d96f01a66173" providerId="ADAL" clId="{7CEB39AA-9959-47AB-AED8-5972FDBB1523}" dt="2025-12-03T00:59:18.380" v="1776" actId="207"/>
        <pc:sldMkLst>
          <pc:docMk/>
          <pc:sldMk cId="2827412370" sldId="2147481939"/>
        </pc:sldMkLst>
        <pc:spChg chg="mod">
          <ac:chgData name="김석중(SEOKJUNG KIM)[ksj_0420]/사원/제조DX.제조DX솔루션.롤맵기술팀" userId="4e10f057-622c-4bad-88ca-d96f01a66173" providerId="ADAL" clId="{7CEB39AA-9959-47AB-AED8-5972FDBB1523}" dt="2025-12-03T00:57:53.733" v="1489" actId="1076"/>
          <ac:spMkLst>
            <pc:docMk/>
            <pc:sldMk cId="2827412370" sldId="2147481939"/>
            <ac:spMk id="6" creationId="{7D0D7BF6-8262-4230-81FB-20CCFCAE69E6}"/>
          </ac:spMkLst>
        </pc:spChg>
        <pc:spChg chg="mod">
          <ac:chgData name="김석중(SEOKJUNG KIM)[ksj_0420]/사원/제조DX.제조DX솔루션.롤맵기술팀" userId="4e10f057-622c-4bad-88ca-d96f01a66173" providerId="ADAL" clId="{7CEB39AA-9959-47AB-AED8-5972FDBB1523}" dt="2025-12-03T00:55:02.533" v="954" actId="20577"/>
          <ac:spMkLst>
            <pc:docMk/>
            <pc:sldMk cId="2827412370" sldId="2147481939"/>
            <ac:spMk id="18" creationId="{72943F47-EAEA-4391-A2BC-C7C33A8E8CFD}"/>
          </ac:spMkLst>
        </pc:spChg>
        <pc:grpChg chg="mod">
          <ac:chgData name="김석중(SEOKJUNG KIM)[ksj_0420]/사원/제조DX.제조DX솔루션.롤맵기술팀" userId="4e10f057-622c-4bad-88ca-d96f01a66173" providerId="ADAL" clId="{7CEB39AA-9959-47AB-AED8-5972FDBB1523}" dt="2025-12-03T00:57:53.733" v="1489" actId="1076"/>
          <ac:grpSpMkLst>
            <pc:docMk/>
            <pc:sldMk cId="2827412370" sldId="2147481939"/>
            <ac:grpSpMk id="2" creationId="{618DBE7E-C673-44D7-94FF-7B3053789F73}"/>
          </ac:grpSpMkLst>
        </pc:grpChg>
        <pc:graphicFrameChg chg="mod modGraphic">
          <ac:chgData name="김석중(SEOKJUNG KIM)[ksj_0420]/사원/제조DX.제조DX솔루션.롤맵기술팀" userId="4e10f057-622c-4bad-88ca-d96f01a66173" providerId="ADAL" clId="{7CEB39AA-9959-47AB-AED8-5972FDBB1523}" dt="2025-12-03T00:59:18.380" v="1776" actId="207"/>
          <ac:graphicFrameMkLst>
            <pc:docMk/>
            <pc:sldMk cId="2827412370" sldId="2147481939"/>
            <ac:graphicFrameMk id="3" creationId="{3E86696F-E35A-4B06-9B46-63A4A6A986C1}"/>
          </ac:graphicFrameMkLst>
        </pc:graphicFrameChg>
      </pc:sldChg>
      <pc:sldChg chg="modSp mod">
        <pc:chgData name="김석중(SEOKJUNG KIM)[ksj_0420]/사원/제조DX.제조DX솔루션.롤맵기술팀" userId="4e10f057-622c-4bad-88ca-d96f01a66173" providerId="ADAL" clId="{7CEB39AA-9959-47AB-AED8-5972FDBB1523}" dt="2025-12-03T01:21:08.568" v="1801" actId="207"/>
        <pc:sldMkLst>
          <pc:docMk/>
          <pc:sldMk cId="3218446010" sldId="2147481940"/>
        </pc:sldMkLst>
        <pc:graphicFrameChg chg="modGraphic">
          <ac:chgData name="김석중(SEOKJUNG KIM)[ksj_0420]/사원/제조DX.제조DX솔루션.롤맵기술팀" userId="4e10f057-622c-4bad-88ca-d96f01a66173" providerId="ADAL" clId="{7CEB39AA-9959-47AB-AED8-5972FDBB1523}" dt="2025-12-03T01:21:08.568" v="1801" actId="207"/>
          <ac:graphicFrameMkLst>
            <pc:docMk/>
            <pc:sldMk cId="3218446010" sldId="2147481940"/>
            <ac:graphicFrameMk id="18" creationId="{BAF0B2EF-E0A9-4EBE-8B41-8BAD7EC3E9EB}"/>
          </ac:graphicFrameMkLst>
        </pc:graphicFrameChg>
      </pc:sldChg>
      <pc:sldChg chg="modSp mod">
        <pc:chgData name="김석중(SEOKJUNG KIM)[ksj_0420]/사원/제조DX.제조DX솔루션.롤맵기술팀" userId="4e10f057-622c-4bad-88ca-d96f01a66173" providerId="ADAL" clId="{7CEB39AA-9959-47AB-AED8-5972FDBB1523}" dt="2025-12-03T00:54:50.668" v="949" actId="20577"/>
        <pc:sldMkLst>
          <pc:docMk/>
          <pc:sldMk cId="120050373" sldId="2147481971"/>
        </pc:sldMkLst>
        <pc:spChg chg="mod">
          <ac:chgData name="김석중(SEOKJUNG KIM)[ksj_0420]/사원/제조DX.제조DX솔루션.롤맵기술팀" userId="4e10f057-622c-4bad-88ca-d96f01a66173" providerId="ADAL" clId="{7CEB39AA-9959-47AB-AED8-5972FDBB1523}" dt="2025-12-03T00:54:50.668" v="949" actId="20577"/>
          <ac:spMkLst>
            <pc:docMk/>
            <pc:sldMk cId="120050373" sldId="2147481971"/>
            <ac:spMk id="18" creationId="{72943F47-EAEA-4391-A2BC-C7C33A8E8CFD}"/>
          </ac:spMkLst>
        </pc:spChg>
      </pc:sldChg>
      <pc:sldChg chg="modSp mod">
        <pc:chgData name="김석중(SEOKJUNG KIM)[ksj_0420]/사원/제조DX.제조DX솔루션.롤맵기술팀" userId="4e10f057-622c-4bad-88ca-d96f01a66173" providerId="ADAL" clId="{7CEB39AA-9959-47AB-AED8-5972FDBB1523}" dt="2025-12-03T01:22:27.432" v="1824" actId="207"/>
        <pc:sldMkLst>
          <pc:docMk/>
          <pc:sldMk cId="4216273303" sldId="2147482152"/>
        </pc:sldMkLst>
        <pc:graphicFrameChg chg="mod modGraphic">
          <ac:chgData name="김석중(SEOKJUNG KIM)[ksj_0420]/사원/제조DX.제조DX솔루션.롤맵기술팀" userId="4e10f057-622c-4bad-88ca-d96f01a66173" providerId="ADAL" clId="{7CEB39AA-9959-47AB-AED8-5972FDBB1523}" dt="2025-12-03T01:22:27.432" v="1824" actId="207"/>
          <ac:graphicFrameMkLst>
            <pc:docMk/>
            <pc:sldMk cId="4216273303" sldId="2147482152"/>
            <ac:graphicFrameMk id="18" creationId="{A8CDB509-74DB-4A60-B71A-EA70783713FE}"/>
          </ac:graphicFrameMkLst>
        </pc:graphicFrameChg>
      </pc:sldChg>
      <pc:sldChg chg="modSp mod">
        <pc:chgData name="김석중(SEOKJUNG KIM)[ksj_0420]/사원/제조DX.제조DX솔루션.롤맵기술팀" userId="4e10f057-622c-4bad-88ca-d96f01a66173" providerId="ADAL" clId="{7CEB39AA-9959-47AB-AED8-5972FDBB1523}" dt="2025-12-03T05:00:42.838" v="2636" actId="20577"/>
        <pc:sldMkLst>
          <pc:docMk/>
          <pc:sldMk cId="719476191" sldId="2147482153"/>
        </pc:sldMkLst>
        <pc:graphicFrameChg chg="mod modGraphic">
          <ac:chgData name="김석중(SEOKJUNG KIM)[ksj_0420]/사원/제조DX.제조DX솔루션.롤맵기술팀" userId="4e10f057-622c-4bad-88ca-d96f01a66173" providerId="ADAL" clId="{7CEB39AA-9959-47AB-AED8-5972FDBB1523}" dt="2025-12-03T01:22:24.509" v="1823" actId="207"/>
          <ac:graphicFrameMkLst>
            <pc:docMk/>
            <pc:sldMk cId="719476191" sldId="2147482153"/>
            <ac:graphicFrameMk id="18" creationId="{6CD43C1D-F1CA-4E84-917D-AA9E71571ED2}"/>
          </ac:graphicFrameMkLst>
        </pc:graphicFrameChg>
        <pc:graphicFrameChg chg="mod modGraphic">
          <ac:chgData name="김석중(SEOKJUNG KIM)[ksj_0420]/사원/제조DX.제조DX솔루션.롤맵기술팀" userId="4e10f057-622c-4bad-88ca-d96f01a66173" providerId="ADAL" clId="{7CEB39AA-9959-47AB-AED8-5972FDBB1523}" dt="2025-12-03T05:00:42.838" v="2636" actId="20577"/>
          <ac:graphicFrameMkLst>
            <pc:docMk/>
            <pc:sldMk cId="719476191" sldId="2147482153"/>
            <ac:graphicFrameMk id="30" creationId="{FD723AF4-8C6A-45D2-91AF-E831F6E1C5CD}"/>
          </ac:graphicFrameMkLst>
        </pc:graphicFrameChg>
      </pc:sldChg>
      <pc:sldChg chg="modSp mod">
        <pc:chgData name="김석중(SEOKJUNG KIM)[ksj_0420]/사원/제조DX.제조DX솔루션.롤맵기술팀" userId="4e10f057-622c-4bad-88ca-d96f01a66173" providerId="ADAL" clId="{7CEB39AA-9959-47AB-AED8-5972FDBB1523}" dt="2025-12-03T01:22:15.874" v="1817" actId="207"/>
        <pc:sldMkLst>
          <pc:docMk/>
          <pc:sldMk cId="1357361098" sldId="2147482154"/>
        </pc:sldMkLst>
        <pc:graphicFrameChg chg="mod modGraphic">
          <ac:chgData name="김석중(SEOKJUNG KIM)[ksj_0420]/사원/제조DX.제조DX솔루션.롤맵기술팀" userId="4e10f057-622c-4bad-88ca-d96f01a66173" providerId="ADAL" clId="{7CEB39AA-9959-47AB-AED8-5972FDBB1523}" dt="2025-12-03T01:22:15.874" v="1817" actId="207"/>
          <ac:graphicFrameMkLst>
            <pc:docMk/>
            <pc:sldMk cId="1357361098" sldId="2147482154"/>
            <ac:graphicFrameMk id="18" creationId="{7F97E870-E457-4224-8EB3-3CFE5B6D2081}"/>
          </ac:graphicFrameMkLst>
        </pc:graphicFrameChg>
      </pc:sldChg>
      <pc:sldChg chg="modSp mod">
        <pc:chgData name="김석중(SEOKJUNG KIM)[ksj_0420]/사원/제조DX.제조DX솔루션.롤맵기술팀" userId="4e10f057-622c-4bad-88ca-d96f01a66173" providerId="ADAL" clId="{7CEB39AA-9959-47AB-AED8-5972FDBB1523}" dt="2025-12-03T01:22:13.412" v="1816" actId="207"/>
        <pc:sldMkLst>
          <pc:docMk/>
          <pc:sldMk cId="2756542074" sldId="2147482155"/>
        </pc:sldMkLst>
        <pc:graphicFrameChg chg="mod modGraphic">
          <ac:chgData name="김석중(SEOKJUNG KIM)[ksj_0420]/사원/제조DX.제조DX솔루션.롤맵기술팀" userId="4e10f057-622c-4bad-88ca-d96f01a66173" providerId="ADAL" clId="{7CEB39AA-9959-47AB-AED8-5972FDBB1523}" dt="2025-12-03T01:22:13.412" v="1816" actId="207"/>
          <ac:graphicFrameMkLst>
            <pc:docMk/>
            <pc:sldMk cId="2756542074" sldId="2147482155"/>
            <ac:graphicFrameMk id="19" creationId="{D18970A3-7771-481C-829C-72FCB9177DF4}"/>
          </ac:graphicFrameMkLst>
        </pc:graphicFrameChg>
      </pc:sldChg>
      <pc:sldChg chg="modSp mod">
        <pc:chgData name="김석중(SEOKJUNG KIM)[ksj_0420]/사원/제조DX.제조DX솔루션.롤맵기술팀" userId="4e10f057-622c-4bad-88ca-d96f01a66173" providerId="ADAL" clId="{7CEB39AA-9959-47AB-AED8-5972FDBB1523}" dt="2025-12-03T01:22:08.803" v="1815" actId="207"/>
        <pc:sldMkLst>
          <pc:docMk/>
          <pc:sldMk cId="1685760430" sldId="2147482156"/>
        </pc:sldMkLst>
        <pc:graphicFrameChg chg="mod modGraphic">
          <ac:chgData name="김석중(SEOKJUNG KIM)[ksj_0420]/사원/제조DX.제조DX솔루션.롤맵기술팀" userId="4e10f057-622c-4bad-88ca-d96f01a66173" providerId="ADAL" clId="{7CEB39AA-9959-47AB-AED8-5972FDBB1523}" dt="2025-12-03T01:22:08.803" v="1815" actId="207"/>
          <ac:graphicFrameMkLst>
            <pc:docMk/>
            <pc:sldMk cId="1685760430" sldId="2147482156"/>
            <ac:graphicFrameMk id="18" creationId="{B990A7B1-E996-4113-80B5-AAA184F21C91}"/>
          </ac:graphicFrameMkLst>
        </pc:graphicFrameChg>
      </pc:sldChg>
      <pc:sldChg chg="modSp mod">
        <pc:chgData name="김석중(SEOKJUNG KIM)[ksj_0420]/사원/제조DX.제조DX솔루션.롤맵기술팀" userId="4e10f057-622c-4bad-88ca-d96f01a66173" providerId="ADAL" clId="{7CEB39AA-9959-47AB-AED8-5972FDBB1523}" dt="2025-12-03T01:22:06.492" v="1814" actId="207"/>
        <pc:sldMkLst>
          <pc:docMk/>
          <pc:sldMk cId="1270712381" sldId="2147482157"/>
        </pc:sldMkLst>
        <pc:graphicFrameChg chg="mod modGraphic">
          <ac:chgData name="김석중(SEOKJUNG KIM)[ksj_0420]/사원/제조DX.제조DX솔루션.롤맵기술팀" userId="4e10f057-622c-4bad-88ca-d96f01a66173" providerId="ADAL" clId="{7CEB39AA-9959-47AB-AED8-5972FDBB1523}" dt="2025-12-03T01:22:06.492" v="1814" actId="207"/>
          <ac:graphicFrameMkLst>
            <pc:docMk/>
            <pc:sldMk cId="1270712381" sldId="2147482157"/>
            <ac:graphicFrameMk id="19" creationId="{43FAB421-ACF7-410A-A8E8-3096BE50C555}"/>
          </ac:graphicFrameMkLst>
        </pc:graphicFrameChg>
      </pc:sldChg>
      <pc:sldChg chg="modSp mod">
        <pc:chgData name="김석중(SEOKJUNG KIM)[ksj_0420]/사원/제조DX.제조DX솔루션.롤맵기술팀" userId="4e10f057-622c-4bad-88ca-d96f01a66173" providerId="ADAL" clId="{7CEB39AA-9959-47AB-AED8-5972FDBB1523}" dt="2025-12-03T01:22:04.058" v="1813" actId="207"/>
        <pc:sldMkLst>
          <pc:docMk/>
          <pc:sldMk cId="3468524003" sldId="2147482158"/>
        </pc:sldMkLst>
        <pc:graphicFrameChg chg="mod modGraphic">
          <ac:chgData name="김석중(SEOKJUNG KIM)[ksj_0420]/사원/제조DX.제조DX솔루션.롤맵기술팀" userId="4e10f057-622c-4bad-88ca-d96f01a66173" providerId="ADAL" clId="{7CEB39AA-9959-47AB-AED8-5972FDBB1523}" dt="2025-12-03T01:22:04.058" v="1813" actId="207"/>
          <ac:graphicFrameMkLst>
            <pc:docMk/>
            <pc:sldMk cId="3468524003" sldId="2147482158"/>
            <ac:graphicFrameMk id="18" creationId="{4E22BB30-6CFC-4C3D-9731-68877F262519}"/>
          </ac:graphicFrameMkLst>
        </pc:graphicFrameChg>
      </pc:sldChg>
      <pc:sldChg chg="modSp mod">
        <pc:chgData name="김석중(SEOKJUNG KIM)[ksj_0420]/사원/제조DX.제조DX솔루션.롤맵기술팀" userId="4e10f057-622c-4bad-88ca-d96f01a66173" providerId="ADAL" clId="{7CEB39AA-9959-47AB-AED8-5972FDBB1523}" dt="2025-12-03T01:22:01.598" v="1812" actId="207"/>
        <pc:sldMkLst>
          <pc:docMk/>
          <pc:sldMk cId="3982393149" sldId="2147482159"/>
        </pc:sldMkLst>
        <pc:graphicFrameChg chg="mod modGraphic">
          <ac:chgData name="김석중(SEOKJUNG KIM)[ksj_0420]/사원/제조DX.제조DX솔루션.롤맵기술팀" userId="4e10f057-622c-4bad-88ca-d96f01a66173" providerId="ADAL" clId="{7CEB39AA-9959-47AB-AED8-5972FDBB1523}" dt="2025-12-03T01:22:01.598" v="1812" actId="207"/>
          <ac:graphicFrameMkLst>
            <pc:docMk/>
            <pc:sldMk cId="3982393149" sldId="2147482159"/>
            <ac:graphicFrameMk id="18" creationId="{A1AA0E56-D750-4FE2-8B1E-30A9D86E97B9}"/>
          </ac:graphicFrameMkLst>
        </pc:graphicFrameChg>
      </pc:sldChg>
      <pc:sldChg chg="modSp mod">
        <pc:chgData name="김석중(SEOKJUNG KIM)[ksj_0420]/사원/제조DX.제조DX솔루션.롤맵기술팀" userId="4e10f057-622c-4bad-88ca-d96f01a66173" providerId="ADAL" clId="{7CEB39AA-9959-47AB-AED8-5972FDBB1523}" dt="2025-12-03T01:21:58.780" v="1811" actId="207"/>
        <pc:sldMkLst>
          <pc:docMk/>
          <pc:sldMk cId="4127400384" sldId="2147482160"/>
        </pc:sldMkLst>
        <pc:graphicFrameChg chg="mod modGraphic">
          <ac:chgData name="김석중(SEOKJUNG KIM)[ksj_0420]/사원/제조DX.제조DX솔루션.롤맵기술팀" userId="4e10f057-622c-4bad-88ca-d96f01a66173" providerId="ADAL" clId="{7CEB39AA-9959-47AB-AED8-5972FDBB1523}" dt="2025-12-03T01:21:58.780" v="1811" actId="207"/>
          <ac:graphicFrameMkLst>
            <pc:docMk/>
            <pc:sldMk cId="4127400384" sldId="2147482160"/>
            <ac:graphicFrameMk id="17" creationId="{AE510A3E-A2F0-42D9-ADD6-281ADDDE2DD0}"/>
          </ac:graphicFrameMkLst>
        </pc:graphicFrameChg>
      </pc:sldChg>
    </pc:docChg>
  </pc:docChgLst>
  <pc:docChgLst>
    <pc:chgData name="최이범(EEBEOM CHOI)[doublebeom]/팀장/제조DX.제조DX솔루션.롤맵기술팀" userId="50343a84-4243-4043-8b92-761bb93d09e0" providerId="ADAL" clId="{3AC7EED6-A1AB-4524-ABBB-7932A1172133}"/>
    <pc:docChg chg="custSel modSld">
      <pc:chgData name="최이범(EEBEOM CHOI)[doublebeom]/팀장/제조DX.제조DX솔루션.롤맵기술팀" userId="50343a84-4243-4043-8b92-761bb93d09e0" providerId="ADAL" clId="{3AC7EED6-A1AB-4524-ABBB-7932A1172133}" dt="2025-11-06T01:30:11.563" v="0" actId="478"/>
      <pc:docMkLst>
        <pc:docMk/>
      </pc:docMkLst>
      <pc:sldChg chg="delSp mod">
        <pc:chgData name="최이범(EEBEOM CHOI)[doublebeom]/팀장/제조DX.제조DX솔루션.롤맵기술팀" userId="50343a84-4243-4043-8b92-761bb93d09e0" providerId="ADAL" clId="{3AC7EED6-A1AB-4524-ABBB-7932A1172133}" dt="2025-11-06T01:30:11.563" v="0" actId="478"/>
        <pc:sldMkLst>
          <pc:docMk/>
          <pc:sldMk cId="3266697761" sldId="2278"/>
        </pc:sldMkLst>
      </pc:sldChg>
    </pc:docChg>
  </pc:docChgLst>
  <pc:docChgLst>
    <pc:chgData name="박경찬(KYOUNGCHAN PARK)[park.kc]/팀장/제조DX.제조DX솔루션.셀추적기술팀" userId="e138e4af-6173-47cb-8422-ef183f7b2c63" providerId="ADAL" clId="{1241198B-4069-41FC-A27B-143C18ED0596}"/>
    <pc:docChg chg="custSel modSld">
      <pc:chgData name="박경찬(KYOUNGCHAN PARK)[park.kc]/팀장/제조DX.제조DX솔루션.셀추적기술팀" userId="e138e4af-6173-47cb-8422-ef183f7b2c63" providerId="ADAL" clId="{1241198B-4069-41FC-A27B-143C18ED0596}" dt="2025-11-27T05:16:37.202" v="28" actId="20577"/>
      <pc:docMkLst>
        <pc:docMk/>
      </pc:docMkLst>
      <pc:sldChg chg="addSp delSp modSp mod">
        <pc:chgData name="박경찬(KYOUNGCHAN PARK)[park.kc]/팀장/제조DX.제조DX솔루션.셀추적기술팀" userId="e138e4af-6173-47cb-8422-ef183f7b2c63" providerId="ADAL" clId="{1241198B-4069-41FC-A27B-143C18ED0596}" dt="2025-11-27T05:16:37.202" v="28" actId="20577"/>
        <pc:sldMkLst>
          <pc:docMk/>
          <pc:sldMk cId="2105941167" sldId="2117"/>
        </pc:sldMkLst>
        <pc:spChg chg="add del mod">
          <ac:chgData name="박경찬(KYOUNGCHAN PARK)[park.kc]/팀장/제조DX.제조DX솔루션.셀추적기술팀" userId="e138e4af-6173-47cb-8422-ef183f7b2c63" providerId="ADAL" clId="{1241198B-4069-41FC-A27B-143C18ED0596}" dt="2025-11-27T05:15:33.671" v="2" actId="478"/>
          <ac:spMkLst>
            <pc:docMk/>
            <pc:sldMk cId="2105941167" sldId="2117"/>
            <ac:spMk id="2" creationId="{02D9116F-DD51-F39E-7D4B-8D633D780F23}"/>
          </ac:spMkLst>
        </pc:spChg>
        <pc:spChg chg="del">
          <ac:chgData name="박경찬(KYOUNGCHAN PARK)[park.kc]/팀장/제조DX.제조DX솔루션.셀추적기술팀" userId="e138e4af-6173-47cb-8422-ef183f7b2c63" providerId="ADAL" clId="{1241198B-4069-41FC-A27B-143C18ED0596}" dt="2025-11-26T01:29:41.828" v="0" actId="478"/>
          <ac:spMkLst>
            <pc:docMk/>
            <pc:sldMk cId="2105941167" sldId="2117"/>
            <ac:spMk id="3" creationId="{5A680C6C-BA58-C94C-204A-4A055838F204}"/>
          </ac:spMkLst>
        </pc:spChg>
        <pc:spChg chg="add mod">
          <ac:chgData name="박경찬(KYOUNGCHAN PARK)[park.kc]/팀장/제조DX.제조DX솔루션.셀추적기술팀" userId="e138e4af-6173-47cb-8422-ef183f7b2c63" providerId="ADAL" clId="{1241198B-4069-41FC-A27B-143C18ED0596}" dt="2025-11-27T05:15:43.140" v="3"/>
          <ac:spMkLst>
            <pc:docMk/>
            <pc:sldMk cId="2105941167" sldId="2117"/>
            <ac:spMk id="3" creationId="{F404AC9E-2E43-CA2F-6E59-8C9FC75C8EAD}"/>
          </ac:spMkLst>
        </pc:spChg>
        <pc:spChg chg="add del mod">
          <ac:chgData name="박경찬(KYOUNGCHAN PARK)[park.kc]/팀장/제조DX.제조DX솔루션.셀추적기술팀" userId="e138e4af-6173-47cb-8422-ef183f7b2c63" providerId="ADAL" clId="{1241198B-4069-41FC-A27B-143C18ED0596}" dt="2025-11-27T05:15:33.671" v="2" actId="478"/>
          <ac:spMkLst>
            <pc:docMk/>
            <pc:sldMk cId="2105941167" sldId="2117"/>
            <ac:spMk id="4" creationId="{42E315A5-A44F-9FEB-40CB-7E1EF205D3B5}"/>
          </ac:spMkLst>
        </pc:spChg>
        <pc:spChg chg="add del mod">
          <ac:chgData name="박경찬(KYOUNGCHAN PARK)[park.kc]/팀장/제조DX.제조DX솔루션.셀추적기술팀" userId="e138e4af-6173-47cb-8422-ef183f7b2c63" providerId="ADAL" clId="{1241198B-4069-41FC-A27B-143C18ED0596}" dt="2025-11-27T05:15:33.671" v="2" actId="478"/>
          <ac:spMkLst>
            <pc:docMk/>
            <pc:sldMk cId="2105941167" sldId="2117"/>
            <ac:spMk id="5" creationId="{379D77F5-8A70-E1FD-13D1-76E1EE674BAB}"/>
          </ac:spMkLst>
        </pc:spChg>
        <pc:spChg chg="add del mod">
          <ac:chgData name="박경찬(KYOUNGCHAN PARK)[park.kc]/팀장/제조DX.제조DX솔루션.셀추적기술팀" userId="e138e4af-6173-47cb-8422-ef183f7b2c63" providerId="ADAL" clId="{1241198B-4069-41FC-A27B-143C18ED0596}" dt="2025-11-27T05:15:33.671" v="2" actId="478"/>
          <ac:spMkLst>
            <pc:docMk/>
            <pc:sldMk cId="2105941167" sldId="2117"/>
            <ac:spMk id="6" creationId="{CAB368C0-EE41-DF71-0946-7483E8AB0DEC}"/>
          </ac:spMkLst>
        </pc:spChg>
        <pc:spChg chg="add mod">
          <ac:chgData name="박경찬(KYOUNGCHAN PARK)[park.kc]/팀장/제조DX.제조DX솔루션.셀추적기술팀" userId="e138e4af-6173-47cb-8422-ef183f7b2c63" providerId="ADAL" clId="{1241198B-4069-41FC-A27B-143C18ED0596}" dt="2025-11-27T05:16:37.202" v="28" actId="20577"/>
          <ac:spMkLst>
            <pc:docMk/>
            <pc:sldMk cId="2105941167" sldId="2117"/>
            <ac:spMk id="8" creationId="{70A94D58-5027-D320-EE76-FD27E9679973}"/>
          </ac:spMkLst>
        </pc:spChg>
        <pc:spChg chg="del">
          <ac:chgData name="박경찬(KYOUNGCHAN PARK)[park.kc]/팀장/제조DX.제조DX솔루션.셀추적기술팀" userId="e138e4af-6173-47cb-8422-ef183f7b2c63" providerId="ADAL" clId="{1241198B-4069-41FC-A27B-143C18ED0596}" dt="2025-11-26T01:29:41.828" v="0" actId="478"/>
          <ac:spMkLst>
            <pc:docMk/>
            <pc:sldMk cId="2105941167" sldId="2117"/>
            <ac:spMk id="8" creationId="{8F7A4226-6DC2-A3E7-ECC4-3DC14FCBC9F7}"/>
          </ac:spMkLst>
        </pc:spChg>
        <pc:spChg chg="add mod">
          <ac:chgData name="박경찬(KYOUNGCHAN PARK)[park.kc]/팀장/제조DX.제조DX솔루션.셀추적기술팀" userId="e138e4af-6173-47cb-8422-ef183f7b2c63" providerId="ADAL" clId="{1241198B-4069-41FC-A27B-143C18ED0596}" dt="2025-11-27T05:15:43.140" v="3"/>
          <ac:spMkLst>
            <pc:docMk/>
            <pc:sldMk cId="2105941167" sldId="2117"/>
            <ac:spMk id="9" creationId="{7BEB1B16-1152-18D7-92F8-018368AE3ADF}"/>
          </ac:spMkLst>
        </pc:spChg>
        <pc:spChg chg="del">
          <ac:chgData name="박경찬(KYOUNGCHAN PARK)[park.kc]/팀장/제조DX.제조DX솔루션.셀추적기술팀" userId="e138e4af-6173-47cb-8422-ef183f7b2c63" providerId="ADAL" clId="{1241198B-4069-41FC-A27B-143C18ED0596}" dt="2025-11-26T01:29:41.828" v="0" actId="478"/>
          <ac:spMkLst>
            <pc:docMk/>
            <pc:sldMk cId="2105941167" sldId="2117"/>
            <ac:spMk id="9" creationId="{A6AFEB37-0EBE-6A41-EA84-43BEBA5D61B6}"/>
          </ac:spMkLst>
        </pc:spChg>
        <pc:spChg chg="del">
          <ac:chgData name="박경찬(KYOUNGCHAN PARK)[park.kc]/팀장/제조DX.제조DX솔루션.셀추적기술팀" userId="e138e4af-6173-47cb-8422-ef183f7b2c63" providerId="ADAL" clId="{1241198B-4069-41FC-A27B-143C18ED0596}" dt="2025-11-26T01:29:41.828" v="0" actId="478"/>
          <ac:spMkLst>
            <pc:docMk/>
            <pc:sldMk cId="2105941167" sldId="2117"/>
            <ac:spMk id="10" creationId="{8CDC2892-3874-27DA-E0E9-31DA94B9CEC2}"/>
          </ac:spMkLst>
        </pc:spChg>
        <pc:spChg chg="add mod">
          <ac:chgData name="박경찬(KYOUNGCHAN PARK)[park.kc]/팀장/제조DX.제조DX솔루션.셀추적기술팀" userId="e138e4af-6173-47cb-8422-ef183f7b2c63" providerId="ADAL" clId="{1241198B-4069-41FC-A27B-143C18ED0596}" dt="2025-11-27T05:15:43.140" v="3"/>
          <ac:spMkLst>
            <pc:docMk/>
            <pc:sldMk cId="2105941167" sldId="2117"/>
            <ac:spMk id="11" creationId="{B9DC9247-8929-79DA-E6F1-03CF628B85AC}"/>
          </ac:spMkLst>
        </pc:spChg>
        <pc:spChg chg="del">
          <ac:chgData name="박경찬(KYOUNGCHAN PARK)[park.kc]/팀장/제조DX.제조DX솔루션.셀추적기술팀" userId="e138e4af-6173-47cb-8422-ef183f7b2c63" providerId="ADAL" clId="{1241198B-4069-41FC-A27B-143C18ED0596}" dt="2025-11-26T01:29:41.828" v="0" actId="478"/>
          <ac:spMkLst>
            <pc:docMk/>
            <pc:sldMk cId="2105941167" sldId="2117"/>
            <ac:spMk id="11" creationId="{C6B8FAE0-9988-BC96-ACCF-DF81F18C82E3}"/>
          </ac:spMkLst>
        </pc:spChg>
        <pc:spChg chg="add mod">
          <ac:chgData name="박경찬(KYOUNGCHAN PARK)[park.kc]/팀장/제조DX.제조DX솔루션.셀추적기술팀" userId="e138e4af-6173-47cb-8422-ef183f7b2c63" providerId="ADAL" clId="{1241198B-4069-41FC-A27B-143C18ED0596}" dt="2025-11-27T05:15:43.140" v="3"/>
          <ac:spMkLst>
            <pc:docMk/>
            <pc:sldMk cId="2105941167" sldId="2117"/>
            <ac:spMk id="12" creationId="{75255BF8-8A90-1B7F-D5E7-65A7597F2EFF}"/>
          </ac:spMkLst>
        </pc:spChg>
        <pc:spChg chg="del">
          <ac:chgData name="박경찬(KYOUNGCHAN PARK)[park.kc]/팀장/제조DX.제조DX솔루션.셀추적기술팀" userId="e138e4af-6173-47cb-8422-ef183f7b2c63" providerId="ADAL" clId="{1241198B-4069-41FC-A27B-143C18ED0596}" dt="2025-11-26T01:29:41.828" v="0" actId="478"/>
          <ac:spMkLst>
            <pc:docMk/>
            <pc:sldMk cId="2105941167" sldId="2117"/>
            <ac:spMk id="12" creationId="{A54563DC-EDCA-0021-E543-5078FEB60EB2}"/>
          </ac:spMkLst>
        </pc:spChg>
        <pc:spChg chg="add mod">
          <ac:chgData name="박경찬(KYOUNGCHAN PARK)[park.kc]/팀장/제조DX.제조DX솔루션.셀추적기술팀" userId="e138e4af-6173-47cb-8422-ef183f7b2c63" providerId="ADAL" clId="{1241198B-4069-41FC-A27B-143C18ED0596}" dt="2025-11-27T05:15:43.140" v="3"/>
          <ac:spMkLst>
            <pc:docMk/>
            <pc:sldMk cId="2105941167" sldId="2117"/>
            <ac:spMk id="13" creationId="{0FA86D35-D83A-A5E0-8085-222507C9BDD6}"/>
          </ac:spMkLst>
        </pc:spChg>
        <pc:spChg chg="del">
          <ac:chgData name="박경찬(KYOUNGCHAN PARK)[park.kc]/팀장/제조DX.제조DX솔루션.셀추적기술팀" userId="e138e4af-6173-47cb-8422-ef183f7b2c63" providerId="ADAL" clId="{1241198B-4069-41FC-A27B-143C18ED0596}" dt="2025-11-26T01:29:41.828" v="0" actId="478"/>
          <ac:spMkLst>
            <pc:docMk/>
            <pc:sldMk cId="2105941167" sldId="2117"/>
            <ac:spMk id="13" creationId="{A4F9DE04-47A0-0AC0-0013-94D30C003957}"/>
          </ac:spMkLst>
        </pc:spChg>
        <pc:spChg chg="add del mod">
          <ac:chgData name="박경찬(KYOUNGCHAN PARK)[park.kc]/팀장/제조DX.제조DX솔루션.셀추적기술팀" userId="e138e4af-6173-47cb-8422-ef183f7b2c63" providerId="ADAL" clId="{1241198B-4069-41FC-A27B-143C18ED0596}" dt="2025-11-27T05:15:33.671" v="2" actId="478"/>
          <ac:spMkLst>
            <pc:docMk/>
            <pc:sldMk cId="2105941167" sldId="2117"/>
            <ac:spMk id="14" creationId="{408E2257-7644-34DF-EDCB-4517DA0D4150}"/>
          </ac:spMkLst>
        </pc:spChg>
        <pc:spChg chg="del">
          <ac:chgData name="박경찬(KYOUNGCHAN PARK)[park.kc]/팀장/제조DX.제조DX솔루션.셀추적기술팀" userId="e138e4af-6173-47cb-8422-ef183f7b2c63" providerId="ADAL" clId="{1241198B-4069-41FC-A27B-143C18ED0596}" dt="2025-11-26T01:29:41.828" v="0" actId="478"/>
          <ac:spMkLst>
            <pc:docMk/>
            <pc:sldMk cId="2105941167" sldId="2117"/>
            <ac:spMk id="15" creationId="{622E466A-1303-3208-8134-E605355424B0}"/>
          </ac:spMkLst>
        </pc:spChg>
        <pc:spChg chg="add mod">
          <ac:chgData name="박경찬(KYOUNGCHAN PARK)[park.kc]/팀장/제조DX.제조DX솔루션.셀추적기술팀" userId="e138e4af-6173-47cb-8422-ef183f7b2c63" providerId="ADAL" clId="{1241198B-4069-41FC-A27B-143C18ED0596}" dt="2025-11-27T05:15:43.140" v="3"/>
          <ac:spMkLst>
            <pc:docMk/>
            <pc:sldMk cId="2105941167" sldId="2117"/>
            <ac:spMk id="16" creationId="{98039242-869C-31DC-54CF-5ACA4EE63529}"/>
          </ac:spMkLst>
        </pc:spChg>
        <pc:spChg chg="del">
          <ac:chgData name="박경찬(KYOUNGCHAN PARK)[park.kc]/팀장/제조DX.제조DX솔루션.셀추적기술팀" userId="e138e4af-6173-47cb-8422-ef183f7b2c63" providerId="ADAL" clId="{1241198B-4069-41FC-A27B-143C18ED0596}" dt="2025-11-26T01:29:41.828" v="0" actId="478"/>
          <ac:spMkLst>
            <pc:docMk/>
            <pc:sldMk cId="2105941167" sldId="2117"/>
            <ac:spMk id="16" creationId="{DF7584FD-2C9D-E56F-32ED-934B8778229E}"/>
          </ac:spMkLst>
        </pc:spChg>
        <pc:spChg chg="add mod">
          <ac:chgData name="박경찬(KYOUNGCHAN PARK)[park.kc]/팀장/제조DX.제조DX솔루션.셀추적기술팀" userId="e138e4af-6173-47cb-8422-ef183f7b2c63" providerId="ADAL" clId="{1241198B-4069-41FC-A27B-143C18ED0596}" dt="2025-11-27T05:15:43.140" v="3"/>
          <ac:spMkLst>
            <pc:docMk/>
            <pc:sldMk cId="2105941167" sldId="2117"/>
            <ac:spMk id="17" creationId="{F789BBC1-293E-E5A6-B88D-E141D5AF2D69}"/>
          </ac:spMkLst>
        </pc:spChg>
        <pc:spChg chg="add del mod">
          <ac:chgData name="박경찬(KYOUNGCHAN PARK)[park.kc]/팀장/제조DX.제조DX솔루션.셀추적기술팀" userId="e138e4af-6173-47cb-8422-ef183f7b2c63" providerId="ADAL" clId="{1241198B-4069-41FC-A27B-143C18ED0596}" dt="2025-11-27T05:15:33.671" v="2" actId="478"/>
          <ac:spMkLst>
            <pc:docMk/>
            <pc:sldMk cId="2105941167" sldId="2117"/>
            <ac:spMk id="18" creationId="{08AF56A4-BC56-415E-FED1-8F26536E6A26}"/>
          </ac:spMkLst>
        </pc:spChg>
        <pc:spChg chg="add del mod">
          <ac:chgData name="박경찬(KYOUNGCHAN PARK)[park.kc]/팀장/제조DX.제조DX솔루션.셀추적기술팀" userId="e138e4af-6173-47cb-8422-ef183f7b2c63" providerId="ADAL" clId="{1241198B-4069-41FC-A27B-143C18ED0596}" dt="2025-11-27T05:15:33.671" v="2" actId="478"/>
          <ac:spMkLst>
            <pc:docMk/>
            <pc:sldMk cId="2105941167" sldId="2117"/>
            <ac:spMk id="19" creationId="{23726B31-1A37-1EF9-1DCB-D55EA8F9E5EB}"/>
          </ac:spMkLst>
        </pc:spChg>
        <pc:spChg chg="add mod">
          <ac:chgData name="박경찬(KYOUNGCHAN PARK)[park.kc]/팀장/제조DX.제조DX솔루션.셀추적기술팀" userId="e138e4af-6173-47cb-8422-ef183f7b2c63" providerId="ADAL" clId="{1241198B-4069-41FC-A27B-143C18ED0596}" dt="2025-11-27T05:15:43.140" v="3"/>
          <ac:spMkLst>
            <pc:docMk/>
            <pc:sldMk cId="2105941167" sldId="2117"/>
            <ac:spMk id="20" creationId="{1F77AB37-8C63-5037-102F-06B39FEEF737}"/>
          </ac:spMkLst>
        </pc:spChg>
        <pc:spChg chg="del">
          <ac:chgData name="박경찬(KYOUNGCHAN PARK)[park.kc]/팀장/제조DX.제조DX솔루션.셀추적기술팀" userId="e138e4af-6173-47cb-8422-ef183f7b2c63" providerId="ADAL" clId="{1241198B-4069-41FC-A27B-143C18ED0596}" dt="2025-11-26T01:29:41.828" v="0" actId="478"/>
          <ac:spMkLst>
            <pc:docMk/>
            <pc:sldMk cId="2105941167" sldId="2117"/>
            <ac:spMk id="20" creationId="{E15CE5B5-5261-5FB7-F644-B27D7D48151F}"/>
          </ac:spMkLst>
        </pc:spChg>
        <pc:spChg chg="add del mod">
          <ac:chgData name="박경찬(KYOUNGCHAN PARK)[park.kc]/팀장/제조DX.제조DX솔루션.셀추적기술팀" userId="e138e4af-6173-47cb-8422-ef183f7b2c63" providerId="ADAL" clId="{1241198B-4069-41FC-A27B-143C18ED0596}" dt="2025-11-27T05:15:33.671" v="2" actId="478"/>
          <ac:spMkLst>
            <pc:docMk/>
            <pc:sldMk cId="2105941167" sldId="2117"/>
            <ac:spMk id="22" creationId="{FCA3F30D-E8F0-C454-9957-EAC375A5791F}"/>
          </ac:spMkLst>
        </pc:spChg>
        <pc:spChg chg="add del mod">
          <ac:chgData name="박경찬(KYOUNGCHAN PARK)[park.kc]/팀장/제조DX.제조DX솔루션.셀추적기술팀" userId="e138e4af-6173-47cb-8422-ef183f7b2c63" providerId="ADAL" clId="{1241198B-4069-41FC-A27B-143C18ED0596}" dt="2025-11-27T05:15:33.671" v="2" actId="478"/>
          <ac:spMkLst>
            <pc:docMk/>
            <pc:sldMk cId="2105941167" sldId="2117"/>
            <ac:spMk id="23" creationId="{989D1BE6-1285-3739-7982-1B66FA8FFCCE}"/>
          </ac:spMkLst>
        </pc:spChg>
        <pc:spChg chg="add del mod">
          <ac:chgData name="박경찬(KYOUNGCHAN PARK)[park.kc]/팀장/제조DX.제조DX솔루션.셀추적기술팀" userId="e138e4af-6173-47cb-8422-ef183f7b2c63" providerId="ADAL" clId="{1241198B-4069-41FC-A27B-143C18ED0596}" dt="2025-11-27T05:15:33.671" v="2" actId="478"/>
          <ac:spMkLst>
            <pc:docMk/>
            <pc:sldMk cId="2105941167" sldId="2117"/>
            <ac:spMk id="24" creationId="{09A5F7A0-8DEC-31C6-9A08-00CDC90AC36A}"/>
          </ac:spMkLst>
        </pc:spChg>
        <pc:spChg chg="add mod">
          <ac:chgData name="박경찬(KYOUNGCHAN PARK)[park.kc]/팀장/제조DX.제조DX솔루션.셀추적기술팀" userId="e138e4af-6173-47cb-8422-ef183f7b2c63" providerId="ADAL" clId="{1241198B-4069-41FC-A27B-143C18ED0596}" dt="2025-11-27T05:15:43.140" v="3"/>
          <ac:spMkLst>
            <pc:docMk/>
            <pc:sldMk cId="2105941167" sldId="2117"/>
            <ac:spMk id="25" creationId="{27363A0B-FF4D-CB41-99FB-D3A72CEAD43C}"/>
          </ac:spMkLst>
        </pc:spChg>
        <pc:spChg chg="del">
          <ac:chgData name="박경찬(KYOUNGCHAN PARK)[park.kc]/팀장/제조DX.제조DX솔루션.셀추적기술팀" userId="e138e4af-6173-47cb-8422-ef183f7b2c63" providerId="ADAL" clId="{1241198B-4069-41FC-A27B-143C18ED0596}" dt="2025-11-26T01:29:41.828" v="0" actId="478"/>
          <ac:spMkLst>
            <pc:docMk/>
            <pc:sldMk cId="2105941167" sldId="2117"/>
            <ac:spMk id="26" creationId="{01A16532-42AA-BA5C-CCB2-429E10D2A4AE}"/>
          </ac:spMkLst>
        </pc:spChg>
        <pc:spChg chg="add mod">
          <ac:chgData name="박경찬(KYOUNGCHAN PARK)[park.kc]/팀장/제조DX.제조DX솔루션.셀추적기술팀" userId="e138e4af-6173-47cb-8422-ef183f7b2c63" providerId="ADAL" clId="{1241198B-4069-41FC-A27B-143C18ED0596}" dt="2025-11-27T05:15:43.140" v="3"/>
          <ac:spMkLst>
            <pc:docMk/>
            <pc:sldMk cId="2105941167" sldId="2117"/>
            <ac:spMk id="26" creationId="{5D0E476C-074D-6D65-7D61-C3472F1ED2B6}"/>
          </ac:spMkLst>
        </pc:spChg>
        <pc:spChg chg="add mod">
          <ac:chgData name="박경찬(KYOUNGCHAN PARK)[park.kc]/팀장/제조DX.제조DX솔루션.셀추적기술팀" userId="e138e4af-6173-47cb-8422-ef183f7b2c63" providerId="ADAL" clId="{1241198B-4069-41FC-A27B-143C18ED0596}" dt="2025-11-27T05:15:43.140" v="3"/>
          <ac:spMkLst>
            <pc:docMk/>
            <pc:sldMk cId="2105941167" sldId="2117"/>
            <ac:spMk id="27" creationId="{4C6D2DBD-5F01-701E-9360-8AEA5676778A}"/>
          </ac:spMkLst>
        </pc:spChg>
        <pc:spChg chg="del">
          <ac:chgData name="박경찬(KYOUNGCHAN PARK)[park.kc]/팀장/제조DX.제조DX솔루션.셀추적기술팀" userId="e138e4af-6173-47cb-8422-ef183f7b2c63" providerId="ADAL" clId="{1241198B-4069-41FC-A27B-143C18ED0596}" dt="2025-11-26T01:29:41.828" v="0" actId="478"/>
          <ac:spMkLst>
            <pc:docMk/>
            <pc:sldMk cId="2105941167" sldId="2117"/>
            <ac:spMk id="27" creationId="{DFCCB9CE-3554-61B7-99DE-FFD6F0DB2CA9}"/>
          </ac:spMkLst>
        </pc:spChg>
        <pc:spChg chg="add mod">
          <ac:chgData name="박경찬(KYOUNGCHAN PARK)[park.kc]/팀장/제조DX.제조DX솔루션.셀추적기술팀" userId="e138e4af-6173-47cb-8422-ef183f7b2c63" providerId="ADAL" clId="{1241198B-4069-41FC-A27B-143C18ED0596}" dt="2025-11-27T05:15:43.140" v="3"/>
          <ac:spMkLst>
            <pc:docMk/>
            <pc:sldMk cId="2105941167" sldId="2117"/>
            <ac:spMk id="28" creationId="{7C5D215F-8A5F-2407-E7A0-A2CDE812D8BC}"/>
          </ac:spMkLst>
        </pc:spChg>
        <pc:spChg chg="del">
          <ac:chgData name="박경찬(KYOUNGCHAN PARK)[park.kc]/팀장/제조DX.제조DX솔루션.셀추적기술팀" userId="e138e4af-6173-47cb-8422-ef183f7b2c63" providerId="ADAL" clId="{1241198B-4069-41FC-A27B-143C18ED0596}" dt="2025-11-26T01:29:41.828" v="0" actId="478"/>
          <ac:spMkLst>
            <pc:docMk/>
            <pc:sldMk cId="2105941167" sldId="2117"/>
            <ac:spMk id="28" creationId="{EB8479F3-B5EA-CFD0-1E43-70E717E15F67}"/>
          </ac:spMkLst>
        </pc:spChg>
        <pc:spChg chg="del">
          <ac:chgData name="박경찬(KYOUNGCHAN PARK)[park.kc]/팀장/제조DX.제조DX솔루션.셀추적기술팀" userId="e138e4af-6173-47cb-8422-ef183f7b2c63" providerId="ADAL" clId="{1241198B-4069-41FC-A27B-143C18ED0596}" dt="2025-11-26T01:29:41.828" v="0" actId="478"/>
          <ac:spMkLst>
            <pc:docMk/>
            <pc:sldMk cId="2105941167" sldId="2117"/>
            <ac:spMk id="30" creationId="{3D2D0016-B0C0-4246-7984-100F9D8DA14B}"/>
          </ac:spMkLst>
        </pc:spChg>
        <pc:spChg chg="add mod">
          <ac:chgData name="박경찬(KYOUNGCHAN PARK)[park.kc]/팀장/제조DX.제조DX솔루션.셀추적기술팀" userId="e138e4af-6173-47cb-8422-ef183f7b2c63" providerId="ADAL" clId="{1241198B-4069-41FC-A27B-143C18ED0596}" dt="2025-11-27T05:15:43.140" v="3"/>
          <ac:spMkLst>
            <pc:docMk/>
            <pc:sldMk cId="2105941167" sldId="2117"/>
            <ac:spMk id="30" creationId="{FD4D3045-34BD-117A-1D13-E43E6A69988C}"/>
          </ac:spMkLst>
        </pc:spChg>
        <pc:spChg chg="del">
          <ac:chgData name="박경찬(KYOUNGCHAN PARK)[park.kc]/팀장/제조DX.제조DX솔루션.셀추적기술팀" userId="e138e4af-6173-47cb-8422-ef183f7b2c63" providerId="ADAL" clId="{1241198B-4069-41FC-A27B-143C18ED0596}" dt="2025-11-26T01:29:41.828" v="0" actId="478"/>
          <ac:spMkLst>
            <pc:docMk/>
            <pc:sldMk cId="2105941167" sldId="2117"/>
            <ac:spMk id="31" creationId="{46C6670B-4B86-46EA-A197-2E47186651CB}"/>
          </ac:spMkLst>
        </pc:spChg>
        <pc:spChg chg="del">
          <ac:chgData name="박경찬(KYOUNGCHAN PARK)[park.kc]/팀장/제조DX.제조DX솔루션.셀추적기술팀" userId="e138e4af-6173-47cb-8422-ef183f7b2c63" providerId="ADAL" clId="{1241198B-4069-41FC-A27B-143C18ED0596}" dt="2025-11-26T01:29:41.828" v="0" actId="478"/>
          <ac:spMkLst>
            <pc:docMk/>
            <pc:sldMk cId="2105941167" sldId="2117"/>
            <ac:spMk id="32" creationId="{9AF4C2BD-080E-8EB2-AF94-93F59A2CFDD3}"/>
          </ac:spMkLst>
        </pc:spChg>
        <pc:spChg chg="del">
          <ac:chgData name="박경찬(KYOUNGCHAN PARK)[park.kc]/팀장/제조DX.제조DX솔루션.셀추적기술팀" userId="e138e4af-6173-47cb-8422-ef183f7b2c63" providerId="ADAL" clId="{1241198B-4069-41FC-A27B-143C18ED0596}" dt="2025-11-26T01:29:41.828" v="0" actId="478"/>
          <ac:spMkLst>
            <pc:docMk/>
            <pc:sldMk cId="2105941167" sldId="2117"/>
            <ac:spMk id="33" creationId="{D772AEF8-E352-2D9D-DCFB-6DD6BFBD98C5}"/>
          </ac:spMkLst>
        </pc:spChg>
        <pc:spChg chg="add del mod">
          <ac:chgData name="박경찬(KYOUNGCHAN PARK)[park.kc]/팀장/제조DX.제조DX솔루션.셀추적기술팀" userId="e138e4af-6173-47cb-8422-ef183f7b2c63" providerId="ADAL" clId="{1241198B-4069-41FC-A27B-143C18ED0596}" dt="2025-11-27T05:15:33.671" v="2" actId="478"/>
          <ac:spMkLst>
            <pc:docMk/>
            <pc:sldMk cId="2105941167" sldId="2117"/>
            <ac:spMk id="34" creationId="{25935B61-8A71-D2D3-D5B7-6B53E0010811}"/>
          </ac:spMkLst>
        </pc:spChg>
        <pc:spChg chg="add del mod">
          <ac:chgData name="박경찬(KYOUNGCHAN PARK)[park.kc]/팀장/제조DX.제조DX솔루션.셀추적기술팀" userId="e138e4af-6173-47cb-8422-ef183f7b2c63" providerId="ADAL" clId="{1241198B-4069-41FC-A27B-143C18ED0596}" dt="2025-11-27T05:15:33.671" v="2" actId="478"/>
          <ac:spMkLst>
            <pc:docMk/>
            <pc:sldMk cId="2105941167" sldId="2117"/>
            <ac:spMk id="35" creationId="{F1B568FE-781F-FB4D-FBCA-36F4F77ED4A3}"/>
          </ac:spMkLst>
        </pc:spChg>
        <pc:spChg chg="add del mod">
          <ac:chgData name="박경찬(KYOUNGCHAN PARK)[park.kc]/팀장/제조DX.제조DX솔루션.셀추적기술팀" userId="e138e4af-6173-47cb-8422-ef183f7b2c63" providerId="ADAL" clId="{1241198B-4069-41FC-A27B-143C18ED0596}" dt="2025-11-27T05:15:33.671" v="2" actId="478"/>
          <ac:spMkLst>
            <pc:docMk/>
            <pc:sldMk cId="2105941167" sldId="2117"/>
            <ac:spMk id="36" creationId="{13B4B674-9F5B-19D8-6C95-D4DA2FB99EE5}"/>
          </ac:spMkLst>
        </pc:spChg>
        <pc:spChg chg="add del mod">
          <ac:chgData name="박경찬(KYOUNGCHAN PARK)[park.kc]/팀장/제조DX.제조DX솔루션.셀추적기술팀" userId="e138e4af-6173-47cb-8422-ef183f7b2c63" providerId="ADAL" clId="{1241198B-4069-41FC-A27B-143C18ED0596}" dt="2025-11-27T05:15:33.671" v="2" actId="478"/>
          <ac:spMkLst>
            <pc:docMk/>
            <pc:sldMk cId="2105941167" sldId="2117"/>
            <ac:spMk id="37" creationId="{F30D7848-B804-3F03-E4F0-AFD4C40FB56A}"/>
          </ac:spMkLst>
        </pc:spChg>
        <pc:spChg chg="add del mod">
          <ac:chgData name="박경찬(KYOUNGCHAN PARK)[park.kc]/팀장/제조DX.제조DX솔루션.셀추적기술팀" userId="e138e4af-6173-47cb-8422-ef183f7b2c63" providerId="ADAL" clId="{1241198B-4069-41FC-A27B-143C18ED0596}" dt="2025-11-27T05:15:33.671" v="2" actId="478"/>
          <ac:spMkLst>
            <pc:docMk/>
            <pc:sldMk cId="2105941167" sldId="2117"/>
            <ac:spMk id="38" creationId="{56D3950C-D7E2-2DC5-69DA-C405C45C8F39}"/>
          </ac:spMkLst>
        </pc:spChg>
        <pc:spChg chg="add del mod">
          <ac:chgData name="박경찬(KYOUNGCHAN PARK)[park.kc]/팀장/제조DX.제조DX솔루션.셀추적기술팀" userId="e138e4af-6173-47cb-8422-ef183f7b2c63" providerId="ADAL" clId="{1241198B-4069-41FC-A27B-143C18ED0596}" dt="2025-11-27T05:15:33.671" v="2" actId="478"/>
          <ac:spMkLst>
            <pc:docMk/>
            <pc:sldMk cId="2105941167" sldId="2117"/>
            <ac:spMk id="39" creationId="{28AF405D-208D-CF5D-26D2-A7D15B80A691}"/>
          </ac:spMkLst>
        </pc:spChg>
        <pc:spChg chg="add del mod">
          <ac:chgData name="박경찬(KYOUNGCHAN PARK)[park.kc]/팀장/제조DX.제조DX솔루션.셀추적기술팀" userId="e138e4af-6173-47cb-8422-ef183f7b2c63" providerId="ADAL" clId="{1241198B-4069-41FC-A27B-143C18ED0596}" dt="2025-11-27T05:15:33.671" v="2" actId="478"/>
          <ac:spMkLst>
            <pc:docMk/>
            <pc:sldMk cId="2105941167" sldId="2117"/>
            <ac:spMk id="41" creationId="{BA4F7890-346F-5378-E8FD-910B298DDEE2}"/>
          </ac:spMkLst>
        </pc:spChg>
        <pc:spChg chg="add del mod">
          <ac:chgData name="박경찬(KYOUNGCHAN PARK)[park.kc]/팀장/제조DX.제조DX솔루션.셀추적기술팀" userId="e138e4af-6173-47cb-8422-ef183f7b2c63" providerId="ADAL" clId="{1241198B-4069-41FC-A27B-143C18ED0596}" dt="2025-11-27T05:15:33.671" v="2" actId="478"/>
          <ac:spMkLst>
            <pc:docMk/>
            <pc:sldMk cId="2105941167" sldId="2117"/>
            <ac:spMk id="42" creationId="{6B86D7C4-5CA1-FBB5-0A42-C6580614ACDE}"/>
          </ac:spMkLst>
        </pc:spChg>
        <pc:spChg chg="del">
          <ac:chgData name="박경찬(KYOUNGCHAN PARK)[park.kc]/팀장/제조DX.제조DX솔루션.셀추적기술팀" userId="e138e4af-6173-47cb-8422-ef183f7b2c63" providerId="ADAL" clId="{1241198B-4069-41FC-A27B-143C18ED0596}" dt="2025-11-26T01:29:41.828" v="0" actId="478"/>
          <ac:spMkLst>
            <pc:docMk/>
            <pc:sldMk cId="2105941167" sldId="2117"/>
            <ac:spMk id="43" creationId="{B5C6CFC0-ED08-7026-4CF4-CC493FEB457B}"/>
          </ac:spMkLst>
        </pc:spChg>
        <pc:graphicFrameChg chg="add del mod">
          <ac:chgData name="박경찬(KYOUNGCHAN PARK)[park.kc]/팀장/제조DX.제조DX솔루션.셀추적기술팀" userId="e138e4af-6173-47cb-8422-ef183f7b2c63" providerId="ADAL" clId="{1241198B-4069-41FC-A27B-143C18ED0596}" dt="2025-11-27T05:15:33.671" v="2" actId="478"/>
          <ac:graphicFrameMkLst>
            <pc:docMk/>
            <pc:sldMk cId="2105941167" sldId="2117"/>
            <ac:graphicFrameMk id="7" creationId="{F8D1F2A4-5F0E-05C8-155B-A98F113A94B9}"/>
          </ac:graphicFrameMkLst>
        </pc:graphicFrameChg>
        <pc:graphicFrameChg chg="add mod">
          <ac:chgData name="박경찬(KYOUNGCHAN PARK)[park.kc]/팀장/제조DX.제조DX솔루션.셀추적기술팀" userId="e138e4af-6173-47cb-8422-ef183f7b2c63" providerId="ADAL" clId="{1241198B-4069-41FC-A27B-143C18ED0596}" dt="2025-11-27T05:15:43.140" v="3"/>
          <ac:graphicFrameMkLst>
            <pc:docMk/>
            <pc:sldMk cId="2105941167" sldId="2117"/>
            <ac:graphicFrameMk id="10" creationId="{0A60B9F5-32B3-1413-9945-5738AD9449C5}"/>
          </ac:graphicFrameMkLst>
        </pc:graphicFrameChg>
        <pc:graphicFrameChg chg="add mod">
          <ac:chgData name="박경찬(KYOUNGCHAN PARK)[park.kc]/팀장/제조DX.제조DX솔루션.셀추적기술팀" userId="e138e4af-6173-47cb-8422-ef183f7b2c63" providerId="ADAL" clId="{1241198B-4069-41FC-A27B-143C18ED0596}" dt="2025-11-27T05:15:43.140" v="3"/>
          <ac:graphicFrameMkLst>
            <pc:docMk/>
            <pc:sldMk cId="2105941167" sldId="2117"/>
            <ac:graphicFrameMk id="15" creationId="{D4E6E6F7-6CF6-E533-E83E-8DDEF9D3928D}"/>
          </ac:graphicFrameMkLst>
        </pc:graphicFrameChg>
        <pc:graphicFrameChg chg="del">
          <ac:chgData name="박경찬(KYOUNGCHAN PARK)[park.kc]/팀장/제조DX.제조DX솔루션.셀추적기술팀" userId="e138e4af-6173-47cb-8422-ef183f7b2c63" providerId="ADAL" clId="{1241198B-4069-41FC-A27B-143C18ED0596}" dt="2025-11-26T01:29:41.828" v="0" actId="478"/>
          <ac:graphicFrameMkLst>
            <pc:docMk/>
            <pc:sldMk cId="2105941167" sldId="2117"/>
            <ac:graphicFrameMk id="17" creationId="{A5E0FD24-4CCA-1666-A6DA-705D8A1AC529}"/>
          </ac:graphicFrameMkLst>
        </pc:graphicFrameChg>
        <pc:graphicFrameChg chg="add del mod">
          <ac:chgData name="박경찬(KYOUNGCHAN PARK)[park.kc]/팀장/제조DX.제조DX솔루션.셀추적기술팀" userId="e138e4af-6173-47cb-8422-ef183f7b2c63" providerId="ADAL" clId="{1241198B-4069-41FC-A27B-143C18ED0596}" dt="2025-11-27T05:15:33.671" v="2" actId="478"/>
          <ac:graphicFrameMkLst>
            <pc:docMk/>
            <pc:sldMk cId="2105941167" sldId="2117"/>
            <ac:graphicFrameMk id="21" creationId="{74D94E01-B892-424F-83A6-F8C8B614F6AA}"/>
          </ac:graphicFrameMkLst>
        </pc:graphicFrameChg>
        <pc:graphicFrameChg chg="del">
          <ac:chgData name="박경찬(KYOUNGCHAN PARK)[park.kc]/팀장/제조DX.제조DX솔루션.셀추적기술팀" userId="e138e4af-6173-47cb-8422-ef183f7b2c63" providerId="ADAL" clId="{1241198B-4069-41FC-A27B-143C18ED0596}" dt="2025-11-26T01:29:41.828" v="0" actId="478"/>
          <ac:graphicFrameMkLst>
            <pc:docMk/>
            <pc:sldMk cId="2105941167" sldId="2117"/>
            <ac:graphicFrameMk id="25" creationId="{4C7241AB-B2A6-57A1-5CE6-9C349F2FF0E6}"/>
          </ac:graphicFrameMkLst>
        </pc:graphicFrameChg>
        <pc:graphicFrameChg chg="add mod">
          <ac:chgData name="박경찬(KYOUNGCHAN PARK)[park.kc]/팀장/제조DX.제조DX솔루션.셀추적기술팀" userId="e138e4af-6173-47cb-8422-ef183f7b2c63" providerId="ADAL" clId="{1241198B-4069-41FC-A27B-143C18ED0596}" dt="2025-11-27T05:15:43.140" v="3"/>
          <ac:graphicFrameMkLst>
            <pc:docMk/>
            <pc:sldMk cId="2105941167" sldId="2117"/>
            <ac:graphicFrameMk id="29" creationId="{486E1CC3-8974-AA45-7CD6-96DDA73C37B6}"/>
          </ac:graphicFrameMkLst>
        </pc:graphicFrameChg>
        <pc:graphicFrameChg chg="del">
          <ac:chgData name="박경찬(KYOUNGCHAN PARK)[park.kc]/팀장/제조DX.제조DX솔루션.셀추적기술팀" userId="e138e4af-6173-47cb-8422-ef183f7b2c63" providerId="ADAL" clId="{1241198B-4069-41FC-A27B-143C18ED0596}" dt="2025-11-26T01:29:41.828" v="0" actId="478"/>
          <ac:graphicFrameMkLst>
            <pc:docMk/>
            <pc:sldMk cId="2105941167" sldId="2117"/>
            <ac:graphicFrameMk id="29" creationId="{8BE8A894-0F5D-9FE1-A586-E5851CCB2274}"/>
          </ac:graphicFrameMkLst>
        </pc:graphicFrameChg>
        <pc:graphicFrameChg chg="add del mod">
          <ac:chgData name="박경찬(KYOUNGCHAN PARK)[park.kc]/팀장/제조DX.제조DX솔루션.셀추적기술팀" userId="e138e4af-6173-47cb-8422-ef183f7b2c63" providerId="ADAL" clId="{1241198B-4069-41FC-A27B-143C18ED0596}" dt="2025-11-27T05:15:33.671" v="2" actId="478"/>
          <ac:graphicFrameMkLst>
            <pc:docMk/>
            <pc:sldMk cId="2105941167" sldId="2117"/>
            <ac:graphicFrameMk id="40" creationId="{73A12748-15A4-B956-3A9D-A98826D29E3C}"/>
          </ac:graphicFrameMkLst>
        </pc:graphicFrameChg>
      </pc:sldChg>
    </pc:docChg>
  </pc:docChgLst>
  <pc:docChgLst>
    <pc:chgData name="김승필(SEUNGPIL KIM)[spkim]/책임/제조DX.제조DX솔루션.셀추적기술팀" userId="407f73c3-021a-44fd-b8e7-f3d9a6efd4ba" providerId="ADAL" clId="{3671F6D2-BB71-45A3-AD38-05E7CDCF0CF4}"/>
    <pc:docChg chg="undo custSel modSld sldOrd">
      <pc:chgData name="김승필(SEUNGPIL KIM)[spkim]/책임/제조DX.제조DX솔루션.셀추적기술팀" userId="407f73c3-021a-44fd-b8e7-f3d9a6efd4ba" providerId="ADAL" clId="{3671F6D2-BB71-45A3-AD38-05E7CDCF0CF4}" dt="2025-11-04T02:31:59.144" v="1491" actId="20577"/>
      <pc:docMkLst>
        <pc:docMk/>
      </pc:docMkLst>
      <pc:sldChg chg="modSp mod">
        <pc:chgData name="김승필(SEUNGPIL KIM)[spkim]/책임/제조DX.제조DX솔루션.셀추적기술팀" userId="407f73c3-021a-44fd-b8e7-f3d9a6efd4ba" providerId="ADAL" clId="{3671F6D2-BB71-45A3-AD38-05E7CDCF0CF4}" dt="2025-11-04T02:20:42.730" v="1189" actId="1038"/>
        <pc:sldMkLst>
          <pc:docMk/>
          <pc:sldMk cId="3485727604" sldId="2147481872"/>
        </pc:sldMkLst>
        <pc:spChg chg="mod">
          <ac:chgData name="김승필(SEUNGPIL KIM)[spkim]/책임/제조DX.제조DX솔루션.셀추적기술팀" userId="407f73c3-021a-44fd-b8e7-f3d9a6efd4ba" providerId="ADAL" clId="{3671F6D2-BB71-45A3-AD38-05E7CDCF0CF4}" dt="2025-11-04T02:20:42.730" v="1189" actId="1038"/>
          <ac:spMkLst>
            <pc:docMk/>
            <pc:sldMk cId="3485727604" sldId="2147481872"/>
            <ac:spMk id="27" creationId="{33AF3AE4-DC50-4BAA-9E90-D42B3EA03081}"/>
          </ac:spMkLst>
        </pc:spChg>
        <pc:spChg chg="mod">
          <ac:chgData name="김승필(SEUNGPIL KIM)[spkim]/책임/제조DX.제조DX솔루션.셀추적기술팀" userId="407f73c3-021a-44fd-b8e7-f3d9a6efd4ba" providerId="ADAL" clId="{3671F6D2-BB71-45A3-AD38-05E7CDCF0CF4}" dt="2025-11-04T01:56:00.560" v="4" actId="20577"/>
          <ac:spMkLst>
            <pc:docMk/>
            <pc:sldMk cId="3485727604" sldId="2147481872"/>
            <ac:spMk id="33" creationId="{708B1D54-9D52-42CB-82CB-E5D69946BACE}"/>
          </ac:spMkLst>
        </pc:spChg>
        <pc:grpChg chg="mod">
          <ac:chgData name="김승필(SEUNGPIL KIM)[spkim]/책임/제조DX.제조DX솔루션.셀추적기술팀" userId="407f73c3-021a-44fd-b8e7-f3d9a6efd4ba" providerId="ADAL" clId="{3671F6D2-BB71-45A3-AD38-05E7CDCF0CF4}" dt="2025-11-04T01:56:10.591" v="51" actId="1037"/>
          <ac:grpSpMkLst>
            <pc:docMk/>
            <pc:sldMk cId="3485727604" sldId="2147481872"/>
            <ac:grpSpMk id="13" creationId="{43E22224-4BC7-4E1D-93C3-769FDC782523}"/>
          </ac:grpSpMkLst>
        </pc:grpChg>
        <pc:graphicFrameChg chg="modGraphic">
          <ac:chgData name="김승필(SEUNGPIL KIM)[spkim]/책임/제조DX.제조DX솔루션.셀추적기술팀" userId="407f73c3-021a-44fd-b8e7-f3d9a6efd4ba" providerId="ADAL" clId="{3671F6D2-BB71-45A3-AD38-05E7CDCF0CF4}" dt="2025-11-04T02:20:27.621" v="1174" actId="207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</pc:sldChg>
      <pc:sldChg chg="addSp delSp modSp mod ord modShow">
        <pc:chgData name="김승필(SEUNGPIL KIM)[spkim]/책임/제조DX.제조DX솔루션.셀추적기술팀" userId="407f73c3-021a-44fd-b8e7-f3d9a6efd4ba" providerId="ADAL" clId="{3671F6D2-BB71-45A3-AD38-05E7CDCF0CF4}" dt="2025-11-04T02:31:59.144" v="1491" actId="20577"/>
        <pc:sldMkLst>
          <pc:docMk/>
          <pc:sldMk cId="1840780179" sldId="2147482020"/>
        </pc:sldMkLst>
        <pc:spChg chg="add mod">
          <ac:chgData name="김승필(SEUNGPIL KIM)[spkim]/책임/제조DX.제조DX솔루션.셀추적기술팀" userId="407f73c3-021a-44fd-b8e7-f3d9a6efd4ba" providerId="ADAL" clId="{3671F6D2-BB71-45A3-AD38-05E7CDCF0CF4}" dt="2025-11-04T02:03:28.743" v="499" actId="20577"/>
          <ac:spMkLst>
            <pc:docMk/>
            <pc:sldMk cId="1840780179" sldId="2147482020"/>
            <ac:spMk id="2" creationId="{A92C8B14-A333-AD4B-1BC1-6403A1330A54}"/>
          </ac:spMkLst>
        </pc:spChg>
        <pc:spChg chg="mod">
          <ac:chgData name="김승필(SEUNGPIL KIM)[spkim]/책임/제조DX.제조DX솔루션.셀추적기술팀" userId="407f73c3-021a-44fd-b8e7-f3d9a6efd4ba" providerId="ADAL" clId="{3671F6D2-BB71-45A3-AD38-05E7CDCF0CF4}" dt="2025-11-04T02:09:30.594" v="783" actId="165"/>
          <ac:spMkLst>
            <pc:docMk/>
            <pc:sldMk cId="1840780179" sldId="2147482020"/>
            <ac:spMk id="4" creationId="{3591AECE-E4AA-D539-EFC2-80B2D555BE4B}"/>
          </ac:spMkLst>
        </pc:spChg>
        <pc:spChg chg="mod">
          <ac:chgData name="김승필(SEUNGPIL KIM)[spkim]/책임/제조DX.제조DX솔루션.셀추적기술팀" userId="407f73c3-021a-44fd-b8e7-f3d9a6efd4ba" providerId="ADAL" clId="{3671F6D2-BB71-45A3-AD38-05E7CDCF0CF4}" dt="2025-11-04T02:09:30.594" v="783" actId="165"/>
          <ac:spMkLst>
            <pc:docMk/>
            <pc:sldMk cId="1840780179" sldId="2147482020"/>
            <ac:spMk id="5" creationId="{ADF0BBEB-03CB-AD3E-7282-F2112A14545F}"/>
          </ac:spMkLst>
        </pc:spChg>
        <pc:spChg chg="mod">
          <ac:chgData name="김승필(SEUNGPIL KIM)[spkim]/책임/제조DX.제조DX솔루션.셀추적기술팀" userId="407f73c3-021a-44fd-b8e7-f3d9a6efd4ba" providerId="ADAL" clId="{3671F6D2-BB71-45A3-AD38-05E7CDCF0CF4}" dt="2025-11-04T02:09:30.594" v="783" actId="165"/>
          <ac:spMkLst>
            <pc:docMk/>
            <pc:sldMk cId="1840780179" sldId="2147482020"/>
            <ac:spMk id="6" creationId="{3E74EA5C-7792-EF2C-8486-66C3E4B8B323}"/>
          </ac:spMkLst>
        </pc:spChg>
        <pc:spChg chg="mod">
          <ac:chgData name="김승필(SEUNGPIL KIM)[spkim]/책임/제조DX.제조DX솔루션.셀추적기술팀" userId="407f73c3-021a-44fd-b8e7-f3d9a6efd4ba" providerId="ADAL" clId="{3671F6D2-BB71-45A3-AD38-05E7CDCF0CF4}" dt="2025-11-04T02:09:30.594" v="783" actId="165"/>
          <ac:spMkLst>
            <pc:docMk/>
            <pc:sldMk cId="1840780179" sldId="2147482020"/>
            <ac:spMk id="8" creationId="{2BA9FCAF-64F9-43E7-9B44-95A8E361A4C4}"/>
          </ac:spMkLst>
        </pc:spChg>
        <pc:spChg chg="mod">
          <ac:chgData name="김승필(SEUNGPIL KIM)[spkim]/책임/제조DX.제조DX솔루션.셀추적기술팀" userId="407f73c3-021a-44fd-b8e7-f3d9a6efd4ba" providerId="ADAL" clId="{3671F6D2-BB71-45A3-AD38-05E7CDCF0CF4}" dt="2025-11-04T02:09:30.594" v="783" actId="165"/>
          <ac:spMkLst>
            <pc:docMk/>
            <pc:sldMk cId="1840780179" sldId="2147482020"/>
            <ac:spMk id="9" creationId="{02C0B598-6235-574C-0564-7F7FE5B5BDD3}"/>
          </ac:spMkLst>
        </pc:spChg>
        <pc:spChg chg="add del mod">
          <ac:chgData name="김승필(SEUNGPIL KIM)[spkim]/책임/제조DX.제조DX솔루션.셀추적기술팀" userId="407f73c3-021a-44fd-b8e7-f3d9a6efd4ba" providerId="ADAL" clId="{3671F6D2-BB71-45A3-AD38-05E7CDCF0CF4}" dt="2025-11-04T02:02:51.101" v="432" actId="1038"/>
          <ac:spMkLst>
            <pc:docMk/>
            <pc:sldMk cId="1840780179" sldId="2147482020"/>
            <ac:spMk id="10" creationId="{A25F8F93-9E61-4598-ADB7-924C7BD0F82D}"/>
          </ac:spMkLst>
        </pc:spChg>
        <pc:spChg chg="mod">
          <ac:chgData name="김승필(SEUNGPIL KIM)[spkim]/책임/제조DX.제조DX솔루션.셀추적기술팀" userId="407f73c3-021a-44fd-b8e7-f3d9a6efd4ba" providerId="ADAL" clId="{3671F6D2-BB71-45A3-AD38-05E7CDCF0CF4}" dt="2025-11-04T02:09:30.594" v="783" actId="165"/>
          <ac:spMkLst>
            <pc:docMk/>
            <pc:sldMk cId="1840780179" sldId="2147482020"/>
            <ac:spMk id="14" creationId="{91ADB680-FCB9-72C8-692C-104C7F995327}"/>
          </ac:spMkLst>
        </pc:spChg>
        <pc:spChg chg="add mod topLvl">
          <ac:chgData name="김승필(SEUNGPIL KIM)[spkim]/책임/제조DX.제조DX솔루션.셀추적기술팀" userId="407f73c3-021a-44fd-b8e7-f3d9a6efd4ba" providerId="ADAL" clId="{3671F6D2-BB71-45A3-AD38-05E7CDCF0CF4}" dt="2025-11-04T02:31:38.847" v="1489" actId="1038"/>
          <ac:spMkLst>
            <pc:docMk/>
            <pc:sldMk cId="1840780179" sldId="2147482020"/>
            <ac:spMk id="16" creationId="{AD3C901B-E5AC-9F2D-0D9A-F06F2ABD72CE}"/>
          </ac:spMkLst>
        </pc:spChg>
        <pc:spChg chg="mod">
          <ac:chgData name="김승필(SEUNGPIL KIM)[spkim]/책임/제조DX.제조DX솔루션.셀추적기술팀" userId="407f73c3-021a-44fd-b8e7-f3d9a6efd4ba" providerId="ADAL" clId="{3671F6D2-BB71-45A3-AD38-05E7CDCF0CF4}" dt="2025-11-04T02:09:30.594" v="783" actId="165"/>
          <ac:spMkLst>
            <pc:docMk/>
            <pc:sldMk cId="1840780179" sldId="2147482020"/>
            <ac:spMk id="19" creationId="{AF4BCB54-BD8C-7AD9-108F-6A8AB2865835}"/>
          </ac:spMkLst>
        </pc:spChg>
        <pc:spChg chg="mod">
          <ac:chgData name="김승필(SEUNGPIL KIM)[spkim]/책임/제조DX.제조DX솔루션.셀추적기술팀" userId="407f73c3-021a-44fd-b8e7-f3d9a6efd4ba" providerId="ADAL" clId="{3671F6D2-BB71-45A3-AD38-05E7CDCF0CF4}" dt="2025-11-04T02:28:20.532" v="1363" actId="20577"/>
          <ac:spMkLst>
            <pc:docMk/>
            <pc:sldMk cId="1840780179" sldId="2147482020"/>
            <ac:spMk id="24" creationId="{9E88BCD6-65AC-474C-9E19-A37722C332DC}"/>
          </ac:spMkLst>
        </pc:spChg>
        <pc:spChg chg="mod">
          <ac:chgData name="김승필(SEUNGPIL KIM)[spkim]/책임/제조DX.제조DX솔루션.셀추적기술팀" userId="407f73c3-021a-44fd-b8e7-f3d9a6efd4ba" providerId="ADAL" clId="{3671F6D2-BB71-45A3-AD38-05E7CDCF0CF4}" dt="2025-11-04T02:09:30.594" v="783" actId="165"/>
          <ac:spMkLst>
            <pc:docMk/>
            <pc:sldMk cId="1840780179" sldId="2147482020"/>
            <ac:spMk id="27" creationId="{E74D9886-0CC4-280B-3BA9-11D0EB1A7E44}"/>
          </ac:spMkLst>
        </pc:spChg>
        <pc:spChg chg="mod">
          <ac:chgData name="김승필(SEUNGPIL KIM)[spkim]/책임/제조DX.제조DX솔루션.셀추적기술팀" userId="407f73c3-021a-44fd-b8e7-f3d9a6efd4ba" providerId="ADAL" clId="{3671F6D2-BB71-45A3-AD38-05E7CDCF0CF4}" dt="2025-11-04T01:59:24.659" v="60" actId="20577"/>
          <ac:spMkLst>
            <pc:docMk/>
            <pc:sldMk cId="1840780179" sldId="2147482020"/>
            <ac:spMk id="28" creationId="{EAE9226F-F722-4CEF-AF1A-BC8DF22E007D}"/>
          </ac:spMkLst>
        </pc:spChg>
        <pc:spChg chg="mod">
          <ac:chgData name="김승필(SEUNGPIL KIM)[spkim]/책임/제조DX.제조DX솔루션.셀추적기술팀" userId="407f73c3-021a-44fd-b8e7-f3d9a6efd4ba" providerId="ADAL" clId="{3671F6D2-BB71-45A3-AD38-05E7CDCF0CF4}" dt="2025-11-04T02:07:58.405" v="767"/>
          <ac:spMkLst>
            <pc:docMk/>
            <pc:sldMk cId="1840780179" sldId="2147482020"/>
            <ac:spMk id="31" creationId="{F6C86771-CE48-1F2E-AFEC-DF9FDC4C6857}"/>
          </ac:spMkLst>
        </pc:spChg>
        <pc:spChg chg="mod">
          <ac:chgData name="김승필(SEUNGPIL KIM)[spkim]/책임/제조DX.제조DX솔루션.셀추적기술팀" userId="407f73c3-021a-44fd-b8e7-f3d9a6efd4ba" providerId="ADAL" clId="{3671F6D2-BB71-45A3-AD38-05E7CDCF0CF4}" dt="2025-11-04T02:07:58.405" v="767"/>
          <ac:spMkLst>
            <pc:docMk/>
            <pc:sldMk cId="1840780179" sldId="2147482020"/>
            <ac:spMk id="32" creationId="{C0F97EB4-E072-DBC9-7584-A7D49CA772E7}"/>
          </ac:spMkLst>
        </pc:spChg>
        <pc:spChg chg="mod">
          <ac:chgData name="김승필(SEUNGPIL KIM)[spkim]/책임/제조DX.제조DX솔루션.셀추적기술팀" userId="407f73c3-021a-44fd-b8e7-f3d9a6efd4ba" providerId="ADAL" clId="{3671F6D2-BB71-45A3-AD38-05E7CDCF0CF4}" dt="2025-11-04T02:07:58.405" v="767"/>
          <ac:spMkLst>
            <pc:docMk/>
            <pc:sldMk cId="1840780179" sldId="2147482020"/>
            <ac:spMk id="33" creationId="{DD6C3975-DAFF-F887-91FE-32507BF9F31B}"/>
          </ac:spMkLst>
        </pc:spChg>
        <pc:spChg chg="mod">
          <ac:chgData name="김승필(SEUNGPIL KIM)[spkim]/책임/제조DX.제조DX솔루션.셀추적기술팀" userId="407f73c3-021a-44fd-b8e7-f3d9a6efd4ba" providerId="ADAL" clId="{3671F6D2-BB71-45A3-AD38-05E7CDCF0CF4}" dt="2025-11-04T02:07:58.405" v="767"/>
          <ac:spMkLst>
            <pc:docMk/>
            <pc:sldMk cId="1840780179" sldId="2147482020"/>
            <ac:spMk id="35" creationId="{D4481D99-1B06-73A7-DBAB-2714A63B0656}"/>
          </ac:spMkLst>
        </pc:spChg>
        <pc:spChg chg="mod">
          <ac:chgData name="김승필(SEUNGPIL KIM)[spkim]/책임/제조DX.제조DX솔루션.셀추적기술팀" userId="407f73c3-021a-44fd-b8e7-f3d9a6efd4ba" providerId="ADAL" clId="{3671F6D2-BB71-45A3-AD38-05E7CDCF0CF4}" dt="2025-11-04T02:07:58.405" v="767"/>
          <ac:spMkLst>
            <pc:docMk/>
            <pc:sldMk cId="1840780179" sldId="2147482020"/>
            <ac:spMk id="36" creationId="{722C8115-3984-B7A4-778D-038676330352}"/>
          </ac:spMkLst>
        </pc:spChg>
        <pc:spChg chg="mod">
          <ac:chgData name="김승필(SEUNGPIL KIM)[spkim]/책임/제조DX.제조DX솔루션.셀추적기술팀" userId="407f73c3-021a-44fd-b8e7-f3d9a6efd4ba" providerId="ADAL" clId="{3671F6D2-BB71-45A3-AD38-05E7CDCF0CF4}" dt="2025-11-04T02:07:58.405" v="767"/>
          <ac:spMkLst>
            <pc:docMk/>
            <pc:sldMk cId="1840780179" sldId="2147482020"/>
            <ac:spMk id="37" creationId="{4E3B9B13-5528-D35F-F57D-492292FF9BF5}"/>
          </ac:spMkLst>
        </pc:spChg>
        <pc:spChg chg="add mod">
          <ac:chgData name="김승필(SEUNGPIL KIM)[spkim]/책임/제조DX.제조DX솔루션.셀추적기술팀" userId="407f73c3-021a-44fd-b8e7-f3d9a6efd4ba" providerId="ADAL" clId="{3671F6D2-BB71-45A3-AD38-05E7CDCF0CF4}" dt="2025-11-04T02:11:44.335" v="870" actId="1076"/>
          <ac:spMkLst>
            <pc:docMk/>
            <pc:sldMk cId="1840780179" sldId="2147482020"/>
            <ac:spMk id="38" creationId="{9FF03A9F-6707-F89F-A03D-921A291B0FAA}"/>
          </ac:spMkLst>
        </pc:spChg>
        <pc:spChg chg="mod">
          <ac:chgData name="김승필(SEUNGPIL KIM)[spkim]/책임/제조DX.제조DX솔루션.셀추적기술팀" userId="407f73c3-021a-44fd-b8e7-f3d9a6efd4ba" providerId="ADAL" clId="{3671F6D2-BB71-45A3-AD38-05E7CDCF0CF4}" dt="2025-11-04T02:07:58.405" v="767"/>
          <ac:spMkLst>
            <pc:docMk/>
            <pc:sldMk cId="1840780179" sldId="2147482020"/>
            <ac:spMk id="41" creationId="{8F33ED49-21D2-E89F-F537-E0F322DF36FE}"/>
          </ac:spMkLst>
        </pc:spChg>
        <pc:spChg chg="add mod">
          <ac:chgData name="김승필(SEUNGPIL KIM)[spkim]/책임/제조DX.제조DX솔루션.셀추적기술팀" userId="407f73c3-021a-44fd-b8e7-f3d9a6efd4ba" providerId="ADAL" clId="{3671F6D2-BB71-45A3-AD38-05E7CDCF0CF4}" dt="2025-11-04T02:09:09.187" v="778" actId="164"/>
          <ac:spMkLst>
            <pc:docMk/>
            <pc:sldMk cId="1840780179" sldId="2147482020"/>
            <ac:spMk id="42" creationId="{4ED204E6-7944-F0D9-EB7E-1C0285E47DE9}"/>
          </ac:spMkLst>
        </pc:spChg>
        <pc:spChg chg="add mod">
          <ac:chgData name="김승필(SEUNGPIL KIM)[spkim]/책임/제조DX.제조DX솔루션.셀추적기술팀" userId="407f73c3-021a-44fd-b8e7-f3d9a6efd4ba" providerId="ADAL" clId="{3671F6D2-BB71-45A3-AD38-05E7CDCF0CF4}" dt="2025-11-04T02:09:09.187" v="778" actId="164"/>
          <ac:spMkLst>
            <pc:docMk/>
            <pc:sldMk cId="1840780179" sldId="2147482020"/>
            <ac:spMk id="43" creationId="{C57277B8-234A-1E5A-5BCD-3F0B76279DB8}"/>
          </ac:spMkLst>
        </pc:spChg>
        <pc:spChg chg="add mod">
          <ac:chgData name="김승필(SEUNGPIL KIM)[spkim]/책임/제조DX.제조DX솔루션.셀추적기술팀" userId="407f73c3-021a-44fd-b8e7-f3d9a6efd4ba" providerId="ADAL" clId="{3671F6D2-BB71-45A3-AD38-05E7CDCF0CF4}" dt="2025-11-04T02:09:09.187" v="778" actId="164"/>
          <ac:spMkLst>
            <pc:docMk/>
            <pc:sldMk cId="1840780179" sldId="2147482020"/>
            <ac:spMk id="44" creationId="{DC4011F6-6917-5678-A44E-4C5C8BEE9FA8}"/>
          </ac:spMkLst>
        </pc:spChg>
        <pc:spChg chg="add mod">
          <ac:chgData name="김승필(SEUNGPIL KIM)[spkim]/책임/제조DX.제조DX솔루션.셀추적기술팀" userId="407f73c3-021a-44fd-b8e7-f3d9a6efd4ba" providerId="ADAL" clId="{3671F6D2-BB71-45A3-AD38-05E7CDCF0CF4}" dt="2025-11-04T02:09:09.187" v="778" actId="164"/>
          <ac:spMkLst>
            <pc:docMk/>
            <pc:sldMk cId="1840780179" sldId="2147482020"/>
            <ac:spMk id="45" creationId="{BD58D5C0-368B-E0EB-7880-DF7ECFEBDC10}"/>
          </ac:spMkLst>
        </pc:spChg>
        <pc:spChg chg="add mod">
          <ac:chgData name="김승필(SEUNGPIL KIM)[spkim]/책임/제조DX.제조DX솔루션.셀추적기술팀" userId="407f73c3-021a-44fd-b8e7-f3d9a6efd4ba" providerId="ADAL" clId="{3671F6D2-BB71-45A3-AD38-05E7CDCF0CF4}" dt="2025-11-04T02:31:38.847" v="1489" actId="1038"/>
          <ac:spMkLst>
            <pc:docMk/>
            <pc:sldMk cId="1840780179" sldId="2147482020"/>
            <ac:spMk id="51" creationId="{17AEF8E7-931B-E3D8-4905-C65EFE4EF855}"/>
          </ac:spMkLst>
        </pc:spChg>
        <pc:spChg chg="add mod">
          <ac:chgData name="김승필(SEUNGPIL KIM)[spkim]/책임/제조DX.제조DX솔루션.셀추적기술팀" userId="407f73c3-021a-44fd-b8e7-f3d9a6efd4ba" providerId="ADAL" clId="{3671F6D2-BB71-45A3-AD38-05E7CDCF0CF4}" dt="2025-11-04T02:31:38.847" v="1489" actId="1038"/>
          <ac:spMkLst>
            <pc:docMk/>
            <pc:sldMk cId="1840780179" sldId="2147482020"/>
            <ac:spMk id="53" creationId="{6CF48B84-81A9-0816-7F69-778A3444944C}"/>
          </ac:spMkLst>
        </pc:spChg>
        <pc:spChg chg="add mod">
          <ac:chgData name="김승필(SEUNGPIL KIM)[spkim]/책임/제조DX.제조DX솔루션.셀추적기술팀" userId="407f73c3-021a-44fd-b8e7-f3d9a6efd4ba" providerId="ADAL" clId="{3671F6D2-BB71-45A3-AD38-05E7CDCF0CF4}" dt="2025-11-04T02:31:59.144" v="1491" actId="20577"/>
          <ac:spMkLst>
            <pc:docMk/>
            <pc:sldMk cId="1840780179" sldId="2147482020"/>
            <ac:spMk id="56" creationId="{F2EA9247-5163-43E1-3032-96D41AA1A0BD}"/>
          </ac:spMkLst>
        </pc:spChg>
        <pc:grpChg chg="add mod topLvl">
          <ac:chgData name="김승필(SEUNGPIL KIM)[spkim]/책임/제조DX.제조DX솔루션.셀추적기술팀" userId="407f73c3-021a-44fd-b8e7-f3d9a6efd4ba" providerId="ADAL" clId="{3671F6D2-BB71-45A3-AD38-05E7CDCF0CF4}" dt="2025-11-04T02:09:37.985" v="785" actId="164"/>
          <ac:grpSpMkLst>
            <pc:docMk/>
            <pc:sldMk cId="1840780179" sldId="2147482020"/>
            <ac:grpSpMk id="3" creationId="{3EEAAAAC-5D37-5624-2CC7-CC5CCB2ABA93}"/>
          </ac:grpSpMkLst>
        </pc:grpChg>
        <pc:grpChg chg="add mod topLvl">
          <ac:chgData name="김승필(SEUNGPIL KIM)[spkim]/책임/제조DX.제조DX솔루션.셀추적기술팀" userId="407f73c3-021a-44fd-b8e7-f3d9a6efd4ba" providerId="ADAL" clId="{3671F6D2-BB71-45A3-AD38-05E7CDCF0CF4}" dt="2025-11-04T02:09:37.985" v="785" actId="164"/>
          <ac:grpSpMkLst>
            <pc:docMk/>
            <pc:sldMk cId="1840780179" sldId="2147482020"/>
            <ac:grpSpMk id="7" creationId="{58DA2A19-1A28-918E-15F1-6561B1F35662}"/>
          </ac:grpSpMkLst>
        </pc:grpChg>
        <pc:grpChg chg="add mod topLvl">
          <ac:chgData name="김승필(SEUNGPIL KIM)[spkim]/책임/제조DX.제조DX솔루션.셀추적기술팀" userId="407f73c3-021a-44fd-b8e7-f3d9a6efd4ba" providerId="ADAL" clId="{3671F6D2-BB71-45A3-AD38-05E7CDCF0CF4}" dt="2025-11-04T02:09:37.985" v="785" actId="164"/>
          <ac:grpSpMkLst>
            <pc:docMk/>
            <pc:sldMk cId="1840780179" sldId="2147482020"/>
            <ac:grpSpMk id="17" creationId="{32848852-64E3-B9C8-CCDF-338D13A6462C}"/>
          </ac:grpSpMkLst>
        </pc:grpChg>
        <pc:grpChg chg="add mod topLvl">
          <ac:chgData name="김승필(SEUNGPIL KIM)[spkim]/책임/제조DX.제조DX솔루션.셀추적기술팀" userId="407f73c3-021a-44fd-b8e7-f3d9a6efd4ba" providerId="ADAL" clId="{3671F6D2-BB71-45A3-AD38-05E7CDCF0CF4}" dt="2025-11-04T02:09:37.985" v="785" actId="164"/>
          <ac:grpSpMkLst>
            <pc:docMk/>
            <pc:sldMk cId="1840780179" sldId="2147482020"/>
            <ac:grpSpMk id="21" creationId="{7F097B06-2727-B6C0-6BCF-F75FABE0B818}"/>
          </ac:grpSpMkLst>
        </pc:grpChg>
        <pc:grpChg chg="add mod">
          <ac:chgData name="김승필(SEUNGPIL KIM)[spkim]/책임/제조DX.제조DX솔루션.셀추적기술팀" userId="407f73c3-021a-44fd-b8e7-f3d9a6efd4ba" providerId="ADAL" clId="{3671F6D2-BB71-45A3-AD38-05E7CDCF0CF4}" dt="2025-11-04T02:09:09.187" v="778" actId="164"/>
          <ac:grpSpMkLst>
            <pc:docMk/>
            <pc:sldMk cId="1840780179" sldId="2147482020"/>
            <ac:grpSpMk id="30" creationId="{E468963D-8CB6-A622-E492-3A82F5A77524}"/>
          </ac:grpSpMkLst>
        </pc:grpChg>
        <pc:grpChg chg="add mod">
          <ac:chgData name="김승필(SEUNGPIL KIM)[spkim]/책임/제조DX.제조DX솔루션.셀추적기술팀" userId="407f73c3-021a-44fd-b8e7-f3d9a6efd4ba" providerId="ADAL" clId="{3671F6D2-BB71-45A3-AD38-05E7CDCF0CF4}" dt="2025-11-04T02:09:09.187" v="778" actId="164"/>
          <ac:grpSpMkLst>
            <pc:docMk/>
            <pc:sldMk cId="1840780179" sldId="2147482020"/>
            <ac:grpSpMk id="34" creationId="{6F80B52C-CDE3-77FA-B05B-B310EE6DE5A7}"/>
          </ac:grpSpMkLst>
        </pc:grpChg>
        <pc:grpChg chg="add mod">
          <ac:chgData name="김승필(SEUNGPIL KIM)[spkim]/책임/제조DX.제조DX솔루션.셀추적기술팀" userId="407f73c3-021a-44fd-b8e7-f3d9a6efd4ba" providerId="ADAL" clId="{3671F6D2-BB71-45A3-AD38-05E7CDCF0CF4}" dt="2025-11-04T02:09:09.187" v="778" actId="164"/>
          <ac:grpSpMkLst>
            <pc:docMk/>
            <pc:sldMk cId="1840780179" sldId="2147482020"/>
            <ac:grpSpMk id="39" creationId="{C82A76BF-A5BE-5A41-760F-7B2D2F2777E8}"/>
          </ac:grpSpMkLst>
        </pc:grpChg>
        <pc:grpChg chg="add mod">
          <ac:chgData name="김승필(SEUNGPIL KIM)[spkim]/책임/제조DX.제조DX솔루션.셀추적기술팀" userId="407f73c3-021a-44fd-b8e7-f3d9a6efd4ba" providerId="ADAL" clId="{3671F6D2-BB71-45A3-AD38-05E7CDCF0CF4}" dt="2025-11-04T02:31:38.847" v="1489" actId="1038"/>
          <ac:grpSpMkLst>
            <pc:docMk/>
            <pc:sldMk cId="1840780179" sldId="2147482020"/>
            <ac:grpSpMk id="47" creationId="{1D827156-39B8-9ADA-EAAF-3FD2CEA6A66C}"/>
          </ac:grpSpMkLst>
        </pc:grpChg>
        <pc:grpChg chg="add mod">
          <ac:chgData name="김승필(SEUNGPIL KIM)[spkim]/책임/제조DX.제조DX솔루션.셀추적기술팀" userId="407f73c3-021a-44fd-b8e7-f3d9a6efd4ba" providerId="ADAL" clId="{3671F6D2-BB71-45A3-AD38-05E7CDCF0CF4}" dt="2025-11-04T02:31:38.847" v="1489" actId="1038"/>
          <ac:grpSpMkLst>
            <pc:docMk/>
            <pc:sldMk cId="1840780179" sldId="2147482020"/>
            <ac:grpSpMk id="48" creationId="{C8911A3E-253B-0611-8012-08E5F09519C2}"/>
          </ac:grpSpMkLst>
        </pc:grpChg>
        <pc:graphicFrameChg chg="mod">
          <ac:chgData name="김승필(SEUNGPIL KIM)[spkim]/책임/제조DX.제조DX솔루션.셀추적기술팀" userId="407f73c3-021a-44fd-b8e7-f3d9a6efd4ba" providerId="ADAL" clId="{3671F6D2-BB71-45A3-AD38-05E7CDCF0CF4}" dt="2025-11-04T02:11:29.205" v="865" actId="1076"/>
          <ac:graphicFrameMkLst>
            <pc:docMk/>
            <pc:sldMk cId="1840780179" sldId="2147482020"/>
            <ac:graphicFrameMk id="23" creationId="{5C18F150-F800-4366-B81F-1DDA815C713E}"/>
          </ac:graphicFrameMkLst>
        </pc:graphicFrameChg>
        <pc:graphicFrameChg chg="modGraphic">
          <ac:chgData name="김승필(SEUNGPIL KIM)[spkim]/책임/제조DX.제조DX솔루션.셀추적기술팀" userId="407f73c3-021a-44fd-b8e7-f3d9a6efd4ba" providerId="ADAL" clId="{3671F6D2-BB71-45A3-AD38-05E7CDCF0CF4}" dt="2025-11-04T02:00:30.489" v="150" actId="20577"/>
          <ac:graphicFrameMkLst>
            <pc:docMk/>
            <pc:sldMk cId="1840780179" sldId="2147482020"/>
            <ac:graphicFrameMk id="29" creationId="{A8B0AF73-F7CC-437D-9A7E-175C56D104DC}"/>
          </ac:graphicFrameMkLst>
        </pc:graphicFrameChg>
        <pc:picChg chg="mod">
          <ac:chgData name="김승필(SEUNGPIL KIM)[spkim]/책임/제조DX.제조DX솔루션.셀추적기술팀" userId="407f73c3-021a-44fd-b8e7-f3d9a6efd4ba" providerId="ADAL" clId="{3671F6D2-BB71-45A3-AD38-05E7CDCF0CF4}" dt="2025-11-04T02:09:30.594" v="783" actId="165"/>
          <ac:picMkLst>
            <pc:docMk/>
            <pc:sldMk cId="1840780179" sldId="2147482020"/>
            <ac:picMk id="18" creationId="{B1257E42-A832-3006-840E-0B64AE920E0B}"/>
          </ac:picMkLst>
        </pc:picChg>
        <pc:picChg chg="mod">
          <ac:chgData name="김승필(SEUNGPIL KIM)[spkim]/책임/제조DX.제조DX솔루션.셀추적기술팀" userId="407f73c3-021a-44fd-b8e7-f3d9a6efd4ba" providerId="ADAL" clId="{3671F6D2-BB71-45A3-AD38-05E7CDCF0CF4}" dt="2025-11-04T02:09:30.594" v="783" actId="165"/>
          <ac:picMkLst>
            <pc:docMk/>
            <pc:sldMk cId="1840780179" sldId="2147482020"/>
            <ac:picMk id="26" creationId="{AE27152E-41F5-D7DF-391E-66E1FD745C9A}"/>
          </ac:picMkLst>
        </pc:picChg>
        <pc:picChg chg="mod">
          <ac:chgData name="김승필(SEUNGPIL KIM)[spkim]/책임/제조DX.제조DX솔루션.셀추적기술팀" userId="407f73c3-021a-44fd-b8e7-f3d9a6efd4ba" providerId="ADAL" clId="{3671F6D2-BB71-45A3-AD38-05E7CDCF0CF4}" dt="2025-11-04T02:07:58.405" v="767"/>
          <ac:picMkLst>
            <pc:docMk/>
            <pc:sldMk cId="1840780179" sldId="2147482020"/>
            <ac:picMk id="40" creationId="{FBBAA3A2-68B2-A835-3656-1EF02926659C}"/>
          </ac:picMkLst>
        </pc:picChg>
        <pc:cxnChg chg="add mod">
          <ac:chgData name="김승필(SEUNGPIL KIM)[spkim]/책임/제조DX.제조DX솔루션.셀추적기술팀" userId="407f73c3-021a-44fd-b8e7-f3d9a6efd4ba" providerId="ADAL" clId="{3671F6D2-BB71-45A3-AD38-05E7CDCF0CF4}" dt="2025-11-04T02:31:38.847" v="1489" actId="1038"/>
          <ac:cxnSpMkLst>
            <pc:docMk/>
            <pc:sldMk cId="1840780179" sldId="2147482020"/>
            <ac:cxnSpMk id="52" creationId="{7398641A-00B7-4DD9-EE93-20BC417CFFE8}"/>
          </ac:cxnSpMkLst>
        </pc:cxnChg>
      </pc:sldChg>
    </pc:docChg>
  </pc:docChgLst>
  <pc:docChgLst>
    <pc:chgData name="강주예(JUYE KANG)[juyekang]/사원/제조DX.제조DX솔루션.데이터통합분석팀" userId="95b90ab0-d72b-4b5f-a979-51e7fc1ad660" providerId="ADAL" clId="{565205D2-B2EA-4B7E-A538-7CEF6E89D9FF}"/>
    <pc:docChg chg="undo custSel modSld">
      <pc:chgData name="강주예(JUYE KANG)[juyekang]/사원/제조DX.제조DX솔루션.데이터통합분석팀" userId="95b90ab0-d72b-4b5f-a979-51e7fc1ad660" providerId="ADAL" clId="{565205D2-B2EA-4B7E-A538-7CEF6E89D9FF}" dt="2025-11-05T06:35:59.758" v="731" actId="20577"/>
      <pc:docMkLst>
        <pc:docMk/>
      </pc:docMkLst>
      <pc:sldChg chg="modSp">
        <pc:chgData name="강주예(JUYE KANG)[juyekang]/사원/제조DX.제조DX솔루션.데이터통합분석팀" userId="95b90ab0-d72b-4b5f-a979-51e7fc1ad660" providerId="ADAL" clId="{565205D2-B2EA-4B7E-A538-7CEF6E89D9FF}" dt="2025-11-05T05:26:00.925" v="723" actId="20577"/>
        <pc:sldMkLst>
          <pc:docMk/>
          <pc:sldMk cId="1325916645" sldId="2147481957"/>
        </pc:sldMkLst>
        <pc:spChg chg="mod">
          <ac:chgData name="강주예(JUYE KANG)[juyekang]/사원/제조DX.제조DX솔루션.데이터통합분석팀" userId="95b90ab0-d72b-4b5f-a979-51e7fc1ad660" providerId="ADAL" clId="{565205D2-B2EA-4B7E-A538-7CEF6E89D9FF}" dt="2025-11-04T08:33:34.076" v="6" actId="20577"/>
          <ac:spMkLst>
            <pc:docMk/>
            <pc:sldMk cId="1325916645" sldId="2147481957"/>
            <ac:spMk id="9" creationId="{00000000-0000-0000-0000-000000000000}"/>
          </ac:spMkLst>
        </pc:spChg>
        <pc:graphicFrameChg chg="mod modGraphic">
          <ac:chgData name="강주예(JUYE KANG)[juyekang]/사원/제조DX.제조DX솔루션.데이터통합분석팀" userId="95b90ab0-d72b-4b5f-a979-51e7fc1ad660" providerId="ADAL" clId="{565205D2-B2EA-4B7E-A538-7CEF6E89D9FF}" dt="2025-11-05T05:26:00.925" v="723" actId="20577"/>
          <ac:graphicFrameMkLst>
            <pc:docMk/>
            <pc:sldMk cId="1325916645" sldId="2147481957"/>
            <ac:graphicFrameMk id="19" creationId="{3E86696F-E35A-4B06-9B46-63A4A6A986C1}"/>
          </ac:graphicFrameMkLst>
        </pc:graphicFrameChg>
        <pc:picChg chg="mod">
          <ac:chgData name="강주예(JUYE KANG)[juyekang]/사원/제조DX.제조DX솔루션.데이터통합분석팀" userId="95b90ab0-d72b-4b5f-a979-51e7fc1ad660" providerId="ADAL" clId="{565205D2-B2EA-4B7E-A538-7CEF6E89D9FF}" dt="2025-11-04T08:36:30.438" v="252" actId="1076"/>
          <ac:picMkLst>
            <pc:docMk/>
            <pc:sldMk cId="1325916645" sldId="2147481957"/>
            <ac:picMk id="2" creationId="{286F81FE-39CD-46CA-9961-0C1631B9400E}"/>
          </ac:picMkLst>
        </pc:picChg>
        <pc:picChg chg="mod">
          <ac:chgData name="강주예(JUYE KANG)[juyekang]/사원/제조DX.제조DX솔루션.데이터통합분석팀" userId="95b90ab0-d72b-4b5f-a979-51e7fc1ad660" providerId="ADAL" clId="{565205D2-B2EA-4B7E-A538-7CEF6E89D9FF}" dt="2025-11-04T08:36:37.097" v="280" actId="1035"/>
          <ac:picMkLst>
            <pc:docMk/>
            <pc:sldMk cId="1325916645" sldId="2147481957"/>
            <ac:picMk id="3" creationId="{39B49759-2402-42B5-A218-D73E263A7626}"/>
          </ac:picMkLst>
        </pc:picChg>
        <pc:picChg chg="mod">
          <ac:chgData name="강주예(JUYE KANG)[juyekang]/사원/제조DX.제조DX솔루션.데이터통합분석팀" userId="95b90ab0-d72b-4b5f-a979-51e7fc1ad660" providerId="ADAL" clId="{565205D2-B2EA-4B7E-A538-7CEF6E89D9FF}" dt="2025-11-04T08:36:37.097" v="280" actId="1035"/>
          <ac:picMkLst>
            <pc:docMk/>
            <pc:sldMk cId="1325916645" sldId="2147481957"/>
            <ac:picMk id="4" creationId="{62C833C3-7A0C-4A7F-A861-73F4E3CA9333}"/>
          </ac:picMkLst>
        </pc:picChg>
      </pc:sldChg>
      <pc:sldChg chg="addSp modSp">
        <pc:chgData name="강주예(JUYE KANG)[juyekang]/사원/제조DX.제조DX솔루션.데이터통합분석팀" userId="95b90ab0-d72b-4b5f-a979-51e7fc1ad660" providerId="ADAL" clId="{565205D2-B2EA-4B7E-A538-7CEF6E89D9FF}" dt="2025-11-05T06:34:58.127" v="730" actId="207"/>
        <pc:sldMkLst>
          <pc:docMk/>
          <pc:sldMk cId="622379998" sldId="2147482147"/>
        </pc:sldMkLst>
        <pc:graphicFrameChg chg="modGraphic">
          <ac:chgData name="강주예(JUYE KANG)[juyekang]/사원/제조DX.제조DX솔루션.데이터통합분석팀" userId="95b90ab0-d72b-4b5f-a979-51e7fc1ad660" providerId="ADAL" clId="{565205D2-B2EA-4B7E-A538-7CEF6E89D9FF}" dt="2025-11-05T06:34:54.346" v="729" actId="207"/>
          <ac:graphicFrameMkLst>
            <pc:docMk/>
            <pc:sldMk cId="622379998" sldId="2147482147"/>
            <ac:graphicFrameMk id="4" creationId="{0472E171-D1D3-400C-B416-93D7B68E3795}"/>
          </ac:graphicFrameMkLst>
        </pc:graphicFrameChg>
        <pc:graphicFrameChg chg="modGraphic">
          <ac:chgData name="강주예(JUYE KANG)[juyekang]/사원/제조DX.제조DX솔루션.데이터통합분석팀" userId="95b90ab0-d72b-4b5f-a979-51e7fc1ad660" providerId="ADAL" clId="{565205D2-B2EA-4B7E-A538-7CEF6E89D9FF}" dt="2025-11-05T06:34:58.127" v="730" actId="207"/>
          <ac:graphicFrameMkLst>
            <pc:docMk/>
            <pc:sldMk cId="622379998" sldId="2147482147"/>
            <ac:graphicFrameMk id="14" creationId="{C3470D81-2A51-44B3-A6BB-CD8CA0F3C09D}"/>
          </ac:graphicFrameMkLst>
        </pc:graphicFrameChg>
        <pc:graphicFrameChg chg="modGraphic">
          <ac:chgData name="강주예(JUYE KANG)[juyekang]/사원/제조DX.제조DX솔루션.데이터통합분석팀" userId="95b90ab0-d72b-4b5f-a979-51e7fc1ad660" providerId="ADAL" clId="{565205D2-B2EA-4B7E-A538-7CEF6E89D9FF}" dt="2025-11-05T06:34:51.268" v="728" actId="207"/>
          <ac:graphicFrameMkLst>
            <pc:docMk/>
            <pc:sldMk cId="622379998" sldId="2147482147"/>
            <ac:graphicFrameMk id="17" creationId="{13E32185-611D-4FB9-A8E7-E49F2D59E1E0}"/>
          </ac:graphicFrameMkLst>
        </pc:graphicFrameChg>
      </pc:sldChg>
    </pc:docChg>
  </pc:docChgLst>
  <pc:docChgLst>
    <pc:chgData name="박재완(parkjaewan)[jaewan25]/사원/제조지능화.데이터솔루션.전극롤맵기술팀" userId="f6b571f3-609a-4560-9b16-be759616b682" providerId="ADAL" clId="{4CABAEAC-C83B-4D7C-A118-3D46AF616021}"/>
    <pc:docChg chg="custSel modSld">
      <pc:chgData name="박재완(parkjaewan)[jaewan25]/사원/제조지능화.데이터솔루션.전극롤맵기술팀" userId="f6b571f3-609a-4560-9b16-be759616b682" providerId="ADAL" clId="{4CABAEAC-C83B-4D7C-A118-3D46AF616021}" dt="2025-10-22T07:19:24.361" v="845" actId="1076"/>
      <pc:docMkLst>
        <pc:docMk/>
      </pc:docMkLst>
      <pc:sldChg chg="modSp">
        <pc:chgData name="박재완(parkjaewan)[jaewan25]/사원/제조지능화.데이터솔루션.전극롤맵기술팀" userId="f6b571f3-609a-4560-9b16-be759616b682" providerId="ADAL" clId="{4CABAEAC-C83B-4D7C-A118-3D46AF616021}" dt="2025-10-22T01:24:00.538" v="384" actId="207"/>
        <pc:sldMkLst>
          <pc:docMk/>
          <pc:sldMk cId="1357868518" sldId="2147481919"/>
        </pc:sldMkLst>
        <pc:spChg chg="mod">
          <ac:chgData name="박재완(parkjaewan)[jaewan25]/사원/제조지능화.데이터솔루션.전극롤맵기술팀" userId="f6b571f3-609a-4560-9b16-be759616b682" providerId="ADAL" clId="{4CABAEAC-C83B-4D7C-A118-3D46AF616021}" dt="2025-10-22T00:47:12.466" v="8" actId="20577"/>
          <ac:spMkLst>
            <pc:docMk/>
            <pc:sldMk cId="1357868518" sldId="2147481919"/>
            <ac:spMk id="18" creationId="{72943F47-EAEA-4391-A2BC-C7C33A8E8CFD}"/>
          </ac:spMkLst>
        </pc:spChg>
        <pc:graphicFrameChg chg="mod modGraphic">
          <ac:chgData name="박재완(parkjaewan)[jaewan25]/사원/제조지능화.데이터솔루션.전극롤맵기술팀" userId="f6b571f3-609a-4560-9b16-be759616b682" providerId="ADAL" clId="{4CABAEAC-C83B-4D7C-A118-3D46AF616021}" dt="2025-10-22T01:24:00.538" v="384" actId="207"/>
          <ac:graphicFrameMkLst>
            <pc:docMk/>
            <pc:sldMk cId="1357868518" sldId="2147481919"/>
            <ac:graphicFrameMk id="3" creationId="{3E86696F-E35A-4B06-9B46-63A4A6A986C1}"/>
          </ac:graphicFrameMkLst>
        </pc:graphicFrameChg>
        <pc:picChg chg="mod">
          <ac:chgData name="박재완(parkjaewan)[jaewan25]/사원/제조지능화.데이터솔루션.전극롤맵기술팀" userId="f6b571f3-609a-4560-9b16-be759616b682" providerId="ADAL" clId="{4CABAEAC-C83B-4D7C-A118-3D46AF616021}" dt="2025-10-22T00:47:00.951" v="2" actId="14100"/>
          <ac:picMkLst>
            <pc:docMk/>
            <pc:sldMk cId="1357868518" sldId="2147481919"/>
            <ac:picMk id="2" creationId="{E1CB1BDC-A8BF-43F2-9648-099C11A7595C}"/>
          </ac:picMkLst>
        </pc:picChg>
      </pc:sldChg>
    </pc:docChg>
  </pc:docChgLst>
  <pc:docChgLst>
    <pc:chgData name="김석중(SEOKJUNG KIM)[ksj_0420]/사원/제조DX.제조DX솔루션.롤맵기술팀" userId="4e10f057-622c-4bad-88ca-d96f01a66173" providerId="ADAL" clId="{775C05C5-357A-4B1B-B9BE-8187396C34D8}"/>
    <pc:docChg chg="undo custSel modSld">
      <pc:chgData name="김석중(SEOKJUNG KIM)[ksj_0420]/사원/제조DX.제조DX솔루션.롤맵기술팀" userId="4e10f057-622c-4bad-88ca-d96f01a66173" providerId="ADAL" clId="{775C05C5-357A-4B1B-B9BE-8187396C34D8}" dt="2025-10-29T08:00:56.040" v="2312" actId="207"/>
      <pc:docMkLst>
        <pc:docMk/>
      </pc:docMkLst>
      <pc:sldChg chg="modSp">
        <pc:chgData name="김석중(SEOKJUNG KIM)[ksj_0420]/사원/제조DX.제조DX솔루션.롤맵기술팀" userId="4e10f057-622c-4bad-88ca-d96f01a66173" providerId="ADAL" clId="{775C05C5-357A-4B1B-B9BE-8187396C34D8}" dt="2025-10-29T06:28:41.917" v="515" actId="207"/>
        <pc:sldMkLst>
          <pc:docMk/>
          <pc:sldMk cId="31248691" sldId="2147481916"/>
        </pc:sldMkLst>
        <pc:spChg chg="mod">
          <ac:chgData name="김석중(SEOKJUNG KIM)[ksj_0420]/사원/제조DX.제조DX솔루션.롤맵기술팀" userId="4e10f057-622c-4bad-88ca-d96f01a66173" providerId="ADAL" clId="{775C05C5-357A-4B1B-B9BE-8187396C34D8}" dt="2025-10-29T06:24:25.613" v="3" actId="20577"/>
          <ac:spMkLst>
            <pc:docMk/>
            <pc:sldMk cId="31248691" sldId="2147481916"/>
            <ac:spMk id="18" creationId="{72943F47-EAEA-4391-A2BC-C7C33A8E8CFD}"/>
          </ac:spMkLst>
        </pc:spChg>
        <pc:graphicFrameChg chg="mod modGraphic">
          <ac:chgData name="김석중(SEOKJUNG KIM)[ksj_0420]/사원/제조DX.제조DX솔루션.롤맵기술팀" userId="4e10f057-622c-4bad-88ca-d96f01a66173" providerId="ADAL" clId="{775C05C5-357A-4B1B-B9BE-8187396C34D8}" dt="2025-10-29T06:28:41.917" v="515" actId="207"/>
          <ac:graphicFrameMkLst>
            <pc:docMk/>
            <pc:sldMk cId="31248691" sldId="2147481916"/>
            <ac:graphicFrameMk id="3" creationId="{3E86696F-E35A-4B06-9B46-63A4A6A986C1}"/>
          </ac:graphicFrameMkLst>
        </pc:graphicFrameChg>
      </pc:sldChg>
      <pc:sldChg chg="modSp">
        <pc:chgData name="김석중(SEOKJUNG KIM)[ksj_0420]/사원/제조DX.제조DX솔루션.롤맵기술팀" userId="4e10f057-622c-4bad-88ca-d96f01a66173" providerId="ADAL" clId="{775C05C5-357A-4B1B-B9BE-8187396C34D8}" dt="2025-10-29T07:19:48.242" v="1333" actId="20577"/>
        <pc:sldMkLst>
          <pc:docMk/>
          <pc:sldMk cId="2827412370" sldId="2147481939"/>
        </pc:sldMkLst>
        <pc:spChg chg="mod">
          <ac:chgData name="김석중(SEOKJUNG KIM)[ksj_0420]/사원/제조DX.제조DX솔루션.롤맵기술팀" userId="4e10f057-622c-4bad-88ca-d96f01a66173" providerId="ADAL" clId="{775C05C5-357A-4B1B-B9BE-8187396C34D8}" dt="2025-10-29T06:28:55.057" v="517" actId="20577"/>
          <ac:spMkLst>
            <pc:docMk/>
            <pc:sldMk cId="2827412370" sldId="2147481939"/>
            <ac:spMk id="18" creationId="{72943F47-EAEA-4391-A2BC-C7C33A8E8CFD}"/>
          </ac:spMkLst>
        </pc:spChg>
        <pc:graphicFrameChg chg="mod modGraphic">
          <ac:chgData name="김석중(SEOKJUNG KIM)[ksj_0420]/사원/제조DX.제조DX솔루션.롤맵기술팀" userId="4e10f057-622c-4bad-88ca-d96f01a66173" providerId="ADAL" clId="{775C05C5-357A-4B1B-B9BE-8187396C34D8}" dt="2025-10-29T07:19:48.242" v="1333" actId="20577"/>
          <ac:graphicFrameMkLst>
            <pc:docMk/>
            <pc:sldMk cId="2827412370" sldId="2147481939"/>
            <ac:graphicFrameMk id="3" creationId="{3E86696F-E35A-4B06-9B46-63A4A6A986C1}"/>
          </ac:graphicFrameMkLst>
        </pc:graphicFrameChg>
      </pc:sldChg>
      <pc:sldChg chg="modSp">
        <pc:chgData name="김석중(SEOKJUNG KIM)[ksj_0420]/사원/제조DX.제조DX솔루션.롤맵기술팀" userId="4e10f057-622c-4bad-88ca-d96f01a66173" providerId="ADAL" clId="{775C05C5-357A-4B1B-B9BE-8187396C34D8}" dt="2025-10-29T06:27:28.266" v="337" actId="20577"/>
        <pc:sldMkLst>
          <pc:docMk/>
          <pc:sldMk cId="120050373" sldId="2147481971"/>
        </pc:sldMkLst>
        <pc:spChg chg="mod">
          <ac:chgData name="김석중(SEOKJUNG KIM)[ksj_0420]/사원/제조DX.제조DX솔루션.롤맵기술팀" userId="4e10f057-622c-4bad-88ca-d96f01a66173" providerId="ADAL" clId="{775C05C5-357A-4B1B-B9BE-8187396C34D8}" dt="2025-10-29T06:27:28.266" v="337" actId="20577"/>
          <ac:spMkLst>
            <pc:docMk/>
            <pc:sldMk cId="120050373" sldId="2147481971"/>
            <ac:spMk id="18" creationId="{72943F47-EAEA-4391-A2BC-C7C33A8E8CFD}"/>
          </ac:spMkLst>
        </pc:spChg>
      </pc:sldChg>
      <pc:sldChg chg="addSp delSp modSp">
        <pc:chgData name="김석중(SEOKJUNG KIM)[ksj_0420]/사원/제조DX.제조DX솔루션.롤맵기술팀" userId="4e10f057-622c-4bad-88ca-d96f01a66173" providerId="ADAL" clId="{775C05C5-357A-4B1B-B9BE-8187396C34D8}" dt="2025-10-29T07:52:03.811" v="1413" actId="478"/>
        <pc:sldMkLst>
          <pc:docMk/>
          <pc:sldMk cId="4216273303" sldId="2147482152"/>
        </pc:sldMkLst>
      </pc:sldChg>
      <pc:sldChg chg="addSp delSp modSp">
        <pc:chgData name="김석중(SEOKJUNG KIM)[ksj_0420]/사원/제조DX.제조DX솔루션.롤맵기술팀" userId="4e10f057-622c-4bad-88ca-d96f01a66173" providerId="ADAL" clId="{775C05C5-357A-4B1B-B9BE-8187396C34D8}" dt="2025-10-29T08:00:56.040" v="2312" actId="207"/>
        <pc:sldMkLst>
          <pc:docMk/>
          <pc:sldMk cId="719476191" sldId="2147482153"/>
        </pc:sldMkLst>
        <pc:graphicFrameChg chg="mod modGraphic">
          <ac:chgData name="김석중(SEOKJUNG KIM)[ksj_0420]/사원/제조DX.제조DX솔루션.롤맵기술팀" userId="4e10f057-622c-4bad-88ca-d96f01a66173" providerId="ADAL" clId="{775C05C5-357A-4B1B-B9BE-8187396C34D8}" dt="2025-10-29T08:00:56.040" v="2312" actId="207"/>
          <ac:graphicFrameMkLst>
            <pc:docMk/>
            <pc:sldMk cId="719476191" sldId="2147482153"/>
            <ac:graphicFrameMk id="30" creationId="{FD723AF4-8C6A-45D2-91AF-E831F6E1C5CD}"/>
          </ac:graphicFrameMkLst>
        </pc:graphicFrameChg>
        <pc:picChg chg="add mod">
          <ac:chgData name="김석중(SEOKJUNG KIM)[ksj_0420]/사원/제조DX.제조DX솔루션.롤맵기술팀" userId="4e10f057-622c-4bad-88ca-d96f01a66173" providerId="ADAL" clId="{775C05C5-357A-4B1B-B9BE-8187396C34D8}" dt="2025-10-29T08:00:11.712" v="2091" actId="14100"/>
          <ac:picMkLst>
            <pc:docMk/>
            <pc:sldMk cId="719476191" sldId="2147482153"/>
            <ac:picMk id="3" creationId="{3D757F6F-0513-47BE-AE51-D4607282A4C1}"/>
          </ac:picMkLst>
        </pc:picChg>
      </pc:sldChg>
      <pc:sldChg chg="addSp delSp modSp">
        <pc:chgData name="김석중(SEOKJUNG KIM)[ksj_0420]/사원/제조DX.제조DX솔루션.롤맵기술팀" userId="4e10f057-622c-4bad-88ca-d96f01a66173" providerId="ADAL" clId="{775C05C5-357A-4B1B-B9BE-8187396C34D8}" dt="2025-10-29T07:50:14.190" v="1378" actId="167"/>
        <pc:sldMkLst>
          <pc:docMk/>
          <pc:sldMk cId="1357361098" sldId="2147482154"/>
        </pc:sldMkLst>
      </pc:sldChg>
      <pc:sldChg chg="addSp delSp modSp">
        <pc:chgData name="김석중(SEOKJUNG KIM)[ksj_0420]/사원/제조DX.제조DX솔루션.롤맵기술팀" userId="4e10f057-622c-4bad-88ca-d96f01a66173" providerId="ADAL" clId="{775C05C5-357A-4B1B-B9BE-8187396C34D8}" dt="2025-10-29T07:50:19.430" v="1381" actId="167"/>
        <pc:sldMkLst>
          <pc:docMk/>
          <pc:sldMk cId="2756542074" sldId="2147482155"/>
        </pc:sldMkLst>
      </pc:sldChg>
      <pc:sldChg chg="addSp delSp modSp">
        <pc:chgData name="김석중(SEOKJUNG KIM)[ksj_0420]/사원/제조DX.제조DX솔루션.롤맵기술팀" userId="4e10f057-622c-4bad-88ca-d96f01a66173" providerId="ADAL" clId="{775C05C5-357A-4B1B-B9BE-8187396C34D8}" dt="2025-10-29T07:50:24.480" v="1384" actId="167"/>
        <pc:sldMkLst>
          <pc:docMk/>
          <pc:sldMk cId="1685760430" sldId="2147482156"/>
        </pc:sldMkLst>
      </pc:sldChg>
      <pc:sldChg chg="addSp delSp modSp">
        <pc:chgData name="김석중(SEOKJUNG KIM)[ksj_0420]/사원/제조DX.제조DX솔루션.롤맵기술팀" userId="4e10f057-622c-4bad-88ca-d96f01a66173" providerId="ADAL" clId="{775C05C5-357A-4B1B-B9BE-8187396C34D8}" dt="2025-10-29T07:50:29.631" v="1387" actId="167"/>
        <pc:sldMkLst>
          <pc:docMk/>
          <pc:sldMk cId="1270712381" sldId="2147482157"/>
        </pc:sldMkLst>
      </pc:sldChg>
      <pc:sldChg chg="addSp delSp modSp">
        <pc:chgData name="김석중(SEOKJUNG KIM)[ksj_0420]/사원/제조DX.제조DX솔루션.롤맵기술팀" userId="4e10f057-622c-4bad-88ca-d96f01a66173" providerId="ADAL" clId="{775C05C5-357A-4B1B-B9BE-8187396C34D8}" dt="2025-10-29T07:50:36.241" v="1390" actId="167"/>
        <pc:sldMkLst>
          <pc:docMk/>
          <pc:sldMk cId="3468524003" sldId="2147482158"/>
        </pc:sldMkLst>
      </pc:sldChg>
      <pc:sldChg chg="addSp delSp modSp">
        <pc:chgData name="김석중(SEOKJUNG KIM)[ksj_0420]/사원/제조DX.제조DX솔루션.롤맵기술팀" userId="4e10f057-622c-4bad-88ca-d96f01a66173" providerId="ADAL" clId="{775C05C5-357A-4B1B-B9BE-8187396C34D8}" dt="2025-10-29T07:50:41.001" v="1393" actId="167"/>
        <pc:sldMkLst>
          <pc:docMk/>
          <pc:sldMk cId="3982393149" sldId="2147482159"/>
        </pc:sldMkLst>
      </pc:sldChg>
      <pc:sldChg chg="addSp delSp modSp">
        <pc:chgData name="김석중(SEOKJUNG KIM)[ksj_0420]/사원/제조DX.제조DX솔루션.롤맵기술팀" userId="4e10f057-622c-4bad-88ca-d96f01a66173" providerId="ADAL" clId="{775C05C5-357A-4B1B-B9BE-8187396C34D8}" dt="2025-10-29T07:50:46.041" v="1396" actId="167"/>
        <pc:sldMkLst>
          <pc:docMk/>
          <pc:sldMk cId="4127400384" sldId="2147482160"/>
        </pc:sldMkLst>
      </pc:sldChg>
    </pc:docChg>
  </pc:docChgLst>
  <pc:docChgLst>
    <pc:chgData name="김지원(JIWON KIM)[jiwonkim]/사원/제조DX.제조DX솔루션.롤맵기술팀" userId="943d6483-24ce-443d-b7b2-0672c51f7cc5" providerId="ADAL" clId="{ABC9AF97-602D-4A00-B711-84FB2314D611}"/>
    <pc:docChg chg="undo custSel modSld">
      <pc:chgData name="김지원(JIWON KIM)[jiwonkim]/사원/제조DX.제조DX솔루션.롤맵기술팀" userId="943d6483-24ce-443d-b7b2-0672c51f7cc5" providerId="ADAL" clId="{ABC9AF97-602D-4A00-B711-84FB2314D611}" dt="2025-12-03T05:12:21.005" v="634" actId="207"/>
      <pc:docMkLst>
        <pc:docMk/>
      </pc:docMkLst>
      <pc:sldChg chg="modSp mod">
        <pc:chgData name="김지원(JIWON KIM)[jiwonkim]/사원/제조DX.제조DX솔루션.롤맵기술팀" userId="943d6483-24ce-443d-b7b2-0672c51f7cc5" providerId="ADAL" clId="{ABC9AF97-602D-4A00-B711-84FB2314D611}" dt="2025-12-03T05:08:42.989" v="35" actId="20577"/>
        <pc:sldMkLst>
          <pc:docMk/>
          <pc:sldMk cId="3218446010" sldId="2147481940"/>
        </pc:sldMkLst>
        <pc:spChg chg="mod">
          <ac:chgData name="김지원(JIWON KIM)[jiwonkim]/사원/제조DX.제조DX솔루션.롤맵기술팀" userId="943d6483-24ce-443d-b7b2-0672c51f7cc5" providerId="ADAL" clId="{ABC9AF97-602D-4A00-B711-84FB2314D611}" dt="2025-12-03T05:04:37.850" v="5" actId="20577"/>
          <ac:spMkLst>
            <pc:docMk/>
            <pc:sldMk cId="3218446010" sldId="2147481940"/>
            <ac:spMk id="27" creationId="{5AA3DAD0-268A-41C0-9009-DCF8DDB56C9A}"/>
          </ac:spMkLst>
        </pc:spChg>
        <pc:spChg chg="mod">
          <ac:chgData name="김지원(JIWON KIM)[jiwonkim]/사원/제조DX.제조DX솔루션.롤맵기술팀" userId="943d6483-24ce-443d-b7b2-0672c51f7cc5" providerId="ADAL" clId="{ABC9AF97-602D-4A00-B711-84FB2314D611}" dt="2025-12-03T05:08:42.989" v="35" actId="20577"/>
          <ac:spMkLst>
            <pc:docMk/>
            <pc:sldMk cId="3218446010" sldId="2147481940"/>
            <ac:spMk id="28" creationId="{823C6CAA-FC35-4FA6-AFC6-BC3AADE3FFD5}"/>
          </ac:spMkLst>
        </pc:spChg>
        <pc:graphicFrameChg chg="modGraphic">
          <ac:chgData name="김지원(JIWON KIM)[jiwonkim]/사원/제조DX.제조DX솔루션.롤맵기술팀" userId="943d6483-24ce-443d-b7b2-0672c51f7cc5" providerId="ADAL" clId="{ABC9AF97-602D-4A00-B711-84FB2314D611}" dt="2025-12-03T05:08:36.998" v="33" actId="207"/>
          <ac:graphicFrameMkLst>
            <pc:docMk/>
            <pc:sldMk cId="3218446010" sldId="2147481940"/>
            <ac:graphicFrameMk id="18" creationId="{BAF0B2EF-E0A9-4EBE-8B41-8BAD7EC3E9EB}"/>
          </ac:graphicFrameMkLst>
        </pc:graphicFrameChg>
      </pc:sldChg>
      <pc:sldChg chg="addSp delSp modSp mod">
        <pc:chgData name="김지원(JIWON KIM)[jiwonkim]/사원/제조DX.제조DX솔루션.롤맵기술팀" userId="943d6483-24ce-443d-b7b2-0672c51f7cc5" providerId="ADAL" clId="{ABC9AF97-602D-4A00-B711-84FB2314D611}" dt="2025-12-03T05:09:09.024" v="37"/>
        <pc:sldMkLst>
          <pc:docMk/>
          <pc:sldMk cId="4216273303" sldId="2147482152"/>
        </pc:sldMkLst>
        <pc:spChg chg="add mod">
          <ac:chgData name="김지원(JIWON KIM)[jiwonkim]/사원/제조DX.제조DX솔루션.롤맵기술팀" userId="943d6483-24ce-443d-b7b2-0672c51f7cc5" providerId="ADAL" clId="{ABC9AF97-602D-4A00-B711-84FB2314D611}" dt="2025-12-03T05:09:09.024" v="37"/>
          <ac:spMkLst>
            <pc:docMk/>
            <pc:sldMk cId="4216273303" sldId="2147482152"/>
            <ac:spMk id="4" creationId="{0325A93F-F0A8-5C95-B71B-481F4948BCC7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09.024" v="37"/>
          <ac:spMkLst>
            <pc:docMk/>
            <pc:sldMk cId="4216273303" sldId="2147482152"/>
            <ac:spMk id="5" creationId="{AB01AFD3-FDC7-D9E7-499C-68F708F1D421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09.024" v="37"/>
          <ac:spMkLst>
            <pc:docMk/>
            <pc:sldMk cId="4216273303" sldId="2147482152"/>
            <ac:spMk id="6" creationId="{35440443-2213-3412-4C3A-C94FB0FA6259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09.024" v="37"/>
          <ac:spMkLst>
            <pc:docMk/>
            <pc:sldMk cId="4216273303" sldId="2147482152"/>
            <ac:spMk id="7" creationId="{FAC91603-C45F-427E-4E23-768C34AE0C11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09.024" v="37"/>
          <ac:spMkLst>
            <pc:docMk/>
            <pc:sldMk cId="4216273303" sldId="2147482152"/>
            <ac:spMk id="8" creationId="{999EEAA8-3AEF-0A0C-1AD6-F0568E03AF2C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09.024" v="37"/>
          <ac:spMkLst>
            <pc:docMk/>
            <pc:sldMk cId="4216273303" sldId="2147482152"/>
            <ac:spMk id="9" creationId="{F616C809-1572-D491-31C1-EBBF149A1F52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09.024" v="37"/>
          <ac:spMkLst>
            <pc:docMk/>
            <pc:sldMk cId="4216273303" sldId="2147482152"/>
            <ac:spMk id="10" creationId="{87110BE8-0F1B-DC7A-AE62-91B92B929A78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09.024" v="37"/>
          <ac:spMkLst>
            <pc:docMk/>
            <pc:sldMk cId="4216273303" sldId="2147482152"/>
            <ac:spMk id="11" creationId="{824C0955-C3AF-B3D8-4D03-12AECE03C8EF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09.024" v="37"/>
          <ac:spMkLst>
            <pc:docMk/>
            <pc:sldMk cId="4216273303" sldId="2147482152"/>
            <ac:spMk id="12" creationId="{E42F77F8-7C07-071F-9177-B0EB131E83B6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09.024" v="37"/>
          <ac:spMkLst>
            <pc:docMk/>
            <pc:sldMk cId="4216273303" sldId="2147482152"/>
            <ac:spMk id="13" creationId="{5A48BD5B-50A4-3EFA-BBE5-6D5D5B8957B5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09.024" v="37"/>
          <ac:spMkLst>
            <pc:docMk/>
            <pc:sldMk cId="4216273303" sldId="2147482152"/>
            <ac:spMk id="14" creationId="{59A0A5C0-0348-5F62-0886-65B4266C221C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09.024" v="37"/>
          <ac:spMkLst>
            <pc:docMk/>
            <pc:sldMk cId="4216273303" sldId="2147482152"/>
            <ac:spMk id="15" creationId="{93311E92-1C62-E188-4206-0B75A332E4F1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08.771" v="36" actId="478"/>
          <ac:spMkLst>
            <pc:docMk/>
            <pc:sldMk cId="4216273303" sldId="2147482152"/>
            <ac:spMk id="79" creationId="{51875FB4-C5B0-4172-978C-2107D7C9BE5F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08.771" v="36" actId="478"/>
          <ac:spMkLst>
            <pc:docMk/>
            <pc:sldMk cId="4216273303" sldId="2147482152"/>
            <ac:spMk id="80" creationId="{C472D429-5508-4644-ADE1-0DB905696701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08.771" v="36" actId="478"/>
          <ac:spMkLst>
            <pc:docMk/>
            <pc:sldMk cId="4216273303" sldId="2147482152"/>
            <ac:spMk id="81" creationId="{DCC51D20-0AF3-4A1A-AA8D-251881F027AB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08.771" v="36" actId="478"/>
          <ac:spMkLst>
            <pc:docMk/>
            <pc:sldMk cId="4216273303" sldId="2147482152"/>
            <ac:spMk id="82" creationId="{A12EEE4F-1353-4807-A9AE-C2135BA00746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08.771" v="36" actId="478"/>
          <ac:spMkLst>
            <pc:docMk/>
            <pc:sldMk cId="4216273303" sldId="2147482152"/>
            <ac:spMk id="83" creationId="{10AB6324-0AC7-49E0-A527-D177AC8763DB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08.771" v="36" actId="478"/>
          <ac:spMkLst>
            <pc:docMk/>
            <pc:sldMk cId="4216273303" sldId="2147482152"/>
            <ac:spMk id="84" creationId="{76F3E6FC-D988-40DE-9CCC-C587AB58AF81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08.771" v="36" actId="478"/>
          <ac:spMkLst>
            <pc:docMk/>
            <pc:sldMk cId="4216273303" sldId="2147482152"/>
            <ac:spMk id="85" creationId="{FB45917E-EC84-4EEB-8544-F5395637558B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08.771" v="36" actId="478"/>
          <ac:spMkLst>
            <pc:docMk/>
            <pc:sldMk cId="4216273303" sldId="2147482152"/>
            <ac:spMk id="86" creationId="{97755B85-5D80-44C0-92A1-F683B729412D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08.771" v="36" actId="478"/>
          <ac:spMkLst>
            <pc:docMk/>
            <pc:sldMk cId="4216273303" sldId="2147482152"/>
            <ac:spMk id="87" creationId="{69CA5950-4091-4EA1-923D-9929D5E777A1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08.771" v="36" actId="478"/>
          <ac:spMkLst>
            <pc:docMk/>
            <pc:sldMk cId="4216273303" sldId="2147482152"/>
            <ac:spMk id="88" creationId="{260594A7-D5DD-44A2-B6C2-3926DA19F820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08.771" v="36" actId="478"/>
          <ac:spMkLst>
            <pc:docMk/>
            <pc:sldMk cId="4216273303" sldId="2147482152"/>
            <ac:spMk id="89" creationId="{2785ADC6-4D3D-4041-BCB1-414B557389D5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08.771" v="36" actId="478"/>
          <ac:spMkLst>
            <pc:docMk/>
            <pc:sldMk cId="4216273303" sldId="2147482152"/>
            <ac:spMk id="90" creationId="{EA338418-2E3D-4A02-99E6-817A6D69FC67}"/>
          </ac:spMkLst>
        </pc:spChg>
        <pc:graphicFrameChg chg="add mod">
          <ac:chgData name="김지원(JIWON KIM)[jiwonkim]/사원/제조DX.제조DX솔루션.롤맵기술팀" userId="943d6483-24ce-443d-b7b2-0672c51f7cc5" providerId="ADAL" clId="{ABC9AF97-602D-4A00-B711-84FB2314D611}" dt="2025-12-03T05:09:09.024" v="37"/>
          <ac:graphicFrameMkLst>
            <pc:docMk/>
            <pc:sldMk cId="4216273303" sldId="2147482152"/>
            <ac:graphicFrameMk id="3" creationId="{55A2EC88-F3B0-A002-DFA9-90619547E8B9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ABC9AF97-602D-4A00-B711-84FB2314D611}" dt="2025-12-03T05:09:08.771" v="36" actId="478"/>
          <ac:graphicFrameMkLst>
            <pc:docMk/>
            <pc:sldMk cId="4216273303" sldId="2147482152"/>
            <ac:graphicFrameMk id="18" creationId="{A8CDB509-74DB-4A60-B71A-EA70783713FE}"/>
          </ac:graphicFrameMkLst>
        </pc:graphicFrameChg>
      </pc:sldChg>
      <pc:sldChg chg="addSp delSp modSp mod">
        <pc:chgData name="김지원(JIWON KIM)[jiwonkim]/사원/제조DX.제조DX솔루션.롤맵기술팀" userId="943d6483-24ce-443d-b7b2-0672c51f7cc5" providerId="ADAL" clId="{ABC9AF97-602D-4A00-B711-84FB2314D611}" dt="2025-12-03T05:09:12.727" v="39"/>
        <pc:sldMkLst>
          <pc:docMk/>
          <pc:sldMk cId="719476191" sldId="2147482153"/>
        </pc:sldMkLst>
        <pc:spChg chg="add mod">
          <ac:chgData name="김지원(JIWON KIM)[jiwonkim]/사원/제조DX.제조DX솔루션.롤맵기술팀" userId="943d6483-24ce-443d-b7b2-0672c51f7cc5" providerId="ADAL" clId="{ABC9AF97-602D-4A00-B711-84FB2314D611}" dt="2025-12-03T05:09:12.727" v="39"/>
          <ac:spMkLst>
            <pc:docMk/>
            <pc:sldMk cId="719476191" sldId="2147482153"/>
            <ac:spMk id="4" creationId="{70AF53DB-A854-77B4-9C0D-9573373F81F4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2.727" v="39"/>
          <ac:spMkLst>
            <pc:docMk/>
            <pc:sldMk cId="719476191" sldId="2147482153"/>
            <ac:spMk id="5" creationId="{979DA5AF-74E0-2E82-48C9-23E6D070970C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2.727" v="39"/>
          <ac:spMkLst>
            <pc:docMk/>
            <pc:sldMk cId="719476191" sldId="2147482153"/>
            <ac:spMk id="6" creationId="{EBD5AC13-41C5-50FD-624F-33FC953AEC39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2.727" v="39"/>
          <ac:spMkLst>
            <pc:docMk/>
            <pc:sldMk cId="719476191" sldId="2147482153"/>
            <ac:spMk id="7" creationId="{B9402439-0AAD-0F17-FC9E-C5A4A427AA1C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2.727" v="39"/>
          <ac:spMkLst>
            <pc:docMk/>
            <pc:sldMk cId="719476191" sldId="2147482153"/>
            <ac:spMk id="8" creationId="{5615A406-E65A-C97A-2170-68F37C615786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2.727" v="39"/>
          <ac:spMkLst>
            <pc:docMk/>
            <pc:sldMk cId="719476191" sldId="2147482153"/>
            <ac:spMk id="9" creationId="{41C3FA3D-CC80-3D1A-387B-D49A7DD943CF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2.727" v="39"/>
          <ac:spMkLst>
            <pc:docMk/>
            <pc:sldMk cId="719476191" sldId="2147482153"/>
            <ac:spMk id="10" creationId="{B3C6FE04-8ED7-11F4-E886-28A311A9DF27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2.727" v="39"/>
          <ac:spMkLst>
            <pc:docMk/>
            <pc:sldMk cId="719476191" sldId="2147482153"/>
            <ac:spMk id="11" creationId="{86B3949C-0989-F445-9B1E-6638CB4EDCB1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2.727" v="39"/>
          <ac:spMkLst>
            <pc:docMk/>
            <pc:sldMk cId="719476191" sldId="2147482153"/>
            <ac:spMk id="12" creationId="{ACA43EF9-BDD0-2B30-C443-3DF8B55C4037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2.727" v="39"/>
          <ac:spMkLst>
            <pc:docMk/>
            <pc:sldMk cId="719476191" sldId="2147482153"/>
            <ac:spMk id="13" creationId="{0987A916-3FBE-703F-62D0-730F33DD0452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2.727" v="39"/>
          <ac:spMkLst>
            <pc:docMk/>
            <pc:sldMk cId="719476191" sldId="2147482153"/>
            <ac:spMk id="14" creationId="{5FCA3CFE-5D42-F19D-8656-68585A8937B2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2.727" v="39"/>
          <ac:spMkLst>
            <pc:docMk/>
            <pc:sldMk cId="719476191" sldId="2147482153"/>
            <ac:spMk id="15" creationId="{D13D10CD-4B04-96DD-6CEA-65A78B3A9EEB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2.544" v="38" actId="478"/>
          <ac:spMkLst>
            <pc:docMk/>
            <pc:sldMk cId="719476191" sldId="2147482153"/>
            <ac:spMk id="63" creationId="{335D4FF9-6C06-44CC-91C6-9E576F70B67F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2.544" v="38" actId="478"/>
          <ac:spMkLst>
            <pc:docMk/>
            <pc:sldMk cId="719476191" sldId="2147482153"/>
            <ac:spMk id="64" creationId="{DEB616E1-5DFA-4C44-B6DC-1A08032B3C42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2.544" v="38" actId="478"/>
          <ac:spMkLst>
            <pc:docMk/>
            <pc:sldMk cId="719476191" sldId="2147482153"/>
            <ac:spMk id="65" creationId="{130A3DEF-2AFA-418B-A37F-DD8304D3915C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2.544" v="38" actId="478"/>
          <ac:spMkLst>
            <pc:docMk/>
            <pc:sldMk cId="719476191" sldId="2147482153"/>
            <ac:spMk id="66" creationId="{4C3D3451-243C-4CA2-8952-98D7847776FF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2.544" v="38" actId="478"/>
          <ac:spMkLst>
            <pc:docMk/>
            <pc:sldMk cId="719476191" sldId="2147482153"/>
            <ac:spMk id="67" creationId="{8B26D7FF-1197-45F7-BC66-1FFC3893C629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2.544" v="38" actId="478"/>
          <ac:spMkLst>
            <pc:docMk/>
            <pc:sldMk cId="719476191" sldId="2147482153"/>
            <ac:spMk id="68" creationId="{191D7226-0293-43C6-97A5-ACBD32A3ABB8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2.544" v="38" actId="478"/>
          <ac:spMkLst>
            <pc:docMk/>
            <pc:sldMk cId="719476191" sldId="2147482153"/>
            <ac:spMk id="69" creationId="{A81764DB-955F-4725-A150-411E4C1A311C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2.544" v="38" actId="478"/>
          <ac:spMkLst>
            <pc:docMk/>
            <pc:sldMk cId="719476191" sldId="2147482153"/>
            <ac:spMk id="70" creationId="{818636A8-E43C-46E8-8635-4279C6C5284E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2.544" v="38" actId="478"/>
          <ac:spMkLst>
            <pc:docMk/>
            <pc:sldMk cId="719476191" sldId="2147482153"/>
            <ac:spMk id="71" creationId="{4BC267BB-CF02-432E-AAF1-0F8E59EAF293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2.544" v="38" actId="478"/>
          <ac:spMkLst>
            <pc:docMk/>
            <pc:sldMk cId="719476191" sldId="2147482153"/>
            <ac:spMk id="72" creationId="{F4B40D20-29C3-44A8-9C85-52A638A14726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2.544" v="38" actId="478"/>
          <ac:spMkLst>
            <pc:docMk/>
            <pc:sldMk cId="719476191" sldId="2147482153"/>
            <ac:spMk id="73" creationId="{72F03819-4486-40BF-B2B0-EB0FAD0CD333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2.544" v="38" actId="478"/>
          <ac:spMkLst>
            <pc:docMk/>
            <pc:sldMk cId="719476191" sldId="2147482153"/>
            <ac:spMk id="74" creationId="{CEFAAC5F-6FA9-4808-A693-E831918459F4}"/>
          </ac:spMkLst>
        </pc:spChg>
        <pc:graphicFrameChg chg="add mod">
          <ac:chgData name="김지원(JIWON KIM)[jiwonkim]/사원/제조DX.제조DX솔루션.롤맵기술팀" userId="943d6483-24ce-443d-b7b2-0672c51f7cc5" providerId="ADAL" clId="{ABC9AF97-602D-4A00-B711-84FB2314D611}" dt="2025-12-03T05:09:12.727" v="39"/>
          <ac:graphicFrameMkLst>
            <pc:docMk/>
            <pc:sldMk cId="719476191" sldId="2147482153"/>
            <ac:graphicFrameMk id="3" creationId="{8F047A01-9DFE-BEBE-79CA-7A10E5D9BCAF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ABC9AF97-602D-4A00-B711-84FB2314D611}" dt="2025-12-03T05:09:12.544" v="38" actId="478"/>
          <ac:graphicFrameMkLst>
            <pc:docMk/>
            <pc:sldMk cId="719476191" sldId="2147482153"/>
            <ac:graphicFrameMk id="18" creationId="{6CD43C1D-F1CA-4E84-917D-AA9E71571ED2}"/>
          </ac:graphicFrameMkLst>
        </pc:graphicFrameChg>
      </pc:sldChg>
      <pc:sldChg chg="addSp delSp modSp mod">
        <pc:chgData name="김지원(JIWON KIM)[jiwonkim]/사원/제조DX.제조DX솔루션.롤맵기술팀" userId="943d6483-24ce-443d-b7b2-0672c51f7cc5" providerId="ADAL" clId="{ABC9AF97-602D-4A00-B711-84FB2314D611}" dt="2025-12-03T05:09:15.919" v="41"/>
        <pc:sldMkLst>
          <pc:docMk/>
          <pc:sldMk cId="1357361098" sldId="2147482154"/>
        </pc:sldMkLst>
        <pc:spChg chg="add mod">
          <ac:chgData name="김지원(JIWON KIM)[jiwonkim]/사원/제조DX.제조DX솔루션.롤맵기술팀" userId="943d6483-24ce-443d-b7b2-0672c51f7cc5" providerId="ADAL" clId="{ABC9AF97-602D-4A00-B711-84FB2314D611}" dt="2025-12-03T05:09:15.919" v="41"/>
          <ac:spMkLst>
            <pc:docMk/>
            <pc:sldMk cId="1357361098" sldId="2147482154"/>
            <ac:spMk id="4" creationId="{52087986-F8CC-3E9C-AE39-C3224433C341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5.919" v="41"/>
          <ac:spMkLst>
            <pc:docMk/>
            <pc:sldMk cId="1357361098" sldId="2147482154"/>
            <ac:spMk id="5" creationId="{336E2F2C-8BDD-467E-58B2-A024D066CE30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5.919" v="41"/>
          <ac:spMkLst>
            <pc:docMk/>
            <pc:sldMk cId="1357361098" sldId="2147482154"/>
            <ac:spMk id="6" creationId="{B22D5C1E-F8A9-50EA-81D0-6A54F916BF5B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5.919" v="41"/>
          <ac:spMkLst>
            <pc:docMk/>
            <pc:sldMk cId="1357361098" sldId="2147482154"/>
            <ac:spMk id="7" creationId="{C4F5ADFC-08F7-91B4-BC58-A1B1D6AB25E0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5.919" v="41"/>
          <ac:spMkLst>
            <pc:docMk/>
            <pc:sldMk cId="1357361098" sldId="2147482154"/>
            <ac:spMk id="8" creationId="{20CF3454-5EC6-A2E5-FF66-D01F30EADD3A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5.919" v="41"/>
          <ac:spMkLst>
            <pc:docMk/>
            <pc:sldMk cId="1357361098" sldId="2147482154"/>
            <ac:spMk id="9" creationId="{76B8849C-3D1F-A274-9479-4D0795290A41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5.919" v="41"/>
          <ac:spMkLst>
            <pc:docMk/>
            <pc:sldMk cId="1357361098" sldId="2147482154"/>
            <ac:spMk id="10" creationId="{3FA7A7A1-817A-0CCC-F625-480148DDAAB2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5.919" v="41"/>
          <ac:spMkLst>
            <pc:docMk/>
            <pc:sldMk cId="1357361098" sldId="2147482154"/>
            <ac:spMk id="11" creationId="{C3438938-6291-F711-187B-87A93E7B4E35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5.919" v="41"/>
          <ac:spMkLst>
            <pc:docMk/>
            <pc:sldMk cId="1357361098" sldId="2147482154"/>
            <ac:spMk id="12" creationId="{AED90DA7-60BE-F26A-9EB2-ABB76E563A49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5.919" v="41"/>
          <ac:spMkLst>
            <pc:docMk/>
            <pc:sldMk cId="1357361098" sldId="2147482154"/>
            <ac:spMk id="13" creationId="{B853F051-5D9E-946B-8B01-3E59FA19FA35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5.919" v="41"/>
          <ac:spMkLst>
            <pc:docMk/>
            <pc:sldMk cId="1357361098" sldId="2147482154"/>
            <ac:spMk id="14" creationId="{C45FB143-5873-F7CD-442A-542723EFCCEE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5.919" v="41"/>
          <ac:spMkLst>
            <pc:docMk/>
            <pc:sldMk cId="1357361098" sldId="2147482154"/>
            <ac:spMk id="15" creationId="{94801985-6F3D-51FF-198E-28FEE3E299E4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5.624" v="40" actId="478"/>
          <ac:spMkLst>
            <pc:docMk/>
            <pc:sldMk cId="1357361098" sldId="2147482154"/>
            <ac:spMk id="62" creationId="{0116DFD5-C4C7-46CD-912A-5F0E3FEB599B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5.624" v="40" actId="478"/>
          <ac:spMkLst>
            <pc:docMk/>
            <pc:sldMk cId="1357361098" sldId="2147482154"/>
            <ac:spMk id="63" creationId="{B6B479CF-0764-4F98-B63B-50EDE862775E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5.624" v="40" actId="478"/>
          <ac:spMkLst>
            <pc:docMk/>
            <pc:sldMk cId="1357361098" sldId="2147482154"/>
            <ac:spMk id="64" creationId="{97635368-4DEF-4EB3-ABFE-D5688A78E1D9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5.624" v="40" actId="478"/>
          <ac:spMkLst>
            <pc:docMk/>
            <pc:sldMk cId="1357361098" sldId="2147482154"/>
            <ac:spMk id="65" creationId="{5415D8C9-0120-427B-9376-BEB1FA63695B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5.624" v="40" actId="478"/>
          <ac:spMkLst>
            <pc:docMk/>
            <pc:sldMk cId="1357361098" sldId="2147482154"/>
            <ac:spMk id="66" creationId="{8F00B894-2147-4B6F-B44E-4099727FF9BC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5.624" v="40" actId="478"/>
          <ac:spMkLst>
            <pc:docMk/>
            <pc:sldMk cId="1357361098" sldId="2147482154"/>
            <ac:spMk id="67" creationId="{5AB10827-F0B8-4E31-B3C5-61F196116ECD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5.624" v="40" actId="478"/>
          <ac:spMkLst>
            <pc:docMk/>
            <pc:sldMk cId="1357361098" sldId="2147482154"/>
            <ac:spMk id="68" creationId="{B815CBCA-9156-4BB5-9C1B-58964B04C4E6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5.624" v="40" actId="478"/>
          <ac:spMkLst>
            <pc:docMk/>
            <pc:sldMk cId="1357361098" sldId="2147482154"/>
            <ac:spMk id="69" creationId="{0E3FD2F6-43F3-4553-A6BF-53C660971110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5.624" v="40" actId="478"/>
          <ac:spMkLst>
            <pc:docMk/>
            <pc:sldMk cId="1357361098" sldId="2147482154"/>
            <ac:spMk id="70" creationId="{E222D9EB-CA52-4F15-A785-DBC2F0BD00C5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5.624" v="40" actId="478"/>
          <ac:spMkLst>
            <pc:docMk/>
            <pc:sldMk cId="1357361098" sldId="2147482154"/>
            <ac:spMk id="71" creationId="{1CBBC555-353F-4150-B6C7-ABA2E688BEB1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5.624" v="40" actId="478"/>
          <ac:spMkLst>
            <pc:docMk/>
            <pc:sldMk cId="1357361098" sldId="2147482154"/>
            <ac:spMk id="72" creationId="{EEED55CC-88A5-4DB4-9F5D-D5D4277BEB6C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5.624" v="40" actId="478"/>
          <ac:spMkLst>
            <pc:docMk/>
            <pc:sldMk cId="1357361098" sldId="2147482154"/>
            <ac:spMk id="73" creationId="{6950FC92-AE01-4183-A701-FC0B629CE509}"/>
          </ac:spMkLst>
        </pc:spChg>
        <pc:graphicFrameChg chg="add mod">
          <ac:chgData name="김지원(JIWON KIM)[jiwonkim]/사원/제조DX.제조DX솔루션.롤맵기술팀" userId="943d6483-24ce-443d-b7b2-0672c51f7cc5" providerId="ADAL" clId="{ABC9AF97-602D-4A00-B711-84FB2314D611}" dt="2025-12-03T05:09:15.919" v="41"/>
          <ac:graphicFrameMkLst>
            <pc:docMk/>
            <pc:sldMk cId="1357361098" sldId="2147482154"/>
            <ac:graphicFrameMk id="3" creationId="{5E5C6EF2-981C-FE16-5647-AA9751D051BA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ABC9AF97-602D-4A00-B711-84FB2314D611}" dt="2025-12-03T05:09:15.624" v="40" actId="478"/>
          <ac:graphicFrameMkLst>
            <pc:docMk/>
            <pc:sldMk cId="1357361098" sldId="2147482154"/>
            <ac:graphicFrameMk id="18" creationId="{7F97E870-E457-4224-8EB3-3CFE5B6D2081}"/>
          </ac:graphicFrameMkLst>
        </pc:graphicFrameChg>
      </pc:sldChg>
      <pc:sldChg chg="addSp delSp modSp mod">
        <pc:chgData name="김지원(JIWON KIM)[jiwonkim]/사원/제조DX.제조DX솔루션.롤맵기술팀" userId="943d6483-24ce-443d-b7b2-0672c51f7cc5" providerId="ADAL" clId="{ABC9AF97-602D-4A00-B711-84FB2314D611}" dt="2025-12-03T05:09:19.453" v="43"/>
        <pc:sldMkLst>
          <pc:docMk/>
          <pc:sldMk cId="2756542074" sldId="2147482155"/>
        </pc:sldMkLst>
        <pc:spChg chg="add mod">
          <ac:chgData name="김지원(JIWON KIM)[jiwonkim]/사원/제조DX.제조DX솔루션.롤맵기술팀" userId="943d6483-24ce-443d-b7b2-0672c51f7cc5" providerId="ADAL" clId="{ABC9AF97-602D-4A00-B711-84FB2314D611}" dt="2025-12-03T05:09:19.453" v="43"/>
          <ac:spMkLst>
            <pc:docMk/>
            <pc:sldMk cId="2756542074" sldId="2147482155"/>
            <ac:spMk id="4" creationId="{A67830AC-8902-18A2-D057-B237041E3AE0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9.453" v="43"/>
          <ac:spMkLst>
            <pc:docMk/>
            <pc:sldMk cId="2756542074" sldId="2147482155"/>
            <ac:spMk id="5" creationId="{D7D24908-4B32-A504-9AE8-CCE6E12ABC93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9.453" v="43"/>
          <ac:spMkLst>
            <pc:docMk/>
            <pc:sldMk cId="2756542074" sldId="2147482155"/>
            <ac:spMk id="6" creationId="{781E1DB5-72CD-415F-D7C0-4DDF6B554ACD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9.453" v="43"/>
          <ac:spMkLst>
            <pc:docMk/>
            <pc:sldMk cId="2756542074" sldId="2147482155"/>
            <ac:spMk id="7" creationId="{AC4D2F79-0D6F-4946-A0EA-628EC262676B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9.453" v="43"/>
          <ac:spMkLst>
            <pc:docMk/>
            <pc:sldMk cId="2756542074" sldId="2147482155"/>
            <ac:spMk id="8" creationId="{B75725DA-DA0A-0CC0-0808-77939939CEFB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9.453" v="43"/>
          <ac:spMkLst>
            <pc:docMk/>
            <pc:sldMk cId="2756542074" sldId="2147482155"/>
            <ac:spMk id="9" creationId="{60EF3019-3387-6AC5-0F87-ABA4A9BB1D48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9.453" v="43"/>
          <ac:spMkLst>
            <pc:docMk/>
            <pc:sldMk cId="2756542074" sldId="2147482155"/>
            <ac:spMk id="10" creationId="{DADA1CE5-35C1-EED2-EDF4-192A3B295002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9.453" v="43"/>
          <ac:spMkLst>
            <pc:docMk/>
            <pc:sldMk cId="2756542074" sldId="2147482155"/>
            <ac:spMk id="11" creationId="{ABCDF110-C1E1-2126-CA05-AC7B81CAF113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9.453" v="43"/>
          <ac:spMkLst>
            <pc:docMk/>
            <pc:sldMk cId="2756542074" sldId="2147482155"/>
            <ac:spMk id="12" creationId="{DDCDB20A-BB73-61A4-95FC-18414FC9F46C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9.453" v="43"/>
          <ac:spMkLst>
            <pc:docMk/>
            <pc:sldMk cId="2756542074" sldId="2147482155"/>
            <ac:spMk id="13" creationId="{5D683180-8EFC-A5B7-A0B1-4E53241C92A7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9.453" v="43"/>
          <ac:spMkLst>
            <pc:docMk/>
            <pc:sldMk cId="2756542074" sldId="2147482155"/>
            <ac:spMk id="14" creationId="{DC4E303E-80F6-42C2-8B22-0E0F0942D484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19.453" v="43"/>
          <ac:spMkLst>
            <pc:docMk/>
            <pc:sldMk cId="2756542074" sldId="2147482155"/>
            <ac:spMk id="15" creationId="{5A603B78-6117-BC40-D185-2A61F328C8F5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9.224" v="42" actId="478"/>
          <ac:spMkLst>
            <pc:docMk/>
            <pc:sldMk cId="2756542074" sldId="2147482155"/>
            <ac:spMk id="60" creationId="{DD548377-AA8B-49DF-871A-7C8AA4783BD8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9.224" v="42" actId="478"/>
          <ac:spMkLst>
            <pc:docMk/>
            <pc:sldMk cId="2756542074" sldId="2147482155"/>
            <ac:spMk id="61" creationId="{EFE6173A-4CAD-40FA-A123-2BAA6142BB7A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9.224" v="42" actId="478"/>
          <ac:spMkLst>
            <pc:docMk/>
            <pc:sldMk cId="2756542074" sldId="2147482155"/>
            <ac:spMk id="62" creationId="{749A8C5B-0E03-45D2-919F-2C065AAE9EB0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9.224" v="42" actId="478"/>
          <ac:spMkLst>
            <pc:docMk/>
            <pc:sldMk cId="2756542074" sldId="2147482155"/>
            <ac:spMk id="63" creationId="{97255E87-EECB-40A1-B4CC-C06789B92693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9.224" v="42" actId="478"/>
          <ac:spMkLst>
            <pc:docMk/>
            <pc:sldMk cId="2756542074" sldId="2147482155"/>
            <ac:spMk id="64" creationId="{0BAC26E4-5149-4545-8525-3BAD1161E146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9.224" v="42" actId="478"/>
          <ac:spMkLst>
            <pc:docMk/>
            <pc:sldMk cId="2756542074" sldId="2147482155"/>
            <ac:spMk id="65" creationId="{7E180AA0-211E-4A04-97C6-422BE1F99EB0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9.224" v="42" actId="478"/>
          <ac:spMkLst>
            <pc:docMk/>
            <pc:sldMk cId="2756542074" sldId="2147482155"/>
            <ac:spMk id="66" creationId="{D7C4DD57-749D-45FD-97AD-EBD4C18BF9AA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9.224" v="42" actId="478"/>
          <ac:spMkLst>
            <pc:docMk/>
            <pc:sldMk cId="2756542074" sldId="2147482155"/>
            <ac:spMk id="67" creationId="{36129744-DE0A-42F2-BC7B-590C0887FE72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9.224" v="42" actId="478"/>
          <ac:spMkLst>
            <pc:docMk/>
            <pc:sldMk cId="2756542074" sldId="2147482155"/>
            <ac:spMk id="68" creationId="{54EAFBBC-9729-4B8D-A76E-10FBD1279086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9.224" v="42" actId="478"/>
          <ac:spMkLst>
            <pc:docMk/>
            <pc:sldMk cId="2756542074" sldId="2147482155"/>
            <ac:spMk id="69" creationId="{A88F7161-2BC3-4CE2-8E9A-940C68BF6205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9.224" v="42" actId="478"/>
          <ac:spMkLst>
            <pc:docMk/>
            <pc:sldMk cId="2756542074" sldId="2147482155"/>
            <ac:spMk id="70" creationId="{804F91D6-330A-474E-91EE-BFC8E570E0C4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19.224" v="42" actId="478"/>
          <ac:spMkLst>
            <pc:docMk/>
            <pc:sldMk cId="2756542074" sldId="2147482155"/>
            <ac:spMk id="71" creationId="{2C84C56C-786D-49FF-AC1C-9DBD62ECBB46}"/>
          </ac:spMkLst>
        </pc:spChg>
        <pc:graphicFrameChg chg="add mod">
          <ac:chgData name="김지원(JIWON KIM)[jiwonkim]/사원/제조DX.제조DX솔루션.롤맵기술팀" userId="943d6483-24ce-443d-b7b2-0672c51f7cc5" providerId="ADAL" clId="{ABC9AF97-602D-4A00-B711-84FB2314D611}" dt="2025-12-03T05:09:19.453" v="43"/>
          <ac:graphicFrameMkLst>
            <pc:docMk/>
            <pc:sldMk cId="2756542074" sldId="2147482155"/>
            <ac:graphicFrameMk id="3" creationId="{B63C9CA1-2EBF-0A73-2173-A98FD4DCE7C5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ABC9AF97-602D-4A00-B711-84FB2314D611}" dt="2025-12-03T05:09:19.224" v="42" actId="478"/>
          <ac:graphicFrameMkLst>
            <pc:docMk/>
            <pc:sldMk cId="2756542074" sldId="2147482155"/>
            <ac:graphicFrameMk id="19" creationId="{D18970A3-7771-481C-829C-72FCB9177DF4}"/>
          </ac:graphicFrameMkLst>
        </pc:graphicFrameChg>
      </pc:sldChg>
      <pc:sldChg chg="addSp delSp modSp mod">
        <pc:chgData name="김지원(JIWON KIM)[jiwonkim]/사원/제조DX.제조DX솔루션.롤맵기술팀" userId="943d6483-24ce-443d-b7b2-0672c51f7cc5" providerId="ADAL" clId="{ABC9AF97-602D-4A00-B711-84FB2314D611}" dt="2025-12-03T05:09:22.754" v="45"/>
        <pc:sldMkLst>
          <pc:docMk/>
          <pc:sldMk cId="1685760430" sldId="2147482156"/>
        </pc:sldMkLst>
        <pc:spChg chg="add mod">
          <ac:chgData name="김지원(JIWON KIM)[jiwonkim]/사원/제조DX.제조DX솔루션.롤맵기술팀" userId="943d6483-24ce-443d-b7b2-0672c51f7cc5" providerId="ADAL" clId="{ABC9AF97-602D-4A00-B711-84FB2314D611}" dt="2025-12-03T05:09:22.754" v="45"/>
          <ac:spMkLst>
            <pc:docMk/>
            <pc:sldMk cId="1685760430" sldId="2147482156"/>
            <ac:spMk id="4" creationId="{E7A302A0-343F-2ECF-C283-3641E6C535D9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2.754" v="45"/>
          <ac:spMkLst>
            <pc:docMk/>
            <pc:sldMk cId="1685760430" sldId="2147482156"/>
            <ac:spMk id="5" creationId="{77E44AE0-8ED5-5110-188F-AE9087D2829B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2.754" v="45"/>
          <ac:spMkLst>
            <pc:docMk/>
            <pc:sldMk cId="1685760430" sldId="2147482156"/>
            <ac:spMk id="6" creationId="{E88A171A-C076-E40C-D258-3211DF4DAB7D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2.754" v="45"/>
          <ac:spMkLst>
            <pc:docMk/>
            <pc:sldMk cId="1685760430" sldId="2147482156"/>
            <ac:spMk id="7" creationId="{39065100-3D6C-80A4-48BE-6B3855B6AD1E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2.754" v="45"/>
          <ac:spMkLst>
            <pc:docMk/>
            <pc:sldMk cId="1685760430" sldId="2147482156"/>
            <ac:spMk id="8" creationId="{C545995B-5289-88F5-F05A-1D67DB39F501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2.754" v="45"/>
          <ac:spMkLst>
            <pc:docMk/>
            <pc:sldMk cId="1685760430" sldId="2147482156"/>
            <ac:spMk id="9" creationId="{CE701B93-4036-619A-F217-A2506374B93E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2.754" v="45"/>
          <ac:spMkLst>
            <pc:docMk/>
            <pc:sldMk cId="1685760430" sldId="2147482156"/>
            <ac:spMk id="10" creationId="{E05DCDC7-61CE-C68D-00B6-ED4AB59B3156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2.754" v="45"/>
          <ac:spMkLst>
            <pc:docMk/>
            <pc:sldMk cId="1685760430" sldId="2147482156"/>
            <ac:spMk id="11" creationId="{B0A621C7-496C-8843-A854-F9F2D150DB17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2.754" v="45"/>
          <ac:spMkLst>
            <pc:docMk/>
            <pc:sldMk cId="1685760430" sldId="2147482156"/>
            <ac:spMk id="12" creationId="{0676207A-B253-7A5F-ED51-F63B3ED6C4D9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2.754" v="45"/>
          <ac:spMkLst>
            <pc:docMk/>
            <pc:sldMk cId="1685760430" sldId="2147482156"/>
            <ac:spMk id="13" creationId="{BD436B58-BC3D-882B-3E3B-1288BF2A1185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2.754" v="45"/>
          <ac:spMkLst>
            <pc:docMk/>
            <pc:sldMk cId="1685760430" sldId="2147482156"/>
            <ac:spMk id="14" creationId="{96296FDD-35FA-7851-BB6F-FE50D4F1EEB3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2.754" v="45"/>
          <ac:spMkLst>
            <pc:docMk/>
            <pc:sldMk cId="1685760430" sldId="2147482156"/>
            <ac:spMk id="15" creationId="{DB750D4E-2E3D-595A-6FAF-72ECAE0590C8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2.538" v="44" actId="478"/>
          <ac:spMkLst>
            <pc:docMk/>
            <pc:sldMk cId="1685760430" sldId="2147482156"/>
            <ac:spMk id="60" creationId="{ECE1670E-3774-4553-8A07-C8F76EB3D6D3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2.538" v="44" actId="478"/>
          <ac:spMkLst>
            <pc:docMk/>
            <pc:sldMk cId="1685760430" sldId="2147482156"/>
            <ac:spMk id="61" creationId="{9406EE2B-98DD-4986-8142-839C49306302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2.538" v="44" actId="478"/>
          <ac:spMkLst>
            <pc:docMk/>
            <pc:sldMk cId="1685760430" sldId="2147482156"/>
            <ac:spMk id="62" creationId="{DAF73F90-AECF-4B45-A2C9-CA89A6644E81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2.538" v="44" actId="478"/>
          <ac:spMkLst>
            <pc:docMk/>
            <pc:sldMk cId="1685760430" sldId="2147482156"/>
            <ac:spMk id="63" creationId="{CEAD9D9F-2B3F-46EE-B7A8-A2A73DEE4583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2.538" v="44" actId="478"/>
          <ac:spMkLst>
            <pc:docMk/>
            <pc:sldMk cId="1685760430" sldId="2147482156"/>
            <ac:spMk id="64" creationId="{F1E82A72-7BAB-435C-BF58-5D93F4F28302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2.538" v="44" actId="478"/>
          <ac:spMkLst>
            <pc:docMk/>
            <pc:sldMk cId="1685760430" sldId="2147482156"/>
            <ac:spMk id="65" creationId="{AD32A7CD-F533-42E3-B81B-86B081F0AE43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2.538" v="44" actId="478"/>
          <ac:spMkLst>
            <pc:docMk/>
            <pc:sldMk cId="1685760430" sldId="2147482156"/>
            <ac:spMk id="66" creationId="{02731DFA-2E64-454E-95BF-F05123B5633E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2.538" v="44" actId="478"/>
          <ac:spMkLst>
            <pc:docMk/>
            <pc:sldMk cId="1685760430" sldId="2147482156"/>
            <ac:spMk id="67" creationId="{1D084360-EC1D-4C1D-9891-7309C91AF2E2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2.538" v="44" actId="478"/>
          <ac:spMkLst>
            <pc:docMk/>
            <pc:sldMk cId="1685760430" sldId="2147482156"/>
            <ac:spMk id="68" creationId="{7E0995A7-0755-4C84-8821-2C03AC3B6C77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2.538" v="44" actId="478"/>
          <ac:spMkLst>
            <pc:docMk/>
            <pc:sldMk cId="1685760430" sldId="2147482156"/>
            <ac:spMk id="69" creationId="{2149A69D-0E3C-4C71-8030-6DDE7B7B6F86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2.538" v="44" actId="478"/>
          <ac:spMkLst>
            <pc:docMk/>
            <pc:sldMk cId="1685760430" sldId="2147482156"/>
            <ac:spMk id="70" creationId="{EC6B463B-03C3-4EC6-BCE1-468818E9CD01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2.538" v="44" actId="478"/>
          <ac:spMkLst>
            <pc:docMk/>
            <pc:sldMk cId="1685760430" sldId="2147482156"/>
            <ac:spMk id="71" creationId="{BE5B0ACA-0B6C-4145-9D47-1AB350B6D39C}"/>
          </ac:spMkLst>
        </pc:spChg>
        <pc:graphicFrameChg chg="add mod">
          <ac:chgData name="김지원(JIWON KIM)[jiwonkim]/사원/제조DX.제조DX솔루션.롤맵기술팀" userId="943d6483-24ce-443d-b7b2-0672c51f7cc5" providerId="ADAL" clId="{ABC9AF97-602D-4A00-B711-84FB2314D611}" dt="2025-12-03T05:09:22.754" v="45"/>
          <ac:graphicFrameMkLst>
            <pc:docMk/>
            <pc:sldMk cId="1685760430" sldId="2147482156"/>
            <ac:graphicFrameMk id="3" creationId="{A07F8D60-1ECC-7831-BC45-0C446BA12F90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ABC9AF97-602D-4A00-B711-84FB2314D611}" dt="2025-12-03T05:09:22.538" v="44" actId="478"/>
          <ac:graphicFrameMkLst>
            <pc:docMk/>
            <pc:sldMk cId="1685760430" sldId="2147482156"/>
            <ac:graphicFrameMk id="18" creationId="{B990A7B1-E996-4113-80B5-AAA184F21C91}"/>
          </ac:graphicFrameMkLst>
        </pc:graphicFrameChg>
      </pc:sldChg>
      <pc:sldChg chg="addSp delSp modSp mod">
        <pc:chgData name="김지원(JIWON KIM)[jiwonkim]/사원/제조DX.제조DX솔루션.롤맵기술팀" userId="943d6483-24ce-443d-b7b2-0672c51f7cc5" providerId="ADAL" clId="{ABC9AF97-602D-4A00-B711-84FB2314D611}" dt="2025-12-03T05:09:26.535" v="47"/>
        <pc:sldMkLst>
          <pc:docMk/>
          <pc:sldMk cId="1270712381" sldId="2147482157"/>
        </pc:sldMkLst>
        <pc:spChg chg="add mod">
          <ac:chgData name="김지원(JIWON KIM)[jiwonkim]/사원/제조DX.제조DX솔루션.롤맵기술팀" userId="943d6483-24ce-443d-b7b2-0672c51f7cc5" providerId="ADAL" clId="{ABC9AF97-602D-4A00-B711-84FB2314D611}" dt="2025-12-03T05:09:26.535" v="47"/>
          <ac:spMkLst>
            <pc:docMk/>
            <pc:sldMk cId="1270712381" sldId="2147482157"/>
            <ac:spMk id="4" creationId="{6790F4FB-E0DE-A5AF-44D5-74CD0C73E074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6.535" v="47"/>
          <ac:spMkLst>
            <pc:docMk/>
            <pc:sldMk cId="1270712381" sldId="2147482157"/>
            <ac:spMk id="5" creationId="{81FF5F28-6757-ED55-967F-BBE85FC901C4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6.535" v="47"/>
          <ac:spMkLst>
            <pc:docMk/>
            <pc:sldMk cId="1270712381" sldId="2147482157"/>
            <ac:spMk id="6" creationId="{E257AEB8-7052-A216-4C45-FF35888498CA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6.535" v="47"/>
          <ac:spMkLst>
            <pc:docMk/>
            <pc:sldMk cId="1270712381" sldId="2147482157"/>
            <ac:spMk id="7" creationId="{98ACEE5E-CF7D-D8EF-D872-F0C60F11A246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6.535" v="47"/>
          <ac:spMkLst>
            <pc:docMk/>
            <pc:sldMk cId="1270712381" sldId="2147482157"/>
            <ac:spMk id="8" creationId="{F0072C60-8D41-5334-FF19-3B48B266FAED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6.535" v="47"/>
          <ac:spMkLst>
            <pc:docMk/>
            <pc:sldMk cId="1270712381" sldId="2147482157"/>
            <ac:spMk id="9" creationId="{0D917A33-4AF7-9306-9E83-949581A13131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6.535" v="47"/>
          <ac:spMkLst>
            <pc:docMk/>
            <pc:sldMk cId="1270712381" sldId="2147482157"/>
            <ac:spMk id="10" creationId="{8D5B6349-DA4B-B5D3-B3CB-F801E644AE33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6.535" v="47"/>
          <ac:spMkLst>
            <pc:docMk/>
            <pc:sldMk cId="1270712381" sldId="2147482157"/>
            <ac:spMk id="11" creationId="{6B7F1A51-35B7-57CB-3D09-CEA8F27B3EED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6.535" v="47"/>
          <ac:spMkLst>
            <pc:docMk/>
            <pc:sldMk cId="1270712381" sldId="2147482157"/>
            <ac:spMk id="12" creationId="{1EA83770-5468-9BF0-662F-D877978A3AD6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6.535" v="47"/>
          <ac:spMkLst>
            <pc:docMk/>
            <pc:sldMk cId="1270712381" sldId="2147482157"/>
            <ac:spMk id="13" creationId="{696FF082-AFB5-8404-2824-A71856AF39F9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6.535" v="47"/>
          <ac:spMkLst>
            <pc:docMk/>
            <pc:sldMk cId="1270712381" sldId="2147482157"/>
            <ac:spMk id="14" creationId="{CE18DD4A-6C29-16E3-E8DD-A06E332442F7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6.535" v="47"/>
          <ac:spMkLst>
            <pc:docMk/>
            <pc:sldMk cId="1270712381" sldId="2147482157"/>
            <ac:spMk id="15" creationId="{D4159CB7-D4BA-B568-B7F4-CCAC6BDCFE8E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6.283" v="46" actId="478"/>
          <ac:spMkLst>
            <pc:docMk/>
            <pc:sldMk cId="1270712381" sldId="2147482157"/>
            <ac:spMk id="60" creationId="{52C37FEC-CA5A-498B-ABB4-E8F33A068D0A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6.283" v="46" actId="478"/>
          <ac:spMkLst>
            <pc:docMk/>
            <pc:sldMk cId="1270712381" sldId="2147482157"/>
            <ac:spMk id="61" creationId="{7AFDE8B7-5C9B-48DC-8C21-C5BB23523316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6.283" v="46" actId="478"/>
          <ac:spMkLst>
            <pc:docMk/>
            <pc:sldMk cId="1270712381" sldId="2147482157"/>
            <ac:spMk id="62" creationId="{C0FCCFD0-B067-4492-9035-A11FC8751E3B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6.283" v="46" actId="478"/>
          <ac:spMkLst>
            <pc:docMk/>
            <pc:sldMk cId="1270712381" sldId="2147482157"/>
            <ac:spMk id="63" creationId="{C66864A9-9B34-435F-8992-95C6FF29B4AF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6.283" v="46" actId="478"/>
          <ac:spMkLst>
            <pc:docMk/>
            <pc:sldMk cId="1270712381" sldId="2147482157"/>
            <ac:spMk id="64" creationId="{1C36D966-7168-41EF-83EF-2AF3C8AC2FE8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6.283" v="46" actId="478"/>
          <ac:spMkLst>
            <pc:docMk/>
            <pc:sldMk cId="1270712381" sldId="2147482157"/>
            <ac:spMk id="65" creationId="{719B7ABB-19EE-4E2B-96C0-B5B1447307D0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6.283" v="46" actId="478"/>
          <ac:spMkLst>
            <pc:docMk/>
            <pc:sldMk cId="1270712381" sldId="2147482157"/>
            <ac:spMk id="66" creationId="{9B6C9618-60A5-41AB-9027-A2169D73AAA0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6.283" v="46" actId="478"/>
          <ac:spMkLst>
            <pc:docMk/>
            <pc:sldMk cId="1270712381" sldId="2147482157"/>
            <ac:spMk id="67" creationId="{FBF35E29-21DB-4B44-8852-D15E51DC0C0B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6.283" v="46" actId="478"/>
          <ac:spMkLst>
            <pc:docMk/>
            <pc:sldMk cId="1270712381" sldId="2147482157"/>
            <ac:spMk id="68" creationId="{B2831FA3-3CFB-4E39-89B3-7B6DB61AD643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6.283" v="46" actId="478"/>
          <ac:spMkLst>
            <pc:docMk/>
            <pc:sldMk cId="1270712381" sldId="2147482157"/>
            <ac:spMk id="69" creationId="{F6933DA8-BC87-4D4D-8D84-A12020495F77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6.283" v="46" actId="478"/>
          <ac:spMkLst>
            <pc:docMk/>
            <pc:sldMk cId="1270712381" sldId="2147482157"/>
            <ac:spMk id="70" creationId="{9382251A-ABCA-44B4-9F07-482347D49BA2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6.283" v="46" actId="478"/>
          <ac:spMkLst>
            <pc:docMk/>
            <pc:sldMk cId="1270712381" sldId="2147482157"/>
            <ac:spMk id="71" creationId="{6022D067-8986-4C99-BCFD-31764ADB6C17}"/>
          </ac:spMkLst>
        </pc:spChg>
        <pc:graphicFrameChg chg="add mod">
          <ac:chgData name="김지원(JIWON KIM)[jiwonkim]/사원/제조DX.제조DX솔루션.롤맵기술팀" userId="943d6483-24ce-443d-b7b2-0672c51f7cc5" providerId="ADAL" clId="{ABC9AF97-602D-4A00-B711-84FB2314D611}" dt="2025-12-03T05:09:26.535" v="47"/>
          <ac:graphicFrameMkLst>
            <pc:docMk/>
            <pc:sldMk cId="1270712381" sldId="2147482157"/>
            <ac:graphicFrameMk id="3" creationId="{E736DB3D-F097-89E6-FDE0-2DFECD04BB13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ABC9AF97-602D-4A00-B711-84FB2314D611}" dt="2025-12-03T05:09:26.283" v="46" actId="478"/>
          <ac:graphicFrameMkLst>
            <pc:docMk/>
            <pc:sldMk cId="1270712381" sldId="2147482157"/>
            <ac:graphicFrameMk id="19" creationId="{43FAB421-ACF7-410A-A8E8-3096BE50C555}"/>
          </ac:graphicFrameMkLst>
        </pc:graphicFrameChg>
      </pc:sldChg>
      <pc:sldChg chg="addSp delSp modSp mod">
        <pc:chgData name="김지원(JIWON KIM)[jiwonkim]/사원/제조DX.제조DX솔루션.롤맵기술팀" userId="943d6483-24ce-443d-b7b2-0672c51f7cc5" providerId="ADAL" clId="{ABC9AF97-602D-4A00-B711-84FB2314D611}" dt="2025-12-03T05:11:52.189" v="633" actId="20577"/>
        <pc:sldMkLst>
          <pc:docMk/>
          <pc:sldMk cId="3468524003" sldId="2147482158"/>
        </pc:sldMkLst>
        <pc:spChg chg="add mod">
          <ac:chgData name="김지원(JIWON KIM)[jiwonkim]/사원/제조DX.제조DX솔루션.롤맵기술팀" userId="943d6483-24ce-443d-b7b2-0672c51f7cc5" providerId="ADAL" clId="{ABC9AF97-602D-4A00-B711-84FB2314D611}" dt="2025-12-03T05:09:29.442" v="49"/>
          <ac:spMkLst>
            <pc:docMk/>
            <pc:sldMk cId="3468524003" sldId="2147482158"/>
            <ac:spMk id="4" creationId="{8D160F9F-C7B9-2C51-F439-445369253D27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9.442" v="49"/>
          <ac:spMkLst>
            <pc:docMk/>
            <pc:sldMk cId="3468524003" sldId="2147482158"/>
            <ac:spMk id="5" creationId="{CFF7C09E-6B77-47C6-53FA-6E4F21E10AA4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9.442" v="49"/>
          <ac:spMkLst>
            <pc:docMk/>
            <pc:sldMk cId="3468524003" sldId="2147482158"/>
            <ac:spMk id="6" creationId="{3084BA66-2563-80F6-AAFE-EC3B4AD16BF9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9.442" v="49"/>
          <ac:spMkLst>
            <pc:docMk/>
            <pc:sldMk cId="3468524003" sldId="2147482158"/>
            <ac:spMk id="7" creationId="{F12CA3FA-04ED-971B-FC8D-EE03DA61AA15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9.442" v="49"/>
          <ac:spMkLst>
            <pc:docMk/>
            <pc:sldMk cId="3468524003" sldId="2147482158"/>
            <ac:spMk id="8" creationId="{69E06C96-D7B2-D4D0-C066-84AA4349A8E5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9.442" v="49"/>
          <ac:spMkLst>
            <pc:docMk/>
            <pc:sldMk cId="3468524003" sldId="2147482158"/>
            <ac:spMk id="9" creationId="{781DCB3F-987C-2AA5-2E3C-D5C78C974F9A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9.442" v="49"/>
          <ac:spMkLst>
            <pc:docMk/>
            <pc:sldMk cId="3468524003" sldId="2147482158"/>
            <ac:spMk id="10" creationId="{9F71EB70-E406-AA0D-A6E0-8E689F73EAA4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9.442" v="49"/>
          <ac:spMkLst>
            <pc:docMk/>
            <pc:sldMk cId="3468524003" sldId="2147482158"/>
            <ac:spMk id="11" creationId="{C2646A6E-4F97-57DA-165C-B4F6A973157B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9.442" v="49"/>
          <ac:spMkLst>
            <pc:docMk/>
            <pc:sldMk cId="3468524003" sldId="2147482158"/>
            <ac:spMk id="12" creationId="{A4664037-B42C-2A61-7AC0-FE1DDA0B00D5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9.442" v="49"/>
          <ac:spMkLst>
            <pc:docMk/>
            <pc:sldMk cId="3468524003" sldId="2147482158"/>
            <ac:spMk id="13" creationId="{1BA0CF14-C51B-8B3F-9482-FE7033B078C7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9.442" v="49"/>
          <ac:spMkLst>
            <pc:docMk/>
            <pc:sldMk cId="3468524003" sldId="2147482158"/>
            <ac:spMk id="14" creationId="{053A1A6C-83E1-BF7B-B908-42D7B606BEF5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29.442" v="49"/>
          <ac:spMkLst>
            <pc:docMk/>
            <pc:sldMk cId="3468524003" sldId="2147482158"/>
            <ac:spMk id="15" creationId="{5870D19C-F1D8-767A-55AB-32EE3E9A0FC7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9.246" v="48" actId="478"/>
          <ac:spMkLst>
            <pc:docMk/>
            <pc:sldMk cId="3468524003" sldId="2147482158"/>
            <ac:spMk id="60" creationId="{50539BB2-33F6-4781-A4D4-0F2A0CEAE044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9.246" v="48" actId="478"/>
          <ac:spMkLst>
            <pc:docMk/>
            <pc:sldMk cId="3468524003" sldId="2147482158"/>
            <ac:spMk id="61" creationId="{2592D422-874A-4C42-BF75-AC9B50D2B4A1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9.246" v="48" actId="478"/>
          <ac:spMkLst>
            <pc:docMk/>
            <pc:sldMk cId="3468524003" sldId="2147482158"/>
            <ac:spMk id="62" creationId="{629B7401-FD04-493A-AD7B-8DC30F433593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9.246" v="48" actId="478"/>
          <ac:spMkLst>
            <pc:docMk/>
            <pc:sldMk cId="3468524003" sldId="2147482158"/>
            <ac:spMk id="63" creationId="{F9F7AF82-6439-4744-BE50-DFC8FBF13BF7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9.246" v="48" actId="478"/>
          <ac:spMkLst>
            <pc:docMk/>
            <pc:sldMk cId="3468524003" sldId="2147482158"/>
            <ac:spMk id="64" creationId="{43900B7E-9FDB-4CD3-90F7-9AC263CA435E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9.246" v="48" actId="478"/>
          <ac:spMkLst>
            <pc:docMk/>
            <pc:sldMk cId="3468524003" sldId="2147482158"/>
            <ac:spMk id="65" creationId="{85B27864-3170-419C-BC21-3FF467125A2C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9.246" v="48" actId="478"/>
          <ac:spMkLst>
            <pc:docMk/>
            <pc:sldMk cId="3468524003" sldId="2147482158"/>
            <ac:spMk id="66" creationId="{CC76EF42-A66C-476E-8390-EAA9ECA2200B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9.246" v="48" actId="478"/>
          <ac:spMkLst>
            <pc:docMk/>
            <pc:sldMk cId="3468524003" sldId="2147482158"/>
            <ac:spMk id="67" creationId="{53521E69-6EF1-4540-A186-0AF0C8A5668A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9.246" v="48" actId="478"/>
          <ac:spMkLst>
            <pc:docMk/>
            <pc:sldMk cId="3468524003" sldId="2147482158"/>
            <ac:spMk id="68" creationId="{0902E740-9280-415C-9EDC-C99F438EFC99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9.246" v="48" actId="478"/>
          <ac:spMkLst>
            <pc:docMk/>
            <pc:sldMk cId="3468524003" sldId="2147482158"/>
            <ac:spMk id="69" creationId="{A73AD176-C66B-4808-AA30-6F5D59221AE5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9.246" v="48" actId="478"/>
          <ac:spMkLst>
            <pc:docMk/>
            <pc:sldMk cId="3468524003" sldId="2147482158"/>
            <ac:spMk id="70" creationId="{2E7BAFAF-893D-495F-B44E-009D4554128F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29.246" v="48" actId="478"/>
          <ac:spMkLst>
            <pc:docMk/>
            <pc:sldMk cId="3468524003" sldId="2147482158"/>
            <ac:spMk id="71" creationId="{BE3FACBE-48DB-459F-97FC-2C9A5C6BECB0}"/>
          </ac:spMkLst>
        </pc:spChg>
        <pc:graphicFrameChg chg="add mod">
          <ac:chgData name="김지원(JIWON KIM)[jiwonkim]/사원/제조DX.제조DX솔루션.롤맵기술팀" userId="943d6483-24ce-443d-b7b2-0672c51f7cc5" providerId="ADAL" clId="{ABC9AF97-602D-4A00-B711-84FB2314D611}" dt="2025-12-03T05:09:29.442" v="49"/>
          <ac:graphicFrameMkLst>
            <pc:docMk/>
            <pc:sldMk cId="3468524003" sldId="2147482158"/>
            <ac:graphicFrameMk id="3" creationId="{2C3E5F66-73E5-5EC6-5688-555B13F7BC8C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ABC9AF97-602D-4A00-B711-84FB2314D611}" dt="2025-12-03T05:09:29.246" v="48" actId="478"/>
          <ac:graphicFrameMkLst>
            <pc:docMk/>
            <pc:sldMk cId="3468524003" sldId="2147482158"/>
            <ac:graphicFrameMk id="18" creationId="{4E22BB30-6CFC-4C3D-9731-68877F262519}"/>
          </ac:graphicFrameMkLst>
        </pc:graphicFrameChg>
        <pc:graphicFrameChg chg="mod modGraphic">
          <ac:chgData name="김지원(JIWON KIM)[jiwonkim]/사원/제조DX.제조DX솔루션.롤맵기술팀" userId="943d6483-24ce-443d-b7b2-0672c51f7cc5" providerId="ADAL" clId="{ABC9AF97-602D-4A00-B711-84FB2314D611}" dt="2025-12-03T05:11:52.189" v="633" actId="20577"/>
          <ac:graphicFrameMkLst>
            <pc:docMk/>
            <pc:sldMk cId="3468524003" sldId="2147482158"/>
            <ac:graphicFrameMk id="30" creationId="{FD723AF4-8C6A-45D2-91AF-E831F6E1C5CD}"/>
          </ac:graphicFrameMkLst>
        </pc:graphicFrameChg>
      </pc:sldChg>
      <pc:sldChg chg="addSp delSp modSp mod">
        <pc:chgData name="김지원(JIWON KIM)[jiwonkim]/사원/제조DX.제조DX솔루션.롤맵기술팀" userId="943d6483-24ce-443d-b7b2-0672c51f7cc5" providerId="ADAL" clId="{ABC9AF97-602D-4A00-B711-84FB2314D611}" dt="2025-12-03T05:12:21.005" v="634" actId="207"/>
        <pc:sldMkLst>
          <pc:docMk/>
          <pc:sldMk cId="3982393149" sldId="2147482159"/>
        </pc:sldMkLst>
        <pc:spChg chg="add mod">
          <ac:chgData name="김지원(JIWON KIM)[jiwonkim]/사원/제조DX.제조DX솔루션.롤맵기술팀" userId="943d6483-24ce-443d-b7b2-0672c51f7cc5" providerId="ADAL" clId="{ABC9AF97-602D-4A00-B711-84FB2314D611}" dt="2025-12-03T05:09:33.482" v="51"/>
          <ac:spMkLst>
            <pc:docMk/>
            <pc:sldMk cId="3982393149" sldId="2147482159"/>
            <ac:spMk id="4" creationId="{A8814325-F1E3-29A3-63B2-35A2AD175DA8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33.482" v="51"/>
          <ac:spMkLst>
            <pc:docMk/>
            <pc:sldMk cId="3982393149" sldId="2147482159"/>
            <ac:spMk id="5" creationId="{A85EAD02-FF72-E375-0952-08B24BCEBF18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33.482" v="51"/>
          <ac:spMkLst>
            <pc:docMk/>
            <pc:sldMk cId="3982393149" sldId="2147482159"/>
            <ac:spMk id="6" creationId="{D2243D7F-F2C7-19A2-3AEE-A7B5C71216E1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33.482" v="51"/>
          <ac:spMkLst>
            <pc:docMk/>
            <pc:sldMk cId="3982393149" sldId="2147482159"/>
            <ac:spMk id="7" creationId="{95782D1B-C893-8B47-D5A3-0E8D040834BD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33.482" v="51"/>
          <ac:spMkLst>
            <pc:docMk/>
            <pc:sldMk cId="3982393149" sldId="2147482159"/>
            <ac:spMk id="8" creationId="{C40BE504-E0FB-7D0B-10D1-60103F9FF00D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33.482" v="51"/>
          <ac:spMkLst>
            <pc:docMk/>
            <pc:sldMk cId="3982393149" sldId="2147482159"/>
            <ac:spMk id="9" creationId="{AFBD6BC2-96B9-AB47-708B-D18BB5B0581A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33.482" v="51"/>
          <ac:spMkLst>
            <pc:docMk/>
            <pc:sldMk cId="3982393149" sldId="2147482159"/>
            <ac:spMk id="10" creationId="{A53BCA2B-0B86-A762-B7FA-E8A624F6F536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33.482" v="51"/>
          <ac:spMkLst>
            <pc:docMk/>
            <pc:sldMk cId="3982393149" sldId="2147482159"/>
            <ac:spMk id="11" creationId="{6B947F11-261B-78D7-1D55-C2007F3C2DF7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33.482" v="51"/>
          <ac:spMkLst>
            <pc:docMk/>
            <pc:sldMk cId="3982393149" sldId="2147482159"/>
            <ac:spMk id="12" creationId="{3E1FAA79-2CC1-EFFA-D87A-2A7E840D91C7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33.482" v="51"/>
          <ac:spMkLst>
            <pc:docMk/>
            <pc:sldMk cId="3982393149" sldId="2147482159"/>
            <ac:spMk id="13" creationId="{3A1AF701-B4C7-7650-B715-E5C16AF45B2C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33.482" v="51"/>
          <ac:spMkLst>
            <pc:docMk/>
            <pc:sldMk cId="3982393149" sldId="2147482159"/>
            <ac:spMk id="14" creationId="{3FBE3C57-5A60-7CB5-CE9E-1C387561E0EF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33.482" v="51"/>
          <ac:spMkLst>
            <pc:docMk/>
            <pc:sldMk cId="3982393149" sldId="2147482159"/>
            <ac:spMk id="15" creationId="{7AF9354F-F90E-00D2-8BDD-B2C126E806EF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33.158" v="50" actId="478"/>
          <ac:spMkLst>
            <pc:docMk/>
            <pc:sldMk cId="3982393149" sldId="2147482159"/>
            <ac:spMk id="60" creationId="{7125F966-A49E-44AB-8A7B-1D47C21608ED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33.158" v="50" actId="478"/>
          <ac:spMkLst>
            <pc:docMk/>
            <pc:sldMk cId="3982393149" sldId="2147482159"/>
            <ac:spMk id="61" creationId="{1F056155-271D-4B23-8D74-AD7B3D052B06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33.158" v="50" actId="478"/>
          <ac:spMkLst>
            <pc:docMk/>
            <pc:sldMk cId="3982393149" sldId="2147482159"/>
            <ac:spMk id="62" creationId="{B7EC2CD0-2D2C-4AC8-9EA6-0D4179FEB249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33.158" v="50" actId="478"/>
          <ac:spMkLst>
            <pc:docMk/>
            <pc:sldMk cId="3982393149" sldId="2147482159"/>
            <ac:spMk id="63" creationId="{561BE8F0-36BD-4E01-A06E-7DDEFFD0DFDE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33.158" v="50" actId="478"/>
          <ac:spMkLst>
            <pc:docMk/>
            <pc:sldMk cId="3982393149" sldId="2147482159"/>
            <ac:spMk id="64" creationId="{70E8C59F-5BB0-4CEE-8D9D-7F89097618C7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33.158" v="50" actId="478"/>
          <ac:spMkLst>
            <pc:docMk/>
            <pc:sldMk cId="3982393149" sldId="2147482159"/>
            <ac:spMk id="65" creationId="{8A42B164-E35E-4D8D-BBB7-AC23C75D6C6F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33.158" v="50" actId="478"/>
          <ac:spMkLst>
            <pc:docMk/>
            <pc:sldMk cId="3982393149" sldId="2147482159"/>
            <ac:spMk id="66" creationId="{34ED5A12-031A-42F8-99DC-BE8E0E838799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33.158" v="50" actId="478"/>
          <ac:spMkLst>
            <pc:docMk/>
            <pc:sldMk cId="3982393149" sldId="2147482159"/>
            <ac:spMk id="67" creationId="{BE93182D-98EC-4A2F-A075-5D2C694AECD3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33.158" v="50" actId="478"/>
          <ac:spMkLst>
            <pc:docMk/>
            <pc:sldMk cId="3982393149" sldId="2147482159"/>
            <ac:spMk id="68" creationId="{E811094E-ACF7-4749-A089-46BE40892EF1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33.158" v="50" actId="478"/>
          <ac:spMkLst>
            <pc:docMk/>
            <pc:sldMk cId="3982393149" sldId="2147482159"/>
            <ac:spMk id="69" creationId="{EC0E4063-32D9-4671-BB12-B16E26E00F47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33.158" v="50" actId="478"/>
          <ac:spMkLst>
            <pc:docMk/>
            <pc:sldMk cId="3982393149" sldId="2147482159"/>
            <ac:spMk id="70" creationId="{AE4E590D-5C61-4D3C-81EF-9DDD0CA69F38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33.158" v="50" actId="478"/>
          <ac:spMkLst>
            <pc:docMk/>
            <pc:sldMk cId="3982393149" sldId="2147482159"/>
            <ac:spMk id="71" creationId="{2E6D5015-3B1D-4ADE-8B7C-529EB94B6AD6}"/>
          </ac:spMkLst>
        </pc:spChg>
        <pc:graphicFrameChg chg="add mod">
          <ac:chgData name="김지원(JIWON KIM)[jiwonkim]/사원/제조DX.제조DX솔루션.롤맵기술팀" userId="943d6483-24ce-443d-b7b2-0672c51f7cc5" providerId="ADAL" clId="{ABC9AF97-602D-4A00-B711-84FB2314D611}" dt="2025-12-03T05:09:33.482" v="51"/>
          <ac:graphicFrameMkLst>
            <pc:docMk/>
            <pc:sldMk cId="3982393149" sldId="2147482159"/>
            <ac:graphicFrameMk id="3" creationId="{6669E264-4242-643C-442F-A93E73F950B8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ABC9AF97-602D-4A00-B711-84FB2314D611}" dt="2025-12-03T05:09:33.158" v="50" actId="478"/>
          <ac:graphicFrameMkLst>
            <pc:docMk/>
            <pc:sldMk cId="3982393149" sldId="2147482159"/>
            <ac:graphicFrameMk id="18" creationId="{A1AA0E56-D750-4FE2-8B1E-30A9D86E97B9}"/>
          </ac:graphicFrameMkLst>
        </pc:graphicFrameChg>
        <pc:graphicFrameChg chg="modGraphic">
          <ac:chgData name="김지원(JIWON KIM)[jiwonkim]/사원/제조DX.제조DX솔루션.롤맵기술팀" userId="943d6483-24ce-443d-b7b2-0672c51f7cc5" providerId="ADAL" clId="{ABC9AF97-602D-4A00-B711-84FB2314D611}" dt="2025-12-03T05:12:21.005" v="634" actId="207"/>
          <ac:graphicFrameMkLst>
            <pc:docMk/>
            <pc:sldMk cId="3982393149" sldId="2147482159"/>
            <ac:graphicFrameMk id="30" creationId="{FD723AF4-8C6A-45D2-91AF-E831F6E1C5CD}"/>
          </ac:graphicFrameMkLst>
        </pc:graphicFrameChg>
      </pc:sldChg>
      <pc:sldChg chg="addSp delSp modSp mod">
        <pc:chgData name="김지원(JIWON KIM)[jiwonkim]/사원/제조DX.제조DX솔루션.롤맵기술팀" userId="943d6483-24ce-443d-b7b2-0672c51f7cc5" providerId="ADAL" clId="{ABC9AF97-602D-4A00-B711-84FB2314D611}" dt="2025-12-03T05:09:36.400" v="53"/>
        <pc:sldMkLst>
          <pc:docMk/>
          <pc:sldMk cId="4127400384" sldId="2147482160"/>
        </pc:sldMkLst>
        <pc:spChg chg="add mod">
          <ac:chgData name="김지원(JIWON KIM)[jiwonkim]/사원/제조DX.제조DX솔루션.롤맵기술팀" userId="943d6483-24ce-443d-b7b2-0672c51f7cc5" providerId="ADAL" clId="{ABC9AF97-602D-4A00-B711-84FB2314D611}" dt="2025-12-03T05:09:36.400" v="53"/>
          <ac:spMkLst>
            <pc:docMk/>
            <pc:sldMk cId="4127400384" sldId="2147482160"/>
            <ac:spMk id="3" creationId="{B93085C0-1013-400F-22C8-080F4F8FF08C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36.400" v="53"/>
          <ac:spMkLst>
            <pc:docMk/>
            <pc:sldMk cId="4127400384" sldId="2147482160"/>
            <ac:spMk id="4" creationId="{D4A1C099-ABB3-95DD-85E8-904E6C681920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36.400" v="53"/>
          <ac:spMkLst>
            <pc:docMk/>
            <pc:sldMk cId="4127400384" sldId="2147482160"/>
            <ac:spMk id="5" creationId="{0E0B2F06-B939-6CC2-CE69-2AFA944F6076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36.400" v="53"/>
          <ac:spMkLst>
            <pc:docMk/>
            <pc:sldMk cId="4127400384" sldId="2147482160"/>
            <ac:spMk id="6" creationId="{896E42D8-5AEF-76FB-3BF7-B4C7BE13E2A9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36.400" v="53"/>
          <ac:spMkLst>
            <pc:docMk/>
            <pc:sldMk cId="4127400384" sldId="2147482160"/>
            <ac:spMk id="7" creationId="{CC7CEBCF-4477-28F6-931A-45A570F92719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36.400" v="53"/>
          <ac:spMkLst>
            <pc:docMk/>
            <pc:sldMk cId="4127400384" sldId="2147482160"/>
            <ac:spMk id="8" creationId="{E45297C2-E290-04D1-C5D8-DECEB4DE6F52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36.400" v="53"/>
          <ac:spMkLst>
            <pc:docMk/>
            <pc:sldMk cId="4127400384" sldId="2147482160"/>
            <ac:spMk id="9" creationId="{E21E51E9-979B-4640-03B6-B3485D90A486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36.400" v="53"/>
          <ac:spMkLst>
            <pc:docMk/>
            <pc:sldMk cId="4127400384" sldId="2147482160"/>
            <ac:spMk id="10" creationId="{6140C1F2-047F-A029-61E8-3871A3292A74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36.400" v="53"/>
          <ac:spMkLst>
            <pc:docMk/>
            <pc:sldMk cId="4127400384" sldId="2147482160"/>
            <ac:spMk id="11" creationId="{7D8F1DC0-50A6-08F4-F9F3-559F37D84B72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36.400" v="53"/>
          <ac:spMkLst>
            <pc:docMk/>
            <pc:sldMk cId="4127400384" sldId="2147482160"/>
            <ac:spMk id="12" creationId="{2764C1E2-67BC-4469-6019-15DBEFEA4842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36.400" v="53"/>
          <ac:spMkLst>
            <pc:docMk/>
            <pc:sldMk cId="4127400384" sldId="2147482160"/>
            <ac:spMk id="13" creationId="{E1E7CF4A-D3D2-A499-577C-FCB8F2A11E78}"/>
          </ac:spMkLst>
        </pc:spChg>
        <pc:spChg chg="add mod">
          <ac:chgData name="김지원(JIWON KIM)[jiwonkim]/사원/제조DX.제조DX솔루션.롤맵기술팀" userId="943d6483-24ce-443d-b7b2-0672c51f7cc5" providerId="ADAL" clId="{ABC9AF97-602D-4A00-B711-84FB2314D611}" dt="2025-12-03T05:09:36.400" v="53"/>
          <ac:spMkLst>
            <pc:docMk/>
            <pc:sldMk cId="4127400384" sldId="2147482160"/>
            <ac:spMk id="14" creationId="{423C8E8C-9539-7015-0B18-DDA762947B8B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36.142" v="52" actId="478"/>
          <ac:spMkLst>
            <pc:docMk/>
            <pc:sldMk cId="4127400384" sldId="2147482160"/>
            <ac:spMk id="59" creationId="{B3F7F2CB-E5A7-46AA-89FE-18A11B9F96DF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36.142" v="52" actId="478"/>
          <ac:spMkLst>
            <pc:docMk/>
            <pc:sldMk cId="4127400384" sldId="2147482160"/>
            <ac:spMk id="60" creationId="{0AFD29F7-EAE6-44C5-8D14-34D64A06CD37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36.142" v="52" actId="478"/>
          <ac:spMkLst>
            <pc:docMk/>
            <pc:sldMk cId="4127400384" sldId="2147482160"/>
            <ac:spMk id="61" creationId="{B1A7A53D-96D9-489E-9A1A-494F79586A99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36.142" v="52" actId="478"/>
          <ac:spMkLst>
            <pc:docMk/>
            <pc:sldMk cId="4127400384" sldId="2147482160"/>
            <ac:spMk id="62" creationId="{00774EC3-EFCB-4482-8CF0-60B28CA1F3B4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36.142" v="52" actId="478"/>
          <ac:spMkLst>
            <pc:docMk/>
            <pc:sldMk cId="4127400384" sldId="2147482160"/>
            <ac:spMk id="63" creationId="{B2186706-6E28-4D60-906B-E0CD7FB1EC9A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36.142" v="52" actId="478"/>
          <ac:spMkLst>
            <pc:docMk/>
            <pc:sldMk cId="4127400384" sldId="2147482160"/>
            <ac:spMk id="64" creationId="{89433F49-1DBC-42C2-9FF9-D39216AEEB92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36.142" v="52" actId="478"/>
          <ac:spMkLst>
            <pc:docMk/>
            <pc:sldMk cId="4127400384" sldId="2147482160"/>
            <ac:spMk id="65" creationId="{0203FB6B-CB86-40E9-93AB-E6C4C679B70F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36.142" v="52" actId="478"/>
          <ac:spMkLst>
            <pc:docMk/>
            <pc:sldMk cId="4127400384" sldId="2147482160"/>
            <ac:spMk id="66" creationId="{A815A989-CB1C-41AB-BD6E-D4D6F9A6C12C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36.142" v="52" actId="478"/>
          <ac:spMkLst>
            <pc:docMk/>
            <pc:sldMk cId="4127400384" sldId="2147482160"/>
            <ac:spMk id="67" creationId="{768906CF-B2D4-46CE-95BC-937B87D48225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36.142" v="52" actId="478"/>
          <ac:spMkLst>
            <pc:docMk/>
            <pc:sldMk cId="4127400384" sldId="2147482160"/>
            <ac:spMk id="68" creationId="{88CFCD40-F48C-484C-92BA-891637BA0DDB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36.142" v="52" actId="478"/>
          <ac:spMkLst>
            <pc:docMk/>
            <pc:sldMk cId="4127400384" sldId="2147482160"/>
            <ac:spMk id="69" creationId="{29443BDA-C2FB-4547-B659-1F98087D4DD2}"/>
          </ac:spMkLst>
        </pc:spChg>
        <pc:spChg chg="del">
          <ac:chgData name="김지원(JIWON KIM)[jiwonkim]/사원/제조DX.제조DX솔루션.롤맵기술팀" userId="943d6483-24ce-443d-b7b2-0672c51f7cc5" providerId="ADAL" clId="{ABC9AF97-602D-4A00-B711-84FB2314D611}" dt="2025-12-03T05:09:36.142" v="52" actId="478"/>
          <ac:spMkLst>
            <pc:docMk/>
            <pc:sldMk cId="4127400384" sldId="2147482160"/>
            <ac:spMk id="70" creationId="{3F42F384-8525-4862-8173-801B00CF9F36}"/>
          </ac:spMkLst>
        </pc:spChg>
        <pc:graphicFrameChg chg="add mod">
          <ac:chgData name="김지원(JIWON KIM)[jiwonkim]/사원/제조DX.제조DX솔루션.롤맵기술팀" userId="943d6483-24ce-443d-b7b2-0672c51f7cc5" providerId="ADAL" clId="{ABC9AF97-602D-4A00-B711-84FB2314D611}" dt="2025-12-03T05:09:36.400" v="53"/>
          <ac:graphicFrameMkLst>
            <pc:docMk/>
            <pc:sldMk cId="4127400384" sldId="2147482160"/>
            <ac:graphicFrameMk id="2" creationId="{BE142C29-357F-90F7-F4D6-0E9E4F8BF1FD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ABC9AF97-602D-4A00-B711-84FB2314D611}" dt="2025-12-03T05:09:36.142" v="52" actId="478"/>
          <ac:graphicFrameMkLst>
            <pc:docMk/>
            <pc:sldMk cId="4127400384" sldId="2147482160"/>
            <ac:graphicFrameMk id="17" creationId="{AE510A3E-A2F0-42D9-ADD6-281ADDDE2DD0}"/>
          </ac:graphicFrameMkLst>
        </pc:graphicFrameChg>
      </pc:sldChg>
    </pc:docChg>
  </pc:docChgLst>
  <pc:docChgLst>
    <pc:chgData name="김승필(SEUNGPIL KIM)[spkim]/책임/제조DX.제조DX솔루션.셀추적기술팀" userId="407f73c3-021a-44fd-b8e7-f3d9a6efd4ba" providerId="ADAL" clId="{57DF6651-93BA-4B85-8AFC-FA2B4D4AFFD1}"/>
    <pc:docChg chg="undo custSel modSld sldOrd">
      <pc:chgData name="김승필(SEUNGPIL KIM)[spkim]/책임/제조DX.제조DX솔루션.셀추적기술팀" userId="407f73c3-021a-44fd-b8e7-f3d9a6efd4ba" providerId="ADAL" clId="{57DF6651-93BA-4B85-8AFC-FA2B4D4AFFD1}" dt="2025-11-11T07:51:28.066" v="595" actId="20577"/>
      <pc:docMkLst>
        <pc:docMk/>
      </pc:docMkLst>
      <pc:sldChg chg="modSp mod">
        <pc:chgData name="김승필(SEUNGPIL KIM)[spkim]/책임/제조DX.제조DX솔루션.셀추적기술팀" userId="407f73c3-021a-44fd-b8e7-f3d9a6efd4ba" providerId="ADAL" clId="{57DF6651-93BA-4B85-8AFC-FA2B4D4AFFD1}" dt="2025-11-11T07:51:28.066" v="595" actId="20577"/>
        <pc:sldMkLst>
          <pc:docMk/>
          <pc:sldMk cId="4054304740" sldId="2213"/>
        </pc:sldMkLst>
        <pc:spChg chg="mod">
          <ac:chgData name="김승필(SEUNGPIL KIM)[spkim]/책임/제조DX.제조DX솔루션.셀추적기술팀" userId="407f73c3-021a-44fd-b8e7-f3d9a6efd4ba" providerId="ADAL" clId="{57DF6651-93BA-4B85-8AFC-FA2B4D4AFFD1}" dt="2025-11-11T07:51:28.066" v="595" actId="20577"/>
          <ac:spMkLst>
            <pc:docMk/>
            <pc:sldMk cId="4054304740" sldId="2213"/>
            <ac:spMk id="33" creationId="{708B1D54-9D52-42CB-82CB-E5D69946BACE}"/>
          </ac:spMkLst>
        </pc:spChg>
        <pc:graphicFrameChg chg="modGraphic">
          <ac:chgData name="김승필(SEUNGPIL KIM)[spkim]/책임/제조DX.제조DX솔루션.셀추적기술팀" userId="407f73c3-021a-44fd-b8e7-f3d9a6efd4ba" providerId="ADAL" clId="{57DF6651-93BA-4B85-8AFC-FA2B4D4AFFD1}" dt="2025-11-11T07:51:24.722" v="593" actId="207"/>
          <ac:graphicFrameMkLst>
            <pc:docMk/>
            <pc:sldMk cId="4054304740" sldId="2213"/>
            <ac:graphicFrameMk id="18" creationId="{ACD91870-1828-466F-AE38-B03A708B4440}"/>
          </ac:graphicFrameMkLst>
        </pc:graphicFrameChg>
      </pc:sldChg>
      <pc:sldChg chg="addSp modSp mod">
        <pc:chgData name="김승필(SEUNGPIL KIM)[spkim]/책임/제조DX.제조DX솔루션.셀추적기술팀" userId="407f73c3-021a-44fd-b8e7-f3d9a6efd4ba" providerId="ADAL" clId="{57DF6651-93BA-4B85-8AFC-FA2B4D4AFFD1}" dt="2025-11-11T07:50:32.988" v="591" actId="20577"/>
        <pc:sldMkLst>
          <pc:docMk/>
          <pc:sldMk cId="3485727604" sldId="2147481872"/>
        </pc:sldMkLst>
        <pc:spChg chg="mod">
          <ac:chgData name="김승필(SEUNGPIL KIM)[spkim]/책임/제조DX.제조DX솔루션.셀추적기술팀" userId="407f73c3-021a-44fd-b8e7-f3d9a6efd4ba" providerId="ADAL" clId="{57DF6651-93BA-4B85-8AFC-FA2B4D4AFFD1}" dt="2025-11-11T07:50:02.566" v="587" actId="6549"/>
          <ac:spMkLst>
            <pc:docMk/>
            <pc:sldMk cId="3485727604" sldId="2147481872"/>
            <ac:spMk id="3" creationId="{36D5F857-C472-DCFE-03AC-BA2D74A7F9DE}"/>
          </ac:spMkLst>
        </pc:spChg>
        <pc:spChg chg="add mod">
          <ac:chgData name="김승필(SEUNGPIL KIM)[spkim]/책임/제조DX.제조DX솔루션.셀추적기술팀" userId="407f73c3-021a-44fd-b8e7-f3d9a6efd4ba" providerId="ADAL" clId="{57DF6651-93BA-4B85-8AFC-FA2B4D4AFFD1}" dt="2025-11-11T07:50:00.050" v="585" actId="1076"/>
          <ac:spMkLst>
            <pc:docMk/>
            <pc:sldMk cId="3485727604" sldId="2147481872"/>
            <ac:spMk id="5" creationId="{2B703216-3AAD-7829-811F-1A2153DE3BCE}"/>
          </ac:spMkLst>
        </pc:spChg>
        <pc:spChg chg="mod">
          <ac:chgData name="김승필(SEUNGPIL KIM)[spkim]/책임/제조DX.제조DX솔루션.셀추적기술팀" userId="407f73c3-021a-44fd-b8e7-f3d9a6efd4ba" providerId="ADAL" clId="{57DF6651-93BA-4B85-8AFC-FA2B4D4AFFD1}" dt="2025-11-11T07:50:32.988" v="591" actId="20577"/>
          <ac:spMkLst>
            <pc:docMk/>
            <pc:sldMk cId="3485727604" sldId="2147481872"/>
            <ac:spMk id="33" creationId="{708B1D54-9D52-42CB-82CB-E5D69946BACE}"/>
          </ac:spMkLst>
        </pc:spChg>
        <pc:grpChg chg="mod">
          <ac:chgData name="김승필(SEUNGPIL KIM)[spkim]/책임/제조DX.제조DX솔루션.셀추적기술팀" userId="407f73c3-021a-44fd-b8e7-f3d9a6efd4ba" providerId="ADAL" clId="{57DF6651-93BA-4B85-8AFC-FA2B4D4AFFD1}" dt="2025-11-11T07:48:46.933" v="491" actId="1076"/>
          <ac:grpSpMkLst>
            <pc:docMk/>
            <pc:sldMk cId="3485727604" sldId="2147481872"/>
            <ac:grpSpMk id="13" creationId="{43E22224-4BC7-4E1D-93C3-769FDC782523}"/>
          </ac:grpSpMkLst>
        </pc:grpChg>
        <pc:graphicFrameChg chg="mod modGraphic">
          <ac:chgData name="김승필(SEUNGPIL KIM)[spkim]/책임/제조DX.제조DX솔루션.셀추적기술팀" userId="407f73c3-021a-44fd-b8e7-f3d9a6efd4ba" providerId="ADAL" clId="{57DF6651-93BA-4B85-8AFC-FA2B4D4AFFD1}" dt="2025-11-11T07:50:30.347" v="589" actId="207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  <pc:graphicFrameChg chg="mod modGraphic">
          <ac:chgData name="김승필(SEUNGPIL KIM)[spkim]/책임/제조DX.제조DX솔루션.셀추적기술팀" userId="407f73c3-021a-44fd-b8e7-f3d9a6efd4ba" providerId="ADAL" clId="{57DF6651-93BA-4B85-8AFC-FA2B4D4AFFD1}" dt="2025-11-11T07:48:59.706" v="503"/>
          <ac:graphicFrameMkLst>
            <pc:docMk/>
            <pc:sldMk cId="3485727604" sldId="2147481872"/>
            <ac:graphicFrameMk id="36" creationId="{66252906-857F-42C8-86CE-4F1F8E43E2F9}"/>
          </ac:graphicFrameMkLst>
        </pc:graphicFrameChg>
      </pc:sldChg>
      <pc:sldChg chg="addSp delSp modSp mod">
        <pc:chgData name="김승필(SEUNGPIL KIM)[spkim]/책임/제조DX.제조DX솔루션.셀추적기술팀" userId="407f73c3-021a-44fd-b8e7-f3d9a6efd4ba" providerId="ADAL" clId="{57DF6651-93BA-4B85-8AFC-FA2B4D4AFFD1}" dt="2025-11-11T07:45:36.127" v="301" actId="20577"/>
        <pc:sldMkLst>
          <pc:docMk/>
          <pc:sldMk cId="1840780179" sldId="2147482020"/>
        </pc:sldMkLst>
        <pc:spChg chg="add mod">
          <ac:chgData name="김승필(SEUNGPIL KIM)[spkim]/책임/제조DX.제조DX솔루션.셀추적기술팀" userId="407f73c3-021a-44fd-b8e7-f3d9a6efd4ba" providerId="ADAL" clId="{57DF6651-93BA-4B85-8AFC-FA2B4D4AFFD1}" dt="2025-11-11T07:39:19.545" v="48" actId="14100"/>
          <ac:spMkLst>
            <pc:docMk/>
            <pc:sldMk cId="1840780179" sldId="2147482020"/>
            <ac:spMk id="11" creationId="{8A14CEFE-CB89-26D1-53B5-9857B538AEC6}"/>
          </ac:spMkLst>
        </pc:spChg>
        <pc:spChg chg="add mod">
          <ac:chgData name="김승필(SEUNGPIL KIM)[spkim]/책임/제조DX.제조DX솔루션.셀추적기술팀" userId="407f73c3-021a-44fd-b8e7-f3d9a6efd4ba" providerId="ADAL" clId="{57DF6651-93BA-4B85-8AFC-FA2B4D4AFFD1}" dt="2025-11-11T07:39:15.859" v="47" actId="1037"/>
          <ac:spMkLst>
            <pc:docMk/>
            <pc:sldMk cId="1840780179" sldId="2147482020"/>
            <ac:spMk id="13" creationId="{F42FD1F5-9019-2C54-12E8-457A3F32C668}"/>
          </ac:spMkLst>
        </pc:spChg>
        <pc:spChg chg="mod">
          <ac:chgData name="김승필(SEUNGPIL KIM)[spkim]/책임/제조DX.제조DX솔루션.셀추적기술팀" userId="407f73c3-021a-44fd-b8e7-f3d9a6efd4ba" providerId="ADAL" clId="{57DF6651-93BA-4B85-8AFC-FA2B4D4AFFD1}" dt="2025-11-11T07:45:36.127" v="301" actId="20577"/>
          <ac:spMkLst>
            <pc:docMk/>
            <pc:sldMk cId="1840780179" sldId="2147482020"/>
            <ac:spMk id="24" creationId="{9E88BCD6-65AC-474C-9E19-A37722C332DC}"/>
          </ac:spMkLst>
        </pc:spChg>
        <pc:spChg chg="mod">
          <ac:chgData name="김승필(SEUNGPIL KIM)[spkim]/책임/제조DX.제조DX솔루션.셀추적기술팀" userId="407f73c3-021a-44fd-b8e7-f3d9a6efd4ba" providerId="ADAL" clId="{57DF6651-93BA-4B85-8AFC-FA2B4D4AFFD1}" dt="2025-11-11T07:38:54.062" v="11" actId="20577"/>
          <ac:spMkLst>
            <pc:docMk/>
            <pc:sldMk cId="1840780179" sldId="2147482020"/>
            <ac:spMk id="28" creationId="{EAE9226F-F722-4CEF-AF1A-BC8DF22E007D}"/>
          </ac:spMkLst>
        </pc:spChg>
        <pc:spChg chg="del mod">
          <ac:chgData name="김승필(SEUNGPIL KIM)[spkim]/책임/제조DX.제조DX솔루션.셀추적기술팀" userId="407f73c3-021a-44fd-b8e7-f3d9a6efd4ba" providerId="ADAL" clId="{57DF6651-93BA-4B85-8AFC-FA2B4D4AFFD1}" dt="2025-11-11T07:43:34.891" v="167" actId="478"/>
          <ac:spMkLst>
            <pc:docMk/>
            <pc:sldMk cId="1840780179" sldId="2147482020"/>
            <ac:spMk id="55" creationId="{45CAE694-AD91-2EA5-2333-20914A8373B7}"/>
          </ac:spMkLst>
        </pc:spChg>
        <pc:spChg chg="mod">
          <ac:chgData name="김승필(SEUNGPIL KIM)[spkim]/책임/제조DX.제조DX솔루션.셀추적기술팀" userId="407f73c3-021a-44fd-b8e7-f3d9a6efd4ba" providerId="ADAL" clId="{57DF6651-93BA-4B85-8AFC-FA2B4D4AFFD1}" dt="2025-11-11T07:45:32.545" v="298" actId="1076"/>
          <ac:spMkLst>
            <pc:docMk/>
            <pc:sldMk cId="1840780179" sldId="2147482020"/>
            <ac:spMk id="56" creationId="{F2EA9247-5163-43E1-3032-96D41AA1A0BD}"/>
          </ac:spMkLst>
        </pc:spChg>
      </pc:sldChg>
    </pc:docChg>
  </pc:docChgLst>
  <pc:docChgLst>
    <pc:chgData name="이형관(HYUNGKWAN LEE)[freelee127]/책임/제조DX.제조DX솔루션.롤맵기술팀" userId="11e5d321-d4d4-41f3-bbb3-35683fc429a5" providerId="ADAL" clId="{AC2E8FBB-F995-4164-A16A-8C2085FB1467}"/>
    <pc:docChg chg="custSel modSld">
      <pc:chgData name="이형관(HYUNGKWAN LEE)[freelee127]/책임/제조DX.제조DX솔루션.롤맵기술팀" userId="11e5d321-d4d4-41f3-bbb3-35683fc429a5" providerId="ADAL" clId="{AC2E8FBB-F995-4164-A16A-8C2085FB1467}" dt="2025-11-18T22:07:52.195" v="1768"/>
      <pc:docMkLst>
        <pc:docMk/>
      </pc:docMkLst>
      <pc:sldChg chg="addSp delSp modSp">
        <pc:chgData name="이형관(HYUNGKWAN LEE)[freelee127]/책임/제조DX.제조DX솔루션.롤맵기술팀" userId="11e5d321-d4d4-41f3-bbb3-35683fc429a5" providerId="ADAL" clId="{AC2E8FBB-F995-4164-A16A-8C2085FB1467}" dt="2025-11-18T22:07:34.554" v="1758" actId="478"/>
        <pc:sldMkLst>
          <pc:docMk/>
          <pc:sldMk cId="3266697761" sldId="2278"/>
        </pc:sldMkLst>
        <pc:spChg chg="mod">
          <ac:chgData name="이형관(HYUNGKWAN LEE)[freelee127]/책임/제조DX.제조DX솔루션.롤맵기술팀" userId="11e5d321-d4d4-41f3-bbb3-35683fc429a5" providerId="ADAL" clId="{AC2E8FBB-F995-4164-A16A-8C2085FB1467}" dt="2025-11-18T22:07:30.973" v="1757" actId="20577"/>
          <ac:spMkLst>
            <pc:docMk/>
            <pc:sldMk cId="3266697761" sldId="2278"/>
            <ac:spMk id="16" creationId="{64103116-79E6-4EAD-A94F-CA5060A46E07}"/>
          </ac:spMkLst>
        </pc:spChg>
        <pc:picChg chg="add del">
          <ac:chgData name="이형관(HYUNGKWAN LEE)[freelee127]/책임/제조DX.제조DX솔루션.롤맵기술팀" userId="11e5d321-d4d4-41f3-bbb3-35683fc429a5" providerId="ADAL" clId="{AC2E8FBB-F995-4164-A16A-8C2085FB1467}" dt="2025-11-18T22:07:34.554" v="1758" actId="478"/>
          <ac:picMkLst>
            <pc:docMk/>
            <pc:sldMk cId="3266697761" sldId="2278"/>
            <ac:picMk id="2" creationId="{153B0374-C672-45D2-8155-B1F87E5CA133}"/>
          </ac:picMkLst>
        </pc:picChg>
      </pc:sldChg>
      <pc:sldChg chg="modSp">
        <pc:chgData name="이형관(HYUNGKWAN LEE)[freelee127]/책임/제조DX.제조DX솔루션.롤맵기술팀" userId="11e5d321-d4d4-41f3-bbb3-35683fc429a5" providerId="ADAL" clId="{AC2E8FBB-F995-4164-A16A-8C2085FB1467}" dt="2025-11-18T22:07:52.195" v="1768"/>
        <pc:sldMkLst>
          <pc:docMk/>
          <pc:sldMk cId="2657352785" sldId="2147482166"/>
        </pc:sldMkLst>
        <pc:spChg chg="mod">
          <ac:chgData name="이형관(HYUNGKWAN LEE)[freelee127]/책임/제조DX.제조DX솔루션.롤맵기술팀" userId="11e5d321-d4d4-41f3-bbb3-35683fc429a5" providerId="ADAL" clId="{AC2E8FBB-F995-4164-A16A-8C2085FB1467}" dt="2025-11-18T21:40:28.933" v="2" actId="20577"/>
          <ac:spMkLst>
            <pc:docMk/>
            <pc:sldMk cId="2657352785" sldId="2147482166"/>
            <ac:spMk id="18" creationId="{72943F47-EAEA-4391-A2BC-C7C33A8E8CFD}"/>
          </ac:spMkLst>
        </pc:spChg>
        <pc:graphicFrameChg chg="mod modGraphic">
          <ac:chgData name="이형관(HYUNGKWAN LEE)[freelee127]/책임/제조DX.제조DX솔루션.롤맵기술팀" userId="11e5d321-d4d4-41f3-bbb3-35683fc429a5" providerId="ADAL" clId="{AC2E8FBB-F995-4164-A16A-8C2085FB1467}" dt="2025-11-18T22:07:52.195" v="1768"/>
          <ac:graphicFrameMkLst>
            <pc:docMk/>
            <pc:sldMk cId="2657352785" sldId="2147482166"/>
            <ac:graphicFrameMk id="3" creationId="{3E86696F-E35A-4B06-9B46-63A4A6A986C1}"/>
          </ac:graphicFrameMkLst>
        </pc:graphicFrameChg>
      </pc:sldChg>
    </pc:docChg>
  </pc:docChgLst>
  <pc:docChgLst>
    <pc:chgData name="서준효(JUNHYO SU)[sujunhyo]/책임/제조DX.제조DX솔루션.데이터통합분석팀" userId="d69e963c-cd7d-4842-a4a9-f0ce48daaa93" providerId="ADAL" clId="{E6739B71-F5DF-462F-8D07-89388E0FA3D6}"/>
    <pc:docChg chg="undo custSel modSld">
      <pc:chgData name="서준효(JUNHYO SU)[sujunhyo]/책임/제조DX.제조DX솔루션.데이터통합분석팀" userId="d69e963c-cd7d-4842-a4a9-f0ce48daaa93" providerId="ADAL" clId="{E6739B71-F5DF-462F-8D07-89388E0FA3D6}" dt="2025-11-13T04:44:29.435" v="4001"/>
      <pc:docMkLst>
        <pc:docMk/>
      </pc:docMkLst>
      <pc:sldChg chg="addSp delSp modSp mod">
        <pc:chgData name="서준효(JUNHYO SU)[sujunhyo]/책임/제조DX.제조DX솔루션.데이터통합분석팀" userId="d69e963c-cd7d-4842-a4a9-f0ce48daaa93" providerId="ADAL" clId="{E6739B71-F5DF-462F-8D07-89388E0FA3D6}" dt="2025-11-13T04:44:29.435" v="4001"/>
        <pc:sldMkLst>
          <pc:docMk/>
          <pc:sldMk cId="3422623579" sldId="2147482052"/>
        </pc:sldMkLst>
        <pc:spChg chg="mod">
          <ac:chgData name="서준효(JUNHYO SU)[sujunhyo]/책임/제조DX.제조DX솔루션.데이터통합분석팀" userId="d69e963c-cd7d-4842-a4a9-f0ce48daaa93" providerId="ADAL" clId="{E6739B71-F5DF-462F-8D07-89388E0FA3D6}" dt="2025-11-13T00:00:13.636" v="3610" actId="20577"/>
          <ac:spMkLst>
            <pc:docMk/>
            <pc:sldMk cId="3422623579" sldId="2147482052"/>
            <ac:spMk id="2" creationId="{60B0FB01-F46B-A2E7-6917-C608CD2BFA6F}"/>
          </ac:spMkLst>
        </pc:spChg>
        <pc:spChg chg="del mod">
          <ac:chgData name="서준효(JUNHYO SU)[sujunhyo]/책임/제조DX.제조DX솔루션.데이터통합분석팀" userId="d69e963c-cd7d-4842-a4a9-f0ce48daaa93" providerId="ADAL" clId="{E6739B71-F5DF-462F-8D07-89388E0FA3D6}" dt="2025-11-12T23:51:11.745" v="2328" actId="478"/>
          <ac:spMkLst>
            <pc:docMk/>
            <pc:sldMk cId="3422623579" sldId="2147482052"/>
            <ac:spMk id="4" creationId="{BCED9099-A249-78EA-B53B-9E038A0CC17E}"/>
          </ac:spMkLst>
        </pc:spChg>
        <pc:spChg chg="mod">
          <ac:chgData name="서준효(JUNHYO SU)[sujunhyo]/책임/제조DX.제조DX솔루션.데이터통합분석팀" userId="d69e963c-cd7d-4842-a4a9-f0ce48daaa93" providerId="ADAL" clId="{E6739B71-F5DF-462F-8D07-89388E0FA3D6}" dt="2025-11-13T04:44:29.435" v="4001"/>
          <ac:spMkLst>
            <pc:docMk/>
            <pc:sldMk cId="3422623579" sldId="2147482052"/>
            <ac:spMk id="5" creationId="{6BC9B294-291A-D23F-C381-45EA6FDC28AB}"/>
          </ac:spMkLst>
        </pc:spChg>
        <pc:spChg chg="mod ord">
          <ac:chgData name="서준효(JUNHYO SU)[sujunhyo]/책임/제조DX.제조DX솔루션.데이터통합분석팀" userId="d69e963c-cd7d-4842-a4a9-f0ce48daaa93" providerId="ADAL" clId="{E6739B71-F5DF-462F-8D07-89388E0FA3D6}" dt="2025-11-13T04:42:32.542" v="3750" actId="167"/>
          <ac:spMkLst>
            <pc:docMk/>
            <pc:sldMk cId="3422623579" sldId="2147482052"/>
            <ac:spMk id="12" creationId="{6692D194-EAA7-4A30-B79B-2E6BD596C9C1}"/>
          </ac:spMkLst>
        </pc:spChg>
        <pc:spChg chg="mod ord">
          <ac:chgData name="서준효(JUNHYO SU)[sujunhyo]/책임/제조DX.제조DX솔루션.데이터통합분석팀" userId="d69e963c-cd7d-4842-a4a9-f0ce48daaa93" providerId="ADAL" clId="{E6739B71-F5DF-462F-8D07-89388E0FA3D6}" dt="2025-11-13T04:42:32.542" v="3750" actId="167"/>
          <ac:spMkLst>
            <pc:docMk/>
            <pc:sldMk cId="3422623579" sldId="2147482052"/>
            <ac:spMk id="14" creationId="{FF3B58DF-5463-4003-B574-D2C07836F890}"/>
          </ac:spMkLst>
        </pc:spChg>
        <pc:spChg chg="mod ord">
          <ac:chgData name="서준효(JUNHYO SU)[sujunhyo]/책임/제조DX.제조DX솔루션.데이터통합분석팀" userId="d69e963c-cd7d-4842-a4a9-f0ce48daaa93" providerId="ADAL" clId="{E6739B71-F5DF-462F-8D07-89388E0FA3D6}" dt="2025-11-13T04:42:32.542" v="3750" actId="167"/>
          <ac:spMkLst>
            <pc:docMk/>
            <pc:sldMk cId="3422623579" sldId="2147482052"/>
            <ac:spMk id="15" creationId="{1347EB15-DE53-4F8D-A41D-C25B54697F69}"/>
          </ac:spMkLst>
        </pc:spChg>
        <pc:spChg chg="mod ord">
          <ac:chgData name="서준효(JUNHYO SU)[sujunhyo]/책임/제조DX.제조DX솔루션.데이터통합분석팀" userId="d69e963c-cd7d-4842-a4a9-f0ce48daaa93" providerId="ADAL" clId="{E6739B71-F5DF-462F-8D07-89388E0FA3D6}" dt="2025-11-13T04:42:32.542" v="3750" actId="167"/>
          <ac:spMkLst>
            <pc:docMk/>
            <pc:sldMk cId="3422623579" sldId="2147482052"/>
            <ac:spMk id="18" creationId="{B039936C-EA9E-4773-B7D0-A42716E92176}"/>
          </ac:spMkLst>
        </pc:spChg>
        <pc:spChg chg="mod ord">
          <ac:chgData name="서준효(JUNHYO SU)[sujunhyo]/책임/제조DX.제조DX솔루션.데이터통합분석팀" userId="d69e963c-cd7d-4842-a4a9-f0ce48daaa93" providerId="ADAL" clId="{E6739B71-F5DF-462F-8D07-89388E0FA3D6}" dt="2025-11-13T04:42:32.542" v="3750" actId="167"/>
          <ac:spMkLst>
            <pc:docMk/>
            <pc:sldMk cId="3422623579" sldId="2147482052"/>
            <ac:spMk id="19" creationId="{47237EF7-60B2-4748-A9B6-B8972E1054A8}"/>
          </ac:spMkLst>
        </pc:spChg>
        <pc:spChg chg="mod ord">
          <ac:chgData name="서준효(JUNHYO SU)[sujunhyo]/책임/제조DX.제조DX솔루션.데이터통합분석팀" userId="d69e963c-cd7d-4842-a4a9-f0ce48daaa93" providerId="ADAL" clId="{E6739B71-F5DF-462F-8D07-89388E0FA3D6}" dt="2025-11-13T04:42:32.542" v="3750" actId="167"/>
          <ac:spMkLst>
            <pc:docMk/>
            <pc:sldMk cId="3422623579" sldId="2147482052"/>
            <ac:spMk id="20" creationId="{3F2F36C2-F626-42D6-AE61-D4F0D42979D7}"/>
          </ac:spMkLst>
        </pc:spChg>
        <pc:spChg chg="mod ord">
          <ac:chgData name="서준효(JUNHYO SU)[sujunhyo]/책임/제조DX.제조DX솔루션.데이터통합분석팀" userId="d69e963c-cd7d-4842-a4a9-f0ce48daaa93" providerId="ADAL" clId="{E6739B71-F5DF-462F-8D07-89388E0FA3D6}" dt="2025-11-13T04:42:51.785" v="3772" actId="1035"/>
          <ac:spMkLst>
            <pc:docMk/>
            <pc:sldMk cId="3422623579" sldId="2147482052"/>
            <ac:spMk id="21" creationId="{CB270C23-74FA-4F73-95AD-E9822BA83867}"/>
          </ac:spMkLst>
        </pc:spChg>
        <pc:spChg chg="ord">
          <ac:chgData name="서준효(JUNHYO SU)[sujunhyo]/책임/제조DX.제조DX솔루션.데이터통합분석팀" userId="d69e963c-cd7d-4842-a4a9-f0ce48daaa93" providerId="ADAL" clId="{E6739B71-F5DF-462F-8D07-89388E0FA3D6}" dt="2025-11-13T04:42:32.542" v="3750" actId="167"/>
          <ac:spMkLst>
            <pc:docMk/>
            <pc:sldMk cId="3422623579" sldId="2147482052"/>
            <ac:spMk id="24" creationId="{D1BFD141-0C5E-DB3F-5D17-F715E8E37BD0}"/>
          </ac:spMkLst>
        </pc:spChg>
        <pc:spChg chg="add del mod">
          <ac:chgData name="서준효(JUNHYO SU)[sujunhyo]/책임/제조DX.제조DX솔루션.데이터통합분석팀" userId="d69e963c-cd7d-4842-a4a9-f0ce48daaa93" providerId="ADAL" clId="{E6739B71-F5DF-462F-8D07-89388E0FA3D6}" dt="2025-11-13T00:02:28.257" v="3742" actId="478"/>
          <ac:spMkLst>
            <pc:docMk/>
            <pc:sldMk cId="3422623579" sldId="2147482052"/>
            <ac:spMk id="25" creationId="{1614325E-D9CA-BE17-E642-E19334E571C9}"/>
          </ac:spMkLst>
        </pc:spChg>
        <pc:spChg chg="ord">
          <ac:chgData name="서준효(JUNHYO SU)[sujunhyo]/책임/제조DX.제조DX솔루션.데이터통합분석팀" userId="d69e963c-cd7d-4842-a4a9-f0ce48daaa93" providerId="ADAL" clId="{E6739B71-F5DF-462F-8D07-89388E0FA3D6}" dt="2025-11-13T04:42:32.542" v="3750" actId="167"/>
          <ac:spMkLst>
            <pc:docMk/>
            <pc:sldMk cId="3422623579" sldId="2147482052"/>
            <ac:spMk id="25" creationId="{F19E7734-DC94-873D-0C05-64F7361DCDCE}"/>
          </ac:spMkLst>
        </pc:spChg>
        <pc:spChg chg="ord">
          <ac:chgData name="서준효(JUNHYO SU)[sujunhyo]/책임/제조DX.제조DX솔루션.데이터통합분석팀" userId="d69e963c-cd7d-4842-a4a9-f0ce48daaa93" providerId="ADAL" clId="{E6739B71-F5DF-462F-8D07-89388E0FA3D6}" dt="2025-11-13T04:42:32.542" v="3750" actId="167"/>
          <ac:spMkLst>
            <pc:docMk/>
            <pc:sldMk cId="3422623579" sldId="2147482052"/>
            <ac:spMk id="64" creationId="{00000000-0000-0000-0000-000000000000}"/>
          </ac:spMkLst>
        </pc:spChg>
        <pc:graphicFrameChg chg="modGraphic">
          <ac:chgData name="서준효(JUNHYO SU)[sujunhyo]/책임/제조DX.제조DX솔루션.데이터통합분석팀" userId="d69e963c-cd7d-4842-a4a9-f0ce48daaa93" providerId="ADAL" clId="{E6739B71-F5DF-462F-8D07-89388E0FA3D6}" dt="2025-11-12T23:59:25.196" v="3521" actId="14734"/>
          <ac:graphicFrameMkLst>
            <pc:docMk/>
            <pc:sldMk cId="3422623579" sldId="2147482052"/>
            <ac:graphicFrameMk id="3" creationId="{51906F92-A4E1-235A-A412-83CD8B5053F6}"/>
          </ac:graphicFrameMkLst>
        </pc:graphicFrameChg>
        <pc:graphicFrameChg chg="ord modGraphic">
          <ac:chgData name="서준효(JUNHYO SU)[sujunhyo]/책임/제조DX.제조DX솔루션.데이터통합분석팀" userId="d69e963c-cd7d-4842-a4a9-f0ce48daaa93" providerId="ADAL" clId="{E6739B71-F5DF-462F-8D07-89388E0FA3D6}" dt="2025-11-13T04:42:32.542" v="3750" actId="167"/>
          <ac:graphicFrameMkLst>
            <pc:docMk/>
            <pc:sldMk cId="3422623579" sldId="2147482052"/>
            <ac:graphicFrameMk id="7" creationId="{ED1D777A-F458-D0BE-C537-083D00DFCE32}"/>
          </ac:graphicFrameMkLst>
        </pc:graphicFrameChg>
        <pc:graphicFrameChg chg="ord">
          <ac:chgData name="서준효(JUNHYO SU)[sujunhyo]/책임/제조DX.제조DX솔루션.데이터통합분석팀" userId="d69e963c-cd7d-4842-a4a9-f0ce48daaa93" providerId="ADAL" clId="{E6739B71-F5DF-462F-8D07-89388E0FA3D6}" dt="2025-11-13T04:42:32.542" v="3750" actId="167"/>
          <ac:graphicFrameMkLst>
            <pc:docMk/>
            <pc:sldMk cId="3422623579" sldId="2147482052"/>
            <ac:graphicFrameMk id="8" creationId="{9F593721-68A0-50F6-F9A2-24B7FD3C4A98}"/>
          </ac:graphicFrameMkLst>
        </pc:graphicFrameChg>
        <pc:graphicFrameChg chg="mod ord">
          <ac:chgData name="서준효(JUNHYO SU)[sujunhyo]/책임/제조DX.제조DX솔루션.데이터통합분석팀" userId="d69e963c-cd7d-4842-a4a9-f0ce48daaa93" providerId="ADAL" clId="{E6739B71-F5DF-462F-8D07-89388E0FA3D6}" dt="2025-11-13T04:42:32.542" v="3750" actId="167"/>
          <ac:graphicFrameMkLst>
            <pc:docMk/>
            <pc:sldMk cId="3422623579" sldId="2147482052"/>
            <ac:graphicFrameMk id="16" creationId="{613F9ABA-5239-42FE-8096-8438F8CEB7F0}"/>
          </ac:graphicFrameMkLst>
        </pc:graphicFrameChg>
        <pc:picChg chg="add del mod">
          <ac:chgData name="서준효(JUNHYO SU)[sujunhyo]/책임/제조DX.제조DX솔루션.데이터통합분석팀" userId="d69e963c-cd7d-4842-a4a9-f0ce48daaa93" providerId="ADAL" clId="{E6739B71-F5DF-462F-8D07-89388E0FA3D6}" dt="2025-11-12T23:40:06.025" v="32" actId="478"/>
          <ac:picMkLst>
            <pc:docMk/>
            <pc:sldMk cId="3422623579" sldId="2147482052"/>
            <ac:picMk id="7" creationId="{9FB6C182-A42D-A930-E5A4-D9740B4F00BF}"/>
          </ac:picMkLst>
        </pc:picChg>
        <pc:picChg chg="del">
          <ac:chgData name="서준효(JUNHYO SU)[sujunhyo]/책임/제조DX.제조DX솔루션.데이터통합분석팀" userId="d69e963c-cd7d-4842-a4a9-f0ce48daaa93" providerId="ADAL" clId="{E6739B71-F5DF-462F-8D07-89388E0FA3D6}" dt="2025-11-12T23:58:30.616" v="3511" actId="478"/>
          <ac:picMkLst>
            <pc:docMk/>
            <pc:sldMk cId="3422623579" sldId="2147482052"/>
            <ac:picMk id="22" creationId="{30F7E86E-4C02-E1C3-74BC-DA7C1669404D}"/>
          </ac:picMkLst>
        </pc:picChg>
        <pc:picChg chg="add del mod">
          <ac:chgData name="서준효(JUNHYO SU)[sujunhyo]/책임/제조DX.제조DX솔루션.데이터통합분석팀" userId="d69e963c-cd7d-4842-a4a9-f0ce48daaa93" providerId="ADAL" clId="{E6739B71-F5DF-462F-8D07-89388E0FA3D6}" dt="2025-11-12T23:48:18.604" v="1703" actId="478"/>
          <ac:picMkLst>
            <pc:docMk/>
            <pc:sldMk cId="3422623579" sldId="2147482052"/>
            <ac:picMk id="23" creationId="{AE7669AB-6DFB-2A70-536E-528DB7C631B4}"/>
          </ac:picMkLst>
        </pc:picChg>
        <pc:picChg chg="del mod">
          <ac:chgData name="서준효(JUNHYO SU)[sujunhyo]/책임/제조DX.제조DX솔루션.데이터통합분석팀" userId="d69e963c-cd7d-4842-a4a9-f0ce48daaa93" providerId="ADAL" clId="{E6739B71-F5DF-462F-8D07-89388E0FA3D6}" dt="2025-11-12T23:58:31.559" v="3512" actId="478"/>
          <ac:picMkLst>
            <pc:docMk/>
            <pc:sldMk cId="3422623579" sldId="2147482052"/>
            <ac:picMk id="24" creationId="{1B42FEE4-8635-43C2-6895-345DE6F31C6E}"/>
          </ac:picMkLst>
        </pc:picChg>
        <pc:picChg chg="del mod">
          <ac:chgData name="서준효(JUNHYO SU)[sujunhyo]/책임/제조DX.제조DX솔루션.데이터통합분석팀" userId="d69e963c-cd7d-4842-a4a9-f0ce48daaa93" providerId="ADAL" clId="{E6739B71-F5DF-462F-8D07-89388E0FA3D6}" dt="2025-11-12T23:58:30.153" v="3510" actId="478"/>
          <ac:picMkLst>
            <pc:docMk/>
            <pc:sldMk cId="3422623579" sldId="2147482052"/>
            <ac:picMk id="26" creationId="{336D61C1-8732-3FC5-F082-FD0E9D60DC85}"/>
          </ac:picMkLst>
        </pc:picChg>
      </pc:sldChg>
    </pc:docChg>
  </pc:docChgLst>
  <pc:docChgLst>
    <pc:chgData name="임성묵(SUNGMOOK LIM)[muksung0084]/선임/제조DX.제조DX솔루션.데이터통합분석팀" userId="5ef6c119-0718-4bd2-a22e-105ab5e97655" providerId="ADAL" clId="{6D996C9E-F2B7-4DFC-9ECA-533A452C87D9}"/>
    <pc:docChg chg="undo custSel modSld">
      <pc:chgData name="임성묵(SUNGMOOK LIM)[muksung0084]/선임/제조DX.제조DX솔루션.데이터통합분석팀" userId="5ef6c119-0718-4bd2-a22e-105ab5e97655" providerId="ADAL" clId="{6D996C9E-F2B7-4DFC-9ECA-533A452C87D9}" dt="2025-12-04T01:44:25.766" v="7167" actId="1076"/>
      <pc:docMkLst>
        <pc:docMk/>
      </pc:docMkLst>
      <pc:sldChg chg="delSp modSp modTransition">
        <pc:chgData name="임성묵(SUNGMOOK LIM)[muksung0084]/선임/제조DX.제조DX솔루션.데이터통합분석팀" userId="5ef6c119-0718-4bd2-a22e-105ab5e97655" providerId="ADAL" clId="{6D996C9E-F2B7-4DFC-9ECA-533A452C87D9}" dt="2025-12-03T01:33:40.123" v="7011" actId="20577"/>
        <pc:sldMkLst>
          <pc:docMk/>
          <pc:sldMk cId="4208823273" sldId="2147481955"/>
        </pc:sldMkLst>
        <pc:spChg chg="del">
          <ac:chgData name="임성묵(SUNGMOOK LIM)[muksung0084]/선임/제조DX.제조DX솔루션.데이터통합분석팀" userId="5ef6c119-0718-4bd2-a22e-105ab5e97655" providerId="ADAL" clId="{6D996C9E-F2B7-4DFC-9ECA-533A452C87D9}" dt="2025-12-03T00:30:06.372" v="4390" actId="478"/>
          <ac:spMkLst>
            <pc:docMk/>
            <pc:sldMk cId="4208823273" sldId="2147481955"/>
            <ac:spMk id="2" creationId="{BDC296EC-EC8A-F827-FBF1-85E4AD9E7769}"/>
          </ac:spMkLst>
        </pc:spChg>
        <pc:spChg chg="del mod">
          <ac:chgData name="임성묵(SUNGMOOK LIM)[muksung0084]/선임/제조DX.제조DX솔루션.데이터통합분석팀" userId="5ef6c119-0718-4bd2-a22e-105ab5e97655" providerId="ADAL" clId="{6D996C9E-F2B7-4DFC-9ECA-533A452C87D9}" dt="2025-12-03T00:30:03.150" v="4388" actId="478"/>
          <ac:spMkLst>
            <pc:docMk/>
            <pc:sldMk cId="4208823273" sldId="2147481955"/>
            <ac:spMk id="4" creationId="{C19A5FFD-BBFF-449F-B95D-E4ADE22727FB}"/>
          </ac:spMkLst>
        </pc:spChg>
        <pc:spChg chg="del">
          <ac:chgData name="임성묵(SUNGMOOK LIM)[muksung0084]/선임/제조DX.제조DX솔루션.데이터통합분석팀" userId="5ef6c119-0718-4bd2-a22e-105ab5e97655" providerId="ADAL" clId="{6D996C9E-F2B7-4DFC-9ECA-533A452C87D9}" dt="2025-12-03T00:30:04.013" v="4389" actId="478"/>
          <ac:spMkLst>
            <pc:docMk/>
            <pc:sldMk cId="4208823273" sldId="2147481955"/>
            <ac:spMk id="5" creationId="{0C270F10-3737-47C4-9B98-649761A84CF4}"/>
          </ac:spMkLst>
        </pc:spChg>
        <pc:spChg chg="del">
          <ac:chgData name="임성묵(SUNGMOOK LIM)[muksung0084]/선임/제조DX.제조DX솔루션.데이터통합분석팀" userId="5ef6c119-0718-4bd2-a22e-105ab5e97655" providerId="ADAL" clId="{6D996C9E-F2B7-4DFC-9ECA-533A452C87D9}" dt="2025-12-03T00:30:06.372" v="4390" actId="478"/>
          <ac:spMkLst>
            <pc:docMk/>
            <pc:sldMk cId="4208823273" sldId="2147481955"/>
            <ac:spMk id="6" creationId="{D037E934-768F-4E96-93CE-69C0856D8382}"/>
          </ac:spMkLst>
        </pc:spChg>
        <pc:spChg chg="mod">
          <ac:chgData name="임성묵(SUNGMOOK LIM)[muksung0084]/선임/제조DX.제조DX솔루션.데이터통합분석팀" userId="5ef6c119-0718-4bd2-a22e-105ab5e97655" providerId="ADAL" clId="{6D996C9E-F2B7-4DFC-9ECA-533A452C87D9}" dt="2025-12-03T00:34:00.964" v="5064" actId="20577"/>
          <ac:spMkLst>
            <pc:docMk/>
            <pc:sldMk cId="4208823273" sldId="2147481955"/>
            <ac:spMk id="9" creationId="{00000000-0000-0000-0000-000000000000}"/>
          </ac:spMkLst>
        </pc:spChg>
        <pc:spChg chg="del">
          <ac:chgData name="임성묵(SUNGMOOK LIM)[muksung0084]/선임/제조DX.제조DX솔루션.데이터통합분석팀" userId="5ef6c119-0718-4bd2-a22e-105ab5e97655" providerId="ADAL" clId="{6D996C9E-F2B7-4DFC-9ECA-533A452C87D9}" dt="2025-12-03T00:30:06.372" v="4390" actId="478"/>
          <ac:spMkLst>
            <pc:docMk/>
            <pc:sldMk cId="4208823273" sldId="2147481955"/>
            <ac:spMk id="28" creationId="{93C3E97C-D981-40B9-BC28-8D32EF1B62A1}"/>
          </ac:spMkLst>
        </pc:spChg>
        <pc:spChg chg="mod">
          <ac:chgData name="임성묵(SUNGMOOK LIM)[muksung0084]/선임/제조DX.제조DX솔루션.데이터통합분석팀" userId="5ef6c119-0718-4bd2-a22e-105ab5e97655" providerId="ADAL" clId="{6D996C9E-F2B7-4DFC-9ECA-533A452C87D9}" dt="2025-12-03T00:29:36.550" v="4356" actId="15"/>
          <ac:spMkLst>
            <pc:docMk/>
            <pc:sldMk cId="4208823273" sldId="2147481955"/>
            <ac:spMk id="39" creationId="{037920A6-52C6-4F5C-8FBA-F321BE852C80}"/>
          </ac:spMkLst>
        </pc:spChg>
        <pc:spChg chg="mod">
          <ac:chgData name="임성묵(SUNGMOOK LIM)[muksung0084]/선임/제조DX.제조DX솔루션.데이터통합분석팀" userId="5ef6c119-0718-4bd2-a22e-105ab5e97655" providerId="ADAL" clId="{6D996C9E-F2B7-4DFC-9ECA-533A452C87D9}" dt="2025-12-03T01:33:40.123" v="7011" actId="20577"/>
          <ac:spMkLst>
            <pc:docMk/>
            <pc:sldMk cId="4208823273" sldId="2147481955"/>
            <ac:spMk id="46" creationId="{FC3B12BE-4589-4397-8B71-019FF34AA35E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6D996C9E-F2B7-4DFC-9ECA-533A452C87D9}" dt="2025-12-03T00:29:46.115" v="4371"/>
          <ac:graphicFrameMkLst>
            <pc:docMk/>
            <pc:sldMk cId="4208823273" sldId="2147481955"/>
            <ac:graphicFrameMk id="19" creationId="{3E86696F-E35A-4B06-9B46-63A4A6A986C1}"/>
          </ac:graphicFrameMkLst>
        </pc:graphicFrameChg>
      </pc:sldChg>
      <pc:sldChg chg="modSp">
        <pc:chgData name="임성묵(SUNGMOOK LIM)[muksung0084]/선임/제조DX.제조DX솔루션.데이터통합분석팀" userId="5ef6c119-0718-4bd2-a22e-105ab5e97655" providerId="ADAL" clId="{6D996C9E-F2B7-4DFC-9ECA-533A452C87D9}" dt="2025-12-03T01:34:20.647" v="7018" actId="20577"/>
        <pc:sldMkLst>
          <pc:docMk/>
          <pc:sldMk cId="216908218" sldId="2147481958"/>
        </pc:sldMkLst>
        <pc:spChg chg="mod">
          <ac:chgData name="임성묵(SUNGMOOK LIM)[muksung0084]/선임/제조DX.제조DX솔루션.데이터통합분석팀" userId="5ef6c119-0718-4bd2-a22e-105ab5e97655" providerId="ADAL" clId="{6D996C9E-F2B7-4DFC-9ECA-533A452C87D9}" dt="2025-12-03T01:34:20.647" v="7018" actId="20577"/>
          <ac:spMkLst>
            <pc:docMk/>
            <pc:sldMk cId="216908218" sldId="2147481958"/>
            <ac:spMk id="9" creationId="{00000000-0000-0000-0000-000000000000}"/>
          </ac:spMkLst>
        </pc:spChg>
        <pc:graphicFrameChg chg="modGraphic">
          <ac:chgData name="임성묵(SUNGMOOK LIM)[muksung0084]/선임/제조DX.제조DX솔루션.데이터통합분석팀" userId="5ef6c119-0718-4bd2-a22e-105ab5e97655" providerId="ADAL" clId="{6D996C9E-F2B7-4DFC-9ECA-533A452C87D9}" dt="2025-12-03T01:34:15.469" v="7012" actId="207"/>
          <ac:graphicFrameMkLst>
            <pc:docMk/>
            <pc:sldMk cId="216908218" sldId="2147481958"/>
            <ac:graphicFrameMk id="19" creationId="{3E86696F-E35A-4B06-9B46-63A4A6A986C1}"/>
          </ac:graphicFrameMkLst>
        </pc:graphicFrameChg>
      </pc:sldChg>
      <pc:sldChg chg="modSp">
        <pc:chgData name="임성묵(SUNGMOOK LIM)[muksung0084]/선임/제조DX.제조DX솔루션.데이터통합분석팀" userId="5ef6c119-0718-4bd2-a22e-105ab5e97655" providerId="ADAL" clId="{6D996C9E-F2B7-4DFC-9ECA-533A452C87D9}" dt="2025-12-03T01:34:29.610" v="7020" actId="20577"/>
        <pc:sldMkLst>
          <pc:docMk/>
          <pc:sldMk cId="1836933339" sldId="2147481967"/>
        </pc:sldMkLst>
        <pc:spChg chg="mod">
          <ac:chgData name="임성묵(SUNGMOOK LIM)[muksung0084]/선임/제조DX.제조DX솔루션.데이터통합분석팀" userId="5ef6c119-0718-4bd2-a22e-105ab5e97655" providerId="ADAL" clId="{6D996C9E-F2B7-4DFC-9ECA-533A452C87D9}" dt="2025-12-03T01:34:29.610" v="7020" actId="20577"/>
          <ac:spMkLst>
            <pc:docMk/>
            <pc:sldMk cId="1836933339" sldId="2147481967"/>
            <ac:spMk id="3" creationId="{8F2E0B2C-C282-4F8C-9665-16016B36AE34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6D996C9E-F2B7-4DFC-9ECA-533A452C87D9}" dt="2025-12-03T00:26:28.575" v="3720" actId="207"/>
          <ac:graphicFrameMkLst>
            <pc:docMk/>
            <pc:sldMk cId="1836933339" sldId="2147481967"/>
            <ac:graphicFrameMk id="2" creationId="{7AEF2CFF-477B-47DA-8339-6D17E423C984}"/>
          </ac:graphicFrameMkLst>
        </pc:graphicFrameChg>
      </pc:sldChg>
      <pc:sldChg chg="modSp">
        <pc:chgData name="임성묵(SUNGMOOK LIM)[muksung0084]/선임/제조DX.제조DX솔루션.데이터통합분석팀" userId="5ef6c119-0718-4bd2-a22e-105ab5e97655" providerId="ADAL" clId="{6D996C9E-F2B7-4DFC-9ECA-533A452C87D9}" dt="2025-12-03T01:31:27.605" v="6803" actId="20577"/>
        <pc:sldMkLst>
          <pc:docMk/>
          <pc:sldMk cId="3572448725" sldId="2147482058"/>
        </pc:sldMkLst>
        <pc:spChg chg="mod">
          <ac:chgData name="임성묵(SUNGMOOK LIM)[muksung0084]/선임/제조DX.제조DX솔루션.데이터통합분석팀" userId="5ef6c119-0718-4bd2-a22e-105ab5e97655" providerId="ADAL" clId="{6D996C9E-F2B7-4DFC-9ECA-533A452C87D9}" dt="2025-12-03T01:29:04.039" v="6688" actId="1076"/>
          <ac:spMkLst>
            <pc:docMk/>
            <pc:sldMk cId="3572448725" sldId="2147482058"/>
            <ac:spMk id="2" creationId="{0D3EDB68-F13E-2D72-326B-E68EF923D5D8}"/>
          </ac:spMkLst>
        </pc:spChg>
        <pc:spChg chg="mod">
          <ac:chgData name="임성묵(SUNGMOOK LIM)[muksung0084]/선임/제조DX.제조DX솔루션.데이터통합분석팀" userId="5ef6c119-0718-4bd2-a22e-105ab5e97655" providerId="ADAL" clId="{6D996C9E-F2B7-4DFC-9ECA-533A452C87D9}" dt="2025-12-03T01:29:04.039" v="6688" actId="1076"/>
          <ac:spMkLst>
            <pc:docMk/>
            <pc:sldMk cId="3572448725" sldId="2147482058"/>
            <ac:spMk id="3" creationId="{C654BCC3-9C84-004B-8BFF-8679B4A8FEDF}"/>
          </ac:spMkLst>
        </pc:spChg>
        <pc:spChg chg="mod">
          <ac:chgData name="임성묵(SUNGMOOK LIM)[muksung0084]/선임/제조DX.제조DX솔루션.데이터통합분석팀" userId="5ef6c119-0718-4bd2-a22e-105ab5e97655" providerId="ADAL" clId="{6D996C9E-F2B7-4DFC-9ECA-533A452C87D9}" dt="2025-12-03T01:31:27.605" v="6803" actId="20577"/>
          <ac:spMkLst>
            <pc:docMk/>
            <pc:sldMk cId="3572448725" sldId="2147482058"/>
            <ac:spMk id="20" creationId="{BB178E88-B809-4A0C-AEDB-08EDDEFC3101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6D996C9E-F2B7-4DFC-9ECA-533A452C87D9}" dt="2025-12-03T01:29:04.039" v="6688" actId="1076"/>
          <ac:graphicFrameMkLst>
            <pc:docMk/>
            <pc:sldMk cId="3572448725" sldId="2147482058"/>
            <ac:graphicFrameMk id="4" creationId="{73A3AF91-63B3-634C-B723-8CE6B7EF4CD9}"/>
          </ac:graphicFrameMkLst>
        </pc:graphicFrameChg>
      </pc:sldChg>
      <pc:sldChg chg="addSp modSp">
        <pc:chgData name="임성묵(SUNGMOOK LIM)[muksung0084]/선임/제조DX.제조DX솔루션.데이터통합분석팀" userId="5ef6c119-0718-4bd2-a22e-105ab5e97655" providerId="ADAL" clId="{6D996C9E-F2B7-4DFC-9ECA-533A452C87D9}" dt="2025-12-04T01:44:25.766" v="7167" actId="1076"/>
        <pc:sldMkLst>
          <pc:docMk/>
          <pc:sldMk cId="1631578392" sldId="2147482120"/>
        </pc:sldMkLst>
        <pc:spChg chg="mod">
          <ac:chgData name="임성묵(SUNGMOOK LIM)[muksung0084]/선임/제조DX.제조DX솔루션.데이터통합분석팀" userId="5ef6c119-0718-4bd2-a22e-105ab5e97655" providerId="ADAL" clId="{6D996C9E-F2B7-4DFC-9ECA-533A452C87D9}" dt="2025-12-02T08:53:03.996" v="777" actId="20577"/>
          <ac:spMkLst>
            <pc:docMk/>
            <pc:sldMk cId="1631578392" sldId="2147482120"/>
            <ac:spMk id="9" creationId="{00000000-0000-0000-0000-000000000000}"/>
          </ac:spMkLst>
        </pc:spChg>
        <pc:spChg chg="mod">
          <ac:chgData name="임성묵(SUNGMOOK LIM)[muksung0084]/선임/제조DX.제조DX솔루션.데이터통합분석팀" userId="5ef6c119-0718-4bd2-a22e-105ab5e97655" providerId="ADAL" clId="{6D996C9E-F2B7-4DFC-9ECA-533A452C87D9}" dt="2025-12-02T08:17:50.889" v="613" actId="1076"/>
          <ac:spMkLst>
            <pc:docMk/>
            <pc:sldMk cId="1631578392" sldId="2147482120"/>
            <ac:spMk id="12" creationId="{691FCE9A-63D5-4CA9-AF6D-F31078F57D76}"/>
          </ac:spMkLst>
        </pc:spChg>
        <pc:spChg chg="add mod">
          <ac:chgData name="임성묵(SUNGMOOK LIM)[muksung0084]/선임/제조DX.제조DX솔루션.데이터통합분석팀" userId="5ef6c119-0718-4bd2-a22e-105ab5e97655" providerId="ADAL" clId="{6D996C9E-F2B7-4DFC-9ECA-533A452C87D9}" dt="2025-12-04T01:44:25.766" v="7167" actId="1076"/>
          <ac:spMkLst>
            <pc:docMk/>
            <pc:sldMk cId="1631578392" sldId="2147482120"/>
            <ac:spMk id="15" creationId="{51974686-B387-4344-8419-02CF9A24E6C3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6D996C9E-F2B7-4DFC-9ECA-533A452C87D9}" dt="2025-12-04T01:41:19.256" v="7058" actId="20577"/>
          <ac:graphicFrameMkLst>
            <pc:docMk/>
            <pc:sldMk cId="1631578392" sldId="2147482120"/>
            <ac:graphicFrameMk id="3" creationId="{24D9821D-E40C-4362-A605-161229E262A8}"/>
          </ac:graphicFrameMkLst>
        </pc:graphicFrameChg>
        <pc:graphicFrameChg chg="mod modGraphic">
          <ac:chgData name="임성묵(SUNGMOOK LIM)[muksung0084]/선임/제조DX.제조DX솔루션.데이터통합분석팀" userId="5ef6c119-0718-4bd2-a22e-105ab5e97655" providerId="ADAL" clId="{6D996C9E-F2B7-4DFC-9ECA-533A452C87D9}" dt="2025-12-02T23:21:02.777" v="1111" actId="20577"/>
          <ac:graphicFrameMkLst>
            <pc:docMk/>
            <pc:sldMk cId="1631578392" sldId="2147482120"/>
            <ac:graphicFrameMk id="19" creationId="{3E86696F-E35A-4B06-9B46-63A4A6A986C1}"/>
          </ac:graphicFrameMkLst>
        </pc:graphicFrameChg>
      </pc:sldChg>
      <pc:sldChg chg="modSp">
        <pc:chgData name="임성묵(SUNGMOOK LIM)[muksung0084]/선임/제조DX.제조DX솔루션.데이터통합분석팀" userId="5ef6c119-0718-4bd2-a22e-105ab5e97655" providerId="ADAL" clId="{6D996C9E-F2B7-4DFC-9ECA-533A452C87D9}" dt="2025-12-03T01:30:53.743" v="6800"/>
        <pc:sldMkLst>
          <pc:docMk/>
          <pc:sldMk cId="199823846" sldId="2147482123"/>
        </pc:sldMkLst>
        <pc:spChg chg="mod">
          <ac:chgData name="임성묵(SUNGMOOK LIM)[muksung0084]/선임/제조DX.제조DX솔루션.데이터통합분석팀" userId="5ef6c119-0718-4bd2-a22e-105ab5e97655" providerId="ADAL" clId="{6D996C9E-F2B7-4DFC-9ECA-533A452C87D9}" dt="2025-12-02T08:53:11.646" v="785" actId="20577"/>
          <ac:spMkLst>
            <pc:docMk/>
            <pc:sldMk cId="199823846" sldId="2147482123"/>
            <ac:spMk id="14" creationId="{C637FE6F-3FE5-4466-894B-728BEC961433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6D996C9E-F2B7-4DFC-9ECA-533A452C87D9}" dt="2025-12-02T08:48:27.850" v="765" actId="14100"/>
          <ac:graphicFrameMkLst>
            <pc:docMk/>
            <pc:sldMk cId="199823846" sldId="2147482123"/>
            <ac:graphicFrameMk id="2" creationId="{906418C3-B267-4D15-9EEA-263A19B39D07}"/>
          </ac:graphicFrameMkLst>
        </pc:graphicFrameChg>
        <pc:graphicFrameChg chg="mod modGraphic">
          <ac:chgData name="임성묵(SUNGMOOK LIM)[muksung0084]/선임/제조DX.제조DX솔루션.데이터통합분석팀" userId="5ef6c119-0718-4bd2-a22e-105ab5e97655" providerId="ADAL" clId="{6D996C9E-F2B7-4DFC-9ECA-533A452C87D9}" dt="2025-12-03T01:30:53.743" v="6800"/>
          <ac:graphicFrameMkLst>
            <pc:docMk/>
            <pc:sldMk cId="199823846" sldId="2147482123"/>
            <ac:graphicFrameMk id="19" creationId="{3E86696F-E35A-4B06-9B46-63A4A6A986C1}"/>
          </ac:graphicFrameMkLst>
        </pc:graphicFrameChg>
      </pc:sldChg>
      <pc:sldChg chg="modSp">
        <pc:chgData name="임성묵(SUNGMOOK LIM)[muksung0084]/선임/제조DX.제조DX솔루션.데이터통합분석팀" userId="5ef6c119-0718-4bd2-a22e-105ab5e97655" providerId="ADAL" clId="{6D996C9E-F2B7-4DFC-9ECA-533A452C87D9}" dt="2025-12-03T01:34:41.061" v="7022" actId="207"/>
        <pc:sldMkLst>
          <pc:docMk/>
          <pc:sldMk cId="1017769001" sldId="2147482124"/>
        </pc:sldMkLst>
        <pc:graphicFrameChg chg="modGraphic">
          <ac:chgData name="임성묵(SUNGMOOK LIM)[muksung0084]/선임/제조DX.제조DX솔루션.데이터통합분석팀" userId="5ef6c119-0718-4bd2-a22e-105ab5e97655" providerId="ADAL" clId="{6D996C9E-F2B7-4DFC-9ECA-533A452C87D9}" dt="2025-12-03T01:34:41.061" v="7022" actId="207"/>
          <ac:graphicFrameMkLst>
            <pc:docMk/>
            <pc:sldMk cId="1017769001" sldId="2147482124"/>
            <ac:graphicFrameMk id="19" creationId="{3E86696F-E35A-4B06-9B46-63A4A6A986C1}"/>
          </ac:graphicFrameMkLst>
        </pc:graphicFrameChg>
      </pc:sldChg>
      <pc:sldChg chg="addSp delSp modSp">
        <pc:chgData name="임성묵(SUNGMOOK LIM)[muksung0084]/선임/제조DX.제조DX솔루션.데이터통합분석팀" userId="5ef6c119-0718-4bd2-a22e-105ab5e97655" providerId="ADAL" clId="{6D996C9E-F2B7-4DFC-9ECA-533A452C87D9}" dt="2025-12-03T00:22:35.491" v="3703"/>
        <pc:sldMkLst>
          <pc:docMk/>
          <pc:sldMk cId="2449185649" sldId="2147482171"/>
        </pc:sldMkLst>
        <pc:spChg chg="add mod">
          <ac:chgData name="임성묵(SUNGMOOK LIM)[muksung0084]/선임/제조DX.제조DX솔루션.데이터통합분석팀" userId="5ef6c119-0718-4bd2-a22e-105ab5e97655" providerId="ADAL" clId="{6D996C9E-F2B7-4DFC-9ECA-533A452C87D9}" dt="2025-12-03T00:09:38.342" v="1725" actId="1076"/>
          <ac:spMkLst>
            <pc:docMk/>
            <pc:sldMk cId="2449185649" sldId="2147482171"/>
            <ac:spMk id="2" creationId="{E3D41732-F38E-4764-9005-9409024FEA35}"/>
          </ac:spMkLst>
        </pc:spChg>
        <pc:spChg chg="add mod">
          <ac:chgData name="임성묵(SUNGMOOK LIM)[muksung0084]/선임/제조DX.제조DX솔루션.데이터통합분석팀" userId="5ef6c119-0718-4bd2-a22e-105ab5e97655" providerId="ADAL" clId="{6D996C9E-F2B7-4DFC-9ECA-533A452C87D9}" dt="2025-12-03T00:18:50.533" v="3236" actId="1036"/>
          <ac:spMkLst>
            <pc:docMk/>
            <pc:sldMk cId="2449185649" sldId="2147482171"/>
            <ac:spMk id="6" creationId="{A380E0F7-D923-4BB1-9950-A11CD9F3C6A4}"/>
          </ac:spMkLst>
        </pc:spChg>
        <pc:spChg chg="add mod">
          <ac:chgData name="임성묵(SUNGMOOK LIM)[muksung0084]/선임/제조DX.제조DX솔루션.데이터통합분석팀" userId="5ef6c119-0718-4bd2-a22e-105ab5e97655" providerId="ADAL" clId="{6D996C9E-F2B7-4DFC-9ECA-533A452C87D9}" dt="2025-12-03T00:21:42.163" v="3608" actId="1076"/>
          <ac:spMkLst>
            <pc:docMk/>
            <pc:sldMk cId="2449185649" sldId="2147482171"/>
            <ac:spMk id="7" creationId="{8053496A-2767-43B2-98A2-7FF73F355B7B}"/>
          </ac:spMkLst>
        </pc:spChg>
        <pc:spChg chg="mod">
          <ac:chgData name="임성묵(SUNGMOOK LIM)[muksung0084]/선임/제조DX.제조DX솔루션.데이터통합분석팀" userId="5ef6c119-0718-4bd2-a22e-105ab5e97655" providerId="ADAL" clId="{6D996C9E-F2B7-4DFC-9ECA-533A452C87D9}" dt="2025-12-03T00:14:12.520" v="2161" actId="20577"/>
          <ac:spMkLst>
            <pc:docMk/>
            <pc:sldMk cId="2449185649" sldId="2147482171"/>
            <ac:spMk id="9" creationId="{00000000-0000-0000-0000-000000000000}"/>
          </ac:spMkLst>
        </pc:spChg>
        <pc:spChg chg="mod">
          <ac:chgData name="임성묵(SUNGMOOK LIM)[muksung0084]/선임/제조DX.제조DX솔루션.데이터통합분석팀" userId="5ef6c119-0718-4bd2-a22e-105ab5e97655" providerId="ADAL" clId="{6D996C9E-F2B7-4DFC-9ECA-533A452C87D9}" dt="2025-12-03T00:09:40.508" v="1727" actId="1076"/>
          <ac:spMkLst>
            <pc:docMk/>
            <pc:sldMk cId="2449185649" sldId="2147482171"/>
            <ac:spMk id="16" creationId="{7C6CFD3D-905B-4553-8A78-2363086CB065}"/>
          </ac:spMkLst>
        </pc:spChg>
        <pc:spChg chg="mod">
          <ac:chgData name="임성묵(SUNGMOOK LIM)[muksung0084]/선임/제조DX.제조DX솔루션.데이터통합분석팀" userId="5ef6c119-0718-4bd2-a22e-105ab5e97655" providerId="ADAL" clId="{6D996C9E-F2B7-4DFC-9ECA-533A452C87D9}" dt="2025-12-03T00:09:51.801" v="1730" actId="1037"/>
          <ac:spMkLst>
            <pc:docMk/>
            <pc:sldMk cId="2449185649" sldId="2147482171"/>
            <ac:spMk id="26" creationId="{1131DAC4-EFE7-46BE-A690-6EFA9702620C}"/>
          </ac:spMkLst>
        </pc:spChg>
        <pc:spChg chg="mod">
          <ac:chgData name="임성묵(SUNGMOOK LIM)[muksung0084]/선임/제조DX.제조DX솔루션.데이터통합분석팀" userId="5ef6c119-0718-4bd2-a22e-105ab5e97655" providerId="ADAL" clId="{6D996C9E-F2B7-4DFC-9ECA-533A452C87D9}" dt="2025-12-03T00:09:51.801" v="1730" actId="1037"/>
          <ac:spMkLst>
            <pc:docMk/>
            <pc:sldMk cId="2449185649" sldId="2147482171"/>
            <ac:spMk id="27" creationId="{3A4A57E0-828A-4E32-A5B6-60B2AB76E7D6}"/>
          </ac:spMkLst>
        </pc:spChg>
        <pc:spChg chg="del">
          <ac:chgData name="임성묵(SUNGMOOK LIM)[muksung0084]/선임/제조DX.제조DX솔루션.데이터통합분석팀" userId="5ef6c119-0718-4bd2-a22e-105ab5e97655" providerId="ADAL" clId="{6D996C9E-F2B7-4DFC-9ECA-533A452C87D9}" dt="2025-12-03T00:10:20.423" v="1731" actId="478"/>
          <ac:spMkLst>
            <pc:docMk/>
            <pc:sldMk cId="2449185649" sldId="2147482171"/>
            <ac:spMk id="34" creationId="{7BAF0672-DDA7-4B5A-A017-25612E00F1C4}"/>
          </ac:spMkLst>
        </pc:spChg>
        <pc:spChg chg="add mod">
          <ac:chgData name="임성묵(SUNGMOOK LIM)[muksung0084]/선임/제조DX.제조DX솔루션.데이터통합분석팀" userId="5ef6c119-0718-4bd2-a22e-105ab5e97655" providerId="ADAL" clId="{6D996C9E-F2B7-4DFC-9ECA-533A452C87D9}" dt="2025-12-03T00:22:19.349" v="3664" actId="1076"/>
          <ac:spMkLst>
            <pc:docMk/>
            <pc:sldMk cId="2449185649" sldId="2147482171"/>
            <ac:spMk id="35" creationId="{D001FCD5-C726-421C-BAD2-9837A80E0333}"/>
          </ac:spMkLst>
        </pc:spChg>
        <pc:spChg chg="del">
          <ac:chgData name="임성묵(SUNGMOOK LIM)[muksung0084]/선임/제조DX.제조DX솔루션.데이터통합분석팀" userId="5ef6c119-0718-4bd2-a22e-105ab5e97655" providerId="ADAL" clId="{6D996C9E-F2B7-4DFC-9ECA-533A452C87D9}" dt="2025-12-03T00:10:20.423" v="1731" actId="478"/>
          <ac:spMkLst>
            <pc:docMk/>
            <pc:sldMk cId="2449185649" sldId="2147482171"/>
            <ac:spMk id="36" creationId="{3C7C565C-513A-4577-934A-95BDC5886514}"/>
          </ac:spMkLst>
        </pc:spChg>
        <pc:spChg chg="mod">
          <ac:chgData name="임성묵(SUNGMOOK LIM)[muksung0084]/선임/제조DX.제조DX솔루션.데이터통합분석팀" userId="5ef6c119-0718-4bd2-a22e-105ab5e97655" providerId="ADAL" clId="{6D996C9E-F2B7-4DFC-9ECA-533A452C87D9}" dt="2025-12-03T00:09:22.349" v="1718" actId="20577"/>
          <ac:spMkLst>
            <pc:docMk/>
            <pc:sldMk cId="2449185649" sldId="2147482171"/>
            <ac:spMk id="37" creationId="{1EC580BD-1051-4231-A0D3-6912FE479838}"/>
          </ac:spMkLst>
        </pc:spChg>
        <pc:spChg chg="del">
          <ac:chgData name="임성묵(SUNGMOOK LIM)[muksung0084]/선임/제조DX.제조DX솔루션.데이터통합분석팀" userId="5ef6c119-0718-4bd2-a22e-105ab5e97655" providerId="ADAL" clId="{6D996C9E-F2B7-4DFC-9ECA-533A452C87D9}" dt="2025-12-03T00:10:20.423" v="1731" actId="478"/>
          <ac:spMkLst>
            <pc:docMk/>
            <pc:sldMk cId="2449185649" sldId="2147482171"/>
            <ac:spMk id="38" creationId="{5CFF80DA-5BCB-4274-BCBF-0A0CC207DC84}"/>
          </ac:spMkLst>
        </pc:spChg>
        <pc:spChg chg="del">
          <ac:chgData name="임성묵(SUNGMOOK LIM)[muksung0084]/선임/제조DX.제조DX솔루션.데이터통합분석팀" userId="5ef6c119-0718-4bd2-a22e-105ab5e97655" providerId="ADAL" clId="{6D996C9E-F2B7-4DFC-9ECA-533A452C87D9}" dt="2025-12-03T00:10:20.423" v="1731" actId="478"/>
          <ac:spMkLst>
            <pc:docMk/>
            <pc:sldMk cId="2449185649" sldId="2147482171"/>
            <ac:spMk id="40" creationId="{4847F05D-544C-4C49-A7C0-90E0C3EC07A7}"/>
          </ac:spMkLst>
        </pc:spChg>
        <pc:spChg chg="add mod">
          <ac:chgData name="임성묵(SUNGMOOK LIM)[muksung0084]/선임/제조DX.제조DX솔루션.데이터통합분석팀" userId="5ef6c119-0718-4bd2-a22e-105ab5e97655" providerId="ADAL" clId="{6D996C9E-F2B7-4DFC-9ECA-533A452C87D9}" dt="2025-12-03T00:22:35.491" v="3703"/>
          <ac:spMkLst>
            <pc:docMk/>
            <pc:sldMk cId="2449185649" sldId="2147482171"/>
            <ac:spMk id="43" creationId="{C5F40F2C-4714-4F22-9A38-4D125DC52D45}"/>
          </ac:spMkLst>
        </pc:spChg>
        <pc:spChg chg="del">
          <ac:chgData name="임성묵(SUNGMOOK LIM)[muksung0084]/선임/제조DX.제조DX솔루션.데이터통합분석팀" userId="5ef6c119-0718-4bd2-a22e-105ab5e97655" providerId="ADAL" clId="{6D996C9E-F2B7-4DFC-9ECA-533A452C87D9}" dt="2025-12-03T00:10:20.423" v="1731" actId="478"/>
          <ac:spMkLst>
            <pc:docMk/>
            <pc:sldMk cId="2449185649" sldId="2147482171"/>
            <ac:spMk id="45" creationId="{2B4C66CF-60B4-4230-9369-FD1A0493D780}"/>
          </ac:spMkLst>
        </pc:spChg>
        <pc:spChg chg="mod">
          <ac:chgData name="임성묵(SUNGMOOK LIM)[muksung0084]/선임/제조DX.제조DX솔루션.데이터통합분석팀" userId="5ef6c119-0718-4bd2-a22e-105ab5e97655" providerId="ADAL" clId="{6D996C9E-F2B7-4DFC-9ECA-533A452C87D9}" dt="2025-12-03T00:21:59.742" v="3614" actId="20577"/>
          <ac:spMkLst>
            <pc:docMk/>
            <pc:sldMk cId="2449185649" sldId="2147482171"/>
            <ac:spMk id="46" creationId="{FC3B12BE-4589-4397-8B71-019FF34AA35E}"/>
          </ac:spMkLst>
        </pc:spChg>
        <pc:spChg chg="del">
          <ac:chgData name="임성묵(SUNGMOOK LIM)[muksung0084]/선임/제조DX.제조DX솔루션.데이터통합분석팀" userId="5ef6c119-0718-4bd2-a22e-105ab5e97655" providerId="ADAL" clId="{6D996C9E-F2B7-4DFC-9ECA-533A452C87D9}" dt="2025-12-03T00:10:20.423" v="1731" actId="478"/>
          <ac:spMkLst>
            <pc:docMk/>
            <pc:sldMk cId="2449185649" sldId="2147482171"/>
            <ac:spMk id="47" creationId="{7027ECE5-9430-40A0-9731-84F739FE154F}"/>
          </ac:spMkLst>
        </pc:spChg>
        <pc:spChg chg="del">
          <ac:chgData name="임성묵(SUNGMOOK LIM)[muksung0084]/선임/제조DX.제조DX솔루션.데이터통합분석팀" userId="5ef6c119-0718-4bd2-a22e-105ab5e97655" providerId="ADAL" clId="{6D996C9E-F2B7-4DFC-9ECA-533A452C87D9}" dt="2025-12-03T00:10:20.423" v="1731" actId="478"/>
          <ac:spMkLst>
            <pc:docMk/>
            <pc:sldMk cId="2449185649" sldId="2147482171"/>
            <ac:spMk id="48" creationId="{80C90217-B89C-4008-AF7D-F0D567B2779B}"/>
          </ac:spMkLst>
        </pc:spChg>
        <pc:spChg chg="del">
          <ac:chgData name="임성묵(SUNGMOOK LIM)[muksung0084]/선임/제조DX.제조DX솔루션.데이터통합분석팀" userId="5ef6c119-0718-4bd2-a22e-105ab5e97655" providerId="ADAL" clId="{6D996C9E-F2B7-4DFC-9ECA-533A452C87D9}" dt="2025-12-03T00:10:20.423" v="1731" actId="478"/>
          <ac:spMkLst>
            <pc:docMk/>
            <pc:sldMk cId="2449185649" sldId="2147482171"/>
            <ac:spMk id="49" creationId="{857B1124-9A62-4D66-B25E-1C6CC36F7D36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6D996C9E-F2B7-4DFC-9ECA-533A452C87D9}" dt="2025-12-03T00:21:34.036" v="3605" actId="20577"/>
          <ac:graphicFrameMkLst>
            <pc:docMk/>
            <pc:sldMk cId="2449185649" sldId="2147482171"/>
            <ac:graphicFrameMk id="19" creationId="{3E86696F-E35A-4B06-9B46-63A4A6A986C1}"/>
          </ac:graphicFrameMkLst>
        </pc:graphicFrameChg>
        <pc:picChg chg="del">
          <ac:chgData name="임성묵(SUNGMOOK LIM)[muksung0084]/선임/제조DX.제조DX솔루션.데이터통합분석팀" userId="5ef6c119-0718-4bd2-a22e-105ab5e97655" providerId="ADAL" clId="{6D996C9E-F2B7-4DFC-9ECA-533A452C87D9}" dt="2025-12-03T00:10:20.423" v="1731" actId="478"/>
          <ac:picMkLst>
            <pc:docMk/>
            <pc:sldMk cId="2449185649" sldId="2147482171"/>
            <ac:picMk id="3" creationId="{FF041DBF-DF01-405F-8E66-F02A3DDE8C72}"/>
          </ac:picMkLst>
        </pc:picChg>
        <pc:picChg chg="add mod">
          <ac:chgData name="임성묵(SUNGMOOK LIM)[muksung0084]/선임/제조DX.제조DX솔루션.데이터통합분석팀" userId="5ef6c119-0718-4bd2-a22e-105ab5e97655" providerId="ADAL" clId="{6D996C9E-F2B7-4DFC-9ECA-533A452C87D9}" dt="2025-12-03T00:18:50.533" v="3236" actId="1036"/>
          <ac:picMkLst>
            <pc:docMk/>
            <pc:sldMk cId="2449185649" sldId="2147482171"/>
            <ac:picMk id="4" creationId="{B01FF0C3-3CD3-4CFE-AABC-DDA8CA86456E}"/>
          </ac:picMkLst>
        </pc:picChg>
        <pc:picChg chg="del">
          <ac:chgData name="임성묵(SUNGMOOK LIM)[muksung0084]/선임/제조DX.제조DX솔루션.데이터통합분석팀" userId="5ef6c119-0718-4bd2-a22e-105ab5e97655" providerId="ADAL" clId="{6D996C9E-F2B7-4DFC-9ECA-533A452C87D9}" dt="2025-12-03T00:10:20.423" v="1731" actId="478"/>
          <ac:picMkLst>
            <pc:docMk/>
            <pc:sldMk cId="2449185649" sldId="2147482171"/>
            <ac:picMk id="33" creationId="{81954BF0-8857-4F9D-93B0-B5F38C64131C}"/>
          </ac:picMkLst>
        </pc:picChg>
      </pc:sldChg>
    </pc:docChg>
  </pc:docChgLst>
  <pc:docChgLst>
    <pc:chgData name="박영헌(YEONGHEON PARK)[heny611]/선임/제조DX.제조DX솔루션.셀추적기술팀" userId="c5843e87-44bf-4260-810b-b3e43f132dd8" providerId="ADAL" clId="{B172CE0A-0170-43FF-8946-EDDA721AA5E1}"/>
    <pc:docChg chg="custSel delSld modSld modSection">
      <pc:chgData name="박영헌(YEONGHEON PARK)[heny611]/선임/제조DX.제조DX솔루션.셀추적기술팀" userId="c5843e87-44bf-4260-810b-b3e43f132dd8" providerId="ADAL" clId="{B172CE0A-0170-43FF-8946-EDDA721AA5E1}" dt="2025-10-15T04:48:00.530" v="182" actId="2696"/>
      <pc:docMkLst>
        <pc:docMk/>
      </pc:docMkLst>
      <pc:sldChg chg="addSp delSp modSp">
        <pc:chgData name="박영헌(YEONGHEON PARK)[heny611]/선임/제조DX.제조DX솔루션.셀추적기술팀" userId="c5843e87-44bf-4260-810b-b3e43f132dd8" providerId="ADAL" clId="{B172CE0A-0170-43FF-8946-EDDA721AA5E1}" dt="2025-10-15T02:54:17.265" v="4" actId="20577"/>
        <pc:sldMkLst>
          <pc:docMk/>
          <pc:sldMk cId="2105941167" sldId="2117"/>
        </pc:sldMkLst>
      </pc:sldChg>
    </pc:docChg>
  </pc:docChgLst>
  <pc:docChgLst>
    <pc:chgData name="강주예(JUYE KANG)[juyekang]/사원/제조DX.제조DX솔루션.데이터통합분석팀" userId="95b90ab0-d72b-4b5f-a979-51e7fc1ad660" providerId="ADAL" clId="{2A1C9138-1DA3-41A4-A75C-A8BA1104FC9E}"/>
    <pc:docChg chg="undo custSel modSld">
      <pc:chgData name="강주예(JUYE KANG)[juyekang]/사원/제조DX.제조DX솔루션.데이터통합분석팀" userId="95b90ab0-d72b-4b5f-a979-51e7fc1ad660" providerId="ADAL" clId="{2A1C9138-1DA3-41A4-A75C-A8BA1104FC9E}" dt="2025-11-19T02:14:59.284" v="3628" actId="20577"/>
      <pc:docMkLst>
        <pc:docMk/>
      </pc:docMkLst>
      <pc:sldChg chg="modSp">
        <pc:chgData name="강주예(JUYE KANG)[juyekang]/사원/제조DX.제조DX솔루션.데이터통합분석팀" userId="95b90ab0-d72b-4b5f-a979-51e7fc1ad660" providerId="ADAL" clId="{2A1C9138-1DA3-41A4-A75C-A8BA1104FC9E}" dt="2025-11-18T08:16:29.056" v="118"/>
        <pc:sldMkLst>
          <pc:docMk/>
          <pc:sldMk cId="1325916645" sldId="2147481957"/>
        </pc:sldMkLst>
        <pc:graphicFrameChg chg="mod modGraphic">
          <ac:chgData name="강주예(JUYE KANG)[juyekang]/사원/제조DX.제조DX솔루션.데이터통합분석팀" userId="95b90ab0-d72b-4b5f-a979-51e7fc1ad660" providerId="ADAL" clId="{2A1C9138-1DA3-41A4-A75C-A8BA1104FC9E}" dt="2025-11-18T08:16:29.056" v="118"/>
          <ac:graphicFrameMkLst>
            <pc:docMk/>
            <pc:sldMk cId="1325916645" sldId="2147481957"/>
            <ac:graphicFrameMk id="19" creationId="{3E86696F-E35A-4B06-9B46-63A4A6A986C1}"/>
          </ac:graphicFrameMkLst>
        </pc:graphicFrameChg>
      </pc:sldChg>
      <pc:sldChg chg="modSp">
        <pc:chgData name="강주예(JUYE KANG)[juyekang]/사원/제조DX.제조DX솔루션.데이터통합분석팀" userId="95b90ab0-d72b-4b5f-a979-51e7fc1ad660" providerId="ADAL" clId="{2A1C9138-1DA3-41A4-A75C-A8BA1104FC9E}" dt="2025-11-18T08:16:23.137" v="104" actId="20577"/>
        <pc:sldMkLst>
          <pc:docMk/>
          <pc:sldMk cId="2065805413" sldId="2147482074"/>
        </pc:sldMkLst>
        <pc:graphicFrameChg chg="modGraphic">
          <ac:chgData name="강주예(JUYE KANG)[juyekang]/사원/제조DX.제조DX솔루션.데이터통합분석팀" userId="95b90ab0-d72b-4b5f-a979-51e7fc1ad660" providerId="ADAL" clId="{2A1C9138-1DA3-41A4-A75C-A8BA1104FC9E}" dt="2025-11-18T08:16:23.137" v="104" actId="20577"/>
          <ac:graphicFrameMkLst>
            <pc:docMk/>
            <pc:sldMk cId="2065805413" sldId="2147482074"/>
            <ac:graphicFrameMk id="19" creationId="{3E86696F-E35A-4B06-9B46-63A4A6A986C1}"/>
          </ac:graphicFrameMkLst>
        </pc:graphicFrameChg>
      </pc:sldChg>
      <pc:sldChg chg="addSp delSp modSp">
        <pc:chgData name="강주예(JUYE KANG)[juyekang]/사원/제조DX.제조DX솔루션.데이터통합분석팀" userId="95b90ab0-d72b-4b5f-a979-51e7fc1ad660" providerId="ADAL" clId="{2A1C9138-1DA3-41A4-A75C-A8BA1104FC9E}" dt="2025-11-18T08:35:03.516" v="1745" actId="20577"/>
        <pc:sldMkLst>
          <pc:docMk/>
          <pc:sldMk cId="622379998" sldId="2147482147"/>
        </pc:sldMkLst>
        <pc:spChg chg="mod">
          <ac:chgData name="강주예(JUYE KANG)[juyekang]/사원/제조DX.제조DX솔루션.데이터통합분석팀" userId="95b90ab0-d72b-4b5f-a979-51e7fc1ad660" providerId="ADAL" clId="{2A1C9138-1DA3-41A4-A75C-A8BA1104FC9E}" dt="2025-11-18T08:17:37.007" v="138" actId="20577"/>
          <ac:spMkLst>
            <pc:docMk/>
            <pc:sldMk cId="622379998" sldId="2147482147"/>
            <ac:spMk id="9" creationId="{00000000-0000-0000-0000-000000000000}"/>
          </ac:spMkLst>
        </pc:spChg>
        <pc:spChg chg="del">
          <ac:chgData name="강주예(JUYE KANG)[juyekang]/사원/제조DX.제조DX솔루션.데이터통합분석팀" userId="95b90ab0-d72b-4b5f-a979-51e7fc1ad660" providerId="ADAL" clId="{2A1C9138-1DA3-41A4-A75C-A8BA1104FC9E}" dt="2025-11-18T08:17:22.418" v="128" actId="478"/>
          <ac:spMkLst>
            <pc:docMk/>
            <pc:sldMk cId="622379998" sldId="2147482147"/>
            <ac:spMk id="20" creationId="{6D29A043-C2A6-4EA6-A5AE-FE83D701EEB7}"/>
          </ac:spMkLst>
        </pc:spChg>
        <pc:graphicFrameChg chg="mod modGraphic">
          <ac:chgData name="강주예(JUYE KANG)[juyekang]/사원/제조DX.제조DX솔루션.데이터통합분석팀" userId="95b90ab0-d72b-4b5f-a979-51e7fc1ad660" providerId="ADAL" clId="{2A1C9138-1DA3-41A4-A75C-A8BA1104FC9E}" dt="2025-11-18T08:20:48.991" v="199" actId="20577"/>
          <ac:graphicFrameMkLst>
            <pc:docMk/>
            <pc:sldMk cId="622379998" sldId="2147482147"/>
            <ac:graphicFrameMk id="4" creationId="{0472E171-D1D3-400C-B416-93D7B68E3795}"/>
          </ac:graphicFrameMkLst>
        </pc:graphicFrameChg>
        <pc:graphicFrameChg chg="mod modGraphic">
          <ac:chgData name="강주예(JUYE KANG)[juyekang]/사원/제조DX.제조DX솔루션.데이터통합분석팀" userId="95b90ab0-d72b-4b5f-a979-51e7fc1ad660" providerId="ADAL" clId="{2A1C9138-1DA3-41A4-A75C-A8BA1104FC9E}" dt="2025-11-18T08:31:37.059" v="1412" actId="20577"/>
          <ac:graphicFrameMkLst>
            <pc:docMk/>
            <pc:sldMk cId="622379998" sldId="2147482147"/>
            <ac:graphicFrameMk id="14" creationId="{C3470D81-2A51-44B3-A6BB-CD8CA0F3C09D}"/>
          </ac:graphicFrameMkLst>
        </pc:graphicFrameChg>
        <pc:graphicFrameChg chg="mod modGraphic">
          <ac:chgData name="강주예(JUYE KANG)[juyekang]/사원/제조DX.제조DX솔루션.데이터통합분석팀" userId="95b90ab0-d72b-4b5f-a979-51e7fc1ad660" providerId="ADAL" clId="{2A1C9138-1DA3-41A4-A75C-A8BA1104FC9E}" dt="2025-11-18T08:26:37.240" v="794" actId="20577"/>
          <ac:graphicFrameMkLst>
            <pc:docMk/>
            <pc:sldMk cId="622379998" sldId="2147482147"/>
            <ac:graphicFrameMk id="17" creationId="{13E32185-611D-4FB9-A8E7-E49F2D59E1E0}"/>
          </ac:graphicFrameMkLst>
        </pc:graphicFrameChg>
        <pc:graphicFrameChg chg="mod modGraphic">
          <ac:chgData name="강주예(JUYE KANG)[juyekang]/사원/제조DX.제조DX솔루션.데이터통합분석팀" userId="95b90ab0-d72b-4b5f-a979-51e7fc1ad660" providerId="ADAL" clId="{2A1C9138-1DA3-41A4-A75C-A8BA1104FC9E}" dt="2025-11-18T08:35:03.516" v="1745" actId="20577"/>
          <ac:graphicFrameMkLst>
            <pc:docMk/>
            <pc:sldMk cId="622379998" sldId="2147482147"/>
            <ac:graphicFrameMk id="19" creationId="{3E86696F-E35A-4B06-9B46-63A4A6A986C1}"/>
          </ac:graphicFrameMkLst>
        </pc:graphicFrameChg>
        <pc:picChg chg="add mod">
          <ac:chgData name="강주예(JUYE KANG)[juyekang]/사원/제조DX.제조DX솔루션.데이터통합분석팀" userId="95b90ab0-d72b-4b5f-a979-51e7fc1ad660" providerId="ADAL" clId="{2A1C9138-1DA3-41A4-A75C-A8BA1104FC9E}" dt="2025-11-18T08:25:52.019" v="754" actId="1037"/>
          <ac:picMkLst>
            <pc:docMk/>
            <pc:sldMk cId="622379998" sldId="2147482147"/>
            <ac:picMk id="2" creationId="{8A58A68E-923C-41CE-B6E3-E4A48A9B5419}"/>
          </ac:picMkLst>
        </pc:picChg>
        <pc:picChg chg="add mod modCrop">
          <ac:chgData name="강주예(JUYE KANG)[juyekang]/사원/제조DX.제조DX솔루션.데이터통합분석팀" userId="95b90ab0-d72b-4b5f-a979-51e7fc1ad660" providerId="ADAL" clId="{2A1C9138-1DA3-41A4-A75C-A8BA1104FC9E}" dt="2025-11-18T08:25:49.823" v="750" actId="1076"/>
          <ac:picMkLst>
            <pc:docMk/>
            <pc:sldMk cId="622379998" sldId="2147482147"/>
            <ac:picMk id="3" creationId="{18FBA2F2-7AA6-4DD4-9D72-B625413D8268}"/>
          </ac:picMkLst>
        </pc:picChg>
        <pc:picChg chg="add mod modCrop">
          <ac:chgData name="강주예(JUYE KANG)[juyekang]/사원/제조DX.제조DX솔루션.데이터통합분석팀" userId="95b90ab0-d72b-4b5f-a979-51e7fc1ad660" providerId="ADAL" clId="{2A1C9138-1DA3-41A4-A75C-A8BA1104FC9E}" dt="2025-11-18T08:31:00.656" v="1398" actId="14100"/>
          <ac:picMkLst>
            <pc:docMk/>
            <pc:sldMk cId="622379998" sldId="2147482147"/>
            <ac:picMk id="5" creationId="{D86AFF6C-876E-4DD2-ACE7-C9B5F2A7BA3A}"/>
          </ac:picMkLst>
        </pc:picChg>
        <pc:picChg chg="add mod">
          <ac:chgData name="강주예(JUYE KANG)[juyekang]/사원/제조DX.제조DX솔루션.데이터통합분석팀" userId="95b90ab0-d72b-4b5f-a979-51e7fc1ad660" providerId="ADAL" clId="{2A1C9138-1DA3-41A4-A75C-A8BA1104FC9E}" dt="2025-11-18T08:31:02.771" v="1399" actId="14100"/>
          <ac:picMkLst>
            <pc:docMk/>
            <pc:sldMk cId="622379998" sldId="2147482147"/>
            <ac:picMk id="6" creationId="{26D46924-4300-4B85-8BB4-750082DE953B}"/>
          </ac:picMkLst>
        </pc:picChg>
        <pc:picChg chg="add mod">
          <ac:chgData name="강주예(JUYE KANG)[juyekang]/사원/제조DX.제조DX솔루션.데이터통합분석팀" userId="95b90ab0-d72b-4b5f-a979-51e7fc1ad660" providerId="ADAL" clId="{2A1C9138-1DA3-41A4-A75C-A8BA1104FC9E}" dt="2025-11-18T08:33:52.525" v="1743" actId="1076"/>
          <ac:picMkLst>
            <pc:docMk/>
            <pc:sldMk cId="622379998" sldId="2147482147"/>
            <ac:picMk id="7" creationId="{9F6DFAA5-D780-4FB8-ACBB-EF9F5FA5E076}"/>
          </ac:picMkLst>
        </pc:picChg>
      </pc:sldChg>
      <pc:sldChg chg="addSp delSp modSp">
        <pc:chgData name="강주예(JUYE KANG)[juyekang]/사원/제조DX.제조DX솔루션.데이터통합분석팀" userId="95b90ab0-d72b-4b5f-a979-51e7fc1ad660" providerId="ADAL" clId="{2A1C9138-1DA3-41A4-A75C-A8BA1104FC9E}" dt="2025-11-19T02:14:59.284" v="3628" actId="20577"/>
        <pc:sldMkLst>
          <pc:docMk/>
          <pc:sldMk cId="316395411" sldId="2147482169"/>
        </pc:sldMkLst>
        <pc:spChg chg="mod">
          <ac:chgData name="강주예(JUYE KANG)[juyekang]/사원/제조DX.제조DX솔루션.데이터통합분석팀" userId="95b90ab0-d72b-4b5f-a979-51e7fc1ad660" providerId="ADAL" clId="{2A1C9138-1DA3-41A4-A75C-A8BA1104FC9E}" dt="2025-11-18T08:49:04.626" v="2724" actId="20577"/>
          <ac:spMkLst>
            <pc:docMk/>
            <pc:sldMk cId="316395411" sldId="2147482169"/>
            <ac:spMk id="12" creationId="{7FB6881A-B9CA-FAA9-B570-5210A8A2FFCF}"/>
          </ac:spMkLst>
        </pc:spChg>
        <pc:graphicFrameChg chg="mod modGraphic">
          <ac:chgData name="강주예(JUYE KANG)[juyekang]/사원/제조DX.제조DX솔루션.데이터통합분석팀" userId="95b90ab0-d72b-4b5f-a979-51e7fc1ad660" providerId="ADAL" clId="{2A1C9138-1DA3-41A4-A75C-A8BA1104FC9E}" dt="2025-11-19T02:14:59.284" v="3628" actId="20577"/>
          <ac:graphicFrameMkLst>
            <pc:docMk/>
            <pc:sldMk cId="316395411" sldId="2147482169"/>
            <ac:graphicFrameMk id="19" creationId="{4485889C-7C23-1E44-3F44-63DAC7688EA0}"/>
          </ac:graphicFrameMkLst>
        </pc:graphicFrameChg>
        <pc:picChg chg="add mod">
          <ac:chgData name="강주예(JUYE KANG)[juyekang]/사원/제조DX.제조DX솔루션.데이터통합분석팀" userId="95b90ab0-d72b-4b5f-a979-51e7fc1ad660" providerId="ADAL" clId="{2A1C9138-1DA3-41A4-A75C-A8BA1104FC9E}" dt="2025-11-18T09:02:09.675" v="3296" actId="1076"/>
          <ac:picMkLst>
            <pc:docMk/>
            <pc:sldMk cId="316395411" sldId="2147482169"/>
            <ac:picMk id="2" creationId="{0B2A9AE8-AEDE-4228-A43D-8E77EEC5757C}"/>
          </ac:picMkLst>
        </pc:picChg>
        <pc:picChg chg="mod">
          <ac:chgData name="강주예(JUYE KANG)[juyekang]/사원/제조DX.제조DX솔루션.데이터통합분석팀" userId="95b90ab0-d72b-4b5f-a979-51e7fc1ad660" providerId="ADAL" clId="{2A1C9138-1DA3-41A4-A75C-A8BA1104FC9E}" dt="2025-11-18T08:59:28.123" v="3081" actId="1036"/>
          <ac:picMkLst>
            <pc:docMk/>
            <pc:sldMk cId="316395411" sldId="2147482169"/>
            <ac:picMk id="4" creationId="{8DB81AEE-5525-4279-8228-71C6EEFE3039}"/>
          </ac:picMkLst>
        </pc:picChg>
        <pc:picChg chg="del">
          <ac:chgData name="강주예(JUYE KANG)[juyekang]/사원/제조DX.제조DX솔루션.데이터통합분석팀" userId="95b90ab0-d72b-4b5f-a979-51e7fc1ad660" providerId="ADAL" clId="{2A1C9138-1DA3-41A4-A75C-A8BA1104FC9E}" dt="2025-11-18T09:00:06.270" v="3082" actId="478"/>
          <ac:picMkLst>
            <pc:docMk/>
            <pc:sldMk cId="316395411" sldId="2147482169"/>
            <ac:picMk id="5" creationId="{1B9619B9-8BCC-4303-98E3-3A519D185A48}"/>
          </ac:picMkLst>
        </pc:picChg>
        <pc:picChg chg="mod">
          <ac:chgData name="강주예(JUYE KANG)[juyekang]/사원/제조DX.제조DX솔루션.데이터통합분석팀" userId="95b90ab0-d72b-4b5f-a979-51e7fc1ad660" providerId="ADAL" clId="{2A1C9138-1DA3-41A4-A75C-A8BA1104FC9E}" dt="2025-11-18T08:59:28.123" v="3081" actId="1036"/>
          <ac:picMkLst>
            <pc:docMk/>
            <pc:sldMk cId="316395411" sldId="2147482169"/>
            <ac:picMk id="6" creationId="{DD58FF3D-4426-41DF-A7B8-81D89A21253B}"/>
          </ac:picMkLst>
        </pc:picChg>
        <pc:picChg chg="del">
          <ac:chgData name="강주예(JUYE KANG)[juyekang]/사원/제조DX.제조DX솔루션.데이터통합분석팀" userId="95b90ab0-d72b-4b5f-a979-51e7fc1ad660" providerId="ADAL" clId="{2A1C9138-1DA3-41A4-A75C-A8BA1104FC9E}" dt="2025-11-18T09:00:06.630" v="3083" actId="478"/>
          <ac:picMkLst>
            <pc:docMk/>
            <pc:sldMk cId="316395411" sldId="2147482169"/>
            <ac:picMk id="7" creationId="{08328686-AB22-4274-996C-31931B26AB2F}"/>
          </ac:picMkLst>
        </pc:picChg>
      </pc:sldChg>
      <pc:sldChg chg="addSp delSp modSp">
        <pc:chgData name="강주예(JUYE KANG)[juyekang]/사원/제조DX.제조DX솔루션.데이터통합분석팀" userId="95b90ab0-d72b-4b5f-a979-51e7fc1ad660" providerId="ADAL" clId="{2A1C9138-1DA3-41A4-A75C-A8BA1104FC9E}" dt="2025-11-18T08:48:07.332" v="2722" actId="20577"/>
        <pc:sldMkLst>
          <pc:docMk/>
          <pc:sldMk cId="1233649719" sldId="2147482170"/>
        </pc:sldMkLst>
        <pc:spChg chg="mod">
          <ac:chgData name="강주예(JUYE KANG)[juyekang]/사원/제조DX.제조DX솔루션.데이터통합분석팀" userId="95b90ab0-d72b-4b5f-a979-51e7fc1ad660" providerId="ADAL" clId="{2A1C9138-1DA3-41A4-A75C-A8BA1104FC9E}" dt="2025-11-18T08:17:31.393" v="134" actId="20577"/>
          <ac:spMkLst>
            <pc:docMk/>
            <pc:sldMk cId="1233649719" sldId="2147482170"/>
            <ac:spMk id="9" creationId="{00000000-0000-0000-0000-000000000000}"/>
          </ac:spMkLst>
        </pc:spChg>
        <pc:spChg chg="del">
          <ac:chgData name="강주예(JUYE KANG)[juyekang]/사원/제조DX.제조DX솔루션.데이터통합분석팀" userId="95b90ab0-d72b-4b5f-a979-51e7fc1ad660" providerId="ADAL" clId="{2A1C9138-1DA3-41A4-A75C-A8BA1104FC9E}" dt="2025-11-18T08:17:00.379" v="119" actId="478"/>
          <ac:spMkLst>
            <pc:docMk/>
            <pc:sldMk cId="1233649719" sldId="2147482170"/>
            <ac:spMk id="22" creationId="{0E9A2C71-5BF9-4099-AA63-CAED9E86E811}"/>
          </ac:spMkLst>
        </pc:spChg>
        <pc:graphicFrameChg chg="modGraphic">
          <ac:chgData name="강주예(JUYE KANG)[juyekang]/사원/제조DX.제조DX솔루션.데이터통합분석팀" userId="95b90ab0-d72b-4b5f-a979-51e7fc1ad660" providerId="ADAL" clId="{2A1C9138-1DA3-41A4-A75C-A8BA1104FC9E}" dt="2025-11-18T08:36:30.293" v="1787" actId="20577"/>
          <ac:graphicFrameMkLst>
            <pc:docMk/>
            <pc:sldMk cId="1233649719" sldId="2147482170"/>
            <ac:graphicFrameMk id="4" creationId="{0472E171-D1D3-400C-B416-93D7B68E3795}"/>
          </ac:graphicFrameMkLst>
        </pc:graphicFrameChg>
        <pc:graphicFrameChg chg="mod modGraphic">
          <ac:chgData name="강주예(JUYE KANG)[juyekang]/사원/제조DX.제조DX솔루션.데이터통합분석팀" userId="95b90ab0-d72b-4b5f-a979-51e7fc1ad660" providerId="ADAL" clId="{2A1C9138-1DA3-41A4-A75C-A8BA1104FC9E}" dt="2025-11-18T08:44:32.223" v="2368" actId="20577"/>
          <ac:graphicFrameMkLst>
            <pc:docMk/>
            <pc:sldMk cId="1233649719" sldId="2147482170"/>
            <ac:graphicFrameMk id="14" creationId="{C3470D81-2A51-44B3-A6BB-CD8CA0F3C09D}"/>
          </ac:graphicFrameMkLst>
        </pc:graphicFrameChg>
        <pc:graphicFrameChg chg="mod modGraphic">
          <ac:chgData name="강주예(JUYE KANG)[juyekang]/사원/제조DX.제조DX솔루션.데이터통합분석팀" userId="95b90ab0-d72b-4b5f-a979-51e7fc1ad660" providerId="ADAL" clId="{2A1C9138-1DA3-41A4-A75C-A8BA1104FC9E}" dt="2025-11-18T08:40:43.023" v="2053" actId="20577"/>
          <ac:graphicFrameMkLst>
            <pc:docMk/>
            <pc:sldMk cId="1233649719" sldId="2147482170"/>
            <ac:graphicFrameMk id="17" creationId="{13E32185-611D-4FB9-A8E7-E49F2D59E1E0}"/>
          </ac:graphicFrameMkLst>
        </pc:graphicFrameChg>
        <pc:graphicFrameChg chg="mod modGraphic">
          <ac:chgData name="강주예(JUYE KANG)[juyekang]/사원/제조DX.제조DX솔루션.데이터통합분석팀" userId="95b90ab0-d72b-4b5f-a979-51e7fc1ad660" providerId="ADAL" clId="{2A1C9138-1DA3-41A4-A75C-A8BA1104FC9E}" dt="2025-11-18T08:48:07.332" v="2722" actId="20577"/>
          <ac:graphicFrameMkLst>
            <pc:docMk/>
            <pc:sldMk cId="1233649719" sldId="2147482170"/>
            <ac:graphicFrameMk id="19" creationId="{3E86696F-E35A-4B06-9B46-63A4A6A986C1}"/>
          </ac:graphicFrameMkLst>
        </pc:graphicFrameChg>
        <pc:picChg chg="add mod">
          <ac:chgData name="강주예(JUYE KANG)[juyekang]/사원/제조DX.제조DX솔루션.데이터통합분석팀" userId="95b90ab0-d72b-4b5f-a979-51e7fc1ad660" providerId="ADAL" clId="{2A1C9138-1DA3-41A4-A75C-A8BA1104FC9E}" dt="2025-11-18T08:40:09.311" v="2035" actId="1036"/>
          <ac:picMkLst>
            <pc:docMk/>
            <pc:sldMk cId="1233649719" sldId="2147482170"/>
            <ac:picMk id="2" creationId="{E338B692-37C5-477C-946E-7B52D1333A44}"/>
          </ac:picMkLst>
        </pc:picChg>
        <pc:picChg chg="add mod modCrop">
          <ac:chgData name="강주예(JUYE KANG)[juyekang]/사원/제조DX.제조DX솔루션.데이터통합분석팀" userId="95b90ab0-d72b-4b5f-a979-51e7fc1ad660" providerId="ADAL" clId="{2A1C9138-1DA3-41A4-A75C-A8BA1104FC9E}" dt="2025-11-18T08:43:47.536" v="2347" actId="1076"/>
          <ac:picMkLst>
            <pc:docMk/>
            <pc:sldMk cId="1233649719" sldId="2147482170"/>
            <ac:picMk id="3" creationId="{35842DC0-D488-4E90-966C-CAC2B623D6B9}"/>
          </ac:picMkLst>
        </pc:picChg>
        <pc:picChg chg="add mod">
          <ac:chgData name="강주예(JUYE KANG)[juyekang]/사원/제조DX.제조DX솔루션.데이터통합분석팀" userId="95b90ab0-d72b-4b5f-a979-51e7fc1ad660" providerId="ADAL" clId="{2A1C9138-1DA3-41A4-A75C-A8BA1104FC9E}" dt="2025-11-18T08:43:38.190" v="2345" actId="1076"/>
          <ac:picMkLst>
            <pc:docMk/>
            <pc:sldMk cId="1233649719" sldId="2147482170"/>
            <ac:picMk id="5" creationId="{4ABF7F44-C4A0-4BB0-87BF-E298ECCA0A70}"/>
          </ac:picMkLst>
        </pc:picChg>
        <pc:picChg chg="add mod">
          <ac:chgData name="강주예(JUYE KANG)[juyekang]/사원/제조DX.제조DX솔루션.데이터통합분석팀" userId="95b90ab0-d72b-4b5f-a979-51e7fc1ad660" providerId="ADAL" clId="{2A1C9138-1DA3-41A4-A75C-A8BA1104FC9E}" dt="2025-11-18T08:46:49.529" v="2721" actId="1076"/>
          <ac:picMkLst>
            <pc:docMk/>
            <pc:sldMk cId="1233649719" sldId="2147482170"/>
            <ac:picMk id="6" creationId="{ABCD4EC7-D11F-4B34-BF0C-8312CAE60C8D}"/>
          </ac:picMkLst>
        </pc:picChg>
      </pc:sldChg>
    </pc:docChg>
  </pc:docChgLst>
  <pc:docChgLst>
    <pc:chgData name="박소영 " userId="dc270099-6f2c-44e3-856c-ca44e2079083" providerId="ADAL" clId="{CBB0A91E-324C-4B19-AA51-B77DA1C08033}"/>
    <pc:docChg chg="undo custSel modSld">
      <pc:chgData name="박소영 " userId="dc270099-6f2c-44e3-856c-ca44e2079083" providerId="ADAL" clId="{CBB0A91E-324C-4B19-AA51-B77DA1C08033}" dt="2025-11-18T01:29:16.105" v="1917" actId="20577"/>
      <pc:docMkLst>
        <pc:docMk/>
      </pc:docMkLst>
      <pc:sldChg chg="addSp delSp modSp">
        <pc:chgData name="박소영 " userId="dc270099-6f2c-44e3-856c-ca44e2079083" providerId="ADAL" clId="{CBB0A91E-324C-4B19-AA51-B77DA1C08033}" dt="2025-11-18T00:47:38.679" v="1679"/>
        <pc:sldMkLst>
          <pc:docMk/>
          <pc:sldMk cId="360237742" sldId="2147481816"/>
        </pc:sldMkLst>
        <pc:spChg chg="mod">
          <ac:chgData name="박소영 " userId="dc270099-6f2c-44e3-856c-ca44e2079083" providerId="ADAL" clId="{CBB0A91E-324C-4B19-AA51-B77DA1C08033}" dt="2025-11-17T23:45:25.579" v="547" actId="20577"/>
          <ac:spMkLst>
            <pc:docMk/>
            <pc:sldMk cId="360237742" sldId="2147481816"/>
            <ac:spMk id="23" creationId="{02417012-9580-4148-8D51-88FF8C380FC9}"/>
          </ac:spMkLst>
        </pc:spChg>
        <pc:spChg chg="add del mod">
          <ac:chgData name="박소영 " userId="dc270099-6f2c-44e3-856c-ca44e2079083" providerId="ADAL" clId="{CBB0A91E-324C-4B19-AA51-B77DA1C08033}" dt="2025-11-11T01:43:00.731" v="319" actId="478"/>
          <ac:spMkLst>
            <pc:docMk/>
            <pc:sldMk cId="360237742" sldId="2147481816"/>
            <ac:spMk id="28" creationId="{0821B208-6126-4D12-9E1F-B981D7449297}"/>
          </ac:spMkLst>
        </pc:spChg>
        <pc:spChg chg="add del">
          <ac:chgData name="박소영 " userId="dc270099-6f2c-44e3-856c-ca44e2079083" providerId="ADAL" clId="{CBB0A91E-324C-4B19-AA51-B77DA1C08033}" dt="2025-11-17T23:48:17.958" v="587"/>
          <ac:spMkLst>
            <pc:docMk/>
            <pc:sldMk cId="360237742" sldId="2147481816"/>
            <ac:spMk id="28" creationId="{CA993DE2-B609-4859-9BAE-2DB32E12468F}"/>
          </ac:spMkLst>
        </pc:spChg>
        <pc:spChg chg="del">
          <ac:chgData name="박소영 " userId="dc270099-6f2c-44e3-856c-ca44e2079083" providerId="ADAL" clId="{CBB0A91E-324C-4B19-AA51-B77DA1C08033}" dt="2025-11-11T01:23:48.468" v="103" actId="478"/>
          <ac:spMkLst>
            <pc:docMk/>
            <pc:sldMk cId="360237742" sldId="2147481816"/>
            <ac:spMk id="32" creationId="{479FB1ED-592C-4051-927E-909AE1A28465}"/>
          </ac:spMkLst>
        </pc:spChg>
        <pc:spChg chg="add mod">
          <ac:chgData name="박소영 " userId="dc270099-6f2c-44e3-856c-ca44e2079083" providerId="ADAL" clId="{CBB0A91E-324C-4B19-AA51-B77DA1C08033}" dt="2025-11-18T00:47:03.492" v="1665" actId="1036"/>
          <ac:spMkLst>
            <pc:docMk/>
            <pc:sldMk cId="360237742" sldId="2147481816"/>
            <ac:spMk id="33" creationId="{3F618BFB-CE0C-4CD6-8DEC-9069245E53F9}"/>
          </ac:spMkLst>
        </pc:spChg>
        <pc:spChg chg="del">
          <ac:chgData name="박소영 " userId="dc270099-6f2c-44e3-856c-ca44e2079083" providerId="ADAL" clId="{CBB0A91E-324C-4B19-AA51-B77DA1C08033}" dt="2025-11-11T01:23:48.468" v="103" actId="478"/>
          <ac:spMkLst>
            <pc:docMk/>
            <pc:sldMk cId="360237742" sldId="2147481816"/>
            <ac:spMk id="35" creationId="{EF8B492F-5132-4513-A476-CB74D4269624}"/>
          </ac:spMkLst>
        </pc:spChg>
        <pc:spChg chg="add mod">
          <ac:chgData name="박소영 " userId="dc270099-6f2c-44e3-856c-ca44e2079083" providerId="ADAL" clId="{CBB0A91E-324C-4B19-AA51-B77DA1C08033}" dt="2025-11-18T00:47:03.492" v="1665" actId="1036"/>
          <ac:spMkLst>
            <pc:docMk/>
            <pc:sldMk cId="360237742" sldId="2147481816"/>
            <ac:spMk id="35" creationId="{FCD1BE7B-3EED-4AD2-A331-755B8C35CF1E}"/>
          </ac:spMkLst>
        </pc:spChg>
        <pc:graphicFrameChg chg="mod modGraphic">
          <ac:chgData name="박소영 " userId="dc270099-6f2c-44e3-856c-ca44e2079083" providerId="ADAL" clId="{CBB0A91E-324C-4B19-AA51-B77DA1C08033}" dt="2025-11-18T00:47:38.679" v="1679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  <pc:graphicFrameChg chg="add del">
          <ac:chgData name="박소영 " userId="dc270099-6f2c-44e3-856c-ca44e2079083" providerId="ADAL" clId="{CBB0A91E-324C-4B19-AA51-B77DA1C08033}" dt="2025-11-17T23:48:17.958" v="587"/>
          <ac:graphicFrameMkLst>
            <pc:docMk/>
            <pc:sldMk cId="360237742" sldId="2147481816"/>
            <ac:graphicFrameMk id="32" creationId="{669F35FE-BEC9-4880-ABBE-2D9F344630E6}"/>
          </ac:graphicFrameMkLst>
        </pc:graphicFrameChg>
        <pc:graphicFrameChg chg="add del mod modGraphic">
          <ac:chgData name="박소영 " userId="dc270099-6f2c-44e3-856c-ca44e2079083" providerId="ADAL" clId="{CBB0A91E-324C-4B19-AA51-B77DA1C08033}" dt="2025-11-17T23:48:20.239" v="588" actId="478"/>
          <ac:graphicFrameMkLst>
            <pc:docMk/>
            <pc:sldMk cId="360237742" sldId="2147481816"/>
            <ac:graphicFrameMk id="36" creationId="{A428B58B-C37F-4ED2-9A2D-EB08C3E4DFD7}"/>
          </ac:graphicFrameMkLst>
        </pc:graphicFrameChg>
        <pc:graphicFrameChg chg="del">
          <ac:chgData name="박소영 " userId="dc270099-6f2c-44e3-856c-ca44e2079083" providerId="ADAL" clId="{CBB0A91E-324C-4B19-AA51-B77DA1C08033}" dt="2025-11-11T01:23:48.468" v="103" actId="478"/>
          <ac:graphicFrameMkLst>
            <pc:docMk/>
            <pc:sldMk cId="360237742" sldId="2147481816"/>
            <ac:graphicFrameMk id="37" creationId="{29A3423E-292B-4104-A793-903E9C3AC0F6}"/>
          </ac:graphicFrameMkLst>
        </pc:graphicFrameChg>
        <pc:graphicFrameChg chg="add mod modGraphic">
          <ac:chgData name="박소영 " userId="dc270099-6f2c-44e3-856c-ca44e2079083" providerId="ADAL" clId="{CBB0A91E-324C-4B19-AA51-B77DA1C08033}" dt="2025-11-18T00:47:03.492" v="1665" actId="1036"/>
          <ac:graphicFrameMkLst>
            <pc:docMk/>
            <pc:sldMk cId="360237742" sldId="2147481816"/>
            <ac:graphicFrameMk id="37" creationId="{FB0BD47C-7449-44AC-88E3-7EB36DDE1155}"/>
          </ac:graphicFrameMkLst>
        </pc:graphicFrameChg>
      </pc:sldChg>
      <pc:sldChg chg="modSp">
        <pc:chgData name="박소영 " userId="dc270099-6f2c-44e3-856c-ca44e2079083" providerId="ADAL" clId="{CBB0A91E-324C-4B19-AA51-B77DA1C08033}" dt="2025-11-18T00:38:06.652" v="1410"/>
        <pc:sldMkLst>
          <pc:docMk/>
          <pc:sldMk cId="3355826466" sldId="2147481908"/>
        </pc:sldMkLst>
        <pc:spChg chg="mod">
          <ac:chgData name="박소영 " userId="dc270099-6f2c-44e3-856c-ca44e2079083" providerId="ADAL" clId="{CBB0A91E-324C-4B19-AA51-B77DA1C08033}" dt="2025-11-17T23:47:25.335" v="555" actId="20577"/>
          <ac:spMkLst>
            <pc:docMk/>
            <pc:sldMk cId="3355826466" sldId="2147481908"/>
            <ac:spMk id="19" creationId="{5352E5F4-D151-4C3D-9E5F-99A1B7FDF265}"/>
          </ac:spMkLst>
        </pc:spChg>
        <pc:spChg chg="mod">
          <ac:chgData name="박소영 " userId="dc270099-6f2c-44e3-856c-ca44e2079083" providerId="ADAL" clId="{CBB0A91E-324C-4B19-AA51-B77DA1C08033}" dt="2025-11-11T01:17:31.106" v="11" actId="20577"/>
          <ac:spMkLst>
            <pc:docMk/>
            <pc:sldMk cId="3355826466" sldId="2147481908"/>
            <ac:spMk id="23" creationId="{02417012-9580-4148-8D51-88FF8C380FC9}"/>
          </ac:spMkLst>
        </pc:spChg>
        <pc:spChg chg="mod">
          <ac:chgData name="박소영 " userId="dc270099-6f2c-44e3-856c-ca44e2079083" providerId="ADAL" clId="{CBB0A91E-324C-4B19-AA51-B77DA1C08033}" dt="2025-11-18T00:36:58.687" v="1295" actId="1036"/>
          <ac:spMkLst>
            <pc:docMk/>
            <pc:sldMk cId="3355826466" sldId="2147481908"/>
            <ac:spMk id="33" creationId="{04852EC2-BA1A-4202-82E4-D0D034EE5822}"/>
          </ac:spMkLst>
        </pc:spChg>
        <pc:spChg chg="mod">
          <ac:chgData name="박소영 " userId="dc270099-6f2c-44e3-856c-ca44e2079083" providerId="ADAL" clId="{CBB0A91E-324C-4B19-AA51-B77DA1C08033}" dt="2025-11-18T00:36:52.573" v="1283" actId="1036"/>
          <ac:spMkLst>
            <pc:docMk/>
            <pc:sldMk cId="3355826466" sldId="2147481908"/>
            <ac:spMk id="34" creationId="{4745B055-A5C0-40F5-947A-EBD8910316D1}"/>
          </ac:spMkLst>
        </pc:spChg>
        <pc:spChg chg="mod">
          <ac:chgData name="박소영 " userId="dc270099-6f2c-44e3-856c-ca44e2079083" providerId="ADAL" clId="{CBB0A91E-324C-4B19-AA51-B77DA1C08033}" dt="2025-11-18T00:36:58.687" v="1295" actId="1036"/>
          <ac:spMkLst>
            <pc:docMk/>
            <pc:sldMk cId="3355826466" sldId="2147481908"/>
            <ac:spMk id="36" creationId="{C0879920-0DB8-4083-91E3-2C9AF0DDC156}"/>
          </ac:spMkLst>
        </pc:spChg>
        <pc:graphicFrameChg chg="mod">
          <ac:chgData name="박소영 " userId="dc270099-6f2c-44e3-856c-ca44e2079083" providerId="ADAL" clId="{CBB0A91E-324C-4B19-AA51-B77DA1C08033}" dt="2025-11-18T00:36:52.573" v="1283" actId="1036"/>
          <ac:graphicFrameMkLst>
            <pc:docMk/>
            <pc:sldMk cId="3355826466" sldId="2147481908"/>
            <ac:graphicFrameMk id="6" creationId="{BC2C197D-7065-4202-B62A-90F81CBA50FB}"/>
          </ac:graphicFrameMkLst>
        </pc:graphicFrameChg>
        <pc:graphicFrameChg chg="mod modGraphic">
          <ac:chgData name="박소영 " userId="dc270099-6f2c-44e3-856c-ca44e2079083" providerId="ADAL" clId="{CBB0A91E-324C-4B19-AA51-B77DA1C08033}" dt="2025-11-18T00:38:06.652" v="1410"/>
          <ac:graphicFrameMkLst>
            <pc:docMk/>
            <pc:sldMk cId="3355826466" sldId="2147481908"/>
            <ac:graphicFrameMk id="22" creationId="{87B4D5F0-BF4D-4C5D-9F6A-CB9792895DFC}"/>
          </ac:graphicFrameMkLst>
        </pc:graphicFrameChg>
        <pc:graphicFrameChg chg="mod modGraphic">
          <ac:chgData name="박소영 " userId="dc270099-6f2c-44e3-856c-ca44e2079083" providerId="ADAL" clId="{CBB0A91E-324C-4B19-AA51-B77DA1C08033}" dt="2025-11-18T00:36:58.687" v="1295" actId="1036"/>
          <ac:graphicFrameMkLst>
            <pc:docMk/>
            <pc:sldMk cId="3355826466" sldId="2147481908"/>
            <ac:graphicFrameMk id="35" creationId="{9D1F1240-8A40-4222-AAF0-AA118ABF0288}"/>
          </ac:graphicFrameMkLst>
        </pc:graphicFrameChg>
      </pc:sldChg>
      <pc:sldChg chg="modSp">
        <pc:chgData name="박소영 " userId="dc270099-6f2c-44e3-856c-ca44e2079083" providerId="ADAL" clId="{CBB0A91E-324C-4B19-AA51-B77DA1C08033}" dt="2025-11-18T01:29:16.105" v="1917" actId="20577"/>
        <pc:sldMkLst>
          <pc:docMk/>
          <pc:sldMk cId="1439661179" sldId="2147481935"/>
        </pc:sldMkLst>
        <pc:spChg chg="mod">
          <ac:chgData name="박소영 " userId="dc270099-6f2c-44e3-856c-ca44e2079083" providerId="ADAL" clId="{CBB0A91E-324C-4B19-AA51-B77DA1C08033}" dt="2025-11-18T01:14:44.124" v="1801" actId="14100"/>
          <ac:spMkLst>
            <pc:docMk/>
            <pc:sldMk cId="1439661179" sldId="2147481935"/>
            <ac:spMk id="13" creationId="{0201E0CF-7D81-4105-AB33-6E6CD408BB1E}"/>
          </ac:spMkLst>
        </pc:spChg>
        <pc:spChg chg="mod">
          <ac:chgData name="박소영 " userId="dc270099-6f2c-44e3-856c-ca44e2079083" providerId="ADAL" clId="{CBB0A91E-324C-4B19-AA51-B77DA1C08033}" dt="2025-11-18T01:14:49.267" v="1834" actId="1038"/>
          <ac:spMkLst>
            <pc:docMk/>
            <pc:sldMk cId="1439661179" sldId="2147481935"/>
            <ac:spMk id="15" creationId="{0EDE0EFF-7719-46F8-A003-8AAECD70C084}"/>
          </ac:spMkLst>
        </pc:spChg>
        <pc:spChg chg="mod">
          <ac:chgData name="박소영 " userId="dc270099-6f2c-44e3-856c-ca44e2079083" providerId="ADAL" clId="{CBB0A91E-324C-4B19-AA51-B77DA1C08033}" dt="2025-11-18T01:15:11.876" v="1901" actId="1038"/>
          <ac:spMkLst>
            <pc:docMk/>
            <pc:sldMk cId="1439661179" sldId="2147481935"/>
            <ac:spMk id="21" creationId="{636C0D66-A1A1-4D9A-9E6C-968208C8FD8D}"/>
          </ac:spMkLst>
        </pc:spChg>
        <pc:spChg chg="mod">
          <ac:chgData name="박소영 " userId="dc270099-6f2c-44e3-856c-ca44e2079083" providerId="ADAL" clId="{CBB0A91E-324C-4B19-AA51-B77DA1C08033}" dt="2025-11-11T01:17:20.751" v="8" actId="20577"/>
          <ac:spMkLst>
            <pc:docMk/>
            <pc:sldMk cId="1439661179" sldId="2147481935"/>
            <ac:spMk id="22" creationId="{81B17DB2-3DCC-4A8F-9347-F9695BEF8B6D}"/>
          </ac:spMkLst>
        </pc:spChg>
        <pc:spChg chg="mod">
          <ac:chgData name="박소영 " userId="dc270099-6f2c-44e3-856c-ca44e2079083" providerId="ADAL" clId="{CBB0A91E-324C-4B19-AA51-B77DA1C08033}" dt="2025-11-18T01:15:16.569" v="1902" actId="14100"/>
          <ac:spMkLst>
            <pc:docMk/>
            <pc:sldMk cId="1439661179" sldId="2147481935"/>
            <ac:spMk id="42" creationId="{32766671-4B2B-4F09-B538-B981AD59C292}"/>
          </ac:spMkLst>
        </pc:spChg>
        <pc:graphicFrameChg chg="mod modGraphic">
          <ac:chgData name="박소영 " userId="dc270099-6f2c-44e3-856c-ca44e2079083" providerId="ADAL" clId="{CBB0A91E-324C-4B19-AA51-B77DA1C08033}" dt="2025-11-18T01:15:02.166" v="1848" actId="20577"/>
          <ac:graphicFrameMkLst>
            <pc:docMk/>
            <pc:sldMk cId="1439661179" sldId="2147481935"/>
            <ac:graphicFrameMk id="2" creationId="{C71CE0D6-01CC-4FCA-BCC0-69BDDE1CF5E4}"/>
          </ac:graphicFrameMkLst>
        </pc:graphicFrameChg>
        <pc:graphicFrameChg chg="mod modGraphic">
          <ac:chgData name="박소영 " userId="dc270099-6f2c-44e3-856c-ca44e2079083" providerId="ADAL" clId="{CBB0A91E-324C-4B19-AA51-B77DA1C08033}" dt="2025-11-13T04:42:13.465" v="425" actId="207"/>
          <ac:graphicFrameMkLst>
            <pc:docMk/>
            <pc:sldMk cId="1439661179" sldId="2147481935"/>
            <ac:graphicFrameMk id="3" creationId="{2AFD5F15-67A7-4DE0-B97B-E94C6F9E69D9}"/>
          </ac:graphicFrameMkLst>
        </pc:graphicFrameChg>
        <pc:graphicFrameChg chg="mod modGraphic">
          <ac:chgData name="박소영 " userId="dc270099-6f2c-44e3-856c-ca44e2079083" providerId="ADAL" clId="{CBB0A91E-324C-4B19-AA51-B77DA1C08033}" dt="2025-11-18T01:29:16.105" v="1917" actId="20577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</pc:docChg>
  </pc:docChgLst>
  <pc:docChgLst>
    <pc:chgData name="김민희 " userId="d494d07f-6512-440f-b92e-289b650ee4e9" providerId="ADAL" clId="{BBFA6841-2711-499C-A25C-0B36E4AF0D06}"/>
    <pc:docChg chg="undo redo custSel modSld">
      <pc:chgData name="김민희 " userId="d494d07f-6512-440f-b92e-289b650ee4e9" providerId="ADAL" clId="{BBFA6841-2711-499C-A25C-0B36E4AF0D06}" dt="2025-11-18T09:38:51.015" v="2847" actId="20577"/>
      <pc:docMkLst>
        <pc:docMk/>
      </pc:docMkLst>
      <pc:sldChg chg="addSp delSp modSp">
        <pc:chgData name="김민희 " userId="d494d07f-6512-440f-b92e-289b650ee4e9" providerId="ADAL" clId="{BBFA6841-2711-499C-A25C-0B36E4AF0D06}" dt="2025-11-18T09:38:51.015" v="2847" actId="20577"/>
        <pc:sldMkLst>
          <pc:docMk/>
          <pc:sldMk cId="1009432166" sldId="2147482165"/>
        </pc:sldMkLst>
        <pc:spChg chg="mod">
          <ac:chgData name="김민희 " userId="d494d07f-6512-440f-b92e-289b650ee4e9" providerId="ADAL" clId="{BBFA6841-2711-499C-A25C-0B36E4AF0D06}" dt="2025-11-18T07:47:52.288" v="3" actId="20577"/>
          <ac:spMkLst>
            <pc:docMk/>
            <pc:sldMk cId="1009432166" sldId="2147482165"/>
            <ac:spMk id="12" creationId="{701DBD41-0962-47BC-BF85-0E3D71312932}"/>
          </ac:spMkLst>
        </pc:spChg>
        <pc:spChg chg="del">
          <ac:chgData name="김민희 " userId="d494d07f-6512-440f-b92e-289b650ee4e9" providerId="ADAL" clId="{BBFA6841-2711-499C-A25C-0B36E4AF0D06}" dt="2025-11-18T07:49:56.157" v="36" actId="478"/>
          <ac:spMkLst>
            <pc:docMk/>
            <pc:sldMk cId="1009432166" sldId="2147482165"/>
            <ac:spMk id="18" creationId="{E4BEEC83-7AFE-40A1-BF34-23AD85480FF0}"/>
          </ac:spMkLst>
        </pc:spChg>
        <pc:spChg chg="mod">
          <ac:chgData name="김민희 " userId="d494d07f-6512-440f-b92e-289b650ee4e9" providerId="ADAL" clId="{BBFA6841-2711-499C-A25C-0B36E4AF0D06}" dt="2025-11-18T07:51:00.256" v="41" actId="1036"/>
          <ac:spMkLst>
            <pc:docMk/>
            <pc:sldMk cId="1009432166" sldId="2147482165"/>
            <ac:spMk id="21" creationId="{D4A8D962-DC29-45A2-A7C9-E2519860B31E}"/>
          </ac:spMkLst>
        </pc:spChg>
        <pc:spChg chg="del">
          <ac:chgData name="김민희 " userId="d494d07f-6512-440f-b92e-289b650ee4e9" providerId="ADAL" clId="{BBFA6841-2711-499C-A25C-0B36E4AF0D06}" dt="2025-11-18T08:01:56.323" v="68" actId="478"/>
          <ac:spMkLst>
            <pc:docMk/>
            <pc:sldMk cId="1009432166" sldId="2147482165"/>
            <ac:spMk id="24" creationId="{E54785A3-9141-42A3-8ACC-BE712872470A}"/>
          </ac:spMkLst>
        </pc:spChg>
        <pc:spChg chg="add del">
          <ac:chgData name="김민희 " userId="d494d07f-6512-440f-b92e-289b650ee4e9" providerId="ADAL" clId="{BBFA6841-2711-499C-A25C-0B36E4AF0D06}" dt="2025-11-18T08:16:47.898" v="925"/>
          <ac:spMkLst>
            <pc:docMk/>
            <pc:sldMk cId="1009432166" sldId="2147482165"/>
            <ac:spMk id="25" creationId="{5E4AB507-CBCD-418F-8B04-3E984E7BDD97}"/>
          </ac:spMkLst>
        </pc:spChg>
        <pc:spChg chg="add del">
          <ac:chgData name="김민희 " userId="d494d07f-6512-440f-b92e-289b650ee4e9" providerId="ADAL" clId="{BBFA6841-2711-499C-A25C-0B36E4AF0D06}" dt="2025-11-18T08:19:30.924" v="934"/>
          <ac:spMkLst>
            <pc:docMk/>
            <pc:sldMk cId="1009432166" sldId="2147482165"/>
            <ac:spMk id="27" creationId="{5E4AB507-CBCD-418F-8B04-3E984E7BDD97}"/>
          </ac:spMkLst>
        </pc:spChg>
        <pc:spChg chg="add del mod">
          <ac:chgData name="김민희 " userId="d494d07f-6512-440f-b92e-289b650ee4e9" providerId="ADAL" clId="{BBFA6841-2711-499C-A25C-0B36E4AF0D06}" dt="2025-11-18T08:19:48.656" v="940"/>
          <ac:spMkLst>
            <pc:docMk/>
            <pc:sldMk cId="1009432166" sldId="2147482165"/>
            <ac:spMk id="29" creationId="{5E4AB507-CBCD-418F-8B04-3E984E7BDD97}"/>
          </ac:spMkLst>
        </pc:spChg>
        <pc:spChg chg="add del">
          <ac:chgData name="김민희 " userId="d494d07f-6512-440f-b92e-289b650ee4e9" providerId="ADAL" clId="{BBFA6841-2711-499C-A25C-0B36E4AF0D06}" dt="2025-11-18T08:20:05.254" v="946"/>
          <ac:spMkLst>
            <pc:docMk/>
            <pc:sldMk cId="1009432166" sldId="2147482165"/>
            <ac:spMk id="32" creationId="{5E4AB507-CBCD-418F-8B04-3E984E7BDD97}"/>
          </ac:spMkLst>
        </pc:spChg>
        <pc:spChg chg="add del">
          <ac:chgData name="김민희 " userId="d494d07f-6512-440f-b92e-289b650ee4e9" providerId="ADAL" clId="{BBFA6841-2711-499C-A25C-0B36E4AF0D06}" dt="2025-11-18T08:51:44.608" v="1982"/>
          <ac:spMkLst>
            <pc:docMk/>
            <pc:sldMk cId="1009432166" sldId="2147482165"/>
            <ac:spMk id="36" creationId="{5E4AB507-CBCD-418F-8B04-3E984E7BDD97}"/>
          </ac:spMkLst>
        </pc:spChg>
        <pc:grpChg chg="del mod">
          <ac:chgData name="김민희 " userId="d494d07f-6512-440f-b92e-289b650ee4e9" providerId="ADAL" clId="{BBFA6841-2711-499C-A25C-0B36E4AF0D06}" dt="2025-11-18T08:01:54.379" v="67" actId="478"/>
          <ac:grpSpMkLst>
            <pc:docMk/>
            <pc:sldMk cId="1009432166" sldId="2147482165"/>
            <ac:grpSpMk id="4" creationId="{170AE553-D181-4D29-834A-BBDB1690C0D2}"/>
          </ac:grpSpMkLst>
        </pc:grpChg>
        <pc:graphicFrameChg chg="add del mod">
          <ac:chgData name="김민희 " userId="d494d07f-6512-440f-b92e-289b650ee4e9" providerId="ADAL" clId="{BBFA6841-2711-499C-A25C-0B36E4AF0D06}" dt="2025-11-18T08:07:49.858" v="340" actId="478"/>
          <ac:graphicFrameMkLst>
            <pc:docMk/>
            <pc:sldMk cId="1009432166" sldId="2147482165"/>
            <ac:graphicFrameMk id="5" creationId="{FD6DD183-9255-41B0-83FA-8CC2471F5BCD}"/>
          </ac:graphicFrameMkLst>
        </pc:graphicFrameChg>
        <pc:graphicFrameChg chg="add del mod">
          <ac:chgData name="김민희 " userId="d494d07f-6512-440f-b92e-289b650ee4e9" providerId="ADAL" clId="{BBFA6841-2711-499C-A25C-0B36E4AF0D06}" dt="2025-11-18T08:08:00.781" v="344"/>
          <ac:graphicFrameMkLst>
            <pc:docMk/>
            <pc:sldMk cId="1009432166" sldId="2147482165"/>
            <ac:graphicFrameMk id="6" creationId="{EEE94F74-C79B-468E-B41F-25A60A371E89}"/>
          </ac:graphicFrameMkLst>
        </pc:graphicFrameChg>
        <pc:graphicFrameChg chg="add mod">
          <ac:chgData name="김민희 " userId="d494d07f-6512-440f-b92e-289b650ee4e9" providerId="ADAL" clId="{BBFA6841-2711-499C-A25C-0B36E4AF0D06}" dt="2025-11-18T09:38:34.524" v="2819" actId="1036"/>
          <ac:graphicFrameMkLst>
            <pc:docMk/>
            <pc:sldMk cId="1009432166" sldId="2147482165"/>
            <ac:graphicFrameMk id="7" creationId="{1F1752B2-8E39-41B1-93B0-070C235B6ECB}"/>
          </ac:graphicFrameMkLst>
        </pc:graphicFrameChg>
        <pc:graphicFrameChg chg="add del">
          <ac:chgData name="김민희 " userId="d494d07f-6512-440f-b92e-289b650ee4e9" providerId="ADAL" clId="{BBFA6841-2711-499C-A25C-0B36E4AF0D06}" dt="2025-11-18T08:16:47.898" v="925"/>
          <ac:graphicFrameMkLst>
            <pc:docMk/>
            <pc:sldMk cId="1009432166" sldId="2147482165"/>
            <ac:graphicFrameMk id="8" creationId="{A23C7F1F-30C2-498F-9E5F-0DCD1E9047B1}"/>
          </ac:graphicFrameMkLst>
        </pc:graphicFrameChg>
        <pc:graphicFrameChg chg="add del mod">
          <ac:chgData name="김민희 " userId="d494d07f-6512-440f-b92e-289b650ee4e9" providerId="ADAL" clId="{BBFA6841-2711-499C-A25C-0B36E4AF0D06}" dt="2025-11-18T08:17:37.452" v="932" actId="478"/>
          <ac:graphicFrameMkLst>
            <pc:docMk/>
            <pc:sldMk cId="1009432166" sldId="2147482165"/>
            <ac:graphicFrameMk id="9" creationId="{4B8D1CBE-3ED0-49ED-B628-B0A9DBA2E07D}"/>
          </ac:graphicFrameMkLst>
        </pc:graphicFrameChg>
        <pc:graphicFrameChg chg="add del">
          <ac:chgData name="김민희 " userId="d494d07f-6512-440f-b92e-289b650ee4e9" providerId="ADAL" clId="{BBFA6841-2711-499C-A25C-0B36E4AF0D06}" dt="2025-11-18T08:19:30.924" v="934"/>
          <ac:graphicFrameMkLst>
            <pc:docMk/>
            <pc:sldMk cId="1009432166" sldId="2147482165"/>
            <ac:graphicFrameMk id="13" creationId="{F3E54B1D-B105-4E93-9604-D3222B636A7E}"/>
          </ac:graphicFrameMkLst>
        </pc:graphicFrameChg>
        <pc:graphicFrameChg chg="add del mod">
          <ac:chgData name="김민희 " userId="d494d07f-6512-440f-b92e-289b650ee4e9" providerId="ADAL" clId="{BBFA6841-2711-499C-A25C-0B36E4AF0D06}" dt="2025-11-18T08:19:35.636" v="936" actId="478"/>
          <ac:graphicFrameMkLst>
            <pc:docMk/>
            <pc:sldMk cId="1009432166" sldId="2147482165"/>
            <ac:graphicFrameMk id="14" creationId="{E2AEDB82-6BAD-469D-943C-AE59553FB93C}"/>
          </ac:graphicFrameMkLst>
        </pc:graphicFrameChg>
        <pc:graphicFrameChg chg="mod modGraphic">
          <ac:chgData name="김민희 " userId="d494d07f-6512-440f-b92e-289b650ee4e9" providerId="ADAL" clId="{BBFA6841-2711-499C-A25C-0B36E4AF0D06}" dt="2025-11-18T09:38:51.015" v="2847" actId="20577"/>
          <ac:graphicFrameMkLst>
            <pc:docMk/>
            <pc:sldMk cId="1009432166" sldId="2147482165"/>
            <ac:graphicFrameMk id="19" creationId="{3E86696F-E35A-4B06-9B46-63A4A6A986C1}"/>
          </ac:graphicFrameMkLst>
        </pc:graphicFrameChg>
        <pc:graphicFrameChg chg="del">
          <ac:chgData name="김민희 " userId="d494d07f-6512-440f-b92e-289b650ee4e9" providerId="ADAL" clId="{BBFA6841-2711-499C-A25C-0B36E4AF0D06}" dt="2025-11-18T08:01:53.616" v="65" actId="478"/>
          <ac:graphicFrameMkLst>
            <pc:docMk/>
            <pc:sldMk cId="1009432166" sldId="2147482165"/>
            <ac:graphicFrameMk id="20" creationId="{4CA2DC8F-70F5-4BB4-9449-AFF4FAAF0572}"/>
          </ac:graphicFrameMkLst>
        </pc:graphicFrameChg>
        <pc:graphicFrameChg chg="mod modGraphic">
          <ac:chgData name="김민희 " userId="d494d07f-6512-440f-b92e-289b650ee4e9" providerId="ADAL" clId="{BBFA6841-2711-499C-A25C-0B36E4AF0D06}" dt="2025-11-18T07:56:16.673" v="64" actId="20577"/>
          <ac:graphicFrameMkLst>
            <pc:docMk/>
            <pc:sldMk cId="1009432166" sldId="2147482165"/>
            <ac:graphicFrameMk id="26" creationId="{6A5FBAE1-10A2-4649-B91B-5B75A88BCDF9}"/>
          </ac:graphicFrameMkLst>
        </pc:graphicFrameChg>
        <pc:graphicFrameChg chg="add del mod">
          <ac:chgData name="김민희 " userId="d494d07f-6512-440f-b92e-289b650ee4e9" providerId="ADAL" clId="{BBFA6841-2711-499C-A25C-0B36E4AF0D06}" dt="2025-11-18T08:19:48.656" v="940"/>
          <ac:graphicFrameMkLst>
            <pc:docMk/>
            <pc:sldMk cId="1009432166" sldId="2147482165"/>
            <ac:graphicFrameMk id="28" creationId="{7DB7F81A-E9CE-49D1-B6D9-2B9D42029320}"/>
          </ac:graphicFrameMkLst>
        </pc:graphicFrameChg>
        <pc:graphicFrameChg chg="add del mod">
          <ac:chgData name="김민희 " userId="d494d07f-6512-440f-b92e-289b650ee4e9" providerId="ADAL" clId="{BBFA6841-2711-499C-A25C-0B36E4AF0D06}" dt="2025-11-18T08:19:55.807" v="944" actId="478"/>
          <ac:graphicFrameMkLst>
            <pc:docMk/>
            <pc:sldMk cId="1009432166" sldId="2147482165"/>
            <ac:graphicFrameMk id="30" creationId="{5C03E175-0FBB-4890-BC9E-DFAE80D89322}"/>
          </ac:graphicFrameMkLst>
        </pc:graphicFrameChg>
        <pc:graphicFrameChg chg="add del">
          <ac:chgData name="김민희 " userId="d494d07f-6512-440f-b92e-289b650ee4e9" providerId="ADAL" clId="{BBFA6841-2711-499C-A25C-0B36E4AF0D06}" dt="2025-11-18T08:20:05.254" v="946"/>
          <ac:graphicFrameMkLst>
            <pc:docMk/>
            <pc:sldMk cId="1009432166" sldId="2147482165"/>
            <ac:graphicFrameMk id="31" creationId="{BCE083EF-0D26-4DBC-8799-C8CA0502DCDE}"/>
          </ac:graphicFrameMkLst>
        </pc:graphicFrameChg>
        <pc:graphicFrameChg chg="add del mod">
          <ac:chgData name="김민희 " userId="d494d07f-6512-440f-b92e-289b650ee4e9" providerId="ADAL" clId="{BBFA6841-2711-499C-A25C-0B36E4AF0D06}" dt="2025-11-18T08:21:06.525" v="951" actId="478"/>
          <ac:graphicFrameMkLst>
            <pc:docMk/>
            <pc:sldMk cId="1009432166" sldId="2147482165"/>
            <ac:graphicFrameMk id="33" creationId="{38912084-CD8F-4D40-BD1A-DC2F23D723E6}"/>
          </ac:graphicFrameMkLst>
        </pc:graphicFrameChg>
        <pc:graphicFrameChg chg="add del mod">
          <ac:chgData name="김민희 " userId="d494d07f-6512-440f-b92e-289b650ee4e9" providerId="ADAL" clId="{BBFA6841-2711-499C-A25C-0B36E4AF0D06}" dt="2025-11-18T08:51:29.475" v="1980" actId="478"/>
          <ac:graphicFrameMkLst>
            <pc:docMk/>
            <pc:sldMk cId="1009432166" sldId="2147482165"/>
            <ac:graphicFrameMk id="34" creationId="{F8989B99-2A18-43F6-9D91-AA4D2D7D3A7F}"/>
          </ac:graphicFrameMkLst>
        </pc:graphicFrameChg>
        <pc:graphicFrameChg chg="add del">
          <ac:chgData name="김민희 " userId="d494d07f-6512-440f-b92e-289b650ee4e9" providerId="ADAL" clId="{BBFA6841-2711-499C-A25C-0B36E4AF0D06}" dt="2025-11-18T08:51:44.608" v="1982"/>
          <ac:graphicFrameMkLst>
            <pc:docMk/>
            <pc:sldMk cId="1009432166" sldId="2147482165"/>
            <ac:graphicFrameMk id="35" creationId="{51047B00-AE97-4FFA-B16C-5F4672E070BC}"/>
          </ac:graphicFrameMkLst>
        </pc:graphicFrameChg>
        <pc:graphicFrameChg chg="add mod">
          <ac:chgData name="김민희 " userId="d494d07f-6512-440f-b92e-289b650ee4e9" providerId="ADAL" clId="{BBFA6841-2711-499C-A25C-0B36E4AF0D06}" dt="2025-11-18T09:38:34.524" v="2819" actId="1036"/>
          <ac:graphicFrameMkLst>
            <pc:docMk/>
            <pc:sldMk cId="1009432166" sldId="2147482165"/>
            <ac:graphicFrameMk id="37" creationId="{82BA0B9F-E941-444B-B698-134DDD1A5365}"/>
          </ac:graphicFrameMkLst>
        </pc:graphicFrameChg>
      </pc:sldChg>
    </pc:docChg>
  </pc:docChgLst>
  <pc:docChgLst>
    <pc:chgData name="박영헌(YEONGHEON PARK)[heny611]/선임/제조DX.제조DX솔루션.셀추적기술팀" userId="7ee3e3b4-d5a5-4456-8b15-18422cf3fd5b" providerId="ADAL" clId="{B957E526-5886-4C00-98D2-F9864AEE8F4A}"/>
    <pc:docChg chg="undo custSel modSld sldOrd">
      <pc:chgData name="박영헌(YEONGHEON PARK)[heny611]/선임/제조DX.제조DX솔루션.셀추적기술팀" userId="7ee3e3b4-d5a5-4456-8b15-18422cf3fd5b" providerId="ADAL" clId="{B957E526-5886-4C00-98D2-F9864AEE8F4A}" dt="2025-11-04T14:47:18.314" v="953" actId="207"/>
      <pc:docMkLst>
        <pc:docMk/>
      </pc:docMkLst>
      <pc:sldChg chg="delSp modSp mod">
        <pc:chgData name="박영헌(YEONGHEON PARK)[heny611]/선임/제조DX.제조DX솔루션.셀추적기술팀" userId="7ee3e3b4-d5a5-4456-8b15-18422cf3fd5b" providerId="ADAL" clId="{B957E526-5886-4C00-98D2-F9864AEE8F4A}" dt="2025-11-04T14:47:18.314" v="953" actId="207"/>
        <pc:sldMkLst>
          <pc:docMk/>
          <pc:sldMk cId="2105941167" sldId="2117"/>
        </pc:sldMkLst>
      </pc:sldChg>
      <pc:sldChg chg="ord">
        <pc:chgData name="박영헌(YEONGHEON PARK)[heny611]/선임/제조DX.제조DX솔루션.셀추적기술팀" userId="7ee3e3b4-d5a5-4456-8b15-18422cf3fd5b" providerId="ADAL" clId="{B957E526-5886-4C00-98D2-F9864AEE8F4A}" dt="2025-11-04T14:33:09.439" v="210" actId="20578"/>
        <pc:sldMkLst>
          <pc:docMk/>
          <pc:sldMk cId="1726257096" sldId="2147481882"/>
        </pc:sldMkLst>
      </pc:sldChg>
    </pc:docChg>
  </pc:docChgLst>
  <pc:docChgLst>
    <pc:chgData name="홍진표(JINPYO HONG)[jphong30]/사원/제조DX.제조DX솔루션.데이터통합분석팀" userId="e81a1c56-9779-419d-942e-8803f0d0cdcc" providerId="ADAL" clId="{B467ADED-D609-476A-A339-FE6270CFB7F5}"/>
    <pc:docChg chg="undo custSel modSld">
      <pc:chgData name="홍진표(JINPYO HONG)[jphong30]/사원/제조DX.제조DX솔루션.데이터통합분석팀" userId="e81a1c56-9779-419d-942e-8803f0d0cdcc" providerId="ADAL" clId="{B467ADED-D609-476A-A339-FE6270CFB7F5}" dt="2025-12-10T08:14:18.808" v="2518" actId="20577"/>
      <pc:docMkLst>
        <pc:docMk/>
      </pc:docMkLst>
      <pc:sldChg chg="delSp modSp mod">
        <pc:chgData name="홍진표(JINPYO HONG)[jphong30]/사원/제조DX.제조DX솔루션.데이터통합분석팀" userId="e81a1c56-9779-419d-942e-8803f0d0cdcc" providerId="ADAL" clId="{B467ADED-D609-476A-A339-FE6270CFB7F5}" dt="2025-12-10T08:14:18.808" v="2518" actId="20577"/>
        <pc:sldMkLst>
          <pc:docMk/>
          <pc:sldMk cId="3645708370" sldId="2147482131"/>
        </pc:sldMkLst>
        <pc:spChg chg="mod">
          <ac:chgData name="홍진표(JINPYO HONG)[jphong30]/사원/제조DX.제조DX솔루션.데이터통합분석팀" userId="e81a1c56-9779-419d-942e-8803f0d0cdcc" providerId="ADAL" clId="{B467ADED-D609-476A-A339-FE6270CFB7F5}" dt="2025-12-10T00:53:04.576" v="2460" actId="207"/>
          <ac:spMkLst>
            <pc:docMk/>
            <pc:sldMk cId="3645708370" sldId="2147482131"/>
            <ac:spMk id="5" creationId="{708A6887-4366-7F7E-F196-81FADA6436A1}"/>
          </ac:spMkLst>
        </pc:spChg>
        <pc:spChg chg="del">
          <ac:chgData name="홍진표(JINPYO HONG)[jphong30]/사원/제조DX.제조DX솔루션.데이터통합분석팀" userId="e81a1c56-9779-419d-942e-8803f0d0cdcc" providerId="ADAL" clId="{B467ADED-D609-476A-A339-FE6270CFB7F5}" dt="2025-12-09T08:58:15.546" v="2" actId="478"/>
          <ac:spMkLst>
            <pc:docMk/>
            <pc:sldMk cId="3645708370" sldId="2147482131"/>
            <ac:spMk id="17" creationId="{9AD67B5E-67F5-4669-9D6C-FAC26D2C3E04}"/>
          </ac:spMkLst>
        </pc:spChg>
        <pc:spChg chg="mod">
          <ac:chgData name="홍진표(JINPYO HONG)[jphong30]/사원/제조DX.제조DX솔루션.데이터통합분석팀" userId="e81a1c56-9779-419d-942e-8803f0d0cdcc" providerId="ADAL" clId="{B467ADED-D609-476A-A339-FE6270CFB7F5}" dt="2025-12-09T08:58:56.673" v="21" actId="1076"/>
          <ac:spMkLst>
            <pc:docMk/>
            <pc:sldMk cId="3645708370" sldId="2147482131"/>
            <ac:spMk id="20" creationId="{9A943D5B-9DAB-440C-9830-8F02AACBD9D0}"/>
          </ac:spMkLst>
        </pc:spChg>
        <pc:graphicFrameChg chg="mod modGraphic">
          <ac:chgData name="홍진표(JINPYO HONG)[jphong30]/사원/제조DX.제조DX솔루션.데이터통합분석팀" userId="e81a1c56-9779-419d-942e-8803f0d0cdcc" providerId="ADAL" clId="{B467ADED-D609-476A-A339-FE6270CFB7F5}" dt="2025-12-09T09:01:04.751" v="44" actId="20577"/>
          <ac:graphicFrameMkLst>
            <pc:docMk/>
            <pc:sldMk cId="3645708370" sldId="2147482131"/>
            <ac:graphicFrameMk id="3" creationId="{090EB11C-65C4-4DC4-B22B-11D34605F4E2}"/>
          </ac:graphicFrameMkLst>
        </pc:graphicFrameChg>
        <pc:graphicFrameChg chg="mod modGraphic">
          <ac:chgData name="홍진표(JINPYO HONG)[jphong30]/사원/제조DX.제조DX솔루션.데이터통합분석팀" userId="e81a1c56-9779-419d-942e-8803f0d0cdcc" providerId="ADAL" clId="{B467ADED-D609-476A-A339-FE6270CFB7F5}" dt="2025-12-10T08:14:18.808" v="2518" actId="20577"/>
          <ac:graphicFrameMkLst>
            <pc:docMk/>
            <pc:sldMk cId="3645708370" sldId="2147482131"/>
            <ac:graphicFrameMk id="16" creationId="{859EBE2E-4A91-4CBB-BB78-8322FFA6D403}"/>
          </ac:graphicFrameMkLst>
        </pc:graphicFrameChg>
        <pc:graphicFrameChg chg="mod modGraphic">
          <ac:chgData name="홍진표(JINPYO HONG)[jphong30]/사원/제조DX.제조DX솔루션.데이터통합분석팀" userId="e81a1c56-9779-419d-942e-8803f0d0cdcc" providerId="ADAL" clId="{B467ADED-D609-476A-A339-FE6270CFB7F5}" dt="2025-12-10T00:48:01.536" v="2041" actId="20577"/>
          <ac:graphicFrameMkLst>
            <pc:docMk/>
            <pc:sldMk cId="3645708370" sldId="2147482131"/>
            <ac:graphicFrameMk id="19" creationId="{3E86696F-E35A-4B06-9B46-63A4A6A986C1}"/>
          </ac:graphicFrameMkLst>
        </pc:graphicFrameChg>
      </pc:sldChg>
    </pc:docChg>
  </pc:docChgLst>
  <pc:docChgLst>
    <pc:chgData name="이찬혁(CHANHYUK LEE)[paul_lee]/사원/제조DX.제조DX솔루션.데이터통합분석팀" userId="51b99fae-7b8f-40d9-9374-028bc2619ee7" providerId="ADAL" clId="{C446DE9F-F194-4508-8408-0D44E1F2F468}"/>
    <pc:docChg chg="undo custSel modSld sldOrd">
      <pc:chgData name="이찬혁(CHANHYUK LEE)[paul_lee]/사원/제조DX.제조DX솔루션.데이터통합분석팀" userId="51b99fae-7b8f-40d9-9374-028bc2619ee7" providerId="ADAL" clId="{C446DE9F-F194-4508-8408-0D44E1F2F468}" dt="2025-12-16T06:56:44.162" v="1850"/>
      <pc:docMkLst>
        <pc:docMk/>
      </pc:docMkLst>
      <pc:sldChg chg="modSp mod">
        <pc:chgData name="이찬혁(CHANHYUK LEE)[paul_lee]/사원/제조DX.제조DX솔루션.데이터통합분석팀" userId="51b99fae-7b8f-40d9-9374-028bc2619ee7" providerId="ADAL" clId="{C446DE9F-F194-4508-8408-0D44E1F2F468}" dt="2025-12-16T06:10:42.355" v="30" actId="207"/>
        <pc:sldMkLst>
          <pc:docMk/>
          <pc:sldMk cId="122266075" sldId="2147482060"/>
        </pc:sldMkLst>
        <pc:spChg chg="mod">
          <ac:chgData name="이찬혁(CHANHYUK LEE)[paul_lee]/사원/제조DX.제조DX솔루션.데이터통합분석팀" userId="51b99fae-7b8f-40d9-9374-028bc2619ee7" providerId="ADAL" clId="{C446DE9F-F194-4508-8408-0D44E1F2F468}" dt="2025-12-16T06:08:49.114" v="18"/>
          <ac:spMkLst>
            <pc:docMk/>
            <pc:sldMk cId="122266075" sldId="2147482060"/>
            <ac:spMk id="2" creationId="{75252A0B-83AC-FEFF-E760-98723703EAAC}"/>
          </ac:spMkLst>
        </pc:spChg>
        <pc:spChg chg="mod">
          <ac:chgData name="이찬혁(CHANHYUK LEE)[paul_lee]/사원/제조DX.제조DX솔루션.데이터통합분석팀" userId="51b99fae-7b8f-40d9-9374-028bc2619ee7" providerId="ADAL" clId="{C446DE9F-F194-4508-8408-0D44E1F2F468}" dt="2025-12-16T06:08:36.315" v="6" actId="20577"/>
          <ac:spMkLst>
            <pc:docMk/>
            <pc:sldMk cId="122266075" sldId="2147482060"/>
            <ac:spMk id="5" creationId="{9AEB12C0-189D-BA39-C081-03B520260108}"/>
          </ac:spMkLst>
        </pc:spChg>
        <pc:graphicFrameChg chg="modGraphic">
          <ac:chgData name="이찬혁(CHANHYUK LEE)[paul_lee]/사원/제조DX.제조DX솔루션.데이터통합분석팀" userId="51b99fae-7b8f-40d9-9374-028bc2619ee7" providerId="ADAL" clId="{C446DE9F-F194-4508-8408-0D44E1F2F468}" dt="2025-12-16T06:10:42.355" v="30" actId="207"/>
          <ac:graphicFrameMkLst>
            <pc:docMk/>
            <pc:sldMk cId="122266075" sldId="2147482060"/>
            <ac:graphicFrameMk id="19" creationId="{3E86696F-E35A-4B06-9B46-63A4A6A986C1}"/>
          </ac:graphicFrameMkLst>
        </pc:graphicFrameChg>
        <pc:graphicFrameChg chg="modGraphic">
          <ac:chgData name="이찬혁(CHANHYUK LEE)[paul_lee]/사원/제조DX.제조DX솔루션.데이터통합분석팀" userId="51b99fae-7b8f-40d9-9374-028bc2619ee7" providerId="ADAL" clId="{C446DE9F-F194-4508-8408-0D44E1F2F468}" dt="2025-12-16T06:08:40.446" v="7" actId="207"/>
          <ac:graphicFrameMkLst>
            <pc:docMk/>
            <pc:sldMk cId="122266075" sldId="2147482060"/>
            <ac:graphicFrameMk id="33" creationId="{46CD41AF-EF77-4A37-BBE0-962806BE7684}"/>
          </ac:graphicFrameMkLst>
        </pc:graphicFrameChg>
      </pc:sldChg>
      <pc:sldChg chg="ord">
        <pc:chgData name="이찬혁(CHANHYUK LEE)[paul_lee]/사원/제조DX.제조DX솔루션.데이터통합분석팀" userId="51b99fae-7b8f-40d9-9374-028bc2619ee7" providerId="ADAL" clId="{C446DE9F-F194-4508-8408-0D44E1F2F468}" dt="2025-12-16T06:56:44.162" v="1850"/>
        <pc:sldMkLst>
          <pc:docMk/>
          <pc:sldMk cId="710661984" sldId="2147482065"/>
        </pc:sldMkLst>
      </pc:sldChg>
      <pc:sldChg chg="addSp delSp modSp mod">
        <pc:chgData name="이찬혁(CHANHYUK LEE)[paul_lee]/사원/제조DX.제조DX솔루션.데이터통합분석팀" userId="51b99fae-7b8f-40d9-9374-028bc2619ee7" providerId="ADAL" clId="{C446DE9F-F194-4508-8408-0D44E1F2F468}" dt="2025-12-16T06:56:05.303" v="1844" actId="20577"/>
        <pc:sldMkLst>
          <pc:docMk/>
          <pc:sldMk cId="2878646389" sldId="2147482127"/>
        </pc:sldMkLst>
        <pc:spChg chg="mod">
          <ac:chgData name="이찬혁(CHANHYUK LEE)[paul_lee]/사원/제조DX.제조DX솔루션.데이터통합분석팀" userId="51b99fae-7b8f-40d9-9374-028bc2619ee7" providerId="ADAL" clId="{C446DE9F-F194-4508-8408-0D44E1F2F468}" dt="2025-12-16T06:23:38.293" v="116" actId="1076"/>
          <ac:spMkLst>
            <pc:docMk/>
            <pc:sldMk cId="2878646389" sldId="2147482127"/>
            <ac:spMk id="2" creationId="{87701950-851A-1FEB-B69C-99F6C923CF19}"/>
          </ac:spMkLst>
        </pc:spChg>
        <pc:spChg chg="add mod">
          <ac:chgData name="이찬혁(CHANHYUK LEE)[paul_lee]/사원/제조DX.제조DX솔루션.데이터통합분석팀" userId="51b99fae-7b8f-40d9-9374-028bc2619ee7" providerId="ADAL" clId="{C446DE9F-F194-4508-8408-0D44E1F2F468}" dt="2025-12-16T06:23:41.021" v="117" actId="571"/>
          <ac:spMkLst>
            <pc:docMk/>
            <pc:sldMk cId="2878646389" sldId="2147482127"/>
            <ac:spMk id="3" creationId="{36F1C26A-59EB-0B3F-F126-3A3A36C018A8}"/>
          </ac:spMkLst>
        </pc:spChg>
        <pc:spChg chg="del">
          <ac:chgData name="이찬혁(CHANHYUK LEE)[paul_lee]/사원/제조DX.제조DX솔루션.데이터통합분석팀" userId="51b99fae-7b8f-40d9-9374-028bc2619ee7" providerId="ADAL" clId="{C446DE9F-F194-4508-8408-0D44E1F2F468}" dt="2025-12-16T06:23:44.441" v="118" actId="478"/>
          <ac:spMkLst>
            <pc:docMk/>
            <pc:sldMk cId="2878646389" sldId="2147482127"/>
            <ac:spMk id="8" creationId="{E6C29E70-7730-2200-C3E6-B42664065D87}"/>
          </ac:spMkLst>
        </pc:spChg>
        <pc:graphicFrameChg chg="mod modGraphic">
          <ac:chgData name="이찬혁(CHANHYUK LEE)[paul_lee]/사원/제조DX.제조DX솔루션.데이터통합분석팀" userId="51b99fae-7b8f-40d9-9374-028bc2619ee7" providerId="ADAL" clId="{C446DE9F-F194-4508-8408-0D44E1F2F468}" dt="2025-12-16T06:26:07.116" v="195" actId="207"/>
          <ac:graphicFrameMkLst>
            <pc:docMk/>
            <pc:sldMk cId="2878646389" sldId="2147482127"/>
            <ac:graphicFrameMk id="4" creationId="{9FFFA2E8-62D2-58A7-B3A9-B979627B94A7}"/>
          </ac:graphicFrameMkLst>
        </pc:graphicFrameChg>
        <pc:graphicFrameChg chg="add del modGraphic">
          <ac:chgData name="이찬혁(CHANHYUK LEE)[paul_lee]/사원/제조DX.제조DX솔루션.데이터통합분석팀" userId="51b99fae-7b8f-40d9-9374-028bc2619ee7" providerId="ADAL" clId="{C446DE9F-F194-4508-8408-0D44E1F2F468}" dt="2025-12-16T06:25:48.137" v="192" actId="207"/>
          <ac:graphicFrameMkLst>
            <pc:docMk/>
            <pc:sldMk cId="2878646389" sldId="2147482127"/>
            <ac:graphicFrameMk id="5" creationId="{9B8EF5D5-5734-0730-6CB5-73F176B28E9D}"/>
          </ac:graphicFrameMkLst>
        </pc:graphicFrameChg>
        <pc:graphicFrameChg chg="mod modGraphic">
          <ac:chgData name="이찬혁(CHANHYUK LEE)[paul_lee]/사원/제조DX.제조DX솔루션.데이터통합분석팀" userId="51b99fae-7b8f-40d9-9374-028bc2619ee7" providerId="ADAL" clId="{C446DE9F-F194-4508-8408-0D44E1F2F468}" dt="2025-12-16T06:56:05.303" v="1844" actId="20577"/>
          <ac:graphicFrameMkLst>
            <pc:docMk/>
            <pc:sldMk cId="2878646389" sldId="2147482127"/>
            <ac:graphicFrameMk id="24" creationId="{CB1E1DE9-356B-4185-A911-636EBB599881}"/>
          </ac:graphicFrameMkLst>
        </pc:graphicFrameChg>
      </pc:sldChg>
      <pc:sldChg chg="delSp modSp mod ord">
        <pc:chgData name="이찬혁(CHANHYUK LEE)[paul_lee]/사원/제조DX.제조DX솔루션.데이터통합분석팀" userId="51b99fae-7b8f-40d9-9374-028bc2619ee7" providerId="ADAL" clId="{C446DE9F-F194-4508-8408-0D44E1F2F468}" dt="2025-12-16T06:56:38.566" v="1848"/>
        <pc:sldMkLst>
          <pc:docMk/>
          <pc:sldMk cId="1009432166" sldId="2147482165"/>
        </pc:sldMkLst>
        <pc:spChg chg="mod">
          <ac:chgData name="이찬혁(CHANHYUK LEE)[paul_lee]/사원/제조DX.제조DX솔루션.데이터통합분석팀" userId="51b99fae-7b8f-40d9-9374-028bc2619ee7" providerId="ADAL" clId="{C446DE9F-F194-4508-8408-0D44E1F2F468}" dt="2025-12-16T06:13:08.448" v="41" actId="20577"/>
          <ac:spMkLst>
            <pc:docMk/>
            <pc:sldMk cId="1009432166" sldId="2147482165"/>
            <ac:spMk id="3" creationId="{0D98BFB0-3F10-D2D8-A160-543919249332}"/>
          </ac:spMkLst>
        </pc:spChg>
        <pc:spChg chg="mod">
          <ac:chgData name="이찬혁(CHANHYUK LEE)[paul_lee]/사원/제조DX.제조DX솔루션.데이터통합분석팀" userId="51b99fae-7b8f-40d9-9374-028bc2619ee7" providerId="ADAL" clId="{C446DE9F-F194-4508-8408-0D44E1F2F468}" dt="2025-12-16T06:55:51.156" v="1842" actId="207"/>
          <ac:spMkLst>
            <pc:docMk/>
            <pc:sldMk cId="1009432166" sldId="2147482165"/>
            <ac:spMk id="12" creationId="{701DBD41-0962-47BC-BF85-0E3D71312932}"/>
          </ac:spMkLst>
        </pc:spChg>
        <pc:spChg chg="del">
          <ac:chgData name="이찬혁(CHANHYUK LEE)[paul_lee]/사원/제조DX.제조DX솔루션.데이터통합분석팀" userId="51b99fae-7b8f-40d9-9374-028bc2619ee7" providerId="ADAL" clId="{C446DE9F-F194-4508-8408-0D44E1F2F468}" dt="2025-12-16T06:27:53.634" v="199" actId="478"/>
          <ac:spMkLst>
            <pc:docMk/>
            <pc:sldMk cId="1009432166" sldId="2147482165"/>
            <ac:spMk id="27" creationId="{4BFBED4F-3924-E653-64E7-9E2A1BD0F057}"/>
          </ac:spMkLst>
        </pc:spChg>
        <pc:spChg chg="del">
          <ac:chgData name="이찬혁(CHANHYUK LEE)[paul_lee]/사원/제조DX.제조DX솔루션.데이터통합분석팀" userId="51b99fae-7b8f-40d9-9374-028bc2619ee7" providerId="ADAL" clId="{C446DE9F-F194-4508-8408-0D44E1F2F468}" dt="2025-12-16T06:27:50.597" v="197" actId="478"/>
          <ac:spMkLst>
            <pc:docMk/>
            <pc:sldMk cId="1009432166" sldId="2147482165"/>
            <ac:spMk id="28" creationId="{459A7C48-46E0-6CF2-F3B2-B3B4C322E5B6}"/>
          </ac:spMkLst>
        </pc:spChg>
        <pc:graphicFrameChg chg="mod modGraphic">
          <ac:chgData name="이찬혁(CHANHYUK LEE)[paul_lee]/사원/제조DX.제조DX솔루션.데이터통합분석팀" userId="51b99fae-7b8f-40d9-9374-028bc2619ee7" providerId="ADAL" clId="{C446DE9F-F194-4508-8408-0D44E1F2F468}" dt="2025-12-16T06:55:47.154" v="1841"/>
          <ac:graphicFrameMkLst>
            <pc:docMk/>
            <pc:sldMk cId="1009432166" sldId="2147482165"/>
            <ac:graphicFrameMk id="19" creationId="{3E86696F-E35A-4B06-9B46-63A4A6A986C1}"/>
          </ac:graphicFrameMkLst>
        </pc:graphicFrameChg>
        <pc:graphicFrameChg chg="modGraphic">
          <ac:chgData name="이찬혁(CHANHYUK LEE)[paul_lee]/사원/제조DX.제조DX솔루션.데이터통합분석팀" userId="51b99fae-7b8f-40d9-9374-028bc2619ee7" providerId="ADAL" clId="{C446DE9F-F194-4508-8408-0D44E1F2F468}" dt="2025-12-16T06:13:04.342" v="39" actId="20577"/>
          <ac:graphicFrameMkLst>
            <pc:docMk/>
            <pc:sldMk cId="1009432166" sldId="2147482165"/>
            <ac:graphicFrameMk id="26" creationId="{6A5FBAE1-10A2-4649-B91B-5B75A88BCDF9}"/>
          </ac:graphicFrameMkLst>
        </pc:graphicFrameChg>
        <pc:picChg chg="del">
          <ac:chgData name="이찬혁(CHANHYUK LEE)[paul_lee]/사원/제조DX.제조DX솔루션.데이터통합분석팀" userId="51b99fae-7b8f-40d9-9374-028bc2619ee7" providerId="ADAL" clId="{C446DE9F-F194-4508-8408-0D44E1F2F468}" dt="2025-12-16T06:27:51.111" v="198" actId="478"/>
          <ac:picMkLst>
            <pc:docMk/>
            <pc:sldMk cId="1009432166" sldId="2147482165"/>
            <ac:picMk id="24" creationId="{201F8AC0-17B1-4E6A-143E-56784A26A168}"/>
          </ac:picMkLst>
        </pc:picChg>
        <pc:picChg chg="del">
          <ac:chgData name="이찬혁(CHANHYUK LEE)[paul_lee]/사원/제조DX.제조DX솔루션.데이터통합분석팀" userId="51b99fae-7b8f-40d9-9374-028bc2619ee7" providerId="ADAL" clId="{C446DE9F-F194-4508-8408-0D44E1F2F468}" dt="2025-12-16T06:27:49.881" v="196" actId="478"/>
          <ac:picMkLst>
            <pc:docMk/>
            <pc:sldMk cId="1009432166" sldId="2147482165"/>
            <ac:picMk id="30" creationId="{88ACEFB4-003C-3E61-3272-216B656F8575}"/>
          </ac:picMkLst>
        </pc:picChg>
      </pc:sldChg>
      <pc:sldChg chg="mod modShow">
        <pc:chgData name="이찬혁(CHANHYUK LEE)[paul_lee]/사원/제조DX.제조DX솔루션.데이터통합분석팀" userId="51b99fae-7b8f-40d9-9374-028bc2619ee7" providerId="ADAL" clId="{C446DE9F-F194-4508-8408-0D44E1F2F468}" dt="2025-12-16T06:17:05.769" v="42" actId="729"/>
        <pc:sldMkLst>
          <pc:docMk/>
          <pc:sldMk cId="3397328042" sldId="2147482177"/>
        </pc:sldMkLst>
      </pc:sldChg>
    </pc:docChg>
  </pc:docChgLst>
  <pc:docChgLst>
    <pc:chgData name="박소영 " userId="dc270099-6f2c-44e3-856c-ca44e2079083" providerId="ADAL" clId="{7AC167C2-20B0-43F4-B55A-DDEA4344A4F8}"/>
    <pc:docChg chg="undo custSel modSld">
      <pc:chgData name="박소영 " userId="dc270099-6f2c-44e3-856c-ca44e2079083" providerId="ADAL" clId="{7AC167C2-20B0-43F4-B55A-DDEA4344A4F8}" dt="2025-11-04T01:43:37.557" v="563" actId="20577"/>
      <pc:docMkLst>
        <pc:docMk/>
      </pc:docMkLst>
      <pc:sldChg chg="addSp delSp modSp">
        <pc:chgData name="박소영 " userId="dc270099-6f2c-44e3-856c-ca44e2079083" providerId="ADAL" clId="{7AC167C2-20B0-43F4-B55A-DDEA4344A4F8}" dt="2025-11-04T01:35:32.250" v="549" actId="1035"/>
        <pc:sldMkLst>
          <pc:docMk/>
          <pc:sldMk cId="360237742" sldId="2147481816"/>
        </pc:sldMkLst>
        <pc:spChg chg="mod">
          <ac:chgData name="박소영 " userId="dc270099-6f2c-44e3-856c-ca44e2079083" providerId="ADAL" clId="{7AC167C2-20B0-43F4-B55A-DDEA4344A4F8}" dt="2025-11-04T01:25:10.570" v="137" actId="20577"/>
          <ac:spMkLst>
            <pc:docMk/>
            <pc:sldMk cId="360237742" sldId="2147481816"/>
            <ac:spMk id="23" creationId="{02417012-9580-4148-8D51-88FF8C380FC9}"/>
          </ac:spMkLst>
        </pc:spChg>
        <pc:spChg chg="mod">
          <ac:chgData name="박소영 " userId="dc270099-6f2c-44e3-856c-ca44e2079083" providerId="ADAL" clId="{7AC167C2-20B0-43F4-B55A-DDEA4344A4F8}" dt="2025-11-04T01:26:32.415" v="255" actId="1035"/>
          <ac:spMkLst>
            <pc:docMk/>
            <pc:sldMk cId="360237742" sldId="2147481816"/>
            <ac:spMk id="30" creationId="{841F260E-2446-4BD2-9C2C-4CD7B0E3EB2C}"/>
          </ac:spMkLst>
        </pc:spChg>
        <pc:grpChg chg="mod">
          <ac:chgData name="박소영 " userId="dc270099-6f2c-44e3-856c-ca44e2079083" providerId="ADAL" clId="{7AC167C2-20B0-43F4-B55A-DDEA4344A4F8}" dt="2025-11-04T01:26:32.415" v="255" actId="1035"/>
          <ac:grpSpMkLst>
            <pc:docMk/>
            <pc:sldMk cId="360237742" sldId="2147481816"/>
            <ac:grpSpMk id="43" creationId="{20E1E280-E49F-4D84-8C99-F911AE0B1153}"/>
          </ac:grpSpMkLst>
        </pc:grpChg>
        <pc:grpChg chg="mod">
          <ac:chgData name="박소영 " userId="dc270099-6f2c-44e3-856c-ca44e2079083" providerId="ADAL" clId="{7AC167C2-20B0-43F4-B55A-DDEA4344A4F8}" dt="2025-11-04T01:26:32.415" v="255" actId="1035"/>
          <ac:grpSpMkLst>
            <pc:docMk/>
            <pc:sldMk cId="360237742" sldId="2147481816"/>
            <ac:grpSpMk id="46" creationId="{F5961107-5A4C-4298-A3B3-6DDF81572673}"/>
          </ac:grpSpMkLst>
        </pc:grpChg>
        <pc:graphicFrameChg chg="mod modGraphic">
          <ac:chgData name="박소영 " userId="dc270099-6f2c-44e3-856c-ca44e2079083" providerId="ADAL" clId="{7AC167C2-20B0-43F4-B55A-DDEA4344A4F8}" dt="2025-11-04T01:35:24.031" v="532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  <pc:graphicFrameChg chg="mod">
          <ac:chgData name="박소영 " userId="dc270099-6f2c-44e3-856c-ca44e2079083" providerId="ADAL" clId="{7AC167C2-20B0-43F4-B55A-DDEA4344A4F8}" dt="2025-11-04T01:26:32.415" v="255" actId="1035"/>
          <ac:graphicFrameMkLst>
            <pc:docMk/>
            <pc:sldMk cId="360237742" sldId="2147481816"/>
            <ac:graphicFrameMk id="42" creationId="{C5A97D0D-A6FC-4588-93AA-E7679582C9D3}"/>
          </ac:graphicFrameMkLst>
        </pc:graphicFrameChg>
      </pc:sldChg>
      <pc:sldChg chg="modSp">
        <pc:chgData name="박소영 " userId="dc270099-6f2c-44e3-856c-ca44e2079083" providerId="ADAL" clId="{7AC167C2-20B0-43F4-B55A-DDEA4344A4F8}" dt="2025-11-04T01:25:04.689" v="132" actId="20577"/>
        <pc:sldMkLst>
          <pc:docMk/>
          <pc:sldMk cId="3355826466" sldId="2147481908"/>
        </pc:sldMkLst>
        <pc:spChg chg="mod">
          <ac:chgData name="박소영 " userId="dc270099-6f2c-44e3-856c-ca44e2079083" providerId="ADAL" clId="{7AC167C2-20B0-43F4-B55A-DDEA4344A4F8}" dt="2025-11-04T01:01:38.024" v="2" actId="207"/>
          <ac:spMkLst>
            <pc:docMk/>
            <pc:sldMk cId="3355826466" sldId="2147481908"/>
            <ac:spMk id="19" creationId="{5352E5F4-D151-4C3D-9E5F-99A1B7FDF265}"/>
          </ac:spMkLst>
        </pc:spChg>
        <pc:spChg chg="mod">
          <ac:chgData name="박소영 " userId="dc270099-6f2c-44e3-856c-ca44e2079083" providerId="ADAL" clId="{7AC167C2-20B0-43F4-B55A-DDEA4344A4F8}" dt="2025-11-04T01:25:04.689" v="132" actId="20577"/>
          <ac:spMkLst>
            <pc:docMk/>
            <pc:sldMk cId="3355826466" sldId="2147481908"/>
            <ac:spMk id="23" creationId="{02417012-9580-4148-8D51-88FF8C380FC9}"/>
          </ac:spMkLst>
        </pc:spChg>
        <pc:spChg chg="mod">
          <ac:chgData name="박소영 " userId="dc270099-6f2c-44e3-856c-ca44e2079083" providerId="ADAL" clId="{7AC167C2-20B0-43F4-B55A-DDEA4344A4F8}" dt="2025-11-04T01:02:33.979" v="12" actId="1036"/>
          <ac:spMkLst>
            <pc:docMk/>
            <pc:sldMk cId="3355826466" sldId="2147481908"/>
            <ac:spMk id="26" creationId="{07D8D63E-5314-4D56-A9FA-9EF0669C8893}"/>
          </ac:spMkLst>
        </pc:spChg>
        <pc:spChg chg="mod">
          <ac:chgData name="박소영 " userId="dc270099-6f2c-44e3-856c-ca44e2079083" providerId="ADAL" clId="{7AC167C2-20B0-43F4-B55A-DDEA4344A4F8}" dt="2025-11-04T01:05:59.875" v="20" actId="20577"/>
          <ac:spMkLst>
            <pc:docMk/>
            <pc:sldMk cId="3355826466" sldId="2147481908"/>
            <ac:spMk id="33" creationId="{04852EC2-BA1A-4202-82E4-D0D034EE5822}"/>
          </ac:spMkLst>
        </pc:spChg>
        <pc:graphicFrameChg chg="mod modGraphic">
          <ac:chgData name="박소영 " userId="dc270099-6f2c-44e3-856c-ca44e2079083" providerId="ADAL" clId="{7AC167C2-20B0-43F4-B55A-DDEA4344A4F8}" dt="2025-11-04T01:24:16.320" v="127" actId="20577"/>
          <ac:graphicFrameMkLst>
            <pc:docMk/>
            <pc:sldMk cId="3355826466" sldId="2147481908"/>
            <ac:graphicFrameMk id="22" creationId="{87B4D5F0-BF4D-4C5D-9F6A-CB9792895DFC}"/>
          </ac:graphicFrameMkLst>
        </pc:graphicFrameChg>
        <pc:graphicFrameChg chg="mod modGraphic">
          <ac:chgData name="박소영 " userId="dc270099-6f2c-44e3-856c-ca44e2079083" providerId="ADAL" clId="{7AC167C2-20B0-43F4-B55A-DDEA4344A4F8}" dt="2025-11-04T01:08:51.359" v="64"/>
          <ac:graphicFrameMkLst>
            <pc:docMk/>
            <pc:sldMk cId="3355826466" sldId="2147481908"/>
            <ac:graphicFrameMk id="35" creationId="{9D1F1240-8A40-4222-AAF0-AA118ABF0288}"/>
          </ac:graphicFrameMkLst>
        </pc:graphicFrameChg>
      </pc:sldChg>
      <pc:sldChg chg="modSp">
        <pc:chgData name="박소영 " userId="dc270099-6f2c-44e3-856c-ca44e2079083" providerId="ADAL" clId="{7AC167C2-20B0-43F4-B55A-DDEA4344A4F8}" dt="2025-11-04T01:43:37.557" v="563" actId="20577"/>
        <pc:sldMkLst>
          <pc:docMk/>
          <pc:sldMk cId="1439661179" sldId="2147481935"/>
        </pc:sldMkLst>
        <pc:graphicFrameChg chg="mod modGraphic">
          <ac:chgData name="박소영 " userId="dc270099-6f2c-44e3-856c-ca44e2079083" providerId="ADAL" clId="{7AC167C2-20B0-43F4-B55A-DDEA4344A4F8}" dt="2025-11-04T01:43:37.557" v="563" actId="20577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</pc:docChg>
  </pc:docChgLst>
  <pc:docChgLst>
    <pc:chgData name="이석훈(SEOKHUN LEE)[shlee92]/선임/제조DX.제조DX솔루션.셀추적기술팀" userId="ed8d7f7a-7732-4146-a631-b3af2ed9f832" providerId="ADAL" clId="{E8B40431-A3DB-49DC-B53C-6F5C30A0141A}"/>
    <pc:docChg chg="custSel modSld">
      <pc:chgData name="이석훈(SEOKHUN LEE)[shlee92]/선임/제조DX.제조DX솔루션.셀추적기술팀" userId="ed8d7f7a-7732-4146-a631-b3af2ed9f832" providerId="ADAL" clId="{E8B40431-A3DB-49DC-B53C-6F5C30A0141A}" dt="2025-10-22T00:30:34.326" v="4494" actId="20577"/>
      <pc:docMkLst>
        <pc:docMk/>
      </pc:docMkLst>
    </pc:docChg>
  </pc:docChgLst>
  <pc:docChgLst>
    <pc:chgData name="이상익(SANGIK LEE)[sangik62.lee]/책임/제조DX.제조DX솔루션.데이터통합분석팀" userId="13b0a8fe-68ef-4bde-a029-dfa0bba51a13" providerId="ADAL" clId="{2E756ECB-E279-4304-B205-989D65F0DDF0}"/>
    <pc:docChg chg="custSel modSld">
      <pc:chgData name="이상익(SANGIK LEE)[sangik62.lee]/책임/제조DX.제조DX솔루션.데이터통합분석팀" userId="13b0a8fe-68ef-4bde-a029-dfa0bba51a13" providerId="ADAL" clId="{2E756ECB-E279-4304-B205-989D65F0DDF0}" dt="2025-12-11T04:22:31.290" v="700" actId="6549"/>
      <pc:docMkLst>
        <pc:docMk/>
      </pc:docMkLst>
      <pc:sldChg chg="modSp mod">
        <pc:chgData name="이상익(SANGIK LEE)[sangik62.lee]/책임/제조DX.제조DX솔루션.데이터통합분석팀" userId="13b0a8fe-68ef-4bde-a029-dfa0bba51a13" providerId="ADAL" clId="{2E756ECB-E279-4304-B205-989D65F0DDF0}" dt="2025-12-11T04:22:31.290" v="700" actId="6549"/>
        <pc:sldMkLst>
          <pc:docMk/>
          <pc:sldMk cId="3422623579" sldId="2147482052"/>
        </pc:sldMkLst>
        <pc:spChg chg="mod">
          <ac:chgData name="이상익(SANGIK LEE)[sangik62.lee]/책임/제조DX.제조DX솔루션.데이터통합분석팀" userId="13b0a8fe-68ef-4bde-a029-dfa0bba51a13" providerId="ADAL" clId="{2E756ECB-E279-4304-B205-989D65F0DDF0}" dt="2025-12-11T04:22:31.290" v="700" actId="6549"/>
          <ac:spMkLst>
            <pc:docMk/>
            <pc:sldMk cId="3422623579" sldId="2147482052"/>
            <ac:spMk id="5" creationId="{6BC9B294-291A-D23F-C381-45EA6FDC28AB}"/>
          </ac:spMkLst>
        </pc:spChg>
      </pc:sldChg>
      <pc:sldChg chg="addSp delSp modSp mod">
        <pc:chgData name="이상익(SANGIK LEE)[sangik62.lee]/책임/제조DX.제조DX솔루션.데이터통합분석팀" userId="13b0a8fe-68ef-4bde-a029-dfa0bba51a13" providerId="ADAL" clId="{2E756ECB-E279-4304-B205-989D65F0DDF0}" dt="2025-12-11T04:01:48.836" v="387" actId="404"/>
        <pc:sldMkLst>
          <pc:docMk/>
          <pc:sldMk cId="122266075" sldId="2147482060"/>
        </pc:sldMkLst>
        <pc:spChg chg="mod">
          <ac:chgData name="이상익(SANGIK LEE)[sangik62.lee]/책임/제조DX.제조DX솔루션.데이터통합분석팀" userId="13b0a8fe-68ef-4bde-a029-dfa0bba51a13" providerId="ADAL" clId="{2E756ECB-E279-4304-B205-989D65F0DDF0}" dt="2025-12-09T09:30:10.749" v="12" actId="20577"/>
          <ac:spMkLst>
            <pc:docMk/>
            <pc:sldMk cId="122266075" sldId="2147482060"/>
            <ac:spMk id="2" creationId="{75252A0B-83AC-FEFF-E760-98723703EAAC}"/>
          </ac:spMkLst>
        </pc:spChg>
        <pc:spChg chg="add mod">
          <ac:chgData name="이상익(SANGIK LEE)[sangik62.lee]/책임/제조DX.제조DX솔루션.데이터통합분석팀" userId="13b0a8fe-68ef-4bde-a029-dfa0bba51a13" providerId="ADAL" clId="{2E756ECB-E279-4304-B205-989D65F0DDF0}" dt="2025-12-11T04:01:48.836" v="387" actId="404"/>
          <ac:spMkLst>
            <pc:docMk/>
            <pc:sldMk cId="122266075" sldId="2147482060"/>
            <ac:spMk id="5" creationId="{9AEB12C0-189D-BA39-C081-03B520260108}"/>
          </ac:spMkLst>
        </pc:spChg>
        <pc:spChg chg="del">
          <ac:chgData name="이상익(SANGIK LEE)[sangik62.lee]/책임/제조DX.제조DX솔루션.데이터통합분석팀" userId="13b0a8fe-68ef-4bde-a029-dfa0bba51a13" providerId="ADAL" clId="{2E756ECB-E279-4304-B205-989D65F0DDF0}" dt="2025-12-09T09:30:07.543" v="8" actId="478"/>
          <ac:spMkLst>
            <pc:docMk/>
            <pc:sldMk cId="122266075" sldId="2147482060"/>
            <ac:spMk id="12" creationId="{F3FD0B98-8992-795B-1E37-70B54B143965}"/>
          </ac:spMkLst>
        </pc:spChg>
        <pc:grpChg chg="del">
          <ac:chgData name="이상익(SANGIK LEE)[sangik62.lee]/책임/제조DX.제조DX솔루션.데이터통합분석팀" userId="13b0a8fe-68ef-4bde-a029-dfa0bba51a13" providerId="ADAL" clId="{2E756ECB-E279-4304-B205-989D65F0DDF0}" dt="2025-12-09T12:33:42.807" v="98" actId="478"/>
          <ac:grpSpMkLst>
            <pc:docMk/>
            <pc:sldMk cId="122266075" sldId="2147482060"/>
            <ac:grpSpMk id="27" creationId="{1ECDD806-739D-F5BD-CCEC-25CA08A4139A}"/>
          </ac:grpSpMkLst>
        </pc:grpChg>
        <pc:grpChg chg="del">
          <ac:chgData name="이상익(SANGIK LEE)[sangik62.lee]/책임/제조DX.제조DX솔루션.데이터통합분석팀" userId="13b0a8fe-68ef-4bde-a029-dfa0bba51a13" providerId="ADAL" clId="{2E756ECB-E279-4304-B205-989D65F0DDF0}" dt="2025-12-09T12:35:51.957" v="116" actId="478"/>
          <ac:grpSpMkLst>
            <pc:docMk/>
            <pc:sldMk cId="122266075" sldId="2147482060"/>
            <ac:grpSpMk id="45" creationId="{0FDDC254-890B-9337-6B49-109DFADD0A0A}"/>
          </ac:grpSpMkLst>
        </pc:grpChg>
        <pc:graphicFrameChg chg="mod modGraphic">
          <ac:chgData name="이상익(SANGIK LEE)[sangik62.lee]/책임/제조DX.제조DX솔루션.데이터통합분석팀" userId="13b0a8fe-68ef-4bde-a029-dfa0bba51a13" providerId="ADAL" clId="{2E756ECB-E279-4304-B205-989D65F0DDF0}" dt="2025-12-09T12:47:45.919" v="336" actId="20577"/>
          <ac:graphicFrameMkLst>
            <pc:docMk/>
            <pc:sldMk cId="122266075" sldId="2147482060"/>
            <ac:graphicFrameMk id="19" creationId="{3E86696F-E35A-4B06-9B46-63A4A6A986C1}"/>
          </ac:graphicFrameMkLst>
        </pc:graphicFrameChg>
        <pc:graphicFrameChg chg="mod modGraphic">
          <ac:chgData name="이상익(SANGIK LEE)[sangik62.lee]/책임/제조DX.제조DX솔루션.데이터통합분석팀" userId="13b0a8fe-68ef-4bde-a029-dfa0bba51a13" providerId="ADAL" clId="{2E756ECB-E279-4304-B205-989D65F0DDF0}" dt="2025-12-09T12:30:36.898" v="16" actId="20577"/>
          <ac:graphicFrameMkLst>
            <pc:docMk/>
            <pc:sldMk cId="122266075" sldId="2147482060"/>
            <ac:graphicFrameMk id="33" creationId="{46CD41AF-EF77-4A37-BBE0-962806BE7684}"/>
          </ac:graphicFrameMkLst>
        </pc:graphicFrameChg>
        <pc:picChg chg="del">
          <ac:chgData name="이상익(SANGIK LEE)[sangik62.lee]/책임/제조DX.제조DX솔루션.데이터통합분석팀" userId="13b0a8fe-68ef-4bde-a029-dfa0bba51a13" providerId="ADAL" clId="{2E756ECB-E279-4304-B205-989D65F0DDF0}" dt="2025-12-09T12:33:41.541" v="97" actId="478"/>
          <ac:picMkLst>
            <pc:docMk/>
            <pc:sldMk cId="122266075" sldId="2147482060"/>
            <ac:picMk id="8" creationId="{87C5B9DD-7E68-E1E2-FB48-84F6ABB6C6F1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2E756ECB-E279-4304-B205-989D65F0DDF0}" dt="2025-12-09T12:34:00.810" v="103" actId="14100"/>
          <ac:picMkLst>
            <pc:docMk/>
            <pc:sldMk cId="122266075" sldId="2147482060"/>
            <ac:picMk id="17" creationId="{B571B25C-253C-C584-8C3F-3AE5692E1D50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2E756ECB-E279-4304-B205-989D65F0DDF0}" dt="2025-12-09T12:34:51.012" v="109" actId="14100"/>
          <ac:picMkLst>
            <pc:docMk/>
            <pc:sldMk cId="122266075" sldId="2147482060"/>
            <ac:picMk id="25" creationId="{7C97F205-8E07-08D1-344E-4AE01E1C2D84}"/>
          </ac:picMkLst>
        </pc:picChg>
        <pc:picChg chg="mod ord">
          <ac:chgData name="이상익(SANGIK LEE)[sangik62.lee]/책임/제조DX.제조DX솔루션.데이터통합분석팀" userId="13b0a8fe-68ef-4bde-a029-dfa0bba51a13" providerId="ADAL" clId="{2E756ECB-E279-4304-B205-989D65F0DDF0}" dt="2025-12-09T12:36:42.524" v="122" actId="1076"/>
          <ac:picMkLst>
            <pc:docMk/>
            <pc:sldMk cId="122266075" sldId="2147482060"/>
            <ac:picMk id="41" creationId="{AC1A60DC-DBCC-681F-FE38-6C93796C36D3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2E756ECB-E279-4304-B205-989D65F0DDF0}" dt="2025-12-09T12:47:05.818" v="319" actId="14100"/>
          <ac:picMkLst>
            <pc:docMk/>
            <pc:sldMk cId="122266075" sldId="2147482060"/>
            <ac:picMk id="42" creationId="{ABEC0D38-B4F4-FDF6-0CDC-13DCBC4C3D08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2E756ECB-E279-4304-B205-989D65F0DDF0}" dt="2025-12-09T12:36:33.122" v="120" actId="14100"/>
          <ac:picMkLst>
            <pc:docMk/>
            <pc:sldMk cId="122266075" sldId="2147482060"/>
            <ac:picMk id="46" creationId="{43AE36BD-05EA-CA95-9FDB-B16A6236AD75}"/>
          </ac:picMkLst>
        </pc:picChg>
        <pc:picChg chg="del">
          <ac:chgData name="이상익(SANGIK LEE)[sangik62.lee]/책임/제조DX.제조DX솔루션.데이터통합분석팀" userId="13b0a8fe-68ef-4bde-a029-dfa0bba51a13" providerId="ADAL" clId="{2E756ECB-E279-4304-B205-989D65F0DDF0}" dt="2025-12-09T12:34:30.088" v="104" actId="478"/>
          <ac:picMkLst>
            <pc:docMk/>
            <pc:sldMk cId="122266075" sldId="2147482060"/>
            <ac:picMk id="47" creationId="{4744547A-CC0C-00CC-5BDB-BF9A2F0D2C83}"/>
          </ac:picMkLst>
        </pc:picChg>
        <pc:picChg chg="del">
          <ac:chgData name="이상익(SANGIK LEE)[sangik62.lee]/책임/제조DX.제조DX솔루션.데이터통합분석팀" userId="13b0a8fe-68ef-4bde-a029-dfa0bba51a13" providerId="ADAL" clId="{2E756ECB-E279-4304-B205-989D65F0DDF0}" dt="2025-12-09T12:35:38.052" v="110" actId="478"/>
          <ac:picMkLst>
            <pc:docMk/>
            <pc:sldMk cId="122266075" sldId="2147482060"/>
            <ac:picMk id="49" creationId="{66F28CBC-88A7-CA1E-4A30-74C108676D24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2E756ECB-E279-4304-B205-989D65F0DDF0}" dt="2025-12-09T12:39:01.693" v="131" actId="14100"/>
          <ac:picMkLst>
            <pc:docMk/>
            <pc:sldMk cId="122266075" sldId="2147482060"/>
            <ac:picMk id="50" creationId="{C412875A-29E6-F6F9-EA54-C048FB042AD6}"/>
          </ac:picMkLst>
        </pc:picChg>
        <pc:picChg chg="del mod">
          <ac:chgData name="이상익(SANGIK LEE)[sangik62.lee]/책임/제조DX.제조DX솔루션.데이터통합분석팀" userId="13b0a8fe-68ef-4bde-a029-dfa0bba51a13" providerId="ADAL" clId="{2E756ECB-E279-4304-B205-989D65F0DDF0}" dt="2025-12-09T12:38:46.462" v="126" actId="478"/>
          <ac:picMkLst>
            <pc:docMk/>
            <pc:sldMk cId="122266075" sldId="2147482060"/>
            <ac:picMk id="52" creationId="{5C68C309-23A2-3277-D622-5D000B13924E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2E756ECB-E279-4304-B205-989D65F0DDF0}" dt="2025-12-09T12:44:54.275" v="307" actId="14100"/>
          <ac:picMkLst>
            <pc:docMk/>
            <pc:sldMk cId="122266075" sldId="2147482060"/>
            <ac:picMk id="53" creationId="{401E80AD-8186-98CF-DCFB-7D48F04312AA}"/>
          </ac:picMkLst>
        </pc:picChg>
        <pc:picChg chg="del">
          <ac:chgData name="이상익(SANGIK LEE)[sangik62.lee]/책임/제조DX.제조DX솔루션.데이터통합분석팀" userId="13b0a8fe-68ef-4bde-a029-dfa0bba51a13" providerId="ADAL" clId="{2E756ECB-E279-4304-B205-989D65F0DDF0}" dt="2025-12-09T12:39:46.621" v="132" actId="478"/>
          <ac:picMkLst>
            <pc:docMk/>
            <pc:sldMk cId="122266075" sldId="2147482060"/>
            <ac:picMk id="54" creationId="{18AF1E76-04EF-ED29-8B3B-CB29C41ECF1A}"/>
          </ac:picMkLst>
        </pc:picChg>
        <pc:picChg chg="del">
          <ac:chgData name="이상익(SANGIK LEE)[sangik62.lee]/책임/제조DX.제조DX솔루션.데이터통합분석팀" userId="13b0a8fe-68ef-4bde-a029-dfa0bba51a13" providerId="ADAL" clId="{2E756ECB-E279-4304-B205-989D65F0DDF0}" dt="2025-12-09T12:43:58.512" v="295" actId="478"/>
          <ac:picMkLst>
            <pc:docMk/>
            <pc:sldMk cId="122266075" sldId="2147482060"/>
            <ac:picMk id="56" creationId="{3ED8D1D2-1456-8BFD-36DB-17BC1ED47D97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2E756ECB-E279-4304-B205-989D65F0DDF0}" dt="2025-12-09T12:44:11.656" v="300" actId="14100"/>
          <ac:picMkLst>
            <pc:docMk/>
            <pc:sldMk cId="122266075" sldId="2147482060"/>
            <ac:picMk id="57" creationId="{636BD9BA-010F-EC5D-FAD0-8A70C824D443}"/>
          </ac:picMkLst>
        </pc:picChg>
        <pc:picChg chg="del">
          <ac:chgData name="이상익(SANGIK LEE)[sangik62.lee]/책임/제조DX.제조DX솔루션.데이터통합분석팀" userId="13b0a8fe-68ef-4bde-a029-dfa0bba51a13" providerId="ADAL" clId="{2E756ECB-E279-4304-B205-989D65F0DDF0}" dt="2025-12-09T12:46:08.940" v="308" actId="478"/>
          <ac:picMkLst>
            <pc:docMk/>
            <pc:sldMk cId="122266075" sldId="2147482060"/>
            <ac:picMk id="58" creationId="{4AEE21CA-AFD0-49A2-C5EB-1708ED3B487D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2E756ECB-E279-4304-B205-989D65F0DDF0}" dt="2025-12-09T12:44:48.964" v="305" actId="14100"/>
          <ac:picMkLst>
            <pc:docMk/>
            <pc:sldMk cId="122266075" sldId="2147482060"/>
            <ac:picMk id="60" creationId="{B9E5761D-4B14-0C12-FDEF-DBC3AD5AA683}"/>
          </ac:picMkLst>
        </pc:picChg>
        <pc:picChg chg="del">
          <ac:chgData name="이상익(SANGIK LEE)[sangik62.lee]/책임/제조DX.제조DX솔루션.데이터통합분석팀" userId="13b0a8fe-68ef-4bde-a029-dfa0bba51a13" providerId="ADAL" clId="{2E756ECB-E279-4304-B205-989D65F0DDF0}" dt="2025-12-09T12:46:25.643" v="314" actId="478"/>
          <ac:picMkLst>
            <pc:docMk/>
            <pc:sldMk cId="122266075" sldId="2147482060"/>
            <ac:picMk id="61" creationId="{3DE63B4E-BF1A-6BC9-23A0-B15E3A1C2F96}"/>
          </ac:picMkLst>
        </pc:picChg>
        <pc:picChg chg="del">
          <ac:chgData name="이상익(SANGIK LEE)[sangik62.lee]/책임/제조DX.제조DX솔루션.데이터통합분석팀" userId="13b0a8fe-68ef-4bde-a029-dfa0bba51a13" providerId="ADAL" clId="{2E756ECB-E279-4304-B205-989D65F0DDF0}" dt="2025-12-09T12:44:38.374" v="301" actId="478"/>
          <ac:picMkLst>
            <pc:docMk/>
            <pc:sldMk cId="122266075" sldId="2147482060"/>
            <ac:picMk id="63" creationId="{AC533C4C-B9C6-7F06-18A5-41F3979A62AF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2E756ECB-E279-4304-B205-989D65F0DDF0}" dt="2025-12-09T12:46:22.268" v="313" actId="14100"/>
          <ac:picMkLst>
            <pc:docMk/>
            <pc:sldMk cId="122266075" sldId="2147482060"/>
            <ac:picMk id="64" creationId="{A06174AF-BE86-5B10-6B8C-C68FEC87D597}"/>
          </ac:picMkLst>
        </pc:picChg>
        <pc:picChg chg="mod ord">
          <ac:chgData name="이상익(SANGIK LEE)[sangik62.lee]/책임/제조DX.제조DX솔루션.데이터통합분석팀" userId="13b0a8fe-68ef-4bde-a029-dfa0bba51a13" providerId="ADAL" clId="{2E756ECB-E279-4304-B205-989D65F0DDF0}" dt="2025-12-09T12:36:47.845" v="124" actId="1076"/>
          <ac:picMkLst>
            <pc:docMk/>
            <pc:sldMk cId="122266075" sldId="2147482060"/>
            <ac:picMk id="65" creationId="{F586D48D-BD0E-4DB9-74ED-097063B66D73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2E756ECB-E279-4304-B205-989D65F0DDF0}" dt="2025-12-09T12:47:08.851" v="325" actId="1038"/>
          <ac:picMkLst>
            <pc:docMk/>
            <pc:sldMk cId="122266075" sldId="2147482060"/>
            <ac:picMk id="67" creationId="{37A10FD0-FC34-8789-0757-2F69F6C327B6}"/>
          </ac:picMkLst>
        </pc:picChg>
      </pc:sldChg>
      <pc:sldChg chg="addSp delSp modSp mod">
        <pc:chgData name="이상익(SANGIK LEE)[sangik62.lee]/책임/제조DX.제조DX솔루션.데이터통합분석팀" userId="13b0a8fe-68ef-4bde-a029-dfa0bba51a13" providerId="ADAL" clId="{2E756ECB-E279-4304-B205-989D65F0DDF0}" dt="2025-12-09T14:10:31.371" v="363" actId="207"/>
        <pc:sldMkLst>
          <pc:docMk/>
          <pc:sldMk cId="3397328042" sldId="2147482177"/>
        </pc:sldMkLst>
        <pc:spChg chg="add mod">
          <ac:chgData name="이상익(SANGIK LEE)[sangik62.lee]/책임/제조DX.제조DX솔루션.데이터통합분석팀" userId="13b0a8fe-68ef-4bde-a029-dfa0bba51a13" providerId="ADAL" clId="{2E756ECB-E279-4304-B205-989D65F0DDF0}" dt="2025-12-09T14:10:08.978" v="338"/>
          <ac:spMkLst>
            <pc:docMk/>
            <pc:sldMk cId="3397328042" sldId="2147482177"/>
            <ac:spMk id="3" creationId="{A3BC3C6A-8414-E8E7-3DE2-0698F53BE98D}"/>
          </ac:spMkLst>
        </pc:spChg>
        <pc:spChg chg="mod">
          <ac:chgData name="이상익(SANGIK LEE)[sangik62.lee]/책임/제조DX.제조DX솔루션.데이터통합분석팀" userId="13b0a8fe-68ef-4bde-a029-dfa0bba51a13" providerId="ADAL" clId="{2E756ECB-E279-4304-B205-989D65F0DDF0}" dt="2025-12-09T14:10:26.729" v="362" actId="20577"/>
          <ac:spMkLst>
            <pc:docMk/>
            <pc:sldMk cId="3397328042" sldId="2147482177"/>
            <ac:spMk id="12" creationId="{701DBD41-0962-47BC-BF85-0E3D71312932}"/>
          </ac:spMkLst>
        </pc:spChg>
        <pc:spChg chg="mod">
          <ac:chgData name="이상익(SANGIK LEE)[sangik62.lee]/책임/제조DX.제조DX솔루션.데이터통합분석팀" userId="13b0a8fe-68ef-4bde-a029-dfa0bba51a13" providerId="ADAL" clId="{2E756ECB-E279-4304-B205-989D65F0DDF0}" dt="2025-12-09T14:10:24.113" v="358" actId="1036"/>
          <ac:spMkLst>
            <pc:docMk/>
            <pc:sldMk cId="3397328042" sldId="2147482177"/>
            <ac:spMk id="13" creationId="{308B7A1A-29DA-3F2F-DD4C-54C7C7B835C2}"/>
          </ac:spMkLst>
        </pc:spChg>
        <pc:spChg chg="mod">
          <ac:chgData name="이상익(SANGIK LEE)[sangik62.lee]/책임/제조DX.제조DX솔루션.데이터통합분석팀" userId="13b0a8fe-68ef-4bde-a029-dfa0bba51a13" providerId="ADAL" clId="{2E756ECB-E279-4304-B205-989D65F0DDF0}" dt="2025-12-09T14:10:24.113" v="358" actId="1036"/>
          <ac:spMkLst>
            <pc:docMk/>
            <pc:sldMk cId="3397328042" sldId="2147482177"/>
            <ac:spMk id="35" creationId="{2019A233-7D35-84C1-9FF8-9D100989D2C6}"/>
          </ac:spMkLst>
        </pc:spChg>
        <pc:spChg chg="mod">
          <ac:chgData name="이상익(SANGIK LEE)[sangik62.lee]/책임/제조DX.제조DX솔루션.데이터통합분석팀" userId="13b0a8fe-68ef-4bde-a029-dfa0bba51a13" providerId="ADAL" clId="{2E756ECB-E279-4304-B205-989D65F0DDF0}" dt="2025-12-09T14:10:24.113" v="358" actId="1036"/>
          <ac:spMkLst>
            <pc:docMk/>
            <pc:sldMk cId="3397328042" sldId="2147482177"/>
            <ac:spMk id="42" creationId="{157B679A-DA77-F408-F941-6E2082119786}"/>
          </ac:spMkLst>
        </pc:spChg>
        <pc:grpChg chg="mod">
          <ac:chgData name="이상익(SANGIK LEE)[sangik62.lee]/책임/제조DX.제조DX솔루션.데이터통합분석팀" userId="13b0a8fe-68ef-4bde-a029-dfa0bba51a13" providerId="ADAL" clId="{2E756ECB-E279-4304-B205-989D65F0DDF0}" dt="2025-12-09T14:10:24.113" v="358" actId="1036"/>
          <ac:grpSpMkLst>
            <pc:docMk/>
            <pc:sldMk cId="3397328042" sldId="2147482177"/>
            <ac:grpSpMk id="4" creationId="{52083ECC-E826-9E2B-8BE1-FB360A9DCD8B}"/>
          </ac:grpSpMkLst>
        </pc:grpChg>
        <pc:grpChg chg="mod">
          <ac:chgData name="이상익(SANGIK LEE)[sangik62.lee]/책임/제조DX.제조DX솔루션.데이터통합분석팀" userId="13b0a8fe-68ef-4bde-a029-dfa0bba51a13" providerId="ADAL" clId="{2E756ECB-E279-4304-B205-989D65F0DDF0}" dt="2025-12-09T14:10:24.113" v="358" actId="1036"/>
          <ac:grpSpMkLst>
            <pc:docMk/>
            <pc:sldMk cId="3397328042" sldId="2147482177"/>
            <ac:grpSpMk id="31" creationId="{EF6784FD-F77C-A459-A53E-53587C9FC150}"/>
          </ac:grpSpMkLst>
        </pc:grpChg>
        <pc:grpChg chg="mod">
          <ac:chgData name="이상익(SANGIK LEE)[sangik62.lee]/책임/제조DX.제조DX솔루션.데이터통합분석팀" userId="13b0a8fe-68ef-4bde-a029-dfa0bba51a13" providerId="ADAL" clId="{2E756ECB-E279-4304-B205-989D65F0DDF0}" dt="2025-12-09T14:10:24.113" v="358" actId="1036"/>
          <ac:grpSpMkLst>
            <pc:docMk/>
            <pc:sldMk cId="3397328042" sldId="2147482177"/>
            <ac:grpSpMk id="41" creationId="{A73A3C3A-5A9D-0579-EE50-4609C9C07F4A}"/>
          </ac:grpSpMkLst>
        </pc:grpChg>
        <pc:graphicFrameChg chg="add mod">
          <ac:chgData name="이상익(SANGIK LEE)[sangik62.lee]/책임/제조DX.제조DX솔루션.데이터통합분석팀" userId="13b0a8fe-68ef-4bde-a029-dfa0bba51a13" providerId="ADAL" clId="{2E756ECB-E279-4304-B205-989D65F0DDF0}" dt="2025-12-09T14:10:08.978" v="338"/>
          <ac:graphicFrameMkLst>
            <pc:docMk/>
            <pc:sldMk cId="3397328042" sldId="2147482177"/>
            <ac:graphicFrameMk id="2" creationId="{87BC52A9-686F-EDA5-004E-18C1BE04A8A0}"/>
          </ac:graphicFrameMkLst>
        </pc:graphicFrameChg>
        <pc:graphicFrameChg chg="modGraphic">
          <ac:chgData name="이상익(SANGIK LEE)[sangik62.lee]/책임/제조DX.제조DX솔루션.데이터통합분석팀" userId="13b0a8fe-68ef-4bde-a029-dfa0bba51a13" providerId="ADAL" clId="{2E756ECB-E279-4304-B205-989D65F0DDF0}" dt="2025-12-09T14:10:31.371" v="363" actId="207"/>
          <ac:graphicFrameMkLst>
            <pc:docMk/>
            <pc:sldMk cId="3397328042" sldId="2147482177"/>
            <ac:graphicFrameMk id="19" creationId="{3E86696F-E35A-4B06-9B46-63A4A6A986C1}"/>
          </ac:graphicFrameMkLst>
        </pc:graphicFrameChg>
        <pc:graphicFrameChg chg="del">
          <ac:chgData name="이상익(SANGIK LEE)[sangik62.lee]/책임/제조DX.제조DX솔루션.데이터통합분석팀" userId="13b0a8fe-68ef-4bde-a029-dfa0bba51a13" providerId="ADAL" clId="{2E756ECB-E279-4304-B205-989D65F0DDF0}" dt="2025-12-09T14:10:05.126" v="337" actId="478"/>
          <ac:graphicFrameMkLst>
            <pc:docMk/>
            <pc:sldMk cId="3397328042" sldId="2147482177"/>
            <ac:graphicFrameMk id="26" creationId="{6A5FBAE1-10A2-4649-B91B-5B75A88BCDF9}"/>
          </ac:graphicFrameMkLst>
        </pc:graphicFrameChg>
        <pc:picChg chg="mod">
          <ac:chgData name="이상익(SANGIK LEE)[sangik62.lee]/책임/제조DX.제조DX솔루션.데이터통합분석팀" userId="13b0a8fe-68ef-4bde-a029-dfa0bba51a13" providerId="ADAL" clId="{2E756ECB-E279-4304-B205-989D65F0DDF0}" dt="2025-12-09T14:10:24.113" v="358" actId="1036"/>
          <ac:picMkLst>
            <pc:docMk/>
            <pc:sldMk cId="3397328042" sldId="2147482177"/>
            <ac:picMk id="44" creationId="{B12C0496-6F69-929C-2DCC-247AB05DCA04}"/>
          </ac:picMkLst>
        </pc:picChg>
      </pc:sldChg>
    </pc:docChg>
  </pc:docChgLst>
  <pc:docChgLst>
    <pc:chgData name="이충성(CHOONGSUNG LEE)[lcs00306]/사원/제조DX.제조DX솔루션.셀추적기술팀" userId="6833e862-c7ef-4111-aa6a-70e79937b5ee" providerId="ADAL" clId="{206DBEDA-36C5-4305-BB83-5E0C468073DC}"/>
    <pc:docChg chg="custSel modSld">
      <pc:chgData name="이충성(CHOONGSUNG LEE)[lcs00306]/사원/제조DX.제조DX솔루션.셀추적기술팀" userId="6833e862-c7ef-4111-aa6a-70e79937b5ee" providerId="ADAL" clId="{206DBEDA-36C5-4305-BB83-5E0C468073DC}" dt="2025-11-17T05:52:53.973" v="202" actId="20577"/>
      <pc:docMkLst>
        <pc:docMk/>
      </pc:docMkLst>
      <pc:sldChg chg="modSp mod">
        <pc:chgData name="이충성(CHOONGSUNG LEE)[lcs00306]/사원/제조DX.제조DX솔루션.셀추적기술팀" userId="6833e862-c7ef-4111-aa6a-70e79937b5ee" providerId="ADAL" clId="{206DBEDA-36C5-4305-BB83-5E0C468073DC}" dt="2025-11-17T05:52:53.973" v="202" actId="20577"/>
        <pc:sldMkLst>
          <pc:docMk/>
          <pc:sldMk cId="3485727604" sldId="2147481872"/>
        </pc:sldMkLst>
        <pc:graphicFrameChg chg="mod modGraphic">
          <ac:chgData name="이충성(CHOONGSUNG LEE)[lcs00306]/사원/제조DX.제조DX솔루션.셀추적기술팀" userId="6833e862-c7ef-4111-aa6a-70e79937b5ee" providerId="ADAL" clId="{206DBEDA-36C5-4305-BB83-5E0C468073DC}" dt="2025-11-17T05:52:53.973" v="202" actId="20577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</pc:sldChg>
    </pc:docChg>
  </pc:docChgLst>
  <pc:docChgLst>
    <pc:chgData name="박소영 " userId="dc270099-6f2c-44e3-856c-ca44e2079083" providerId="ADAL" clId="{45E539F4-0803-408F-AC86-FEAC24CF66EC}"/>
    <pc:docChg chg="undo custSel modSld">
      <pc:chgData name="박소영 " userId="dc270099-6f2c-44e3-856c-ca44e2079083" providerId="ADAL" clId="{45E539F4-0803-408F-AC86-FEAC24CF66EC}" dt="2025-10-15T01:04:24.659" v="1075" actId="20577"/>
      <pc:docMkLst>
        <pc:docMk/>
      </pc:docMkLst>
      <pc:sldChg chg="addSp delSp modSp">
        <pc:chgData name="박소영 " userId="dc270099-6f2c-44e3-856c-ca44e2079083" providerId="ADAL" clId="{45E539F4-0803-408F-AC86-FEAC24CF66EC}" dt="2025-10-15T00:10:47.184" v="987" actId="1035"/>
        <pc:sldMkLst>
          <pc:docMk/>
          <pc:sldMk cId="360237742" sldId="2147481816"/>
        </pc:sldMkLst>
        <pc:spChg chg="mod">
          <ac:chgData name="박소영 " userId="dc270099-6f2c-44e3-856c-ca44e2079083" providerId="ADAL" clId="{45E539F4-0803-408F-AC86-FEAC24CF66EC}" dt="2025-10-14T08:13:21.317" v="78" actId="20577"/>
          <ac:spMkLst>
            <pc:docMk/>
            <pc:sldMk cId="360237742" sldId="2147481816"/>
            <ac:spMk id="23" creationId="{02417012-9580-4148-8D51-88FF8C380FC9}"/>
          </ac:spMkLst>
        </pc:spChg>
        <pc:spChg chg="mod">
          <ac:chgData name="박소영 " userId="dc270099-6f2c-44e3-856c-ca44e2079083" providerId="ADAL" clId="{45E539F4-0803-408F-AC86-FEAC24CF66EC}" dt="2025-10-14T09:06:17.783" v="606" actId="1036"/>
          <ac:spMkLst>
            <pc:docMk/>
            <pc:sldMk cId="360237742" sldId="2147481816"/>
            <ac:spMk id="30" creationId="{841F260E-2446-4BD2-9C2C-4CD7B0E3EB2C}"/>
          </ac:spMkLst>
        </pc:spChg>
        <pc:grpChg chg="mod">
          <ac:chgData name="박소영 " userId="dc270099-6f2c-44e3-856c-ca44e2079083" providerId="ADAL" clId="{45E539F4-0803-408F-AC86-FEAC24CF66EC}" dt="2025-10-14T09:06:17.783" v="606" actId="1036"/>
          <ac:grpSpMkLst>
            <pc:docMk/>
            <pc:sldMk cId="360237742" sldId="2147481816"/>
            <ac:grpSpMk id="43" creationId="{20E1E280-E49F-4D84-8C99-F911AE0B1153}"/>
          </ac:grpSpMkLst>
        </pc:grpChg>
        <pc:grpChg chg="mod">
          <ac:chgData name="박소영 " userId="dc270099-6f2c-44e3-856c-ca44e2079083" providerId="ADAL" clId="{45E539F4-0803-408F-AC86-FEAC24CF66EC}" dt="2025-10-14T09:06:17.783" v="606" actId="1036"/>
          <ac:grpSpMkLst>
            <pc:docMk/>
            <pc:sldMk cId="360237742" sldId="2147481816"/>
            <ac:grpSpMk id="46" creationId="{F5961107-5A4C-4298-A3B3-6DDF81572673}"/>
          </ac:grpSpMkLst>
        </pc:grpChg>
        <pc:graphicFrameChg chg="mod modGraphic">
          <ac:chgData name="박소영 " userId="dc270099-6f2c-44e3-856c-ca44e2079083" providerId="ADAL" clId="{45E539F4-0803-408F-AC86-FEAC24CF66EC}" dt="2025-10-14T09:06:12.473" v="596" actId="20577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  <pc:graphicFrameChg chg="mod">
          <ac:chgData name="박소영 " userId="dc270099-6f2c-44e3-856c-ca44e2079083" providerId="ADAL" clId="{45E539F4-0803-408F-AC86-FEAC24CF66EC}" dt="2025-10-14T09:06:17.783" v="606" actId="1036"/>
          <ac:graphicFrameMkLst>
            <pc:docMk/>
            <pc:sldMk cId="360237742" sldId="2147481816"/>
            <ac:graphicFrameMk id="42" creationId="{C5A97D0D-A6FC-4588-93AA-E7679582C9D3}"/>
          </ac:graphicFrameMkLst>
        </pc:graphicFrameChg>
      </pc:sldChg>
      <pc:sldChg chg="modSp">
        <pc:chgData name="박소영 " userId="dc270099-6f2c-44e3-856c-ca44e2079083" providerId="ADAL" clId="{45E539F4-0803-408F-AC86-FEAC24CF66EC}" dt="2025-10-15T01:04:24.659" v="1075" actId="20577"/>
        <pc:sldMkLst>
          <pc:docMk/>
          <pc:sldMk cId="1439661179" sldId="2147481935"/>
        </pc:sldMkLst>
        <pc:spChg chg="mod">
          <ac:chgData name="박소영 " userId="dc270099-6f2c-44e3-856c-ca44e2079083" providerId="ADAL" clId="{45E539F4-0803-408F-AC86-FEAC24CF66EC}" dt="2025-10-14T09:08:39.559" v="924" actId="1036"/>
          <ac:spMkLst>
            <pc:docMk/>
            <pc:sldMk cId="1439661179" sldId="2147481935"/>
            <ac:spMk id="19" creationId="{552CE646-E154-4F0D-B95E-5AA162797437}"/>
          </ac:spMkLst>
        </pc:spChg>
        <pc:spChg chg="mod">
          <ac:chgData name="박소영 " userId="dc270099-6f2c-44e3-856c-ca44e2079083" providerId="ADAL" clId="{45E539F4-0803-408F-AC86-FEAC24CF66EC}" dt="2025-10-14T09:07:04.096" v="698" actId="20577"/>
          <ac:spMkLst>
            <pc:docMk/>
            <pc:sldMk cId="1439661179" sldId="2147481935"/>
            <ac:spMk id="22" creationId="{81B17DB2-3DCC-4A8F-9347-F9695BEF8B6D}"/>
          </ac:spMkLst>
        </pc:spChg>
        <pc:spChg chg="mod">
          <ac:chgData name="박소영 " userId="dc270099-6f2c-44e3-856c-ca44e2079083" providerId="ADAL" clId="{45E539F4-0803-408F-AC86-FEAC24CF66EC}" dt="2025-10-14T09:08:39.559" v="924" actId="1036"/>
          <ac:spMkLst>
            <pc:docMk/>
            <pc:sldMk cId="1439661179" sldId="2147481935"/>
            <ac:spMk id="23" creationId="{19A03E30-EDAB-43B2-BF97-4ED0E4BFC248}"/>
          </ac:spMkLst>
        </pc:spChg>
        <pc:spChg chg="mod">
          <ac:chgData name="박소영 " userId="dc270099-6f2c-44e3-856c-ca44e2079083" providerId="ADAL" clId="{45E539F4-0803-408F-AC86-FEAC24CF66EC}" dt="2025-10-14T09:08:39.559" v="924" actId="1036"/>
          <ac:spMkLst>
            <pc:docMk/>
            <pc:sldMk cId="1439661179" sldId="2147481935"/>
            <ac:spMk id="24" creationId="{96AB37A3-4202-4F33-9D3C-A1804BA68B6B}"/>
          </ac:spMkLst>
        </pc:spChg>
        <pc:graphicFrameChg chg="mod modGraphic">
          <ac:chgData name="박소영 " userId="dc270099-6f2c-44e3-856c-ca44e2079083" providerId="ADAL" clId="{45E539F4-0803-408F-AC86-FEAC24CF66EC}" dt="2025-10-15T01:04:24.659" v="1075" actId="20577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</pc:docChg>
  </pc:docChgLst>
  <pc:docChgLst>
    <pc:chgData name="이충성(CHOONGSUNG LEE)[lcs00306]/사원/제조DX.제조DX솔루션.셀추적기술팀" userId="6833e862-c7ef-4111-aa6a-70e79937b5ee" providerId="ADAL" clId="{93881CDD-81F4-407C-B52C-0C1A8E60B618}"/>
    <pc:docChg chg="undo custSel modSld">
      <pc:chgData name="이충성(CHOONGSUNG LEE)[lcs00306]/사원/제조DX.제조DX솔루션.셀추적기술팀" userId="6833e862-c7ef-4111-aa6a-70e79937b5ee" providerId="ADAL" clId="{93881CDD-81F4-407C-B52C-0C1A8E60B618}" dt="2025-12-16T04:25:52.372" v="841" actId="20577"/>
      <pc:docMkLst>
        <pc:docMk/>
      </pc:docMkLst>
      <pc:sldChg chg="modSp mod">
        <pc:chgData name="이충성(CHOONGSUNG LEE)[lcs00306]/사원/제조DX.제조DX솔루션.셀추적기술팀" userId="6833e862-c7ef-4111-aa6a-70e79937b5ee" providerId="ADAL" clId="{93881CDD-81F4-407C-B52C-0C1A8E60B618}" dt="2025-12-16T04:24:09.171" v="776" actId="113"/>
        <pc:sldMkLst>
          <pc:docMk/>
          <pc:sldMk cId="4054304740" sldId="2213"/>
        </pc:sldMkLst>
        <pc:spChg chg="mod">
          <ac:chgData name="이충성(CHOONGSUNG LEE)[lcs00306]/사원/제조DX.제조DX솔루션.셀추적기술팀" userId="6833e862-c7ef-4111-aa6a-70e79937b5ee" providerId="ADAL" clId="{93881CDD-81F4-407C-B52C-0C1A8E60B618}" dt="2025-12-15T23:41:27.808" v="3" actId="20577"/>
          <ac:spMkLst>
            <pc:docMk/>
            <pc:sldMk cId="4054304740" sldId="2213"/>
            <ac:spMk id="33" creationId="{708B1D54-9D52-42CB-82CB-E5D69946BACE}"/>
          </ac:spMkLst>
        </pc:spChg>
        <pc:graphicFrameChg chg="mod modGraphic">
          <ac:chgData name="이충성(CHOONGSUNG LEE)[lcs00306]/사원/제조DX.제조DX솔루션.셀추적기술팀" userId="6833e862-c7ef-4111-aa6a-70e79937b5ee" providerId="ADAL" clId="{93881CDD-81F4-407C-B52C-0C1A8E60B618}" dt="2025-12-16T04:24:09.171" v="776" actId="113"/>
          <ac:graphicFrameMkLst>
            <pc:docMk/>
            <pc:sldMk cId="4054304740" sldId="2213"/>
            <ac:graphicFrameMk id="18" creationId="{ACD91870-1828-466F-AE38-B03A708B4440}"/>
          </ac:graphicFrameMkLst>
        </pc:graphicFrameChg>
      </pc:sldChg>
      <pc:sldChg chg="modSp mod">
        <pc:chgData name="이충성(CHOONGSUNG LEE)[lcs00306]/사원/제조DX.제조DX솔루션.셀추적기술팀" userId="6833e862-c7ef-4111-aa6a-70e79937b5ee" providerId="ADAL" clId="{93881CDD-81F4-407C-B52C-0C1A8E60B618}" dt="2025-12-16T04:25:52.372" v="841" actId="20577"/>
        <pc:sldMkLst>
          <pc:docMk/>
          <pc:sldMk cId="3485727604" sldId="2147481872"/>
        </pc:sldMkLst>
        <pc:spChg chg="mod">
          <ac:chgData name="이충성(CHOONGSUNG LEE)[lcs00306]/사원/제조DX.제조DX솔루션.셀추적기술팀" userId="6833e862-c7ef-4111-aa6a-70e79937b5ee" providerId="ADAL" clId="{93881CDD-81F4-407C-B52C-0C1A8E60B618}" dt="2025-12-15T23:44:27.636" v="119" actId="20577"/>
          <ac:spMkLst>
            <pc:docMk/>
            <pc:sldMk cId="3485727604" sldId="2147481872"/>
            <ac:spMk id="33" creationId="{708B1D54-9D52-42CB-82CB-E5D69946BACE}"/>
          </ac:spMkLst>
        </pc:spChg>
        <pc:graphicFrameChg chg="mod modGraphic">
          <ac:chgData name="이충성(CHOONGSUNG LEE)[lcs00306]/사원/제조DX.제조DX솔루션.셀추적기술팀" userId="6833e862-c7ef-4111-aa6a-70e79937b5ee" providerId="ADAL" clId="{93881CDD-81F4-407C-B52C-0C1A8E60B618}" dt="2025-12-16T04:25:52.372" v="841" actId="20577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</pc:sldChg>
      <pc:sldChg chg="modSp mod">
        <pc:chgData name="이충성(CHOONGSUNG LEE)[lcs00306]/사원/제조DX.제조DX솔루션.셀추적기술팀" userId="6833e862-c7ef-4111-aa6a-70e79937b5ee" providerId="ADAL" clId="{93881CDD-81F4-407C-B52C-0C1A8E60B618}" dt="2025-12-16T04:22:43.094" v="729" actId="20577"/>
        <pc:sldMkLst>
          <pc:docMk/>
          <pc:sldMk cId="1840780179" sldId="2147482020"/>
        </pc:sldMkLst>
        <pc:spChg chg="mod">
          <ac:chgData name="이충성(CHOONGSUNG LEE)[lcs00306]/사원/제조DX.제조DX솔루션.셀추적기술팀" userId="6833e862-c7ef-4111-aa6a-70e79937b5ee" providerId="ADAL" clId="{93881CDD-81F4-407C-B52C-0C1A8E60B618}" dt="2025-12-15T23:46:12.126" v="371" actId="1036"/>
          <ac:spMkLst>
            <pc:docMk/>
            <pc:sldMk cId="1840780179" sldId="2147482020"/>
            <ac:spMk id="2" creationId="{A92C8B14-A333-AD4B-1BC1-6403A1330A54}"/>
          </ac:spMkLst>
        </pc:spChg>
        <pc:spChg chg="mod">
          <ac:chgData name="이충성(CHOONGSUNG LEE)[lcs00306]/사원/제조DX.제조DX솔루션.셀추적기술팀" userId="6833e862-c7ef-4111-aa6a-70e79937b5ee" providerId="ADAL" clId="{93881CDD-81F4-407C-B52C-0C1A8E60B618}" dt="2025-12-15T23:46:12.126" v="371" actId="1036"/>
          <ac:spMkLst>
            <pc:docMk/>
            <pc:sldMk cId="1840780179" sldId="2147482020"/>
            <ac:spMk id="10" creationId="{A25F8F93-9E61-4598-ADB7-924C7BD0F82D}"/>
          </ac:spMkLst>
        </pc:spChg>
        <pc:spChg chg="mod">
          <ac:chgData name="이충성(CHOONGSUNG LEE)[lcs00306]/사원/제조DX.제조DX솔루션.셀추적기술팀" userId="6833e862-c7ef-4111-aa6a-70e79937b5ee" providerId="ADAL" clId="{93881CDD-81F4-407C-B52C-0C1A8E60B618}" dt="2025-12-15T23:48:21.678" v="717" actId="207"/>
          <ac:spMkLst>
            <pc:docMk/>
            <pc:sldMk cId="1840780179" sldId="2147482020"/>
            <ac:spMk id="24" creationId="{9E88BCD6-65AC-474C-9E19-A37722C332DC}"/>
          </ac:spMkLst>
        </pc:spChg>
        <pc:spChg chg="mod">
          <ac:chgData name="이충성(CHOONGSUNG LEE)[lcs00306]/사원/제조DX.제조DX솔루션.셀추적기술팀" userId="6833e862-c7ef-4111-aa6a-70e79937b5ee" providerId="ADAL" clId="{93881CDD-81F4-407C-B52C-0C1A8E60B618}" dt="2025-12-16T04:22:43.094" v="729" actId="20577"/>
          <ac:spMkLst>
            <pc:docMk/>
            <pc:sldMk cId="1840780179" sldId="2147482020"/>
            <ac:spMk id="28" creationId="{EAE9226F-F722-4CEF-AF1A-BC8DF22E007D}"/>
          </ac:spMkLst>
        </pc:spChg>
        <pc:spChg chg="mod">
          <ac:chgData name="이충성(CHOONGSUNG LEE)[lcs00306]/사원/제조DX.제조DX솔루션.셀추적기술팀" userId="6833e862-c7ef-4111-aa6a-70e79937b5ee" providerId="ADAL" clId="{93881CDD-81F4-407C-B52C-0C1A8E60B618}" dt="2025-12-15T23:46:12.126" v="371" actId="1036"/>
          <ac:spMkLst>
            <pc:docMk/>
            <pc:sldMk cId="1840780179" sldId="2147482020"/>
            <ac:spMk id="56" creationId="{F2EA9247-5163-43E1-3032-96D41AA1A0BD}"/>
          </ac:spMkLst>
        </pc:spChg>
      </pc:sldChg>
    </pc:docChg>
  </pc:docChgLst>
  <pc:docChgLst>
    <pc:chgData name="강규택()[kyutaek.kang]/책임/제조DX.제조DX솔루션.롤맵기술팀" userId="4f16d406-d3c1-4344-8c6a-6a2e0f4ae759" providerId="ADAL" clId="{7EED912F-5EE0-48B1-BF54-F0F34C891A2E}"/>
    <pc:docChg chg="custSel modSld">
      <pc:chgData name="강규택()[kyutaek.kang]/책임/제조DX.제조DX솔루션.롤맵기술팀" userId="4f16d406-d3c1-4344-8c6a-6a2e0f4ae759" providerId="ADAL" clId="{7EED912F-5EE0-48B1-BF54-F0F34C891A2E}" dt="2025-12-10T07:08:42.445" v="739" actId="1076"/>
      <pc:docMkLst>
        <pc:docMk/>
      </pc:docMkLst>
      <pc:sldChg chg="modSp mod">
        <pc:chgData name="강규택()[kyutaek.kang]/책임/제조DX.제조DX솔루션.롤맵기술팀" userId="4f16d406-d3c1-4344-8c6a-6a2e0f4ae759" providerId="ADAL" clId="{7EED912F-5EE0-48B1-BF54-F0F34C891A2E}" dt="2025-12-10T07:06:43.609" v="583" actId="20577"/>
        <pc:sldMkLst>
          <pc:docMk/>
          <pc:sldMk cId="760095899" sldId="2147481914"/>
        </pc:sldMkLst>
        <pc:spChg chg="mod">
          <ac:chgData name="강규택()[kyutaek.kang]/책임/제조DX.제조DX솔루션.롤맵기술팀" userId="4f16d406-d3c1-4344-8c6a-6a2e0f4ae759" providerId="ADAL" clId="{7EED912F-5EE0-48B1-BF54-F0F34C891A2E}" dt="2025-12-10T07:02:52.297" v="52" actId="20577"/>
          <ac:spMkLst>
            <pc:docMk/>
            <pc:sldMk cId="760095899" sldId="2147481914"/>
            <ac:spMk id="18" creationId="{72943F47-EAEA-4391-A2BC-C7C33A8E8CFD}"/>
          </ac:spMkLst>
        </pc:spChg>
        <pc:graphicFrameChg chg="mod modGraphic">
          <ac:chgData name="강규택()[kyutaek.kang]/책임/제조DX.제조DX솔루션.롤맵기술팀" userId="4f16d406-d3c1-4344-8c6a-6a2e0f4ae759" providerId="ADAL" clId="{7EED912F-5EE0-48B1-BF54-F0F34C891A2E}" dt="2025-12-10T07:06:43.609" v="583" actId="20577"/>
          <ac:graphicFrameMkLst>
            <pc:docMk/>
            <pc:sldMk cId="760095899" sldId="2147481914"/>
            <ac:graphicFrameMk id="3" creationId="{3E86696F-E35A-4B06-9B46-63A4A6A986C1}"/>
          </ac:graphicFrameMkLst>
        </pc:graphicFrameChg>
        <pc:graphicFrameChg chg="mod">
          <ac:chgData name="강규택()[kyutaek.kang]/책임/제조DX.제조DX솔루션.롤맵기술팀" userId="4f16d406-d3c1-4344-8c6a-6a2e0f4ae759" providerId="ADAL" clId="{7EED912F-5EE0-48B1-BF54-F0F34C891A2E}" dt="2025-12-10T07:05:22.298" v="327" actId="1076"/>
          <ac:graphicFrameMkLst>
            <pc:docMk/>
            <pc:sldMk cId="760095899" sldId="2147481914"/>
            <ac:graphicFrameMk id="10" creationId="{B327CFA3-3346-4B90-8A7D-F7728F8BEA31}"/>
          </ac:graphicFrameMkLst>
        </pc:graphicFrameChg>
      </pc:sldChg>
      <pc:sldChg chg="modSp mod">
        <pc:chgData name="강규택()[kyutaek.kang]/책임/제조DX.제조DX솔루션.롤맵기술팀" userId="4f16d406-d3c1-4344-8c6a-6a2e0f4ae759" providerId="ADAL" clId="{7EED912F-5EE0-48B1-BF54-F0F34C891A2E}" dt="2025-12-10T07:08:42.445" v="739" actId="1076"/>
        <pc:sldMkLst>
          <pc:docMk/>
          <pc:sldMk cId="197830340" sldId="2147481920"/>
        </pc:sldMkLst>
        <pc:spChg chg="mod">
          <ac:chgData name="강규택()[kyutaek.kang]/책임/제조DX.제조DX솔루션.롤맵기술팀" userId="4f16d406-d3c1-4344-8c6a-6a2e0f4ae759" providerId="ADAL" clId="{7EED912F-5EE0-48B1-BF54-F0F34C891A2E}" dt="2025-12-10T07:07:45.080" v="646" actId="20577"/>
          <ac:spMkLst>
            <pc:docMk/>
            <pc:sldMk cId="197830340" sldId="2147481920"/>
            <ac:spMk id="11" creationId="{67F1B651-D06A-4EEC-A09C-7F9D9CBFDA37}"/>
          </ac:spMkLst>
        </pc:spChg>
        <pc:graphicFrameChg chg="mod modGraphic">
          <ac:chgData name="강규택()[kyutaek.kang]/책임/제조DX.제조DX솔루션.롤맵기술팀" userId="4f16d406-d3c1-4344-8c6a-6a2e0f4ae759" providerId="ADAL" clId="{7EED912F-5EE0-48B1-BF54-F0F34C891A2E}" dt="2025-12-10T07:08:36.466" v="738" actId="207"/>
          <ac:graphicFrameMkLst>
            <pc:docMk/>
            <pc:sldMk cId="197830340" sldId="2147481920"/>
            <ac:graphicFrameMk id="3" creationId="{3E86696F-E35A-4B06-9B46-63A4A6A986C1}"/>
          </ac:graphicFrameMkLst>
        </pc:graphicFrameChg>
        <pc:graphicFrameChg chg="mod">
          <ac:chgData name="강규택()[kyutaek.kang]/책임/제조DX.제조DX솔루션.롤맵기술팀" userId="4f16d406-d3c1-4344-8c6a-6a2e0f4ae759" providerId="ADAL" clId="{7EED912F-5EE0-48B1-BF54-F0F34C891A2E}" dt="2025-12-10T07:08:42.445" v="739" actId="1076"/>
          <ac:graphicFrameMkLst>
            <pc:docMk/>
            <pc:sldMk cId="197830340" sldId="2147481920"/>
            <ac:graphicFrameMk id="10" creationId="{B327CFA3-3346-4B90-8A7D-F7728F8BEA31}"/>
          </ac:graphicFrameMkLst>
        </pc:graphicFrameChg>
      </pc:sldChg>
    </pc:docChg>
  </pc:docChgLst>
  <pc:docChgLst>
    <pc:chgData name="이형관(HYUNGKWAN LEE)[freelee127]/책임/제조DX.제조DX솔루션.롤맵기술팀" userId="11e5d321-d4d4-41f3-bbb3-35683fc429a5" providerId="ADAL" clId="{2CC73EB9-0E22-40CE-B346-C189A9FE6CA6}"/>
    <pc:docChg chg="custSel addSld delSld modSld modSection">
      <pc:chgData name="이형관(HYUNGKWAN LEE)[freelee127]/책임/제조DX.제조DX솔루션.롤맵기술팀" userId="11e5d321-d4d4-41f3-bbb3-35683fc429a5" providerId="ADAL" clId="{2CC73EB9-0E22-40CE-B346-C189A9FE6CA6}" dt="2025-12-02T20:55:31.302" v="5" actId="47"/>
      <pc:docMkLst>
        <pc:docMk/>
      </pc:docMkLst>
      <pc:sldChg chg="addSp delSp modSp mod">
        <pc:chgData name="이형관(HYUNGKWAN LEE)[freelee127]/책임/제조DX.제조DX솔루션.롤맵기술팀" userId="11e5d321-d4d4-41f3-bbb3-35683fc429a5" providerId="ADAL" clId="{2CC73EB9-0E22-40CE-B346-C189A9FE6CA6}" dt="2025-12-02T20:54:57.641" v="1"/>
        <pc:sldMkLst>
          <pc:docMk/>
          <pc:sldMk cId="3266697761" sldId="2278"/>
        </pc:sldMkLst>
        <pc:spChg chg="add mod">
          <ac:chgData name="이형관(HYUNGKWAN LEE)[freelee127]/책임/제조DX.제조DX솔루션.롤맵기술팀" userId="11e5d321-d4d4-41f3-bbb3-35683fc429a5" providerId="ADAL" clId="{2CC73EB9-0E22-40CE-B346-C189A9FE6CA6}" dt="2025-12-02T20:54:57.641" v="1"/>
          <ac:spMkLst>
            <pc:docMk/>
            <pc:sldMk cId="3266697761" sldId="2278"/>
            <ac:spMk id="2" creationId="{D0FF2AED-0046-C817-3E30-4FE796B4077E}"/>
          </ac:spMkLst>
        </pc:spChg>
        <pc:spChg chg="del">
          <ac:chgData name="이형관(HYUNGKWAN LEE)[freelee127]/책임/제조DX.제조DX솔루션.롤맵기술팀" userId="11e5d321-d4d4-41f3-bbb3-35683fc429a5" providerId="ADAL" clId="{2CC73EB9-0E22-40CE-B346-C189A9FE6CA6}" dt="2025-12-02T20:54:56.967" v="0" actId="478"/>
          <ac:spMkLst>
            <pc:docMk/>
            <pc:sldMk cId="3266697761" sldId="2278"/>
            <ac:spMk id="16" creationId="{64103116-79E6-4EAD-A94F-CA5060A46E07}"/>
          </ac:spMkLst>
        </pc:spChg>
      </pc:sldChg>
      <pc:sldChg chg="del">
        <pc:chgData name="이형관(HYUNGKWAN LEE)[freelee127]/책임/제조DX.제조DX솔루션.롤맵기술팀" userId="11e5d321-d4d4-41f3-bbb3-35683fc429a5" providerId="ADAL" clId="{2CC73EB9-0E22-40CE-B346-C189A9FE6CA6}" dt="2025-12-02T20:55:31.302" v="5" actId="47"/>
        <pc:sldMkLst>
          <pc:docMk/>
          <pc:sldMk cId="2212638310" sldId="2147482164"/>
        </pc:sldMkLst>
      </pc:sldChg>
      <pc:sldChg chg="del">
        <pc:chgData name="이형관(HYUNGKWAN LEE)[freelee127]/책임/제조DX.제조DX솔루션.롤맵기술팀" userId="11e5d321-d4d4-41f3-bbb3-35683fc429a5" providerId="ADAL" clId="{2CC73EB9-0E22-40CE-B346-C189A9FE6CA6}" dt="2025-12-02T20:55:12.357" v="3" actId="47"/>
        <pc:sldMkLst>
          <pc:docMk/>
          <pc:sldMk cId="2657352785" sldId="2147482166"/>
        </pc:sldMkLst>
      </pc:sldChg>
      <pc:sldChg chg="add">
        <pc:chgData name="이형관(HYUNGKWAN LEE)[freelee127]/책임/제조DX.제조DX솔루션.롤맵기술팀" userId="11e5d321-d4d4-41f3-bbb3-35683fc429a5" providerId="ADAL" clId="{2CC73EB9-0E22-40CE-B346-C189A9FE6CA6}" dt="2025-12-02T20:55:09.093" v="2"/>
        <pc:sldMkLst>
          <pc:docMk/>
          <pc:sldMk cId="1679489757" sldId="2147482178"/>
        </pc:sldMkLst>
      </pc:sldChg>
      <pc:sldChg chg="add">
        <pc:chgData name="이형관(HYUNGKWAN LEE)[freelee127]/책임/제조DX.제조DX솔루션.롤맵기술팀" userId="11e5d321-d4d4-41f3-bbb3-35683fc429a5" providerId="ADAL" clId="{2CC73EB9-0E22-40CE-B346-C189A9FE6CA6}" dt="2025-12-02T20:55:27.228" v="4"/>
        <pc:sldMkLst>
          <pc:docMk/>
          <pc:sldMk cId="1221641555" sldId="2147482179"/>
        </pc:sldMkLst>
      </pc:sldChg>
    </pc:docChg>
  </pc:docChgLst>
  <pc:docChgLst>
    <pc:chgData name="최재호(JAE HO CHOI)[jaeho_c]/사원/제조DX.제조DX솔루션.데이터통합분석팀" userId="08b7064b-55fd-45c8-8680-4268b3b74071" providerId="ADAL" clId="{32CFA604-94ED-4328-88C5-171D81271EEF}"/>
    <pc:docChg chg="custSel modSld">
      <pc:chgData name="최재호(JAE HO CHOI)[jaeho_c]/사원/제조DX.제조DX솔루션.데이터통합분석팀" userId="08b7064b-55fd-45c8-8680-4268b3b74071" providerId="ADAL" clId="{32CFA604-94ED-4328-88C5-171D81271EEF}" dt="2025-10-15T02:01:15.242" v="66" actId="207"/>
      <pc:docMkLst>
        <pc:docMk/>
      </pc:docMkLst>
      <pc:sldChg chg="modSp">
        <pc:chgData name="최재호(JAE HO CHOI)[jaeho_c]/사원/제조DX.제조DX솔루션.데이터통합분석팀" userId="08b7064b-55fd-45c8-8680-4268b3b74071" providerId="ADAL" clId="{32CFA604-94ED-4328-88C5-171D81271EEF}" dt="2025-10-15T02:01:15.242" v="66" actId="207"/>
        <pc:sldMkLst>
          <pc:docMk/>
          <pc:sldMk cId="1836933339" sldId="2147481967"/>
        </pc:sldMkLst>
        <pc:spChg chg="mod">
          <ac:chgData name="최재호(JAE HO CHOI)[jaeho_c]/사원/제조DX.제조DX솔루션.데이터통합분석팀" userId="08b7064b-55fd-45c8-8680-4268b3b74071" providerId="ADAL" clId="{32CFA604-94ED-4328-88C5-171D81271EEF}" dt="2025-10-15T02:00:53.154" v="36" actId="20577"/>
          <ac:spMkLst>
            <pc:docMk/>
            <pc:sldMk cId="1836933339" sldId="2147481967"/>
            <ac:spMk id="3" creationId="{8F2E0B2C-C282-4F8C-9665-16016B36AE34}"/>
          </ac:spMkLst>
        </pc:spChg>
        <pc:graphicFrameChg chg="mod modGraphic">
          <ac:chgData name="최재호(JAE HO CHOI)[jaeho_c]/사원/제조DX.제조DX솔루션.데이터통합분석팀" userId="08b7064b-55fd-45c8-8680-4268b3b74071" providerId="ADAL" clId="{32CFA604-94ED-4328-88C5-171D81271EEF}" dt="2025-10-15T02:01:15.242" v="66" actId="207"/>
          <ac:graphicFrameMkLst>
            <pc:docMk/>
            <pc:sldMk cId="1836933339" sldId="2147481967"/>
            <ac:graphicFrameMk id="2" creationId="{7AEF2CFF-477B-47DA-8339-6D17E423C984}"/>
          </ac:graphicFrameMkLst>
        </pc:graphicFrameChg>
      </pc:sldChg>
      <pc:sldChg chg="modSp">
        <pc:chgData name="최재호(JAE HO CHOI)[jaeho_c]/사원/제조DX.제조DX솔루션.데이터통합분석팀" userId="08b7064b-55fd-45c8-8680-4268b3b74071" providerId="ADAL" clId="{32CFA604-94ED-4328-88C5-171D81271EEF}" dt="2025-10-15T02:00:13.663" v="33" actId="207"/>
        <pc:sldMkLst>
          <pc:docMk/>
          <pc:sldMk cId="2187038781" sldId="2147482019"/>
        </pc:sldMkLst>
        <pc:spChg chg="mod">
          <ac:chgData name="최재호(JAE HO CHOI)[jaeho_c]/사원/제조DX.제조DX솔루션.데이터통합분석팀" userId="08b7064b-55fd-45c8-8680-4268b3b74071" providerId="ADAL" clId="{32CFA604-94ED-4328-88C5-171D81271EEF}" dt="2025-10-15T01:59:23.256" v="2" actId="20577"/>
          <ac:spMkLst>
            <pc:docMk/>
            <pc:sldMk cId="2187038781" sldId="2147482019"/>
            <ac:spMk id="9" creationId="{00000000-0000-0000-0000-000000000000}"/>
          </ac:spMkLst>
        </pc:spChg>
        <pc:graphicFrameChg chg="mod modGraphic">
          <ac:chgData name="최재호(JAE HO CHOI)[jaeho_c]/사원/제조DX.제조DX솔루션.데이터통합분석팀" userId="08b7064b-55fd-45c8-8680-4268b3b74071" providerId="ADAL" clId="{32CFA604-94ED-4328-88C5-171D81271EEF}" dt="2025-10-15T02:00:13.663" v="33" actId="207"/>
          <ac:graphicFrameMkLst>
            <pc:docMk/>
            <pc:sldMk cId="2187038781" sldId="2147482019"/>
            <ac:graphicFrameMk id="19" creationId="{3E86696F-E35A-4B06-9B46-63A4A6A986C1}"/>
          </ac:graphicFrameMkLst>
        </pc:graphicFrameChg>
      </pc:sldChg>
    </pc:docChg>
  </pc:docChgLst>
  <pc:docChgLst>
    <pc:chgData name="이석훈(SEOKHUN LEE)[shlee92]/선임/제조DX.제조DX솔루션.셀추적기술팀" userId="ed8d7f7a-7732-4146-a631-b3af2ed9f832" providerId="ADAL" clId="{5A10681D-8DC8-4FBB-A4C4-B03EAB399E13}"/>
    <pc:docChg chg="custSel modSld">
      <pc:chgData name="이석훈(SEOKHUN LEE)[shlee92]/선임/제조DX.제조DX솔루션.셀추적기술팀" userId="ed8d7f7a-7732-4146-a631-b3af2ed9f832" providerId="ADAL" clId="{5A10681D-8DC8-4FBB-A4C4-B03EAB399E13}" dt="2025-11-11T23:37:52.376" v="70" actId="20577"/>
      <pc:docMkLst>
        <pc:docMk/>
      </pc:docMkLst>
      <pc:sldChg chg="modSp">
        <pc:chgData name="이석훈(SEOKHUN LEE)[shlee92]/선임/제조DX.제조DX솔루션.셀추적기술팀" userId="ed8d7f7a-7732-4146-a631-b3af2ed9f832" providerId="ADAL" clId="{5A10681D-8DC8-4FBB-A4C4-B03EAB399E13}" dt="2025-11-11T23:37:52.376" v="70" actId="20577"/>
        <pc:sldMkLst>
          <pc:docMk/>
          <pc:sldMk cId="1726257096" sldId="2147481882"/>
        </pc:sldMkLst>
        <pc:spChg chg="mod">
          <ac:chgData name="이석훈(SEOKHUN LEE)[shlee92]/선임/제조DX.제조DX솔루션.셀추적기술팀" userId="ed8d7f7a-7732-4146-a631-b3af2ed9f832" providerId="ADAL" clId="{5A10681D-8DC8-4FBB-A4C4-B03EAB399E13}" dt="2025-11-11T23:35:10.791" v="15" actId="20577"/>
          <ac:spMkLst>
            <pc:docMk/>
            <pc:sldMk cId="1726257096" sldId="2147481882"/>
            <ac:spMk id="33" creationId="{708B1D54-9D52-42CB-82CB-E5D69946BACE}"/>
          </ac:spMkLst>
        </pc:spChg>
        <pc:graphicFrameChg chg="mod modGraphic">
          <ac:chgData name="이석훈(SEOKHUN LEE)[shlee92]/선임/제조DX.제조DX솔루션.셀추적기술팀" userId="ed8d7f7a-7732-4146-a631-b3af2ed9f832" providerId="ADAL" clId="{5A10681D-8DC8-4FBB-A4C4-B03EAB399E13}" dt="2025-11-11T23:37:52.376" v="70" actId="20577"/>
          <ac:graphicFrameMkLst>
            <pc:docMk/>
            <pc:sldMk cId="1726257096" sldId="2147481882"/>
            <ac:graphicFrameMk id="16" creationId="{4BFC913D-0803-4177-9C1D-6527949DA1F4}"/>
          </ac:graphicFrameMkLst>
        </pc:graphicFrameChg>
        <pc:graphicFrameChg chg="modGraphic">
          <ac:chgData name="이석훈(SEOKHUN LEE)[shlee92]/선임/제조DX.제조DX솔루션.셀추적기술팀" userId="ed8d7f7a-7732-4146-a631-b3af2ed9f832" providerId="ADAL" clId="{5A10681D-8DC8-4FBB-A4C4-B03EAB399E13}" dt="2025-11-11T23:35:23.697" v="18" actId="2057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</pc:docChg>
  </pc:docChgLst>
  <pc:docChgLst>
    <pc:chgData name="정재호(JAEHO JUNG)[jaehojung]/책임/제조DX.제조DX솔루션.롤맵기술팀" userId="aa3d0302-b3a4-4200-bac8-b06cc4c0365e" providerId="ADAL" clId="{84D8645D-5083-4870-80BD-A7ACFDEE4092}"/>
    <pc:docChg chg="undo custSel modSld">
      <pc:chgData name="정재호(JAEHO JUNG)[jaehojung]/책임/제조DX.제조DX솔루션.롤맵기술팀" userId="aa3d0302-b3a4-4200-bac8-b06cc4c0365e" providerId="ADAL" clId="{84D8645D-5083-4870-80BD-A7ACFDEE4092}" dt="2025-12-16T01:40:21.311" v="762" actId="20577"/>
      <pc:docMkLst>
        <pc:docMk/>
      </pc:docMkLst>
      <pc:sldChg chg="modSp mod">
        <pc:chgData name="정재호(JAEHO JUNG)[jaehojung]/책임/제조DX.제조DX솔루션.롤맵기술팀" userId="aa3d0302-b3a4-4200-bac8-b06cc4c0365e" providerId="ADAL" clId="{84D8645D-5083-4870-80BD-A7ACFDEE4092}" dt="2025-12-12T07:11:50.948" v="4" actId="20577"/>
        <pc:sldMkLst>
          <pc:docMk/>
          <pc:sldMk cId="2751367990" sldId="746"/>
        </pc:sldMkLst>
        <pc:spChg chg="mod">
          <ac:chgData name="정재호(JAEHO JUNG)[jaehojung]/책임/제조DX.제조DX솔루션.롤맵기술팀" userId="aa3d0302-b3a4-4200-bac8-b06cc4c0365e" providerId="ADAL" clId="{84D8645D-5083-4870-80BD-A7ACFDEE4092}" dt="2025-12-12T07:11:50.948" v="4" actId="20577"/>
          <ac:spMkLst>
            <pc:docMk/>
            <pc:sldMk cId="2751367990" sldId="746"/>
            <ac:spMk id="19" creationId="{00000000-0000-0000-0000-000000000000}"/>
          </ac:spMkLst>
        </pc:sp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3128345894" sldId="2181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3128345894" sldId="2181"/>
            <ac:graphicFrameMk id="19" creationId="{27E2D345-B6CE-4ADC-A147-DCFDEFBE886E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6:24.097" v="76" actId="207"/>
        <pc:sldMkLst>
          <pc:docMk/>
          <pc:sldMk cId="3247425241" sldId="2209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6:24.097" v="76" actId="207"/>
          <ac:graphicFrameMkLst>
            <pc:docMk/>
            <pc:sldMk cId="3247425241" sldId="2209"/>
            <ac:graphicFrameMk id="2" creationId="{29E34190-670E-8138-9058-C8A6221C765B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7:15.075" v="93" actId="207"/>
        <pc:sldMkLst>
          <pc:docMk/>
          <pc:sldMk cId="4054304740" sldId="2213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7:15.075" v="93" actId="207"/>
          <ac:graphicFrameMkLst>
            <pc:docMk/>
            <pc:sldMk cId="4054304740" sldId="2213"/>
            <ac:graphicFrameMk id="18" creationId="{ACD91870-1828-466F-AE38-B03A708B4440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6:39.104" v="81" actId="207"/>
        <pc:sldMkLst>
          <pc:docMk/>
          <pc:sldMk cId="2197542616" sldId="2241"/>
        </pc:sldMkLst>
        <pc:spChg chg="mod">
          <ac:chgData name="정재호(JAEHO JUNG)[jaehojung]/책임/제조DX.제조DX솔루션.롤맵기술팀" userId="aa3d0302-b3a4-4200-bac8-b06cc4c0365e" providerId="ADAL" clId="{84D8645D-5083-4870-80BD-A7ACFDEE4092}" dt="2025-12-12T07:16:36.654" v="79" actId="207"/>
          <ac:spMkLst>
            <pc:docMk/>
            <pc:sldMk cId="2197542616" sldId="2241"/>
            <ac:spMk id="24" creationId="{9E88BCD6-65AC-474C-9E19-A37722C332DC}"/>
          </ac:spMkLst>
        </pc:spChg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6:39.104" v="81" actId="207"/>
          <ac:graphicFrameMkLst>
            <pc:docMk/>
            <pc:sldMk cId="2197542616" sldId="2241"/>
            <ac:graphicFrameMk id="23" creationId="{5C18F150-F800-4366-B81F-1DDA815C713E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2:07.424" v="9" actId="207"/>
        <pc:sldMkLst>
          <pc:docMk/>
          <pc:sldMk cId="3266697761" sldId="2278"/>
        </pc:sldMkLst>
        <pc:spChg chg="mod">
          <ac:chgData name="정재호(JAEHO JUNG)[jaehojung]/책임/제조DX.제조DX솔루션.롤맵기술팀" userId="aa3d0302-b3a4-4200-bac8-b06cc4c0365e" providerId="ADAL" clId="{84D8645D-5083-4870-80BD-A7ACFDEE4092}" dt="2025-12-12T07:12:07.424" v="9" actId="207"/>
          <ac:spMkLst>
            <pc:docMk/>
            <pc:sldMk cId="3266697761" sldId="2278"/>
            <ac:spMk id="2" creationId="{D0FF2AED-0046-C817-3E30-4FE796B4077E}"/>
          </ac:spMkLst>
        </pc:spChg>
        <pc:spChg chg="mod">
          <ac:chgData name="정재호(JAEHO JUNG)[jaehojung]/책임/제조DX.제조DX솔루션.롤맵기술팀" userId="aa3d0302-b3a4-4200-bac8-b06cc4c0365e" providerId="ADAL" clId="{84D8645D-5083-4870-80BD-A7ACFDEE4092}" dt="2025-12-12T07:12:05.273" v="8" actId="207"/>
          <ac:spMkLst>
            <pc:docMk/>
            <pc:sldMk cId="3266697761" sldId="2278"/>
            <ac:spMk id="18" creationId="{FC55D7C3-19BB-417C-88D2-249E3D408DED}"/>
          </ac:spMkLst>
        </pc:sp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6:52.825" v="86" actId="207"/>
        <pc:sldMkLst>
          <pc:docMk/>
          <pc:sldMk cId="2130555548" sldId="2147481730"/>
        </pc:sldMkLst>
        <pc:spChg chg="mod">
          <ac:chgData name="정재호(JAEHO JUNG)[jaehojung]/책임/제조DX.제조DX솔루션.롤맵기술팀" userId="aa3d0302-b3a4-4200-bac8-b06cc4c0365e" providerId="ADAL" clId="{84D8645D-5083-4870-80BD-A7ACFDEE4092}" dt="2025-12-12T07:16:52.825" v="86" actId="207"/>
          <ac:spMkLst>
            <pc:docMk/>
            <pc:sldMk cId="2130555548" sldId="2147481730"/>
            <ac:spMk id="21" creationId="{4C3181BD-8769-4C0D-8973-C9F2BE0DC598}"/>
          </ac:spMkLst>
        </pc:spChg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2130555548" sldId="2147481730"/>
            <ac:graphicFrameMk id="13" creationId="{F757E1E4-6685-4945-A4F6-DAED56351FBF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7:09.170" v="91" actId="207"/>
        <pc:sldMkLst>
          <pc:docMk/>
          <pc:sldMk cId="2458212547" sldId="2147481747"/>
        </pc:sldMkLst>
        <pc:spChg chg="mod">
          <ac:chgData name="정재호(JAEHO JUNG)[jaehojung]/책임/제조DX.제조DX솔루션.롤맵기술팀" userId="aa3d0302-b3a4-4200-bac8-b06cc4c0365e" providerId="ADAL" clId="{84D8645D-5083-4870-80BD-A7ACFDEE4092}" dt="2025-12-12T07:17:09.170" v="91" actId="207"/>
          <ac:spMkLst>
            <pc:docMk/>
            <pc:sldMk cId="2458212547" sldId="2147481747"/>
            <ac:spMk id="7" creationId="{BA910CD7-E9CF-953B-5522-AC8930FB5FE7}"/>
          </ac:spMkLst>
        </pc:spChg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2458212547" sldId="2147481747"/>
            <ac:graphicFrameMk id="6" creationId="{222CF891-BA04-43DA-4BB9-9CF561AB2E0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823201166" sldId="2147481777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823201166" sldId="2147481777"/>
            <ac:graphicFrameMk id="18" creationId="{55131CA1-94C5-4119-9FFA-B59478564C56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1939008890" sldId="2147481782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1939008890" sldId="2147481782"/>
            <ac:graphicFrameMk id="12" creationId="{C3023DD0-7C43-4203-B5A2-FEE1D52EE026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2448533226" sldId="2147481784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2448533226" sldId="2147481784"/>
            <ac:graphicFrameMk id="12" creationId="{C3023DD0-7C43-4203-B5A2-FEE1D52EE026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921970639" sldId="2147481788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921970639" sldId="2147481788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2775106084" sldId="2147481796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2775106084" sldId="2147481796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6:10.746" v="72" actId="207"/>
        <pc:sldMkLst>
          <pc:docMk/>
          <pc:sldMk cId="360237742" sldId="2147481816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6:10.746" v="72" actId="207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5:21.333" v="126" actId="207"/>
        <pc:sldMkLst>
          <pc:docMk/>
          <pc:sldMk cId="317861486" sldId="2147481830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25:21.333" v="126" actId="207"/>
          <ac:graphicFrameMkLst>
            <pc:docMk/>
            <pc:sldMk cId="317861486" sldId="2147481830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7:00.780" v="89" actId="207"/>
        <pc:sldMkLst>
          <pc:docMk/>
          <pc:sldMk cId="2808239855" sldId="2147481841"/>
        </pc:sldMkLst>
        <pc:spChg chg="mod">
          <ac:chgData name="정재호(JAEHO JUNG)[jaehojung]/책임/제조DX.제조DX솔루션.롤맵기술팀" userId="aa3d0302-b3a4-4200-bac8-b06cc4c0365e" providerId="ADAL" clId="{84D8645D-5083-4870-80BD-A7ACFDEE4092}" dt="2025-12-12T07:17:00.780" v="89" actId="207"/>
          <ac:spMkLst>
            <pc:docMk/>
            <pc:sldMk cId="2808239855" sldId="2147481841"/>
            <ac:spMk id="21" creationId="{4C3181BD-8769-4C0D-8973-C9F2BE0DC598}"/>
          </ac:spMkLst>
        </pc:spChg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2808239855" sldId="2147481841"/>
            <ac:graphicFrameMk id="13" creationId="{F757E1E4-6685-4945-A4F6-DAED56351FBF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7:26.641" v="95" actId="207"/>
        <pc:sldMkLst>
          <pc:docMk/>
          <pc:sldMk cId="3485727604" sldId="2147481872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7:26.641" v="95" actId="207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5:49.538" v="67" actId="207"/>
        <pc:sldMkLst>
          <pc:docMk/>
          <pc:sldMk cId="1726257096" sldId="2147481882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5:49.538" v="67" actId="20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3560242218" sldId="2147481893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3560242218" sldId="2147481893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2847513058" sldId="2147481898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2847513058" sldId="2147481898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4156727770" sldId="2147481900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4156727770" sldId="2147481900"/>
            <ac:graphicFrameMk id="128" creationId="{BBF379D4-99A2-4D31-9CB5-2BDACF36F890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5:33.151" v="64" actId="207"/>
        <pc:sldMkLst>
          <pc:docMk/>
          <pc:sldMk cId="3355826466" sldId="2147481908"/>
        </pc:sldMkLst>
        <pc:spChg chg="mod">
          <ac:chgData name="정재호(JAEHO JUNG)[jaehojung]/책임/제조DX.제조DX솔루션.롤맵기술팀" userId="aa3d0302-b3a4-4200-bac8-b06cc4c0365e" providerId="ADAL" clId="{84D8645D-5083-4870-80BD-A7ACFDEE4092}" dt="2025-12-12T07:15:31.332" v="63" actId="207"/>
          <ac:spMkLst>
            <pc:docMk/>
            <pc:sldMk cId="3355826466" sldId="2147481908"/>
            <ac:spMk id="19" creationId="{5352E5F4-D151-4C3D-9E5F-99A1B7FDF265}"/>
          </ac:spMkLst>
        </pc:spChg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5:33.151" v="64" actId="207"/>
          <ac:graphicFrameMkLst>
            <pc:docMk/>
            <pc:sldMk cId="3355826466" sldId="2147481908"/>
            <ac:graphicFrameMk id="22" creationId="{87B4D5F0-BF4D-4C5D-9F6A-CB9792895DFC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2:57.453" v="13" actId="207"/>
        <pc:sldMkLst>
          <pc:docMk/>
          <pc:sldMk cId="4145388933" sldId="2147481913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2:57.453" v="13" actId="207"/>
          <ac:graphicFrameMkLst>
            <pc:docMk/>
            <pc:sldMk cId="4145388933" sldId="2147481913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3:21.438" v="21" actId="207"/>
        <pc:sldMkLst>
          <pc:docMk/>
          <pc:sldMk cId="760095899" sldId="2147481914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3:21.438" v="21" actId="207"/>
          <ac:graphicFrameMkLst>
            <pc:docMk/>
            <pc:sldMk cId="760095899" sldId="2147481914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3:05.954" v="16" actId="207"/>
        <pc:sldMkLst>
          <pc:docMk/>
          <pc:sldMk cId="31248691" sldId="2147481916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3:05.954" v="16" actId="207"/>
          <ac:graphicFrameMkLst>
            <pc:docMk/>
            <pc:sldMk cId="31248691" sldId="2147481916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3:29.175" v="24" actId="207"/>
        <pc:sldMkLst>
          <pc:docMk/>
          <pc:sldMk cId="1894137771" sldId="2147481918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3:29.175" v="24" actId="207"/>
          <ac:graphicFrameMkLst>
            <pc:docMk/>
            <pc:sldMk cId="1894137771" sldId="2147481918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3:36.162" v="27" actId="207"/>
        <pc:sldMkLst>
          <pc:docMk/>
          <pc:sldMk cId="1357868518" sldId="2147481919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3:36.162" v="27" actId="207"/>
          <ac:graphicFrameMkLst>
            <pc:docMk/>
            <pc:sldMk cId="1357868518" sldId="2147481919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3:40.301" v="29" actId="207"/>
        <pc:sldMkLst>
          <pc:docMk/>
          <pc:sldMk cId="197830340" sldId="2147481920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3:40.301" v="29" actId="207"/>
          <ac:graphicFrameMkLst>
            <pc:docMk/>
            <pc:sldMk cId="197830340" sldId="2147481920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3:50.075" v="33" actId="207"/>
        <pc:sldMkLst>
          <pc:docMk/>
          <pc:sldMk cId="3590236053" sldId="2147481921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3:50.075" v="33" actId="207"/>
          <ac:graphicFrameMkLst>
            <pc:docMk/>
            <pc:sldMk cId="3590236053" sldId="2147481921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4:02.192" v="39" actId="207"/>
        <pc:sldMkLst>
          <pc:docMk/>
          <pc:sldMk cId="1825793658" sldId="2147481922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4:02.192" v="39" actId="207"/>
          <ac:graphicFrameMkLst>
            <pc:docMk/>
            <pc:sldMk cId="1825793658" sldId="2147481922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6T01:40:21.311" v="762" actId="20577"/>
        <pc:sldMkLst>
          <pc:docMk/>
          <pc:sldMk cId="170204060" sldId="2147481923"/>
        </pc:sldMkLst>
        <pc:spChg chg="mod">
          <ac:chgData name="정재호(JAEHO JUNG)[jaehojung]/책임/제조DX.제조DX솔루션.롤맵기술팀" userId="aa3d0302-b3a4-4200-bac8-b06cc4c0365e" providerId="ADAL" clId="{84D8645D-5083-4870-80BD-A7ACFDEE4092}" dt="2025-12-16T01:40:21.311" v="762" actId="20577"/>
          <ac:spMkLst>
            <pc:docMk/>
            <pc:sldMk cId="170204060" sldId="2147481923"/>
            <ac:spMk id="18" creationId="{72943F47-EAEA-4391-A2BC-C7C33A8E8CFD}"/>
          </ac:spMkLst>
        </pc:spChg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6T01:40:18.343" v="760" actId="207"/>
          <ac:graphicFrameMkLst>
            <pc:docMk/>
            <pc:sldMk cId="170204060" sldId="2147481923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4:15.570" v="44" actId="207"/>
        <pc:sldMkLst>
          <pc:docMk/>
          <pc:sldMk cId="1214419362" sldId="2147481924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4:15.570" v="44" actId="207"/>
          <ac:graphicFrameMkLst>
            <pc:docMk/>
            <pc:sldMk cId="1214419362" sldId="2147481924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4:25.580" v="47" actId="207"/>
        <pc:sldMkLst>
          <pc:docMk/>
          <pc:sldMk cId="662252130" sldId="2147481925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4:25.580" v="47" actId="207"/>
          <ac:graphicFrameMkLst>
            <pc:docMk/>
            <pc:sldMk cId="662252130" sldId="2147481925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4:29.361" v="48" actId="207"/>
        <pc:sldMkLst>
          <pc:docMk/>
          <pc:sldMk cId="2994820085" sldId="2147481926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4:29.361" v="48" actId="207"/>
          <ac:graphicFrameMkLst>
            <pc:docMk/>
            <pc:sldMk cId="2994820085" sldId="2147481926"/>
            <ac:graphicFrameMk id="11" creationId="{C66F9B45-D343-4DF8-ABA9-D48571FAC964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3301325517" sldId="2147481928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3301325517" sldId="2147481928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4:33.519" v="49" actId="207"/>
        <pc:sldMkLst>
          <pc:docMk/>
          <pc:sldMk cId="2750834388" sldId="2147481930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4:33.519" v="49" actId="207"/>
          <ac:graphicFrameMkLst>
            <pc:docMk/>
            <pc:sldMk cId="2750834388" sldId="2147481930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6:33.503" v="78" actId="207"/>
        <pc:sldMkLst>
          <pc:docMk/>
          <pc:sldMk cId="1439661179" sldId="2147481935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6:33.503" v="78" actId="207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3:14.907" v="19" actId="207"/>
        <pc:sldMkLst>
          <pc:docMk/>
          <pc:sldMk cId="2827412370" sldId="2147481939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3:14.907" v="19" actId="207"/>
          <ac:graphicFrameMkLst>
            <pc:docMk/>
            <pc:sldMk cId="2827412370" sldId="2147481939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1007887036" sldId="2147481943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1007887036" sldId="2147481943"/>
            <ac:graphicFrameMk id="7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3:47.837" v="102" actId="207"/>
        <pc:sldMkLst>
          <pc:docMk/>
          <pc:sldMk cId="2559780372" sldId="2147481944"/>
        </pc:sldMkLst>
        <pc:spChg chg="mod">
          <ac:chgData name="정재호(JAEHO JUNG)[jaehojung]/책임/제조DX.제조DX솔루션.롤맵기술팀" userId="aa3d0302-b3a4-4200-bac8-b06cc4c0365e" providerId="ADAL" clId="{84D8645D-5083-4870-80BD-A7ACFDEE4092}" dt="2025-12-12T07:23:44.383" v="101" actId="207"/>
          <ac:spMkLst>
            <pc:docMk/>
            <pc:sldMk cId="2559780372" sldId="2147481944"/>
            <ac:spMk id="17" creationId="{3FCB8C80-2818-4DE5-8D06-0CBBB3D9AE54}"/>
          </ac:spMkLst>
        </pc:spChg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8:22.908" v="100" actId="207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  <pc:graphicFrameChg chg="modGraphic">
          <ac:chgData name="정재호(JAEHO JUNG)[jaehojung]/책임/제조DX.제조DX솔루션.롤맵기술팀" userId="aa3d0302-b3a4-4200-bac8-b06cc4c0365e" providerId="ADAL" clId="{84D8645D-5083-4870-80BD-A7ACFDEE4092}" dt="2025-12-12T07:23:47.837" v="102" actId="207"/>
          <ac:graphicFrameMkLst>
            <pc:docMk/>
            <pc:sldMk cId="2559780372" sldId="2147481944"/>
            <ac:graphicFrameMk id="14" creationId="{C0FEE8D4-249E-4A1E-A47A-4401A1E7C448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3942421698" sldId="2147481945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3942421698" sldId="2147481945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5:50.510" v="138" actId="207"/>
        <pc:sldMkLst>
          <pc:docMk/>
          <pc:sldMk cId="1625678813" sldId="2147481949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25:50.510" v="138" actId="207"/>
          <ac:graphicFrameMkLst>
            <pc:docMk/>
            <pc:sldMk cId="1625678813" sldId="214748194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231687253" sldId="2147481951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231687253" sldId="2147481951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4:54.279" v="116" actId="207"/>
        <pc:sldMkLst>
          <pc:docMk/>
          <pc:sldMk cId="2230191528" sldId="2147481954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24:54.279" v="116" actId="207"/>
          <ac:graphicFrameMkLst>
            <pc:docMk/>
            <pc:sldMk cId="2230191528" sldId="2147481954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5:05.308" v="121" actId="207"/>
        <pc:sldMkLst>
          <pc:docMk/>
          <pc:sldMk cId="4208823273" sldId="2147481955"/>
        </pc:sldMkLst>
        <pc:spChg chg="mod">
          <ac:chgData name="정재호(JAEHO JUNG)[jaehojung]/책임/제조DX.제조DX솔루션.롤맵기술팀" userId="aa3d0302-b3a4-4200-bac8-b06cc4c0365e" providerId="ADAL" clId="{84D8645D-5083-4870-80BD-A7ACFDEE4092}" dt="2025-12-12T07:25:05.308" v="121" actId="207"/>
          <ac:spMkLst>
            <pc:docMk/>
            <pc:sldMk cId="4208823273" sldId="2147481955"/>
            <ac:spMk id="46" creationId="{FC3B12BE-4589-4397-8B71-019FF34AA35E}"/>
          </ac:spMkLst>
        </pc:spChg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25:03.379" v="120" actId="207"/>
          <ac:graphicFrameMkLst>
            <pc:docMk/>
            <pc:sldMk cId="4208823273" sldId="2147481955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5:10.198" v="123" actId="207"/>
        <pc:sldMkLst>
          <pc:docMk/>
          <pc:sldMk cId="1325916645" sldId="2147481957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25:10.198" v="123" actId="207"/>
          <ac:graphicFrameMkLst>
            <pc:docMk/>
            <pc:sldMk cId="1325916645" sldId="2147481957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5:13.259" v="124" actId="207"/>
        <pc:sldMkLst>
          <pc:docMk/>
          <pc:sldMk cId="216908218" sldId="2147481958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25:13.259" v="124" actId="207"/>
          <ac:graphicFrameMkLst>
            <pc:docMk/>
            <pc:sldMk cId="216908218" sldId="2147481958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309422038" sldId="2147481959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309422038" sldId="2147481959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3979644057" sldId="2147481961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3979644057" sldId="2147481961"/>
            <ac:graphicFrameMk id="7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4:05.419" v="40" actId="207"/>
        <pc:sldMkLst>
          <pc:docMk/>
          <pc:sldMk cId="3019991654" sldId="2147481963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4:05.419" v="40" actId="207"/>
          <ac:graphicFrameMkLst>
            <pc:docMk/>
            <pc:sldMk cId="3019991654" sldId="2147481963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5:16.344" v="125" actId="207"/>
        <pc:sldMkLst>
          <pc:docMk/>
          <pc:sldMk cId="1836933339" sldId="2147481967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25:16.344" v="125" actId="207"/>
          <ac:graphicFrameMkLst>
            <pc:docMk/>
            <pc:sldMk cId="1836933339" sldId="2147481967"/>
            <ac:graphicFrameMk id="2" creationId="{7AEF2CFF-477B-47DA-8339-6D17E423C984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120050373" sldId="2147481971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120050373" sldId="214748197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2437512027" sldId="2147481974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2437512027" sldId="2147481974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3944531596" sldId="2147481982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3944531596" sldId="2147481982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2039431435" sldId="2147481998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2039431435" sldId="2147481998"/>
            <ac:graphicFrameMk id="19" creationId="{6372799A-6D2F-CAB9-A28D-9AE207E27A5D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1581856275" sldId="2147482000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1581856275" sldId="2147482000"/>
            <ac:graphicFrameMk id="19" creationId="{4485889C-7C23-1E44-3F44-63DAC7688EA0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918579543" sldId="2147482001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918579543" sldId="2147482001"/>
            <ac:graphicFrameMk id="19" creationId="{74A97E53-4B3E-7B1D-6455-30F66AF12773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312166392" sldId="2147482002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312166392" sldId="2147482002"/>
            <ac:graphicFrameMk id="19" creationId="{54728183-150A-36AF-E666-2145F7FF2814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523953427" sldId="2147482003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523953427" sldId="2147482003"/>
            <ac:graphicFrameMk id="19" creationId="{19848739-F2DD-2D37-126B-F820F44BF33F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3544279689" sldId="2147482010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3544279689" sldId="214748201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2187038781" sldId="2147482019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2187038781" sldId="2147482019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6:43.800" v="83" actId="207"/>
        <pc:sldMkLst>
          <pc:docMk/>
          <pc:sldMk cId="1840780179" sldId="2147482020"/>
        </pc:sldMkLst>
        <pc:spChg chg="mod">
          <ac:chgData name="정재호(JAEHO JUNG)[jaehojung]/책임/제조DX.제조DX솔루션.롤맵기술팀" userId="aa3d0302-b3a4-4200-bac8-b06cc4c0365e" providerId="ADAL" clId="{84D8645D-5083-4870-80BD-A7ACFDEE4092}" dt="2025-12-12T07:16:43.800" v="83" actId="207"/>
          <ac:spMkLst>
            <pc:docMk/>
            <pc:sldMk cId="1840780179" sldId="2147482020"/>
            <ac:spMk id="24" creationId="{9E88BCD6-65AC-474C-9E19-A37722C332DC}"/>
          </ac:spMkLst>
        </pc:spChg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1840780179" sldId="2147482020"/>
            <ac:graphicFrameMk id="23" creationId="{5C18F150-F800-4366-B81F-1DDA815C713E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3413456565" sldId="2147482030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3413456565" sldId="2147482030"/>
            <ac:graphicFrameMk id="7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7:34.128" v="97" actId="207"/>
        <pc:sldMkLst>
          <pc:docMk/>
          <pc:sldMk cId="863012316" sldId="2147482046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7:34.128" v="97" actId="207"/>
          <ac:graphicFrameMkLst>
            <pc:docMk/>
            <pc:sldMk cId="863012316" sldId="2147482046"/>
            <ac:graphicFrameMk id="7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4:33.431" v="109" actId="207"/>
        <pc:sldMkLst>
          <pc:docMk/>
          <pc:sldMk cId="3422623579" sldId="2147482052"/>
        </pc:sldMkLst>
        <pc:spChg chg="mod">
          <ac:chgData name="정재호(JAEHO JUNG)[jaehojung]/책임/제조DX.제조DX솔루션.롤맵기술팀" userId="aa3d0302-b3a4-4200-bac8-b06cc4c0365e" providerId="ADAL" clId="{84D8645D-5083-4870-80BD-A7ACFDEE4092}" dt="2025-12-12T07:24:33.431" v="109" actId="207"/>
          <ac:spMkLst>
            <pc:docMk/>
            <pc:sldMk cId="3422623579" sldId="2147482052"/>
            <ac:spMk id="5" creationId="{6BC9B294-291A-D23F-C381-45EA6FDC28AB}"/>
          </ac:spMkLst>
        </pc:sp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4:39.969" v="110" actId="207"/>
        <pc:sldMkLst>
          <pc:docMk/>
          <pc:sldMk cId="3572448725" sldId="2147482058"/>
        </pc:sldMkLst>
        <pc:spChg chg="mod">
          <ac:chgData name="정재호(JAEHO JUNG)[jaehojung]/책임/제조DX.제조DX솔루션.롤맵기술팀" userId="aa3d0302-b3a4-4200-bac8-b06cc4c0365e" providerId="ADAL" clId="{84D8645D-5083-4870-80BD-A7ACFDEE4092}" dt="2025-12-12T07:24:39.969" v="110" actId="207"/>
          <ac:spMkLst>
            <pc:docMk/>
            <pc:sldMk cId="3572448725" sldId="2147482058"/>
            <ac:spMk id="20" creationId="{BB178E88-B809-4A0C-AEDB-08EDDEFC3101}"/>
          </ac:spMkLst>
        </pc:sp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3:33.501" v="26" actId="207"/>
        <pc:sldMkLst>
          <pc:docMk/>
          <pc:sldMk cId="2781412765" sldId="2147482059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3:33.501" v="26" actId="207"/>
          <ac:graphicFrameMkLst>
            <pc:docMk/>
            <pc:sldMk cId="2781412765" sldId="2147482059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5:55.421" v="140" actId="207"/>
        <pc:sldMkLst>
          <pc:docMk/>
          <pc:sldMk cId="122266075" sldId="2147482060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25:55.421" v="140" actId="207"/>
          <ac:graphicFrameMkLst>
            <pc:docMk/>
            <pc:sldMk cId="122266075" sldId="214748206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1403505765" sldId="2147482062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1403505765" sldId="2147482062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3206166957" sldId="2147482063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3206166957" sldId="214748206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525295630" sldId="2147482064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525295630" sldId="2147482064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6:02.497" v="141" actId="207"/>
        <pc:sldMkLst>
          <pc:docMk/>
          <pc:sldMk cId="710661984" sldId="2147482065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26:02.497" v="141" actId="207"/>
          <ac:graphicFrameMkLst>
            <pc:docMk/>
            <pc:sldMk cId="710661984" sldId="2147482065"/>
            <ac:graphicFrameMk id="27" creationId="{C0FBC9B7-527F-49F4-9D3C-676F45B49387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2510186531" sldId="2147482066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2510186531" sldId="214748206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906537507" sldId="2147482067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906537507" sldId="2147482067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3:59.094" v="38" actId="207"/>
        <pc:sldMkLst>
          <pc:docMk/>
          <pc:sldMk cId="3052076470" sldId="2147482071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3:59.094" v="38" actId="207"/>
          <ac:graphicFrameMkLst>
            <pc:docMk/>
            <pc:sldMk cId="3052076470" sldId="2147482071"/>
            <ac:graphicFrameMk id="11" creationId="{C66F9B45-D343-4DF8-ABA9-D48571FAC964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2065805413" sldId="2147482074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2065805413" sldId="214748207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3379836515" sldId="2147482076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3379836515" sldId="2147482076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3:00.707" v="14" actId="207"/>
        <pc:sldMkLst>
          <pc:docMk/>
          <pc:sldMk cId="681262127" sldId="2147482091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3:00.707" v="14" actId="207"/>
          <ac:graphicFrameMkLst>
            <pc:docMk/>
            <pc:sldMk cId="681262127" sldId="2147482091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4:42.803" v="52" actId="207"/>
        <pc:sldMkLst>
          <pc:docMk/>
          <pc:sldMk cId="645500483" sldId="2147482092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4:42.803" v="52" actId="207"/>
          <ac:graphicFrameMkLst>
            <pc:docMk/>
            <pc:sldMk cId="645500483" sldId="2147482092"/>
            <ac:graphicFrameMk id="2" creationId="{AA655E7B-33D1-41F9-B470-4F20832661EB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4:36.426" v="50" actId="207"/>
        <pc:sldMkLst>
          <pc:docMk/>
          <pc:sldMk cId="1623035640" sldId="2147482093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4:36.426" v="50" actId="207"/>
          <ac:graphicFrameMkLst>
            <pc:docMk/>
            <pc:sldMk cId="1623035640" sldId="2147482093"/>
            <ac:graphicFrameMk id="3" creationId="{688BD945-555D-E069-F619-02973A6A481F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4:44.942" v="53" actId="207"/>
        <pc:sldMkLst>
          <pc:docMk/>
          <pc:sldMk cId="1480914234" sldId="2147482094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4:44.942" v="53" actId="207"/>
          <ac:graphicFrameMkLst>
            <pc:docMk/>
            <pc:sldMk cId="1480914234" sldId="2147482094"/>
            <ac:graphicFrameMk id="2" creationId="{BF944F8E-1F62-4F7E-B1C6-632F29AA10BD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4:11.423" v="42" actId="207"/>
        <pc:sldMkLst>
          <pc:docMk/>
          <pc:sldMk cId="2069960929" sldId="2147482097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4:11.423" v="42" actId="207"/>
          <ac:graphicFrameMkLst>
            <pc:docMk/>
            <pc:sldMk cId="2069960929" sldId="2147482097"/>
            <ac:graphicFrameMk id="2" creationId="{534EE123-7406-4F16-AB1D-7380FC4446F3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3:56.922" v="37" actId="207"/>
        <pc:sldMkLst>
          <pc:docMk/>
          <pc:sldMk cId="1159326832" sldId="2147482102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3:56.922" v="37" actId="207"/>
          <ac:graphicFrameMkLst>
            <pc:docMk/>
            <pc:sldMk cId="1159326832" sldId="2147482102"/>
            <ac:graphicFrameMk id="3" creationId="{FD6B18E8-DEC2-01A8-175D-70F1A4B3682F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4004658893" sldId="2147482110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4004658893" sldId="214748211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1578263784" sldId="2147482114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1578263784" sldId="2147482114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4:43.537" v="111" actId="207"/>
        <pc:sldMkLst>
          <pc:docMk/>
          <pc:sldMk cId="1843005666" sldId="2147482119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24:43.537" v="111" actId="207"/>
          <ac:graphicFrameMkLst>
            <pc:docMk/>
            <pc:sldMk cId="1843005666" sldId="2147482119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4:46.226" v="112" actId="207"/>
        <pc:sldMkLst>
          <pc:docMk/>
          <pc:sldMk cId="1631578392" sldId="2147482120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24:46.226" v="112" actId="207"/>
          <ac:graphicFrameMkLst>
            <pc:docMk/>
            <pc:sldMk cId="1631578392" sldId="214748212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3164116880" sldId="2147482121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3164116880" sldId="2147482121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4:48.603" v="113" actId="207"/>
        <pc:sldMkLst>
          <pc:docMk/>
          <pc:sldMk cId="199823846" sldId="2147482123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24:48.603" v="113" actId="207"/>
          <ac:graphicFrameMkLst>
            <pc:docMk/>
            <pc:sldMk cId="199823846" sldId="214748212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1017769001" sldId="2147482124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1017769001" sldId="2147482124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6:21.106" v="147" actId="207"/>
        <pc:sldMkLst>
          <pc:docMk/>
          <pc:sldMk cId="2878646389" sldId="2147482127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26:21.106" v="147" actId="207"/>
          <ac:graphicFrameMkLst>
            <pc:docMk/>
            <pc:sldMk cId="2878646389" sldId="2147482127"/>
            <ac:graphicFrameMk id="24" creationId="{CB1E1DE9-356B-4185-A911-636EBB59988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6:26.772" v="149" actId="207"/>
        <pc:sldMkLst>
          <pc:docMk/>
          <pc:sldMk cId="3645708370" sldId="2147482131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26:26.772" v="149" actId="207"/>
          <ac:graphicFrameMkLst>
            <pc:docMk/>
            <pc:sldMk cId="3645708370" sldId="214748213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2637692209" sldId="2147482139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2637692209" sldId="2147482139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4:39.892" v="51" actId="207"/>
        <pc:sldMkLst>
          <pc:docMk/>
          <pc:sldMk cId="24529797" sldId="2147482142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4:39.892" v="51" actId="207"/>
          <ac:graphicFrameMkLst>
            <pc:docMk/>
            <pc:sldMk cId="24529797" sldId="2147482142"/>
            <ac:graphicFrameMk id="3" creationId="{688BD945-555D-E069-F619-02973A6A481F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5:45.646" v="137" actId="207"/>
        <pc:sldMkLst>
          <pc:docMk/>
          <pc:sldMk cId="622379998" sldId="2147482147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25:45.646" v="137" actId="207"/>
          <ac:graphicFrameMkLst>
            <pc:docMk/>
            <pc:sldMk cId="622379998" sldId="2147482147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4:55.734" v="54" actId="207"/>
        <pc:sldMkLst>
          <pc:docMk/>
          <pc:sldMk cId="719476191" sldId="2147482153"/>
        </pc:sldMkLst>
        <pc:graphicFrameChg chg="modGraphic">
          <ac:chgData name="정재호(JAEHO JUNG)[jaehojung]/책임/제조DX.제조DX솔루션.롤맵기술팀" userId="aa3d0302-b3a4-4200-bac8-b06cc4c0365e" providerId="ADAL" clId="{84D8645D-5083-4870-80BD-A7ACFDEE4092}" dt="2025-12-12T07:14:55.734" v="54" actId="207"/>
          <ac:graphicFrameMkLst>
            <pc:docMk/>
            <pc:sldMk cId="719476191" sldId="2147482153"/>
            <ac:graphicFrameMk id="30" creationId="{FD723AF4-8C6A-45D2-91AF-E831F6E1C5CD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4:59.117" v="55" actId="207"/>
        <pc:sldMkLst>
          <pc:docMk/>
          <pc:sldMk cId="1357361098" sldId="2147482154"/>
        </pc:sldMkLst>
        <pc:graphicFrameChg chg="modGraphic">
          <ac:chgData name="정재호(JAEHO JUNG)[jaehojung]/책임/제조DX.제조DX솔루션.롤맵기술팀" userId="aa3d0302-b3a4-4200-bac8-b06cc4c0365e" providerId="ADAL" clId="{84D8645D-5083-4870-80BD-A7ACFDEE4092}" dt="2025-12-12T07:14:59.117" v="55" actId="207"/>
          <ac:graphicFrameMkLst>
            <pc:docMk/>
            <pc:sldMk cId="1357361098" sldId="2147482154"/>
            <ac:graphicFrameMk id="30" creationId="{C0F93F35-42AD-20F8-E91F-7F9106DB2E2F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5:06.630" v="56" actId="207"/>
        <pc:sldMkLst>
          <pc:docMk/>
          <pc:sldMk cId="2756542074" sldId="2147482155"/>
        </pc:sldMkLst>
        <pc:graphicFrameChg chg="modGraphic">
          <ac:chgData name="정재호(JAEHO JUNG)[jaehojung]/책임/제조DX.제조DX솔루션.롤맵기술팀" userId="aa3d0302-b3a4-4200-bac8-b06cc4c0365e" providerId="ADAL" clId="{84D8645D-5083-4870-80BD-A7ACFDEE4092}" dt="2025-12-12T07:15:06.630" v="56" actId="207"/>
          <ac:graphicFrameMkLst>
            <pc:docMk/>
            <pc:sldMk cId="2756542074" sldId="2147482155"/>
            <ac:graphicFrameMk id="30" creationId="{FD723AF4-8C6A-45D2-91AF-E831F6E1C5CD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5:11.019" v="57" actId="207"/>
        <pc:sldMkLst>
          <pc:docMk/>
          <pc:sldMk cId="1270712381" sldId="2147482157"/>
        </pc:sldMkLst>
        <pc:graphicFrameChg chg="modGraphic">
          <ac:chgData name="정재호(JAEHO JUNG)[jaehojung]/책임/제조DX.제조DX솔루션.롤맵기술팀" userId="aa3d0302-b3a4-4200-bac8-b06cc4c0365e" providerId="ADAL" clId="{84D8645D-5083-4870-80BD-A7ACFDEE4092}" dt="2025-12-12T07:15:11.019" v="57" actId="207"/>
          <ac:graphicFrameMkLst>
            <pc:docMk/>
            <pc:sldMk cId="1270712381" sldId="2147482157"/>
            <ac:graphicFrameMk id="29" creationId="{6DAA28A2-120D-B4E0-EC0F-990857EFD2B2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5:13.759" v="58" actId="207"/>
        <pc:sldMkLst>
          <pc:docMk/>
          <pc:sldMk cId="3468524003" sldId="2147482158"/>
        </pc:sldMkLst>
        <pc:graphicFrameChg chg="modGraphic">
          <ac:chgData name="정재호(JAEHO JUNG)[jaehojung]/책임/제조DX.제조DX솔루션.롤맵기술팀" userId="aa3d0302-b3a4-4200-bac8-b06cc4c0365e" providerId="ADAL" clId="{84D8645D-5083-4870-80BD-A7ACFDEE4092}" dt="2025-12-12T07:15:13.759" v="58" actId="207"/>
          <ac:graphicFrameMkLst>
            <pc:docMk/>
            <pc:sldMk cId="3468524003" sldId="2147482158"/>
            <ac:graphicFrameMk id="30" creationId="{FD723AF4-8C6A-45D2-91AF-E831F6E1C5CD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5:16.797" v="59" actId="207"/>
        <pc:sldMkLst>
          <pc:docMk/>
          <pc:sldMk cId="3982393149" sldId="2147482159"/>
        </pc:sldMkLst>
        <pc:graphicFrameChg chg="modGraphic">
          <ac:chgData name="정재호(JAEHO JUNG)[jaehojung]/책임/제조DX.제조DX솔루션.롤맵기술팀" userId="aa3d0302-b3a4-4200-bac8-b06cc4c0365e" providerId="ADAL" clId="{84D8645D-5083-4870-80BD-A7ACFDEE4092}" dt="2025-12-12T07:15:16.797" v="59" actId="207"/>
          <ac:graphicFrameMkLst>
            <pc:docMk/>
            <pc:sldMk cId="3982393149" sldId="2147482159"/>
            <ac:graphicFrameMk id="30" creationId="{FD723AF4-8C6A-45D2-91AF-E831F6E1C5CD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6:08.615" v="143" actId="207"/>
        <pc:sldMkLst>
          <pc:docMk/>
          <pc:sldMk cId="1009432166" sldId="2147482165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26:08.615" v="143" actId="207"/>
          <ac:graphicFrameMkLst>
            <pc:docMk/>
            <pc:sldMk cId="1009432166" sldId="2147482165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84D8645D-5083-4870-80BD-A7ACFDEE4092}" dt="2025-12-12T07:12:35.236" v="11"/>
        <pc:sldMkLst>
          <pc:docMk/>
          <pc:sldMk cId="316395411" sldId="2147482169"/>
        </pc:sldMkLst>
        <pc:graphicFrameChg chg="mod">
          <ac:chgData name="정재호(JAEHO JUNG)[jaehojung]/책임/제조DX.제조DX솔루션.롤맵기술팀" userId="aa3d0302-b3a4-4200-bac8-b06cc4c0365e" providerId="ADAL" clId="{84D8645D-5083-4870-80BD-A7ACFDEE4092}" dt="2025-12-12T07:12:35.236" v="11"/>
          <ac:graphicFrameMkLst>
            <pc:docMk/>
            <pc:sldMk cId="316395411" sldId="2147482169"/>
            <ac:graphicFrameMk id="19" creationId="{4485889C-7C23-1E44-3F44-63DAC7688EA0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5:37.180" v="131" actId="207"/>
        <pc:sldMkLst>
          <pc:docMk/>
          <pc:sldMk cId="1233649719" sldId="2147482170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25:37.180" v="131" actId="207"/>
          <ac:graphicFrameMkLst>
            <pc:docMk/>
            <pc:sldMk cId="1233649719" sldId="2147482170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4:59.717" v="118" actId="207"/>
        <pc:sldMkLst>
          <pc:docMk/>
          <pc:sldMk cId="2449185649" sldId="2147482171"/>
        </pc:sldMkLst>
        <pc:spChg chg="mod">
          <ac:chgData name="정재호(JAEHO JUNG)[jaehojung]/책임/제조DX.제조DX솔루션.롤맵기술팀" userId="aa3d0302-b3a4-4200-bac8-b06cc4c0365e" providerId="ADAL" clId="{84D8645D-5083-4870-80BD-A7ACFDEE4092}" dt="2025-12-12T07:24:59.717" v="118" actId="207"/>
          <ac:spMkLst>
            <pc:docMk/>
            <pc:sldMk cId="2449185649" sldId="2147482171"/>
            <ac:spMk id="46" creationId="{FC3B12BE-4589-4397-8B71-019FF34AA35E}"/>
          </ac:spMkLst>
        </pc:spChg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24:56.445" v="117" actId="207"/>
          <ac:graphicFrameMkLst>
            <pc:docMk/>
            <pc:sldMk cId="2449185649" sldId="2147482171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6:30.593" v="150" actId="207"/>
        <pc:sldMkLst>
          <pc:docMk/>
          <pc:sldMk cId="4090368207" sldId="2147482176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26:30.593" v="150" actId="207"/>
          <ac:graphicFrameMkLst>
            <pc:docMk/>
            <pc:sldMk cId="4090368207" sldId="2147482176"/>
            <ac:graphicFrameMk id="24" creationId="{CB1E1DE9-356B-4185-A911-636EBB59988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6:11.121" v="144" actId="207"/>
        <pc:sldMkLst>
          <pc:docMk/>
          <pc:sldMk cId="3397328042" sldId="2147482177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26:11.121" v="144" actId="207"/>
          <ac:graphicFrameMkLst>
            <pc:docMk/>
            <pc:sldMk cId="3397328042" sldId="2147482177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2:54.385" v="12" actId="207"/>
        <pc:sldMkLst>
          <pc:docMk/>
          <pc:sldMk cId="1679489757" sldId="2147482178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2:54.385" v="12" actId="207"/>
          <ac:graphicFrameMkLst>
            <pc:docMk/>
            <pc:sldMk cId="1679489757" sldId="2147482178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3:24.215" v="22" actId="207"/>
        <pc:sldMkLst>
          <pc:docMk/>
          <pc:sldMk cId="1221641555" sldId="2147482179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3:24.215" v="22" actId="207"/>
          <ac:graphicFrameMkLst>
            <pc:docMk/>
            <pc:sldMk cId="1221641555" sldId="2147482179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6:29.841" v="77" actId="207"/>
        <pc:sldMkLst>
          <pc:docMk/>
          <pc:sldMk cId="116437091" sldId="2147482180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6:29.841" v="77" actId="207"/>
          <ac:graphicFrameMkLst>
            <pc:docMk/>
            <pc:sldMk cId="116437091" sldId="2147482180"/>
            <ac:graphicFrameMk id="39" creationId="{36D09815-1974-4BCF-A55B-BBF74D36A8E4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5:26.267" v="62" actId="207"/>
        <pc:sldMkLst>
          <pc:docMk/>
          <pc:sldMk cId="1018146487" sldId="2147482182"/>
        </pc:sldMkLst>
        <pc:spChg chg="mod">
          <ac:chgData name="정재호(JAEHO JUNG)[jaehojung]/책임/제조DX.제조DX솔루션.롤맵기술팀" userId="aa3d0302-b3a4-4200-bac8-b06cc4c0365e" providerId="ADAL" clId="{84D8645D-5083-4870-80BD-A7ACFDEE4092}" dt="2025-12-12T07:15:26.267" v="62" actId="207"/>
          <ac:spMkLst>
            <pc:docMk/>
            <pc:sldMk cId="1018146487" sldId="2147482182"/>
            <ac:spMk id="9" creationId="{B0E5E94E-3A91-B278-232A-6ED6ABD3893A}"/>
          </ac:spMkLst>
        </pc:sp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4:11.230" v="107" actId="207"/>
        <pc:sldMkLst>
          <pc:docMk/>
          <pc:sldMk cId="593023446" sldId="2147482183"/>
        </pc:sldMkLst>
        <pc:spChg chg="mod">
          <ac:chgData name="정재호(JAEHO JUNG)[jaehojung]/책임/제조DX.제조DX솔루션.롤맵기술팀" userId="aa3d0302-b3a4-4200-bac8-b06cc4c0365e" providerId="ADAL" clId="{84D8645D-5083-4870-80BD-A7ACFDEE4092}" dt="2025-12-12T07:23:52.104" v="103" actId="207"/>
          <ac:spMkLst>
            <pc:docMk/>
            <pc:sldMk cId="593023446" sldId="2147482183"/>
            <ac:spMk id="17" creationId="{3FCB8C80-2818-4DE5-8D06-0CBBB3D9AE54}"/>
          </ac:spMkLst>
        </pc:spChg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24:11.230" v="107" actId="207"/>
          <ac:graphicFrameMkLst>
            <pc:docMk/>
            <pc:sldMk cId="593023446" sldId="2147482183"/>
            <ac:graphicFrameMk id="7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16:48.507" v="85" actId="207"/>
        <pc:sldMkLst>
          <pc:docMk/>
          <pc:sldMk cId="1637776987" sldId="2147482184"/>
        </pc:sldMkLst>
        <pc:spChg chg="mod">
          <ac:chgData name="정재호(JAEHO JUNG)[jaehojung]/책임/제조DX.제조DX솔루션.롤맵기술팀" userId="aa3d0302-b3a4-4200-bac8-b06cc4c0365e" providerId="ADAL" clId="{84D8645D-5083-4870-80BD-A7ACFDEE4092}" dt="2025-12-12T07:16:46.817" v="84" actId="207"/>
          <ac:spMkLst>
            <pc:docMk/>
            <pc:sldMk cId="1637776987" sldId="2147482184"/>
            <ac:spMk id="28" creationId="{9DCBE425-F1D5-4BFC-B873-4EE260231385}"/>
          </ac:spMkLst>
        </pc:spChg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16:48.507" v="85" actId="207"/>
          <ac:graphicFrameMkLst>
            <pc:docMk/>
            <pc:sldMk cId="1637776987" sldId="2147482184"/>
            <ac:graphicFrameMk id="26" creationId="{69535265-C004-4936-875B-51A1C786A3B6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84D8645D-5083-4870-80BD-A7ACFDEE4092}" dt="2025-12-12T07:24:18.431" v="108" actId="207"/>
        <pc:sldMkLst>
          <pc:docMk/>
          <pc:sldMk cId="289896215" sldId="2147482185"/>
        </pc:sldMkLst>
        <pc:graphicFrameChg chg="mod modGraphic">
          <ac:chgData name="정재호(JAEHO JUNG)[jaehojung]/책임/제조DX.제조DX솔루션.롤맵기술팀" userId="aa3d0302-b3a4-4200-bac8-b06cc4c0365e" providerId="ADAL" clId="{84D8645D-5083-4870-80BD-A7ACFDEE4092}" dt="2025-12-12T07:24:18.431" v="108" actId="207"/>
          <ac:graphicFrameMkLst>
            <pc:docMk/>
            <pc:sldMk cId="289896215" sldId="2147482185"/>
            <ac:graphicFrameMk id="39" creationId="{36D09815-1974-4BCF-A55B-BBF74D36A8E4}"/>
          </ac:graphicFrameMkLst>
        </pc:graphicFrameChg>
      </pc:sldChg>
    </pc:docChg>
  </pc:docChgLst>
  <pc:docChgLst>
    <pc:chgData name="김지원(JIWON KIM)[jiwonkim]/사원/제조DX.제조DX솔루션.롤맵기술팀" userId="943d6483-24ce-443d-b7b2-0672c51f7cc5" providerId="ADAL" clId="{BCCFB401-F3C9-4984-BAD1-9BFCA5A55A73}"/>
    <pc:docChg chg="undo custSel modSld">
      <pc:chgData name="김지원(JIWON KIM)[jiwonkim]/사원/제조DX.제조DX솔루션.롤맵기술팀" userId="943d6483-24ce-443d-b7b2-0672c51f7cc5" providerId="ADAL" clId="{BCCFB401-F3C9-4984-BAD1-9BFCA5A55A73}" dt="2025-11-26T02:30:26.611" v="2057" actId="207"/>
      <pc:docMkLst>
        <pc:docMk/>
      </pc:docMkLst>
      <pc:sldChg chg="addSp delSp modSp">
        <pc:chgData name="김지원(JIWON KIM)[jiwonkim]/사원/제조DX.제조DX솔루션.롤맵기술팀" userId="943d6483-24ce-443d-b7b2-0672c51f7cc5" providerId="ADAL" clId="{BCCFB401-F3C9-4984-BAD1-9BFCA5A55A73}" dt="2025-11-26T02:24:53.444" v="1654"/>
        <pc:sldMkLst>
          <pc:docMk/>
          <pc:sldMk cId="3218446010" sldId="2147481940"/>
        </pc:sldMkLst>
        <pc:spChg chg="del">
          <ac:chgData name="김지원(JIWON KIM)[jiwonkim]/사원/제조DX.제조DX솔루션.롤맵기술팀" userId="943d6483-24ce-443d-b7b2-0672c51f7cc5" providerId="ADAL" clId="{BCCFB401-F3C9-4984-BAD1-9BFCA5A55A73}" dt="2025-11-26T02:12:00.240" v="1596" actId="478"/>
          <ac:spMkLst>
            <pc:docMk/>
            <pc:sldMk cId="3218446010" sldId="2147481940"/>
            <ac:spMk id="17" creationId="{13321A82-5474-483C-9C41-DF03E2131543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12:00.476" v="1597"/>
          <ac:spMkLst>
            <pc:docMk/>
            <pc:sldMk cId="3218446010" sldId="2147481940"/>
            <ac:spMk id="19" creationId="{31F0486F-90D3-4585-836E-7C0457CCA182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12:00.476" v="1597"/>
          <ac:spMkLst>
            <pc:docMk/>
            <pc:sldMk cId="3218446010" sldId="2147481940"/>
            <ac:spMk id="20" creationId="{289E15CF-A8E5-4FEF-B132-323157673F81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12:00.476" v="1597"/>
          <ac:spMkLst>
            <pc:docMk/>
            <pc:sldMk cId="3218446010" sldId="2147481940"/>
            <ac:spMk id="22" creationId="{713C703E-D7BC-4F44-9CFF-D97E15B4A16B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12:00.476" v="1597"/>
          <ac:spMkLst>
            <pc:docMk/>
            <pc:sldMk cId="3218446010" sldId="2147481940"/>
            <ac:spMk id="23" creationId="{DB4C9DCD-EEBA-40BE-A8DC-D4CDA03FA4BA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12:00.476" v="1597"/>
          <ac:spMkLst>
            <pc:docMk/>
            <pc:sldMk cId="3218446010" sldId="2147481940"/>
            <ac:spMk id="24" creationId="{D73341BA-B17B-4F38-A641-A1841F3EFDB4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12:00.476" v="1597"/>
          <ac:spMkLst>
            <pc:docMk/>
            <pc:sldMk cId="3218446010" sldId="2147481940"/>
            <ac:spMk id="25" creationId="{5E012589-70D8-47A8-A6F3-AA43F5C07906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12:00.476" v="1597"/>
          <ac:spMkLst>
            <pc:docMk/>
            <pc:sldMk cId="3218446010" sldId="2147481940"/>
            <ac:spMk id="26" creationId="{134FB4CF-1011-4ABE-96B5-04DC9396EB6E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12:00.476" v="1597"/>
          <ac:spMkLst>
            <pc:docMk/>
            <pc:sldMk cId="3218446010" sldId="2147481940"/>
            <ac:spMk id="27" creationId="{5AA3DAD0-268A-41C0-9009-DCF8DDB56C9A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12:00.476" v="1597"/>
          <ac:spMkLst>
            <pc:docMk/>
            <pc:sldMk cId="3218446010" sldId="2147481940"/>
            <ac:spMk id="28" creationId="{823C6CAA-FC35-4FA6-AFC6-BC3AADE3FFD5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12:00.476" v="1597"/>
          <ac:spMkLst>
            <pc:docMk/>
            <pc:sldMk cId="3218446010" sldId="2147481940"/>
            <ac:spMk id="29" creationId="{0A0EE4FD-3288-43CB-A002-14D44EEF3B82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12:00.476" v="1597"/>
          <ac:spMkLst>
            <pc:docMk/>
            <pc:sldMk cId="3218446010" sldId="2147481940"/>
            <ac:spMk id="31" creationId="{637939AB-39F7-4E12-B406-1B2A0DF47C90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12:00.476" v="1597"/>
          <ac:spMkLst>
            <pc:docMk/>
            <pc:sldMk cId="3218446010" sldId="2147481940"/>
            <ac:spMk id="32" creationId="{7ED2413B-041F-4305-B136-EC324040E025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12:00.476" v="1597"/>
          <ac:spMkLst>
            <pc:docMk/>
            <pc:sldMk cId="3218446010" sldId="2147481940"/>
            <ac:spMk id="33" creationId="{428DD9ED-8627-4A9E-AD0B-F65D5FC14B25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2:12:00.240" v="1596" actId="478"/>
          <ac:spMkLst>
            <pc:docMk/>
            <pc:sldMk cId="3218446010" sldId="2147481940"/>
            <ac:spMk id="51" creationId="{CCD74A07-8E19-40D6-8A7D-5B602DE10550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2:12:00.240" v="1596" actId="478"/>
          <ac:spMkLst>
            <pc:docMk/>
            <pc:sldMk cId="3218446010" sldId="2147481940"/>
            <ac:spMk id="52" creationId="{E8F0662C-DB41-496C-A2E3-583175FD9394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2:12:00.240" v="1596" actId="478"/>
          <ac:spMkLst>
            <pc:docMk/>
            <pc:sldMk cId="3218446010" sldId="2147481940"/>
            <ac:spMk id="53" creationId="{63D25203-A526-41F2-8DA2-361AC5FD3B81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2:12:00.240" v="1596" actId="478"/>
          <ac:spMkLst>
            <pc:docMk/>
            <pc:sldMk cId="3218446010" sldId="2147481940"/>
            <ac:spMk id="54" creationId="{4EB6A60F-8753-466E-A1EA-BD91BCB65F71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2:12:00.240" v="1596" actId="478"/>
          <ac:spMkLst>
            <pc:docMk/>
            <pc:sldMk cId="3218446010" sldId="2147481940"/>
            <ac:spMk id="55" creationId="{25A05B78-F458-4347-8B1A-D9C2B4AFF1B9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2:12:00.240" v="1596" actId="478"/>
          <ac:spMkLst>
            <pc:docMk/>
            <pc:sldMk cId="3218446010" sldId="2147481940"/>
            <ac:spMk id="56" creationId="{BC226660-B473-47CB-98ED-2D94939DE027}"/>
          </ac:spMkLst>
        </pc:spChg>
        <pc:spChg chg="del mod">
          <ac:chgData name="김지원(JIWON KIM)[jiwonkim]/사원/제조DX.제조DX솔루션.롤맵기술팀" userId="943d6483-24ce-443d-b7b2-0672c51f7cc5" providerId="ADAL" clId="{BCCFB401-F3C9-4984-BAD1-9BFCA5A55A73}" dt="2025-11-26T02:12:00.240" v="1596" actId="478"/>
          <ac:spMkLst>
            <pc:docMk/>
            <pc:sldMk cId="3218446010" sldId="2147481940"/>
            <ac:spMk id="57" creationId="{32CEF564-EC6E-4E83-8854-68F30245789F}"/>
          </ac:spMkLst>
        </pc:spChg>
        <pc:spChg chg="del mod">
          <ac:chgData name="김지원(JIWON KIM)[jiwonkim]/사원/제조DX.제조DX솔루션.롤맵기술팀" userId="943d6483-24ce-443d-b7b2-0672c51f7cc5" providerId="ADAL" clId="{BCCFB401-F3C9-4984-BAD1-9BFCA5A55A73}" dt="2025-11-26T02:12:00.240" v="1596" actId="478"/>
          <ac:spMkLst>
            <pc:docMk/>
            <pc:sldMk cId="3218446010" sldId="2147481940"/>
            <ac:spMk id="58" creationId="{F3C86BF0-D0BF-4133-905A-31AB80E93062}"/>
          </ac:spMkLst>
        </pc:spChg>
        <pc:spChg chg="del mod">
          <ac:chgData name="김지원(JIWON KIM)[jiwonkim]/사원/제조DX.제조DX솔루션.롤맵기술팀" userId="943d6483-24ce-443d-b7b2-0672c51f7cc5" providerId="ADAL" clId="{BCCFB401-F3C9-4984-BAD1-9BFCA5A55A73}" dt="2025-11-26T02:12:00.240" v="1596" actId="478"/>
          <ac:spMkLst>
            <pc:docMk/>
            <pc:sldMk cId="3218446010" sldId="2147481940"/>
            <ac:spMk id="59" creationId="{39743783-4C89-472A-AA3E-562527987CE2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2:12:00.240" v="1596" actId="478"/>
          <ac:spMkLst>
            <pc:docMk/>
            <pc:sldMk cId="3218446010" sldId="2147481940"/>
            <ac:spMk id="60" creationId="{06348D9B-D4F9-45E6-A351-F0C69C91FA6D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2:12:00.240" v="1596" actId="478"/>
          <ac:spMkLst>
            <pc:docMk/>
            <pc:sldMk cId="3218446010" sldId="2147481940"/>
            <ac:spMk id="61" creationId="{1C6AEDD5-A9EB-40AB-AD42-F1CA9D7FA933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2:12:00.240" v="1596" actId="478"/>
          <ac:spMkLst>
            <pc:docMk/>
            <pc:sldMk cId="3218446010" sldId="2147481940"/>
            <ac:spMk id="62" creationId="{4BF9F419-EB80-4010-8348-9C62AA9331B0}"/>
          </ac:spMkLst>
        </pc:spChg>
        <pc:graphicFrameChg chg="add mod modGraphic">
          <ac:chgData name="김지원(JIWON KIM)[jiwonkim]/사원/제조DX.제조DX솔루션.롤맵기술팀" userId="943d6483-24ce-443d-b7b2-0672c51f7cc5" providerId="ADAL" clId="{BCCFB401-F3C9-4984-BAD1-9BFCA5A55A73}" dt="2025-11-26T02:24:53.444" v="1654"/>
          <ac:graphicFrameMkLst>
            <pc:docMk/>
            <pc:sldMk cId="3218446010" sldId="2147481940"/>
            <ac:graphicFrameMk id="18" creationId="{BAF0B2EF-E0A9-4EBE-8B41-8BAD7EC3E9EB}"/>
          </ac:graphicFrameMkLst>
        </pc:graphicFrameChg>
        <pc:graphicFrameChg chg="del modGraphic">
          <ac:chgData name="김지원(JIWON KIM)[jiwonkim]/사원/제조DX.제조DX솔루션.롤맵기술팀" userId="943d6483-24ce-443d-b7b2-0672c51f7cc5" providerId="ADAL" clId="{BCCFB401-F3C9-4984-BAD1-9BFCA5A55A73}" dt="2025-11-26T02:12:00.240" v="1596" actId="478"/>
          <ac:graphicFrameMkLst>
            <pc:docMk/>
            <pc:sldMk cId="3218446010" sldId="2147481940"/>
            <ac:graphicFrameMk id="21" creationId="{B17BC81E-4040-4B89-BFD6-444CE79E9A52}"/>
          </ac:graphicFrameMkLst>
        </pc:graphicFrameChg>
        <pc:graphicFrameChg chg="mod modGraphic">
          <ac:chgData name="김지원(JIWON KIM)[jiwonkim]/사원/제조DX.제조DX솔루션.롤맵기술팀" userId="943d6483-24ce-443d-b7b2-0672c51f7cc5" providerId="ADAL" clId="{BCCFB401-F3C9-4984-BAD1-9BFCA5A55A73}" dt="2025-11-26T02:14:21.353" v="1609" actId="20577"/>
          <ac:graphicFrameMkLst>
            <pc:docMk/>
            <pc:sldMk cId="3218446010" sldId="2147481940"/>
            <ac:graphicFrameMk id="30" creationId="{FD723AF4-8C6A-45D2-91AF-E831F6E1C5CD}"/>
          </ac:graphicFrameMkLst>
        </pc:graphicFrameChg>
      </pc:sldChg>
      <pc:sldChg chg="addSp delSp">
        <pc:chgData name="김지원(JIWON KIM)[jiwonkim]/사원/제조DX.제조DX솔루션.롤맵기술팀" userId="943d6483-24ce-443d-b7b2-0672c51f7cc5" providerId="ADAL" clId="{BCCFB401-F3C9-4984-BAD1-9BFCA5A55A73}" dt="2025-11-26T02:24:58.807" v="1656"/>
        <pc:sldMkLst>
          <pc:docMk/>
          <pc:sldMk cId="4216273303" sldId="2147482152"/>
        </pc:sldMkLst>
        <pc:spChg chg="add del">
          <ac:chgData name="김지원(JIWON KIM)[jiwonkim]/사원/제조DX.제조DX솔루션.롤맵기술팀" userId="943d6483-24ce-443d-b7b2-0672c51f7cc5" providerId="ADAL" clId="{BCCFB401-F3C9-4984-BAD1-9BFCA5A55A73}" dt="2025-11-26T02:14:55.147" v="1612" actId="478"/>
          <ac:spMkLst>
            <pc:docMk/>
            <pc:sldMk cId="4216273303" sldId="2147482152"/>
            <ac:spMk id="22" creationId="{E2FBF2D2-3B57-4163-8FF9-BC638B655253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5.147" v="1612" actId="478"/>
          <ac:spMkLst>
            <pc:docMk/>
            <pc:sldMk cId="4216273303" sldId="2147482152"/>
            <ac:spMk id="23" creationId="{45E1BAE3-1623-4D2F-9B5C-7C9292F29F0C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5.147" v="1612" actId="478"/>
          <ac:spMkLst>
            <pc:docMk/>
            <pc:sldMk cId="4216273303" sldId="2147482152"/>
            <ac:spMk id="24" creationId="{D04A9B8B-EEEB-417D-835E-E6B77B00E1ED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5.147" v="1612" actId="478"/>
          <ac:spMkLst>
            <pc:docMk/>
            <pc:sldMk cId="4216273303" sldId="2147482152"/>
            <ac:spMk id="25" creationId="{7A3DA00C-E7A5-415E-A7E6-F177877BC23F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5.147" v="1612" actId="478"/>
          <ac:spMkLst>
            <pc:docMk/>
            <pc:sldMk cId="4216273303" sldId="2147482152"/>
            <ac:spMk id="26" creationId="{383FF48A-21A0-4AB3-91B2-CE7E5CEB4708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5.147" v="1612" actId="478"/>
          <ac:spMkLst>
            <pc:docMk/>
            <pc:sldMk cId="4216273303" sldId="2147482152"/>
            <ac:spMk id="27" creationId="{503D2263-6BA2-461D-8853-9FD1E812AEF0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5.147" v="1612" actId="478"/>
          <ac:spMkLst>
            <pc:docMk/>
            <pc:sldMk cId="4216273303" sldId="2147482152"/>
            <ac:spMk id="28" creationId="{2DDDC495-E16A-4AFC-97B1-EDAE468C8536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5.147" v="1612" actId="478"/>
          <ac:spMkLst>
            <pc:docMk/>
            <pc:sldMk cId="4216273303" sldId="2147482152"/>
            <ac:spMk id="29" creationId="{4058A206-8A29-4AF7-980A-AB1D14BC4740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5.147" v="1612" actId="478"/>
          <ac:spMkLst>
            <pc:docMk/>
            <pc:sldMk cId="4216273303" sldId="2147482152"/>
            <ac:spMk id="31" creationId="{E4A451B8-B8EA-4EC7-8FD0-E81F6F165FF1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5.147" v="1612" actId="478"/>
          <ac:spMkLst>
            <pc:docMk/>
            <pc:sldMk cId="4216273303" sldId="2147482152"/>
            <ac:spMk id="32" creationId="{5769CDE6-332E-4CD3-9AF1-3438C1AE0FD7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5.147" v="1612" actId="478"/>
          <ac:spMkLst>
            <pc:docMk/>
            <pc:sldMk cId="4216273303" sldId="2147482152"/>
            <ac:spMk id="33" creationId="{C0D1DC65-0B4A-45B1-8F4F-1B78F28E8951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4.179" v="62" actId="478"/>
          <ac:spMkLst>
            <pc:docMk/>
            <pc:sldMk cId="4216273303" sldId="2147482152"/>
            <ac:spMk id="34" creationId="{3DFCFEC8-FFE5-4DAD-BCD2-3B2B6A4345DA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4.179" v="62" actId="478"/>
          <ac:spMkLst>
            <pc:docMk/>
            <pc:sldMk cId="4216273303" sldId="2147482152"/>
            <ac:spMk id="35" creationId="{61C29D96-A268-4EE6-99B1-BEC0DFD4A08D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4.179" v="62" actId="478"/>
          <ac:spMkLst>
            <pc:docMk/>
            <pc:sldMk cId="4216273303" sldId="2147482152"/>
            <ac:spMk id="36" creationId="{DC1B45BD-440E-4541-B01A-4A747F26C8C9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4.179" v="62" actId="478"/>
          <ac:spMkLst>
            <pc:docMk/>
            <pc:sldMk cId="4216273303" sldId="2147482152"/>
            <ac:spMk id="37" creationId="{0E643990-4045-4CFE-972E-99E2555FA341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4.179" v="62" actId="478"/>
          <ac:spMkLst>
            <pc:docMk/>
            <pc:sldMk cId="4216273303" sldId="2147482152"/>
            <ac:spMk id="38" creationId="{46AEB371-FB2D-4BFA-BA26-8C2625298138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4.179" v="62" actId="478"/>
          <ac:spMkLst>
            <pc:docMk/>
            <pc:sldMk cId="4216273303" sldId="2147482152"/>
            <ac:spMk id="39" creationId="{D0FAEA0E-A3CC-494A-B1D6-6041E6E88734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4.179" v="62" actId="478"/>
          <ac:spMkLst>
            <pc:docMk/>
            <pc:sldMk cId="4216273303" sldId="2147482152"/>
            <ac:spMk id="40" creationId="{B82A18EE-3E1B-44CF-BE77-1FDB68BA82B1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4.179" v="62" actId="478"/>
          <ac:spMkLst>
            <pc:docMk/>
            <pc:sldMk cId="4216273303" sldId="2147482152"/>
            <ac:spMk id="41" creationId="{31423EB5-1237-480C-AD72-29D64F629FC5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4.179" v="62" actId="478"/>
          <ac:spMkLst>
            <pc:docMk/>
            <pc:sldMk cId="4216273303" sldId="2147482152"/>
            <ac:spMk id="42" creationId="{BD9B1F97-0EEE-47E9-800D-B63BE31060CE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4.179" v="62" actId="478"/>
          <ac:spMkLst>
            <pc:docMk/>
            <pc:sldMk cId="4216273303" sldId="2147482152"/>
            <ac:spMk id="43" creationId="{1DC84EB4-1E40-4BAF-B047-FBFD90627163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4.179" v="62" actId="478"/>
          <ac:spMkLst>
            <pc:docMk/>
            <pc:sldMk cId="4216273303" sldId="2147482152"/>
            <ac:spMk id="44" creationId="{7E414D34-0D00-4BDD-8C7F-99428138A522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4.179" v="62" actId="478"/>
          <ac:spMkLst>
            <pc:docMk/>
            <pc:sldMk cId="4216273303" sldId="2147482152"/>
            <ac:spMk id="45" creationId="{9CEED9F3-F184-4009-AD1C-1264447FAD6F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4.179" v="62" actId="478"/>
          <ac:spMkLst>
            <pc:docMk/>
            <pc:sldMk cId="4216273303" sldId="2147482152"/>
            <ac:spMk id="46" creationId="{8E21EC74-62DE-4761-B652-A438756A8268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5.147" v="1612" actId="478"/>
          <ac:spMkLst>
            <pc:docMk/>
            <pc:sldMk cId="4216273303" sldId="2147482152"/>
            <ac:spMk id="47" creationId="{42B16252-4DC0-4139-9CD0-77BC433BCE5C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5.147" v="1612" actId="478"/>
          <ac:spMkLst>
            <pc:docMk/>
            <pc:sldMk cId="4216273303" sldId="2147482152"/>
            <ac:spMk id="48" creationId="{ED99374F-6256-4240-A718-F3AA6D2810EF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4.867" v="1611"/>
          <ac:spMkLst>
            <pc:docMk/>
            <pc:sldMk cId="4216273303" sldId="2147482152"/>
            <ac:spMk id="50" creationId="{09DEDC54-7E0A-4A1D-83FA-96FBD8933300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4.867" v="1611"/>
          <ac:spMkLst>
            <pc:docMk/>
            <pc:sldMk cId="4216273303" sldId="2147482152"/>
            <ac:spMk id="51" creationId="{6578917D-D1F3-471D-A170-A167EA62ECC0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4.179" v="62" actId="478"/>
          <ac:spMkLst>
            <pc:docMk/>
            <pc:sldMk cId="4216273303" sldId="2147482152"/>
            <ac:spMk id="52" creationId="{0D15CFA9-FC73-418A-A41F-DB5E27755CF0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4.867" v="1611"/>
          <ac:spMkLst>
            <pc:docMk/>
            <pc:sldMk cId="4216273303" sldId="2147482152"/>
            <ac:spMk id="53" creationId="{1C6DF233-CEBE-4D76-B39B-B7D176A71068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4.867" v="1611"/>
          <ac:spMkLst>
            <pc:docMk/>
            <pc:sldMk cId="4216273303" sldId="2147482152"/>
            <ac:spMk id="54" creationId="{66B878DE-6769-42CD-9240-2A6132259E28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4.867" v="1611"/>
          <ac:spMkLst>
            <pc:docMk/>
            <pc:sldMk cId="4216273303" sldId="2147482152"/>
            <ac:spMk id="55" creationId="{7E8896AB-C499-4521-836F-38D084A540C1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4.867" v="1611"/>
          <ac:spMkLst>
            <pc:docMk/>
            <pc:sldMk cId="4216273303" sldId="2147482152"/>
            <ac:spMk id="56" creationId="{7BB93143-EA8D-4028-9B23-27CEFB2C7F11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4.867" v="1611"/>
          <ac:spMkLst>
            <pc:docMk/>
            <pc:sldMk cId="4216273303" sldId="2147482152"/>
            <ac:spMk id="57" creationId="{F01ED1A7-4FB2-4799-ADAF-6AC02DC68A4C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4.867" v="1611"/>
          <ac:spMkLst>
            <pc:docMk/>
            <pc:sldMk cId="4216273303" sldId="2147482152"/>
            <ac:spMk id="58" creationId="{24B7E8A1-D02C-4A2E-A0C3-558A265A8289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4.867" v="1611"/>
          <ac:spMkLst>
            <pc:docMk/>
            <pc:sldMk cId="4216273303" sldId="2147482152"/>
            <ac:spMk id="59" creationId="{2B1FB0F2-EA52-4B5B-A8C0-09E999DE156A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4.867" v="1611"/>
          <ac:spMkLst>
            <pc:docMk/>
            <pc:sldMk cId="4216273303" sldId="2147482152"/>
            <ac:spMk id="60" creationId="{CB43FBFB-49B9-475F-851B-2DFDE0BA8E44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4.867" v="1611"/>
          <ac:spMkLst>
            <pc:docMk/>
            <pc:sldMk cId="4216273303" sldId="2147482152"/>
            <ac:spMk id="61" creationId="{E7B0E1B9-1377-46C0-BC67-81825F7B65B2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4.867" v="1611"/>
          <ac:spMkLst>
            <pc:docMk/>
            <pc:sldMk cId="4216273303" sldId="2147482152"/>
            <ac:spMk id="62" creationId="{E8C46591-3090-40CE-8CB6-B21282CF9993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4:54.867" v="1611"/>
          <ac:spMkLst>
            <pc:docMk/>
            <pc:sldMk cId="4216273303" sldId="2147482152"/>
            <ac:spMk id="63" creationId="{6A1555A1-2F9D-476B-8719-F5FC8DF2ECA9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4:58.539" v="1655" actId="478"/>
          <ac:spMkLst>
            <pc:docMk/>
            <pc:sldMk cId="4216273303" sldId="2147482152"/>
            <ac:spMk id="65" creationId="{27C075F3-AED3-464D-BFA0-D2E80002AAF9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4:58.539" v="1655" actId="478"/>
          <ac:spMkLst>
            <pc:docMk/>
            <pc:sldMk cId="4216273303" sldId="2147482152"/>
            <ac:spMk id="66" creationId="{5E5A9D40-5686-4FFF-B124-3BFB078AC5A2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4:58.539" v="1655" actId="478"/>
          <ac:spMkLst>
            <pc:docMk/>
            <pc:sldMk cId="4216273303" sldId="2147482152"/>
            <ac:spMk id="67" creationId="{EAEBBDA1-0AB0-436F-BDFE-569F8612635B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4:58.539" v="1655" actId="478"/>
          <ac:spMkLst>
            <pc:docMk/>
            <pc:sldMk cId="4216273303" sldId="2147482152"/>
            <ac:spMk id="68" creationId="{013DB015-121D-4C12-AB2E-AD951EE2C8B2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4:58.539" v="1655" actId="478"/>
          <ac:spMkLst>
            <pc:docMk/>
            <pc:sldMk cId="4216273303" sldId="2147482152"/>
            <ac:spMk id="69" creationId="{F3DAEBAD-AB02-45FF-835B-85B8BE61B371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4:58.539" v="1655" actId="478"/>
          <ac:spMkLst>
            <pc:docMk/>
            <pc:sldMk cId="4216273303" sldId="2147482152"/>
            <ac:spMk id="70" creationId="{EA187BD1-814A-4CA1-829F-C0BA7FA9E429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4:58.539" v="1655" actId="478"/>
          <ac:spMkLst>
            <pc:docMk/>
            <pc:sldMk cId="4216273303" sldId="2147482152"/>
            <ac:spMk id="71" creationId="{80F73E18-1EFE-4021-9857-5C6DE93D15D0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4:58.539" v="1655" actId="478"/>
          <ac:spMkLst>
            <pc:docMk/>
            <pc:sldMk cId="4216273303" sldId="2147482152"/>
            <ac:spMk id="72" creationId="{37C7761F-B985-4102-A78D-989D1DD82084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4:58.539" v="1655" actId="478"/>
          <ac:spMkLst>
            <pc:docMk/>
            <pc:sldMk cId="4216273303" sldId="2147482152"/>
            <ac:spMk id="73" creationId="{7E086F0C-488B-40F4-A9DC-329FE57FCCEE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4:58.539" v="1655" actId="478"/>
          <ac:spMkLst>
            <pc:docMk/>
            <pc:sldMk cId="4216273303" sldId="2147482152"/>
            <ac:spMk id="74" creationId="{82BE6963-0734-4FF8-BCC2-CEF74EDE2926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4:58.539" v="1655" actId="478"/>
          <ac:spMkLst>
            <pc:docMk/>
            <pc:sldMk cId="4216273303" sldId="2147482152"/>
            <ac:spMk id="75" creationId="{04BD69C4-DD20-4C8E-AB23-B78AC72EEE39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4:58.539" v="1655" actId="478"/>
          <ac:spMkLst>
            <pc:docMk/>
            <pc:sldMk cId="4216273303" sldId="2147482152"/>
            <ac:spMk id="76" creationId="{18887B43-96FC-41FE-978E-510BB1D3DA2B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4:58.539" v="1655" actId="478"/>
          <ac:spMkLst>
            <pc:docMk/>
            <pc:sldMk cId="4216273303" sldId="2147482152"/>
            <ac:spMk id="77" creationId="{F0277BF0-C3B5-453A-988F-AF028C5D721E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4:58.807" v="1656"/>
          <ac:spMkLst>
            <pc:docMk/>
            <pc:sldMk cId="4216273303" sldId="2147482152"/>
            <ac:spMk id="79" creationId="{51875FB4-C5B0-4172-978C-2107D7C9BE5F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4:58.807" v="1656"/>
          <ac:spMkLst>
            <pc:docMk/>
            <pc:sldMk cId="4216273303" sldId="2147482152"/>
            <ac:spMk id="80" creationId="{C472D429-5508-4644-ADE1-0DB905696701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4:58.807" v="1656"/>
          <ac:spMkLst>
            <pc:docMk/>
            <pc:sldMk cId="4216273303" sldId="2147482152"/>
            <ac:spMk id="81" creationId="{DCC51D20-0AF3-4A1A-AA8D-251881F027AB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4:58.807" v="1656"/>
          <ac:spMkLst>
            <pc:docMk/>
            <pc:sldMk cId="4216273303" sldId="2147482152"/>
            <ac:spMk id="82" creationId="{A12EEE4F-1353-4807-A9AE-C2135BA00746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4:58.807" v="1656"/>
          <ac:spMkLst>
            <pc:docMk/>
            <pc:sldMk cId="4216273303" sldId="2147482152"/>
            <ac:spMk id="83" creationId="{10AB6324-0AC7-49E0-A527-D177AC8763DB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4:58.807" v="1656"/>
          <ac:spMkLst>
            <pc:docMk/>
            <pc:sldMk cId="4216273303" sldId="2147482152"/>
            <ac:spMk id="84" creationId="{76F3E6FC-D988-40DE-9CCC-C587AB58AF81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4:58.807" v="1656"/>
          <ac:spMkLst>
            <pc:docMk/>
            <pc:sldMk cId="4216273303" sldId="2147482152"/>
            <ac:spMk id="85" creationId="{FB45917E-EC84-4EEB-8544-F5395637558B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4:58.807" v="1656"/>
          <ac:spMkLst>
            <pc:docMk/>
            <pc:sldMk cId="4216273303" sldId="2147482152"/>
            <ac:spMk id="86" creationId="{97755B85-5D80-44C0-92A1-F683B729412D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4:58.807" v="1656"/>
          <ac:spMkLst>
            <pc:docMk/>
            <pc:sldMk cId="4216273303" sldId="2147482152"/>
            <ac:spMk id="87" creationId="{69CA5950-4091-4EA1-923D-9929D5E777A1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4:58.807" v="1656"/>
          <ac:spMkLst>
            <pc:docMk/>
            <pc:sldMk cId="4216273303" sldId="2147482152"/>
            <ac:spMk id="88" creationId="{260594A7-D5DD-44A2-B6C2-3926DA19F820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4:58.807" v="1656"/>
          <ac:spMkLst>
            <pc:docMk/>
            <pc:sldMk cId="4216273303" sldId="2147482152"/>
            <ac:spMk id="89" creationId="{2785ADC6-4D3D-4041-BCB1-414B557389D5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4:58.807" v="1656"/>
          <ac:spMkLst>
            <pc:docMk/>
            <pc:sldMk cId="4216273303" sldId="2147482152"/>
            <ac:spMk id="90" creationId="{EA338418-2E3D-4A02-99E6-817A6D69FC67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4:58.807" v="1656"/>
          <ac:spMkLst>
            <pc:docMk/>
            <pc:sldMk cId="4216273303" sldId="2147482152"/>
            <ac:spMk id="91" creationId="{0CF4CC1F-1633-40A1-A42A-25BB86585DBA}"/>
          </ac:spMkLst>
        </pc:spChg>
        <pc:graphicFrameChg chg="del">
          <ac:chgData name="김지원(JIWON KIM)[jiwonkim]/사원/제조DX.제조DX솔루션.롤맵기술팀" userId="943d6483-24ce-443d-b7b2-0672c51f7cc5" providerId="ADAL" clId="{BCCFB401-F3C9-4984-BAD1-9BFCA5A55A73}" dt="2025-11-26T01:51:04.179" v="62" actId="478"/>
          <ac:graphicFrameMkLst>
            <pc:docMk/>
            <pc:sldMk cId="4216273303" sldId="2147482152"/>
            <ac:graphicFrameMk id="18" creationId="{E5337A66-4735-450F-BB05-1241FCE56139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BCCFB401-F3C9-4984-BAD1-9BFCA5A55A73}" dt="2025-11-26T01:51:04.179" v="62" actId="478"/>
          <ac:graphicFrameMkLst>
            <pc:docMk/>
            <pc:sldMk cId="4216273303" sldId="2147482152"/>
            <ac:graphicFrameMk id="20" creationId="{CE22D802-324A-4D71-B014-157A63441F13}"/>
          </ac:graphicFrameMkLst>
        </pc:graphicFrameChg>
        <pc:graphicFrameChg chg="add del">
          <ac:chgData name="김지원(JIWON KIM)[jiwonkim]/사원/제조DX.제조DX솔루션.롤맵기술팀" userId="943d6483-24ce-443d-b7b2-0672c51f7cc5" providerId="ADAL" clId="{BCCFB401-F3C9-4984-BAD1-9BFCA5A55A73}" dt="2025-11-26T02:24:58.539" v="1655" actId="478"/>
          <ac:graphicFrameMkLst>
            <pc:docMk/>
            <pc:sldMk cId="4216273303" sldId="2147482152"/>
            <ac:graphicFrameMk id="21" creationId="{A27BAD3B-328D-4DE6-8702-29CB8A8DB880}"/>
          </ac:graphicFrameMkLst>
        </pc:graphicFrameChg>
        <pc:graphicFrameChg chg="add del">
          <ac:chgData name="김지원(JIWON KIM)[jiwonkim]/사원/제조DX.제조DX솔루션.롤맵기술팀" userId="943d6483-24ce-443d-b7b2-0672c51f7cc5" providerId="ADAL" clId="{BCCFB401-F3C9-4984-BAD1-9BFCA5A55A73}" dt="2025-11-26T02:14:54.867" v="1611"/>
          <ac:graphicFrameMkLst>
            <pc:docMk/>
            <pc:sldMk cId="4216273303" sldId="2147482152"/>
            <ac:graphicFrameMk id="49" creationId="{411036D3-A2A3-4ACE-83A2-D207F57EF06A}"/>
          </ac:graphicFrameMkLst>
        </pc:graphicFrameChg>
        <pc:graphicFrameChg chg="add del">
          <ac:chgData name="김지원(JIWON KIM)[jiwonkim]/사원/제조DX.제조DX솔루션.롤맵기술팀" userId="943d6483-24ce-443d-b7b2-0672c51f7cc5" providerId="ADAL" clId="{BCCFB401-F3C9-4984-BAD1-9BFCA5A55A73}" dt="2025-11-26T02:24:58.539" v="1655" actId="478"/>
          <ac:graphicFrameMkLst>
            <pc:docMk/>
            <pc:sldMk cId="4216273303" sldId="2147482152"/>
            <ac:graphicFrameMk id="64" creationId="{B84F9F8A-846A-4BDA-8047-C8B097BB3CC8}"/>
          </ac:graphicFrameMkLst>
        </pc:graphicFrameChg>
        <pc:graphicFrameChg chg="add">
          <ac:chgData name="김지원(JIWON KIM)[jiwonkim]/사원/제조DX.제조DX솔루션.롤맵기술팀" userId="943d6483-24ce-443d-b7b2-0672c51f7cc5" providerId="ADAL" clId="{BCCFB401-F3C9-4984-BAD1-9BFCA5A55A73}" dt="2025-11-26T02:24:58.807" v="1656"/>
          <ac:graphicFrameMkLst>
            <pc:docMk/>
            <pc:sldMk cId="4216273303" sldId="2147482152"/>
            <ac:graphicFrameMk id="78" creationId="{44A34F13-DC54-4478-BF19-C0C49834DFA6}"/>
          </ac:graphicFrameMkLst>
        </pc:graphicFrameChg>
      </pc:sldChg>
      <pc:sldChg chg="addSp delSp">
        <pc:chgData name="김지원(JIWON KIM)[jiwonkim]/사원/제조DX.제조DX솔루션.롤맵기술팀" userId="943d6483-24ce-443d-b7b2-0672c51f7cc5" providerId="ADAL" clId="{BCCFB401-F3C9-4984-BAD1-9BFCA5A55A73}" dt="2025-11-26T02:25:14.227" v="1659"/>
        <pc:sldMkLst>
          <pc:docMk/>
          <pc:sldMk cId="719476191" sldId="2147482153"/>
        </pc:sldMkLst>
        <pc:spChg chg="add del">
          <ac:chgData name="김지원(JIWON KIM)[jiwonkim]/사원/제조DX.제조DX솔루션.롤맵기술팀" userId="943d6483-24ce-443d-b7b2-0672c51f7cc5" providerId="ADAL" clId="{BCCFB401-F3C9-4984-BAD1-9BFCA5A55A73}" dt="2025-11-26T02:15:07.780" v="1614" actId="478"/>
          <ac:spMkLst>
            <pc:docMk/>
            <pc:sldMk cId="719476191" sldId="2147482153"/>
            <ac:spMk id="20" creationId="{542E9123-4E30-403E-B130-3C969DC86567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07.780" v="1614" actId="478"/>
          <ac:spMkLst>
            <pc:docMk/>
            <pc:sldMk cId="719476191" sldId="2147482153"/>
            <ac:spMk id="21" creationId="{2F3D10DB-4056-4E1C-9C56-1A127E82146B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07.780" v="1614" actId="478"/>
          <ac:spMkLst>
            <pc:docMk/>
            <pc:sldMk cId="719476191" sldId="2147482153"/>
            <ac:spMk id="22" creationId="{D2C4447D-701B-4E99-A842-AD6B14AA66C6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07.780" v="1614" actId="478"/>
          <ac:spMkLst>
            <pc:docMk/>
            <pc:sldMk cId="719476191" sldId="2147482153"/>
            <ac:spMk id="23" creationId="{0C23E660-FFA9-4C31-958B-F406CCC3EB4F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07.780" v="1614" actId="478"/>
          <ac:spMkLst>
            <pc:docMk/>
            <pc:sldMk cId="719476191" sldId="2147482153"/>
            <ac:spMk id="25" creationId="{B1AC9E69-07E6-4F9D-87EF-56832CC58C69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07.780" v="1614" actId="478"/>
          <ac:spMkLst>
            <pc:docMk/>
            <pc:sldMk cId="719476191" sldId="2147482153"/>
            <ac:spMk id="26" creationId="{0140B73F-4BE9-4AE2-ACD3-1A87E7FCA07B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07.780" v="1614" actId="478"/>
          <ac:spMkLst>
            <pc:docMk/>
            <pc:sldMk cId="719476191" sldId="2147482153"/>
            <ac:spMk id="27" creationId="{DC1C779A-D366-4AA9-ABFD-DA13BAE11C0E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07.780" v="1614" actId="478"/>
          <ac:spMkLst>
            <pc:docMk/>
            <pc:sldMk cId="719476191" sldId="2147482153"/>
            <ac:spMk id="28" creationId="{273064C0-EE59-4E11-B2F7-BE7345B77905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07.780" v="1614" actId="478"/>
          <ac:spMkLst>
            <pc:docMk/>
            <pc:sldMk cId="719476191" sldId="2147482153"/>
            <ac:spMk id="29" creationId="{FFE047C0-FD79-4933-8D98-5BB2FE61A29D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07.780" v="1614" actId="478"/>
          <ac:spMkLst>
            <pc:docMk/>
            <pc:sldMk cId="719476191" sldId="2147482153"/>
            <ac:spMk id="31" creationId="{B23EFD2E-C445-48C3-832E-F93FD053EB6C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07.780" v="1614" actId="478"/>
          <ac:spMkLst>
            <pc:docMk/>
            <pc:sldMk cId="719476191" sldId="2147482153"/>
            <ac:spMk id="32" creationId="{2EF27505-5A7D-4BD7-83BA-8218AE658454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07.780" v="1614" actId="478"/>
          <ac:spMkLst>
            <pc:docMk/>
            <pc:sldMk cId="719476191" sldId="2147482153"/>
            <ac:spMk id="33" creationId="{5CDEF243-57A2-44D6-919D-E98E7260DEA6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07.780" v="1614" actId="478"/>
          <ac:spMkLst>
            <pc:docMk/>
            <pc:sldMk cId="719476191" sldId="2147482153"/>
            <ac:spMk id="34" creationId="{C0FBF7AF-FCCF-4063-B724-1B7403DFE55E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8.968" v="64" actId="478"/>
          <ac:spMkLst>
            <pc:docMk/>
            <pc:sldMk cId="719476191" sldId="2147482153"/>
            <ac:spMk id="35" creationId="{DD9C0E4A-AE52-4B28-A660-3283AF87A328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8.968" v="64" actId="478"/>
          <ac:spMkLst>
            <pc:docMk/>
            <pc:sldMk cId="719476191" sldId="2147482153"/>
            <ac:spMk id="36" creationId="{3117D6FF-E6A4-44CE-8B5B-0481F3D15001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8.968" v="64" actId="478"/>
          <ac:spMkLst>
            <pc:docMk/>
            <pc:sldMk cId="719476191" sldId="2147482153"/>
            <ac:spMk id="37" creationId="{0EE63A0E-1DBD-4CF8-9CBC-85AF8D3E78EA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8.968" v="64" actId="478"/>
          <ac:spMkLst>
            <pc:docMk/>
            <pc:sldMk cId="719476191" sldId="2147482153"/>
            <ac:spMk id="38" creationId="{27D5E1AB-8621-4ED9-815E-C0E9E1742CC5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8.968" v="64" actId="478"/>
          <ac:spMkLst>
            <pc:docMk/>
            <pc:sldMk cId="719476191" sldId="2147482153"/>
            <ac:spMk id="39" creationId="{4BEF80B9-3160-4B0A-B3A9-C90D3D696D21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8.968" v="64" actId="478"/>
          <ac:spMkLst>
            <pc:docMk/>
            <pc:sldMk cId="719476191" sldId="2147482153"/>
            <ac:spMk id="40" creationId="{E1657496-A8A3-4989-BA7B-496D6629224A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8.968" v="64" actId="478"/>
          <ac:spMkLst>
            <pc:docMk/>
            <pc:sldMk cId="719476191" sldId="2147482153"/>
            <ac:spMk id="41" creationId="{7473EA73-9773-4B51-BC19-D748EFF06995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8.968" v="64" actId="478"/>
          <ac:spMkLst>
            <pc:docMk/>
            <pc:sldMk cId="719476191" sldId="2147482153"/>
            <ac:spMk id="42" creationId="{2259D29B-B608-48F5-9716-79A22B7E90D7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8.968" v="64" actId="478"/>
          <ac:spMkLst>
            <pc:docMk/>
            <pc:sldMk cId="719476191" sldId="2147482153"/>
            <ac:spMk id="43" creationId="{D39F9EB1-8E9B-4BA2-B3DD-8E204F9D04E9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8.968" v="64" actId="478"/>
          <ac:spMkLst>
            <pc:docMk/>
            <pc:sldMk cId="719476191" sldId="2147482153"/>
            <ac:spMk id="44" creationId="{D9C79A24-06C5-4F94-91B2-7A5F5DD28668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8.968" v="64" actId="478"/>
          <ac:spMkLst>
            <pc:docMk/>
            <pc:sldMk cId="719476191" sldId="2147482153"/>
            <ac:spMk id="45" creationId="{513DC158-8B28-4200-B747-C9B4D5DE77B5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8.968" v="64" actId="478"/>
          <ac:spMkLst>
            <pc:docMk/>
            <pc:sldMk cId="719476191" sldId="2147482153"/>
            <ac:spMk id="46" creationId="{8FC819CA-46DB-4317-B5C4-BEAF3E6D7129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08.968" v="64" actId="478"/>
          <ac:spMkLst>
            <pc:docMk/>
            <pc:sldMk cId="719476191" sldId="2147482153"/>
            <ac:spMk id="47" creationId="{9512657E-FA98-47C7-84E2-2CADEEE95BBA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0.130" v="1657" actId="478"/>
          <ac:spMkLst>
            <pc:docMk/>
            <pc:sldMk cId="719476191" sldId="2147482153"/>
            <ac:spMk id="49" creationId="{095080B0-6DA9-45B2-90D3-BE38D64B574F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0.130" v="1657" actId="478"/>
          <ac:spMkLst>
            <pc:docMk/>
            <pc:sldMk cId="719476191" sldId="2147482153"/>
            <ac:spMk id="50" creationId="{2ED0C2DE-6395-40EA-A2DE-F328F60A034A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0.130" v="1657" actId="478"/>
          <ac:spMkLst>
            <pc:docMk/>
            <pc:sldMk cId="719476191" sldId="2147482153"/>
            <ac:spMk id="51" creationId="{BF318DE6-67FF-4AB7-B273-358CB67DD62C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0.130" v="1657" actId="478"/>
          <ac:spMkLst>
            <pc:docMk/>
            <pc:sldMk cId="719476191" sldId="2147482153"/>
            <ac:spMk id="52" creationId="{24A4467A-073E-477A-A64B-A5F411C145BF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0.130" v="1657" actId="478"/>
          <ac:spMkLst>
            <pc:docMk/>
            <pc:sldMk cId="719476191" sldId="2147482153"/>
            <ac:spMk id="53" creationId="{8E079EFB-EA23-4C5F-B8FC-4FE782EBE7E5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0.130" v="1657" actId="478"/>
          <ac:spMkLst>
            <pc:docMk/>
            <pc:sldMk cId="719476191" sldId="2147482153"/>
            <ac:spMk id="54" creationId="{CF7B617A-B970-4C37-853C-EC0C5983D2E9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0.130" v="1657" actId="478"/>
          <ac:spMkLst>
            <pc:docMk/>
            <pc:sldMk cId="719476191" sldId="2147482153"/>
            <ac:spMk id="55" creationId="{71CF6F61-C343-4B5C-B61F-8A9D91C8E830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0.130" v="1657" actId="478"/>
          <ac:spMkLst>
            <pc:docMk/>
            <pc:sldMk cId="719476191" sldId="2147482153"/>
            <ac:spMk id="56" creationId="{A6F6E4E6-563A-400B-9EE9-552574C8720C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0.130" v="1657" actId="478"/>
          <ac:spMkLst>
            <pc:docMk/>
            <pc:sldMk cId="719476191" sldId="2147482153"/>
            <ac:spMk id="57" creationId="{754F92CB-260F-4EBA-9EAF-5DED5A3F71AA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0.130" v="1657" actId="478"/>
          <ac:spMkLst>
            <pc:docMk/>
            <pc:sldMk cId="719476191" sldId="2147482153"/>
            <ac:spMk id="58" creationId="{1BF9A114-AD6B-4CD0-B2C1-913E51C3974C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0.130" v="1657" actId="478"/>
          <ac:spMkLst>
            <pc:docMk/>
            <pc:sldMk cId="719476191" sldId="2147482153"/>
            <ac:spMk id="59" creationId="{82C1E2B2-A2DC-4A94-9C47-E1D04B4EF5E8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0.130" v="1657" actId="478"/>
          <ac:spMkLst>
            <pc:docMk/>
            <pc:sldMk cId="719476191" sldId="2147482153"/>
            <ac:spMk id="60" creationId="{14649A58-5539-42B1-A93C-22E3BDAB52BC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0.130" v="1657" actId="478"/>
          <ac:spMkLst>
            <pc:docMk/>
            <pc:sldMk cId="719476191" sldId="2147482153"/>
            <ac:spMk id="61" creationId="{C65B08CE-8BF6-4D1A-84D6-E6F437419A24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4.227" v="1659"/>
          <ac:spMkLst>
            <pc:docMk/>
            <pc:sldMk cId="719476191" sldId="2147482153"/>
            <ac:spMk id="63" creationId="{335D4FF9-6C06-44CC-91C6-9E576F70B67F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4.227" v="1659"/>
          <ac:spMkLst>
            <pc:docMk/>
            <pc:sldMk cId="719476191" sldId="2147482153"/>
            <ac:spMk id="64" creationId="{DEB616E1-5DFA-4C44-B6DC-1A08032B3C42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4.227" v="1659"/>
          <ac:spMkLst>
            <pc:docMk/>
            <pc:sldMk cId="719476191" sldId="2147482153"/>
            <ac:spMk id="65" creationId="{130A3DEF-2AFA-418B-A37F-DD8304D3915C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4.227" v="1659"/>
          <ac:spMkLst>
            <pc:docMk/>
            <pc:sldMk cId="719476191" sldId="2147482153"/>
            <ac:spMk id="66" creationId="{4C3D3451-243C-4CA2-8952-98D7847776FF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4.227" v="1659"/>
          <ac:spMkLst>
            <pc:docMk/>
            <pc:sldMk cId="719476191" sldId="2147482153"/>
            <ac:spMk id="67" creationId="{8B26D7FF-1197-45F7-BC66-1FFC3893C629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4.227" v="1659"/>
          <ac:spMkLst>
            <pc:docMk/>
            <pc:sldMk cId="719476191" sldId="2147482153"/>
            <ac:spMk id="68" creationId="{191D7226-0293-43C6-97A5-ACBD32A3ABB8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4.227" v="1659"/>
          <ac:spMkLst>
            <pc:docMk/>
            <pc:sldMk cId="719476191" sldId="2147482153"/>
            <ac:spMk id="69" creationId="{A81764DB-955F-4725-A150-411E4C1A311C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4.227" v="1659"/>
          <ac:spMkLst>
            <pc:docMk/>
            <pc:sldMk cId="719476191" sldId="2147482153"/>
            <ac:spMk id="70" creationId="{818636A8-E43C-46E8-8635-4279C6C5284E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4.227" v="1659"/>
          <ac:spMkLst>
            <pc:docMk/>
            <pc:sldMk cId="719476191" sldId="2147482153"/>
            <ac:spMk id="71" creationId="{4BC267BB-CF02-432E-AAF1-0F8E59EAF293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4.227" v="1659"/>
          <ac:spMkLst>
            <pc:docMk/>
            <pc:sldMk cId="719476191" sldId="2147482153"/>
            <ac:spMk id="72" creationId="{F4B40D20-29C3-44A8-9C85-52A638A14726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4.227" v="1659"/>
          <ac:spMkLst>
            <pc:docMk/>
            <pc:sldMk cId="719476191" sldId="2147482153"/>
            <ac:spMk id="73" creationId="{72F03819-4486-40BF-B2B0-EB0FAD0CD333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4.227" v="1659"/>
          <ac:spMkLst>
            <pc:docMk/>
            <pc:sldMk cId="719476191" sldId="2147482153"/>
            <ac:spMk id="74" creationId="{CEFAAC5F-6FA9-4808-A693-E831918459F4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4.227" v="1659"/>
          <ac:spMkLst>
            <pc:docMk/>
            <pc:sldMk cId="719476191" sldId="2147482153"/>
            <ac:spMk id="75" creationId="{38950D49-76B2-4E92-B568-1D7F3C54D49B}"/>
          </ac:spMkLst>
        </pc:spChg>
        <pc:graphicFrameChg chg="add del">
          <ac:chgData name="김지원(JIWON KIM)[jiwonkim]/사원/제조DX.제조DX솔루션.롤맵기술팀" userId="943d6483-24ce-443d-b7b2-0672c51f7cc5" providerId="ADAL" clId="{BCCFB401-F3C9-4984-BAD1-9BFCA5A55A73}" dt="2025-11-26T02:15:07.780" v="1614" actId="478"/>
          <ac:graphicFrameMkLst>
            <pc:docMk/>
            <pc:sldMk cId="719476191" sldId="2147482153"/>
            <ac:graphicFrameMk id="19" creationId="{DE327A2A-0558-4489-8FA9-CFAEF00B03D1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BCCFB401-F3C9-4984-BAD1-9BFCA5A55A73}" dt="2025-11-26T01:51:08.968" v="64" actId="478"/>
          <ac:graphicFrameMkLst>
            <pc:docMk/>
            <pc:sldMk cId="719476191" sldId="2147482153"/>
            <ac:graphicFrameMk id="24" creationId="{DA9720D5-9E5D-4270-AD52-B8674BAB70D6}"/>
          </ac:graphicFrameMkLst>
        </pc:graphicFrameChg>
        <pc:graphicFrameChg chg="add del">
          <ac:chgData name="김지원(JIWON KIM)[jiwonkim]/사원/제조DX.제조DX솔루션.롤맵기술팀" userId="943d6483-24ce-443d-b7b2-0672c51f7cc5" providerId="ADAL" clId="{BCCFB401-F3C9-4984-BAD1-9BFCA5A55A73}" dt="2025-11-26T02:25:13.948" v="1658" actId="478"/>
          <ac:graphicFrameMkLst>
            <pc:docMk/>
            <pc:sldMk cId="719476191" sldId="2147482153"/>
            <ac:graphicFrameMk id="48" creationId="{9F652C6B-9875-44D8-B006-C35439CA1920}"/>
          </ac:graphicFrameMkLst>
        </pc:graphicFrameChg>
        <pc:graphicFrameChg chg="add">
          <ac:chgData name="김지원(JIWON KIM)[jiwonkim]/사원/제조DX.제조DX솔루션.롤맵기술팀" userId="943d6483-24ce-443d-b7b2-0672c51f7cc5" providerId="ADAL" clId="{BCCFB401-F3C9-4984-BAD1-9BFCA5A55A73}" dt="2025-11-26T02:25:14.227" v="1659"/>
          <ac:graphicFrameMkLst>
            <pc:docMk/>
            <pc:sldMk cId="719476191" sldId="2147482153"/>
            <ac:graphicFrameMk id="62" creationId="{239E462D-4198-4727-8EA5-CC59B0C74700}"/>
          </ac:graphicFrameMkLst>
        </pc:graphicFrameChg>
      </pc:sldChg>
      <pc:sldChg chg="addSp delSp">
        <pc:chgData name="김지원(JIWON KIM)[jiwonkim]/사원/제조DX.제조DX솔루션.롤맵기술팀" userId="943d6483-24ce-443d-b7b2-0672c51f7cc5" providerId="ADAL" clId="{BCCFB401-F3C9-4984-BAD1-9BFCA5A55A73}" dt="2025-11-26T02:25:18.163" v="1661"/>
        <pc:sldMkLst>
          <pc:docMk/>
          <pc:sldMk cId="1357361098" sldId="2147482154"/>
        </pc:sldMkLst>
        <pc:spChg chg="add del">
          <ac:chgData name="김지원(JIWON KIM)[jiwonkim]/사원/제조DX.제조DX솔루션.롤맵기술팀" userId="943d6483-24ce-443d-b7b2-0672c51f7cc5" providerId="ADAL" clId="{BCCFB401-F3C9-4984-BAD1-9BFCA5A55A73}" dt="2025-11-26T02:15:14.508" v="1616" actId="478"/>
          <ac:spMkLst>
            <pc:docMk/>
            <pc:sldMk cId="1357361098" sldId="2147482154"/>
            <ac:spMk id="19" creationId="{6E4790A7-60BB-4855-B09A-C761FC20804E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14.508" v="1616" actId="478"/>
          <ac:spMkLst>
            <pc:docMk/>
            <pc:sldMk cId="1357361098" sldId="2147482154"/>
            <ac:spMk id="21" creationId="{79DF9DE1-E636-4B1D-AED7-4E72D812AD4E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14.508" v="1616" actId="478"/>
          <ac:spMkLst>
            <pc:docMk/>
            <pc:sldMk cId="1357361098" sldId="2147482154"/>
            <ac:spMk id="23" creationId="{7CBD9A01-50A6-4679-A2F4-8905E4F84CF1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14.508" v="1616" actId="478"/>
          <ac:spMkLst>
            <pc:docMk/>
            <pc:sldMk cId="1357361098" sldId="2147482154"/>
            <ac:spMk id="24" creationId="{0C33C174-FCC6-4ED4-B029-7C349AEC9428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14.508" v="1616" actId="478"/>
          <ac:spMkLst>
            <pc:docMk/>
            <pc:sldMk cId="1357361098" sldId="2147482154"/>
            <ac:spMk id="25" creationId="{47BA3DDF-CC82-4B49-8A26-BB7FCD9C3E4A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14.508" v="1616" actId="478"/>
          <ac:spMkLst>
            <pc:docMk/>
            <pc:sldMk cId="1357361098" sldId="2147482154"/>
            <ac:spMk id="26" creationId="{3EF94366-130F-4E12-B2AE-D8644A9C415D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14.508" v="1616" actId="478"/>
          <ac:spMkLst>
            <pc:docMk/>
            <pc:sldMk cId="1357361098" sldId="2147482154"/>
            <ac:spMk id="27" creationId="{6E8762A0-99F9-4AFD-B9EE-0E1AE65791F6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14.508" v="1616" actId="478"/>
          <ac:spMkLst>
            <pc:docMk/>
            <pc:sldMk cId="1357361098" sldId="2147482154"/>
            <ac:spMk id="28" creationId="{F1BD756D-4400-44C5-955C-9DB1F7B27753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14.508" v="1616" actId="478"/>
          <ac:spMkLst>
            <pc:docMk/>
            <pc:sldMk cId="1357361098" sldId="2147482154"/>
            <ac:spMk id="29" creationId="{BC515E32-1A0E-400B-9DDC-34C2D4B5A1D5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14.508" v="1616" actId="478"/>
          <ac:spMkLst>
            <pc:docMk/>
            <pc:sldMk cId="1357361098" sldId="2147482154"/>
            <ac:spMk id="30" creationId="{AF79B4DF-C9E1-4A73-915E-0B34D5615FC0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14.508" v="1616" actId="478"/>
          <ac:spMkLst>
            <pc:docMk/>
            <pc:sldMk cId="1357361098" sldId="2147482154"/>
            <ac:spMk id="31" creationId="{6E696F12-27D6-464D-87E7-76136EBC2C12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14.508" v="1616" actId="478"/>
          <ac:spMkLst>
            <pc:docMk/>
            <pc:sldMk cId="1357361098" sldId="2147482154"/>
            <ac:spMk id="32" creationId="{AA0C7C9D-0101-43D6-AB39-3CF005A876A1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14.508" v="1616" actId="478"/>
          <ac:spMkLst>
            <pc:docMk/>
            <pc:sldMk cId="1357361098" sldId="2147482154"/>
            <ac:spMk id="33" creationId="{8B619277-38D8-4304-8F0F-D0706F4CCE41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2.730" v="66" actId="478"/>
          <ac:spMkLst>
            <pc:docMk/>
            <pc:sldMk cId="1357361098" sldId="2147482154"/>
            <ac:spMk id="34" creationId="{5315711C-4555-446E-8AC8-FB5C71C89554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2.730" v="66" actId="478"/>
          <ac:spMkLst>
            <pc:docMk/>
            <pc:sldMk cId="1357361098" sldId="2147482154"/>
            <ac:spMk id="35" creationId="{21C67A8F-4B7D-40E7-86A3-9293F1AEF2AD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2.730" v="66" actId="478"/>
          <ac:spMkLst>
            <pc:docMk/>
            <pc:sldMk cId="1357361098" sldId="2147482154"/>
            <ac:spMk id="36" creationId="{26E2E04A-5849-49E1-8158-8E09CAED9D78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2.730" v="66" actId="478"/>
          <ac:spMkLst>
            <pc:docMk/>
            <pc:sldMk cId="1357361098" sldId="2147482154"/>
            <ac:spMk id="37" creationId="{70455976-9AD7-4222-B9F0-766E42FA7493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2.730" v="66" actId="478"/>
          <ac:spMkLst>
            <pc:docMk/>
            <pc:sldMk cId="1357361098" sldId="2147482154"/>
            <ac:spMk id="38" creationId="{708135CC-EE5B-4275-9A6C-696135A899BC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2.730" v="66" actId="478"/>
          <ac:spMkLst>
            <pc:docMk/>
            <pc:sldMk cId="1357361098" sldId="2147482154"/>
            <ac:spMk id="39" creationId="{8288DF0A-8B58-4BD2-8FDE-4F8240870075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2.730" v="66" actId="478"/>
          <ac:spMkLst>
            <pc:docMk/>
            <pc:sldMk cId="1357361098" sldId="2147482154"/>
            <ac:spMk id="40" creationId="{7700F03D-F27C-4320-9D9D-893BEC3D2DCF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2.730" v="66" actId="478"/>
          <ac:spMkLst>
            <pc:docMk/>
            <pc:sldMk cId="1357361098" sldId="2147482154"/>
            <ac:spMk id="41" creationId="{B7C38D5B-39CD-4C59-8C14-1563DBCC2E75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2.730" v="66" actId="478"/>
          <ac:spMkLst>
            <pc:docMk/>
            <pc:sldMk cId="1357361098" sldId="2147482154"/>
            <ac:spMk id="42" creationId="{6722CFAC-164E-420A-8D60-88B2F194B071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2.730" v="66" actId="478"/>
          <ac:spMkLst>
            <pc:docMk/>
            <pc:sldMk cId="1357361098" sldId="2147482154"/>
            <ac:spMk id="43" creationId="{CDF6F19A-A66E-4053-AC1F-627B5A631A36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2.730" v="66" actId="478"/>
          <ac:spMkLst>
            <pc:docMk/>
            <pc:sldMk cId="1357361098" sldId="2147482154"/>
            <ac:spMk id="44" creationId="{92BADFC5-0010-42EC-B387-584DB1866EF3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2.730" v="66" actId="478"/>
          <ac:spMkLst>
            <pc:docMk/>
            <pc:sldMk cId="1357361098" sldId="2147482154"/>
            <ac:spMk id="45" creationId="{2740CBB8-3A78-480A-891A-50FE654C8415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2.730" v="66" actId="478"/>
          <ac:spMkLst>
            <pc:docMk/>
            <pc:sldMk cId="1357361098" sldId="2147482154"/>
            <ac:spMk id="46" creationId="{6B3DB5F9-91A9-4CAE-8476-9958E416D51D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7.882" v="1660" actId="478"/>
          <ac:spMkLst>
            <pc:docMk/>
            <pc:sldMk cId="1357361098" sldId="2147482154"/>
            <ac:spMk id="48" creationId="{CF3C05CF-28B4-4214-BE3E-D3A7B82EB5A5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7.882" v="1660" actId="478"/>
          <ac:spMkLst>
            <pc:docMk/>
            <pc:sldMk cId="1357361098" sldId="2147482154"/>
            <ac:spMk id="49" creationId="{7417A3A5-C0A0-4F98-8EB2-D22BEC2D2D15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7.882" v="1660" actId="478"/>
          <ac:spMkLst>
            <pc:docMk/>
            <pc:sldMk cId="1357361098" sldId="2147482154"/>
            <ac:spMk id="50" creationId="{535CB48A-0C2A-414E-A2FB-76AA31813546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7.882" v="1660" actId="478"/>
          <ac:spMkLst>
            <pc:docMk/>
            <pc:sldMk cId="1357361098" sldId="2147482154"/>
            <ac:spMk id="51" creationId="{507C1629-A0D8-4CE7-99D1-5984BA8C276C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7.882" v="1660" actId="478"/>
          <ac:spMkLst>
            <pc:docMk/>
            <pc:sldMk cId="1357361098" sldId="2147482154"/>
            <ac:spMk id="52" creationId="{412922DD-8535-43CD-8084-3658D92DC062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7.882" v="1660" actId="478"/>
          <ac:spMkLst>
            <pc:docMk/>
            <pc:sldMk cId="1357361098" sldId="2147482154"/>
            <ac:spMk id="53" creationId="{64C424AC-0836-411A-8A05-D22E48E388B9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7.882" v="1660" actId="478"/>
          <ac:spMkLst>
            <pc:docMk/>
            <pc:sldMk cId="1357361098" sldId="2147482154"/>
            <ac:spMk id="54" creationId="{8AF4A217-0169-4914-A687-2B55D678E742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7.882" v="1660" actId="478"/>
          <ac:spMkLst>
            <pc:docMk/>
            <pc:sldMk cId="1357361098" sldId="2147482154"/>
            <ac:spMk id="55" creationId="{323E3942-76F2-4AA4-A9B5-8AD98A65F0F9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7.882" v="1660" actId="478"/>
          <ac:spMkLst>
            <pc:docMk/>
            <pc:sldMk cId="1357361098" sldId="2147482154"/>
            <ac:spMk id="56" creationId="{CC270D53-5F31-4A09-85FC-38EAB989BA61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7.882" v="1660" actId="478"/>
          <ac:spMkLst>
            <pc:docMk/>
            <pc:sldMk cId="1357361098" sldId="2147482154"/>
            <ac:spMk id="57" creationId="{4E34256A-8ECF-4987-B916-9878BC23D15E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7.882" v="1660" actId="478"/>
          <ac:spMkLst>
            <pc:docMk/>
            <pc:sldMk cId="1357361098" sldId="2147482154"/>
            <ac:spMk id="58" creationId="{04A288A6-8F27-4DD8-8758-761E42B7ACF4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7.882" v="1660" actId="478"/>
          <ac:spMkLst>
            <pc:docMk/>
            <pc:sldMk cId="1357361098" sldId="2147482154"/>
            <ac:spMk id="59" creationId="{0D91DFEB-AFDE-4243-8496-C39FE463B80B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17.882" v="1660" actId="478"/>
          <ac:spMkLst>
            <pc:docMk/>
            <pc:sldMk cId="1357361098" sldId="2147482154"/>
            <ac:spMk id="60" creationId="{6C823B7B-3729-459C-ADD0-90DFCF4D83EC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8.163" v="1661"/>
          <ac:spMkLst>
            <pc:docMk/>
            <pc:sldMk cId="1357361098" sldId="2147482154"/>
            <ac:spMk id="62" creationId="{0116DFD5-C4C7-46CD-912A-5F0E3FEB599B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8.163" v="1661"/>
          <ac:spMkLst>
            <pc:docMk/>
            <pc:sldMk cId="1357361098" sldId="2147482154"/>
            <ac:spMk id="63" creationId="{B6B479CF-0764-4F98-B63B-50EDE862775E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8.163" v="1661"/>
          <ac:spMkLst>
            <pc:docMk/>
            <pc:sldMk cId="1357361098" sldId="2147482154"/>
            <ac:spMk id="64" creationId="{97635368-4DEF-4EB3-ABFE-D5688A78E1D9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8.163" v="1661"/>
          <ac:spMkLst>
            <pc:docMk/>
            <pc:sldMk cId="1357361098" sldId="2147482154"/>
            <ac:spMk id="65" creationId="{5415D8C9-0120-427B-9376-BEB1FA63695B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8.163" v="1661"/>
          <ac:spMkLst>
            <pc:docMk/>
            <pc:sldMk cId="1357361098" sldId="2147482154"/>
            <ac:spMk id="66" creationId="{8F00B894-2147-4B6F-B44E-4099727FF9BC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8.163" v="1661"/>
          <ac:spMkLst>
            <pc:docMk/>
            <pc:sldMk cId="1357361098" sldId="2147482154"/>
            <ac:spMk id="67" creationId="{5AB10827-F0B8-4E31-B3C5-61F196116ECD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8.163" v="1661"/>
          <ac:spMkLst>
            <pc:docMk/>
            <pc:sldMk cId="1357361098" sldId="2147482154"/>
            <ac:spMk id="68" creationId="{B815CBCA-9156-4BB5-9C1B-58964B04C4E6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8.163" v="1661"/>
          <ac:spMkLst>
            <pc:docMk/>
            <pc:sldMk cId="1357361098" sldId="2147482154"/>
            <ac:spMk id="69" creationId="{0E3FD2F6-43F3-4553-A6BF-53C660971110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8.163" v="1661"/>
          <ac:spMkLst>
            <pc:docMk/>
            <pc:sldMk cId="1357361098" sldId="2147482154"/>
            <ac:spMk id="70" creationId="{E222D9EB-CA52-4F15-A785-DBC2F0BD00C5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8.163" v="1661"/>
          <ac:spMkLst>
            <pc:docMk/>
            <pc:sldMk cId="1357361098" sldId="2147482154"/>
            <ac:spMk id="71" creationId="{1CBBC555-353F-4150-B6C7-ABA2E688BEB1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8.163" v="1661"/>
          <ac:spMkLst>
            <pc:docMk/>
            <pc:sldMk cId="1357361098" sldId="2147482154"/>
            <ac:spMk id="72" creationId="{EEED55CC-88A5-4DB4-9F5D-D5D4277BEB6C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8.163" v="1661"/>
          <ac:spMkLst>
            <pc:docMk/>
            <pc:sldMk cId="1357361098" sldId="2147482154"/>
            <ac:spMk id="73" creationId="{6950FC92-AE01-4183-A701-FC0B629CE509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18.163" v="1661"/>
          <ac:spMkLst>
            <pc:docMk/>
            <pc:sldMk cId="1357361098" sldId="2147482154"/>
            <ac:spMk id="74" creationId="{39581A6E-4B3D-4B5E-BEC2-9A8F379EFE92}"/>
          </ac:spMkLst>
        </pc:spChg>
        <pc:graphicFrameChg chg="add del">
          <ac:chgData name="김지원(JIWON KIM)[jiwonkim]/사원/제조DX.제조DX솔루션.롤맵기술팀" userId="943d6483-24ce-443d-b7b2-0672c51f7cc5" providerId="ADAL" clId="{BCCFB401-F3C9-4984-BAD1-9BFCA5A55A73}" dt="2025-11-26T02:15:14.508" v="1616" actId="478"/>
          <ac:graphicFrameMkLst>
            <pc:docMk/>
            <pc:sldMk cId="1357361098" sldId="2147482154"/>
            <ac:graphicFrameMk id="18" creationId="{617D87F3-174F-4EC4-8324-6FDF27C3E264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BCCFB401-F3C9-4984-BAD1-9BFCA5A55A73}" dt="2025-11-26T01:51:12.730" v="66" actId="478"/>
          <ac:graphicFrameMkLst>
            <pc:docMk/>
            <pc:sldMk cId="1357361098" sldId="2147482154"/>
            <ac:graphicFrameMk id="20" creationId="{4D0A5B9B-816F-4E0A-A314-C8D20D26917B}"/>
          </ac:graphicFrameMkLst>
        </pc:graphicFrameChg>
        <pc:graphicFrameChg chg="add del">
          <ac:chgData name="김지원(JIWON KIM)[jiwonkim]/사원/제조DX.제조DX솔루션.롤맵기술팀" userId="943d6483-24ce-443d-b7b2-0672c51f7cc5" providerId="ADAL" clId="{BCCFB401-F3C9-4984-BAD1-9BFCA5A55A73}" dt="2025-11-26T02:25:17.882" v="1660" actId="478"/>
          <ac:graphicFrameMkLst>
            <pc:docMk/>
            <pc:sldMk cId="1357361098" sldId="2147482154"/>
            <ac:graphicFrameMk id="47" creationId="{417F70E1-5E88-4B14-830F-9D14F848CDE3}"/>
          </ac:graphicFrameMkLst>
        </pc:graphicFrameChg>
        <pc:graphicFrameChg chg="add">
          <ac:chgData name="김지원(JIWON KIM)[jiwonkim]/사원/제조DX.제조DX솔루션.롤맵기술팀" userId="943d6483-24ce-443d-b7b2-0672c51f7cc5" providerId="ADAL" clId="{BCCFB401-F3C9-4984-BAD1-9BFCA5A55A73}" dt="2025-11-26T02:25:18.163" v="1661"/>
          <ac:graphicFrameMkLst>
            <pc:docMk/>
            <pc:sldMk cId="1357361098" sldId="2147482154"/>
            <ac:graphicFrameMk id="61" creationId="{D74D922B-6390-4658-8B44-87E34F5AEA53}"/>
          </ac:graphicFrameMkLst>
        </pc:graphicFrameChg>
      </pc:sldChg>
      <pc:sldChg chg="addSp delSp">
        <pc:chgData name="김지원(JIWON KIM)[jiwonkim]/사원/제조DX.제조DX솔루션.롤맵기술팀" userId="943d6483-24ce-443d-b7b2-0672c51f7cc5" providerId="ADAL" clId="{BCCFB401-F3C9-4984-BAD1-9BFCA5A55A73}" dt="2025-11-26T02:25:21.991" v="1663"/>
        <pc:sldMkLst>
          <pc:docMk/>
          <pc:sldMk cId="2756542074" sldId="2147482155"/>
        </pc:sldMkLst>
        <pc:spChg chg="add del">
          <ac:chgData name="김지원(JIWON KIM)[jiwonkim]/사원/제조DX.제조DX솔루션.롤맵기술팀" userId="943d6483-24ce-443d-b7b2-0672c51f7cc5" providerId="ADAL" clId="{BCCFB401-F3C9-4984-BAD1-9BFCA5A55A73}" dt="2025-11-26T02:15:17.787" v="1618" actId="478"/>
          <ac:spMkLst>
            <pc:docMk/>
            <pc:sldMk cId="2756542074" sldId="2147482155"/>
            <ac:spMk id="18" creationId="{52A927B7-5CEE-4104-9A00-D16A6ED35F4E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17.787" v="1618" actId="478"/>
          <ac:spMkLst>
            <pc:docMk/>
            <pc:sldMk cId="2756542074" sldId="2147482155"/>
            <ac:spMk id="19" creationId="{C2C8E2A3-7061-4910-9026-950EF9E19B9B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17.787" v="1618" actId="478"/>
          <ac:spMkLst>
            <pc:docMk/>
            <pc:sldMk cId="2756542074" sldId="2147482155"/>
            <ac:spMk id="21" creationId="{7F2B2FEA-BC66-4F48-B9E6-8525EE25C9FA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6.125" v="68" actId="478"/>
          <ac:spMkLst>
            <pc:docMk/>
            <pc:sldMk cId="2756542074" sldId="2147482155"/>
            <ac:spMk id="22" creationId="{5CAA93CB-A9E3-4D84-B932-4DD740D9B45D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17.787" v="1618" actId="478"/>
          <ac:spMkLst>
            <pc:docMk/>
            <pc:sldMk cId="2756542074" sldId="2147482155"/>
            <ac:spMk id="23" creationId="{126FFB01-5F3F-4FCA-AAF1-C2F6584F35D8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17.787" v="1618" actId="478"/>
          <ac:spMkLst>
            <pc:docMk/>
            <pc:sldMk cId="2756542074" sldId="2147482155"/>
            <ac:spMk id="24" creationId="{93F2CCDC-D478-40C7-8DCD-7EAB9264A4F1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17.787" v="1618" actId="478"/>
          <ac:spMkLst>
            <pc:docMk/>
            <pc:sldMk cId="2756542074" sldId="2147482155"/>
            <ac:spMk id="25" creationId="{C623BA4A-D0D9-42DE-BAE8-EEB766A245F2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17.787" v="1618" actId="478"/>
          <ac:spMkLst>
            <pc:docMk/>
            <pc:sldMk cId="2756542074" sldId="2147482155"/>
            <ac:spMk id="26" creationId="{0D7A5D80-79E9-4CCA-80F5-620EE7A8AB44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17.787" v="1618" actId="478"/>
          <ac:spMkLst>
            <pc:docMk/>
            <pc:sldMk cId="2756542074" sldId="2147482155"/>
            <ac:spMk id="27" creationId="{AFA58341-BFC9-4484-8EFB-C7CEFA054039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17.787" v="1618" actId="478"/>
          <ac:spMkLst>
            <pc:docMk/>
            <pc:sldMk cId="2756542074" sldId="2147482155"/>
            <ac:spMk id="28" creationId="{B1B1F458-75B5-483F-A9F5-FF5107D54F7C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17.787" v="1618" actId="478"/>
          <ac:spMkLst>
            <pc:docMk/>
            <pc:sldMk cId="2756542074" sldId="2147482155"/>
            <ac:spMk id="29" creationId="{EABDCE46-2CFB-4BC1-B738-6F438589C2CE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17.787" v="1618" actId="478"/>
          <ac:spMkLst>
            <pc:docMk/>
            <pc:sldMk cId="2756542074" sldId="2147482155"/>
            <ac:spMk id="31" creationId="{D58CE1F7-B694-4212-B75A-A695CCEEF549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17.787" v="1618" actId="478"/>
          <ac:spMkLst>
            <pc:docMk/>
            <pc:sldMk cId="2756542074" sldId="2147482155"/>
            <ac:spMk id="32" creationId="{A28254D8-910C-4128-A711-C545C9EA5D55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17.787" v="1618" actId="478"/>
          <ac:spMkLst>
            <pc:docMk/>
            <pc:sldMk cId="2756542074" sldId="2147482155"/>
            <ac:spMk id="33" creationId="{D30C67AF-D973-400B-A83C-BDC4FDE89808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6.125" v="68" actId="478"/>
          <ac:spMkLst>
            <pc:docMk/>
            <pc:sldMk cId="2756542074" sldId="2147482155"/>
            <ac:spMk id="35" creationId="{5A7CFAC8-DD8F-4E18-A911-074D7378C8D0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6.125" v="68" actId="478"/>
          <ac:spMkLst>
            <pc:docMk/>
            <pc:sldMk cId="2756542074" sldId="2147482155"/>
            <ac:spMk id="36" creationId="{D17327FF-F9F8-4F2C-BB24-C79FB449F1F5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6.125" v="68" actId="478"/>
          <ac:spMkLst>
            <pc:docMk/>
            <pc:sldMk cId="2756542074" sldId="2147482155"/>
            <ac:spMk id="37" creationId="{EB3DF7EA-E19F-4A18-A10F-F6067303E0E7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6.125" v="68" actId="478"/>
          <ac:spMkLst>
            <pc:docMk/>
            <pc:sldMk cId="2756542074" sldId="2147482155"/>
            <ac:spMk id="38" creationId="{A4C64F94-D1B6-4121-8879-64554B3A5B7A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6.125" v="68" actId="478"/>
          <ac:spMkLst>
            <pc:docMk/>
            <pc:sldMk cId="2756542074" sldId="2147482155"/>
            <ac:spMk id="39" creationId="{3F71DD5F-D360-4F72-BC62-956ED2D2E0FE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6.125" v="68" actId="478"/>
          <ac:spMkLst>
            <pc:docMk/>
            <pc:sldMk cId="2756542074" sldId="2147482155"/>
            <ac:spMk id="40" creationId="{A5310FB5-3A6A-43B9-9BBF-764372FC7C83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6.125" v="68" actId="478"/>
          <ac:spMkLst>
            <pc:docMk/>
            <pc:sldMk cId="2756542074" sldId="2147482155"/>
            <ac:spMk id="41" creationId="{077E661C-27B4-4364-84F1-0AB0F38EDCA6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6.125" v="68" actId="478"/>
          <ac:spMkLst>
            <pc:docMk/>
            <pc:sldMk cId="2756542074" sldId="2147482155"/>
            <ac:spMk id="42" creationId="{97B1227D-4D91-447B-8AE9-C0F53C4B252F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6.125" v="68" actId="478"/>
          <ac:spMkLst>
            <pc:docMk/>
            <pc:sldMk cId="2756542074" sldId="2147482155"/>
            <ac:spMk id="43" creationId="{ACD21EA3-4A99-4FE6-87E7-F786AE02B345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6.125" v="68" actId="478"/>
          <ac:spMkLst>
            <pc:docMk/>
            <pc:sldMk cId="2756542074" sldId="2147482155"/>
            <ac:spMk id="44" creationId="{7FE409CD-6284-4622-8D8A-BDADC27C6345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6.125" v="68" actId="478"/>
          <ac:spMkLst>
            <pc:docMk/>
            <pc:sldMk cId="2756542074" sldId="2147482155"/>
            <ac:spMk id="45" creationId="{AC5EA198-3FF5-413D-8B50-08F47829490D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1.734" v="1662" actId="478"/>
          <ac:spMkLst>
            <pc:docMk/>
            <pc:sldMk cId="2756542074" sldId="2147482155"/>
            <ac:spMk id="46" creationId="{64FB68A1-55E7-4334-8707-7E470EC2C662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1.734" v="1662" actId="478"/>
          <ac:spMkLst>
            <pc:docMk/>
            <pc:sldMk cId="2756542074" sldId="2147482155"/>
            <ac:spMk id="47" creationId="{B89BE05F-2E06-4B29-A900-9F1C6AB1F42D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1.734" v="1662" actId="478"/>
          <ac:spMkLst>
            <pc:docMk/>
            <pc:sldMk cId="2756542074" sldId="2147482155"/>
            <ac:spMk id="48" creationId="{2EDDF729-2A8D-4A23-B9E0-D466B326A184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1.734" v="1662" actId="478"/>
          <ac:spMkLst>
            <pc:docMk/>
            <pc:sldMk cId="2756542074" sldId="2147482155"/>
            <ac:spMk id="49" creationId="{11E7E08B-5174-4B44-8BA9-A1C10D4E891F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1.734" v="1662" actId="478"/>
          <ac:spMkLst>
            <pc:docMk/>
            <pc:sldMk cId="2756542074" sldId="2147482155"/>
            <ac:spMk id="50" creationId="{68D389B5-C760-4696-B6FF-57FB115B5C9D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1.734" v="1662" actId="478"/>
          <ac:spMkLst>
            <pc:docMk/>
            <pc:sldMk cId="2756542074" sldId="2147482155"/>
            <ac:spMk id="51" creationId="{E3ACF7F0-F481-499C-89EB-652997F1F24D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1.734" v="1662" actId="478"/>
          <ac:spMkLst>
            <pc:docMk/>
            <pc:sldMk cId="2756542074" sldId="2147482155"/>
            <ac:spMk id="52" creationId="{2798D230-FFD9-4D55-AB98-BF80E729F9B1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1.734" v="1662" actId="478"/>
          <ac:spMkLst>
            <pc:docMk/>
            <pc:sldMk cId="2756542074" sldId="2147482155"/>
            <ac:spMk id="53" creationId="{1345CF19-53BD-4F6D-B265-1E4AA8B500B9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1.734" v="1662" actId="478"/>
          <ac:spMkLst>
            <pc:docMk/>
            <pc:sldMk cId="2756542074" sldId="2147482155"/>
            <ac:spMk id="54" creationId="{29477E5E-A882-46BB-BE4C-B84934860E72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1.734" v="1662" actId="478"/>
          <ac:spMkLst>
            <pc:docMk/>
            <pc:sldMk cId="2756542074" sldId="2147482155"/>
            <ac:spMk id="55" creationId="{4C27C3E0-A425-4E7F-BAAB-D6B136320C06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1.734" v="1662" actId="478"/>
          <ac:spMkLst>
            <pc:docMk/>
            <pc:sldMk cId="2756542074" sldId="2147482155"/>
            <ac:spMk id="56" creationId="{A27A22F1-2BE1-48AC-9A8E-985EE0C6F8FD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1.734" v="1662" actId="478"/>
          <ac:spMkLst>
            <pc:docMk/>
            <pc:sldMk cId="2756542074" sldId="2147482155"/>
            <ac:spMk id="57" creationId="{4936899F-5910-47E5-AA2C-533C14DE5F8B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1.734" v="1662" actId="478"/>
          <ac:spMkLst>
            <pc:docMk/>
            <pc:sldMk cId="2756542074" sldId="2147482155"/>
            <ac:spMk id="58" creationId="{2385AB94-0E8B-4109-9705-CE798E752E1D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1.991" v="1663"/>
          <ac:spMkLst>
            <pc:docMk/>
            <pc:sldMk cId="2756542074" sldId="2147482155"/>
            <ac:spMk id="60" creationId="{DD548377-AA8B-49DF-871A-7C8AA4783BD8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1.991" v="1663"/>
          <ac:spMkLst>
            <pc:docMk/>
            <pc:sldMk cId="2756542074" sldId="2147482155"/>
            <ac:spMk id="61" creationId="{EFE6173A-4CAD-40FA-A123-2BAA6142BB7A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1.991" v="1663"/>
          <ac:spMkLst>
            <pc:docMk/>
            <pc:sldMk cId="2756542074" sldId="2147482155"/>
            <ac:spMk id="62" creationId="{749A8C5B-0E03-45D2-919F-2C065AAE9EB0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1.991" v="1663"/>
          <ac:spMkLst>
            <pc:docMk/>
            <pc:sldMk cId="2756542074" sldId="2147482155"/>
            <ac:spMk id="63" creationId="{97255E87-EECB-40A1-B4CC-C06789B92693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1.991" v="1663"/>
          <ac:spMkLst>
            <pc:docMk/>
            <pc:sldMk cId="2756542074" sldId="2147482155"/>
            <ac:spMk id="64" creationId="{0BAC26E4-5149-4545-8525-3BAD1161E146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1.991" v="1663"/>
          <ac:spMkLst>
            <pc:docMk/>
            <pc:sldMk cId="2756542074" sldId="2147482155"/>
            <ac:spMk id="65" creationId="{7E180AA0-211E-4A04-97C6-422BE1F99EB0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1.991" v="1663"/>
          <ac:spMkLst>
            <pc:docMk/>
            <pc:sldMk cId="2756542074" sldId="2147482155"/>
            <ac:spMk id="66" creationId="{D7C4DD57-749D-45FD-97AD-EBD4C18BF9AA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1.991" v="1663"/>
          <ac:spMkLst>
            <pc:docMk/>
            <pc:sldMk cId="2756542074" sldId="2147482155"/>
            <ac:spMk id="67" creationId="{36129744-DE0A-42F2-BC7B-590C0887FE72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1.991" v="1663"/>
          <ac:spMkLst>
            <pc:docMk/>
            <pc:sldMk cId="2756542074" sldId="2147482155"/>
            <ac:spMk id="68" creationId="{54EAFBBC-9729-4B8D-A76E-10FBD1279086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1.991" v="1663"/>
          <ac:spMkLst>
            <pc:docMk/>
            <pc:sldMk cId="2756542074" sldId="2147482155"/>
            <ac:spMk id="69" creationId="{A88F7161-2BC3-4CE2-8E9A-940C68BF6205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1.991" v="1663"/>
          <ac:spMkLst>
            <pc:docMk/>
            <pc:sldMk cId="2756542074" sldId="2147482155"/>
            <ac:spMk id="70" creationId="{804F91D6-330A-474E-91EE-BFC8E570E0C4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1.991" v="1663"/>
          <ac:spMkLst>
            <pc:docMk/>
            <pc:sldMk cId="2756542074" sldId="2147482155"/>
            <ac:spMk id="71" creationId="{2C84C56C-786D-49FF-AC1C-9DBD62ECBB46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1.991" v="1663"/>
          <ac:spMkLst>
            <pc:docMk/>
            <pc:sldMk cId="2756542074" sldId="2147482155"/>
            <ac:spMk id="72" creationId="{506B34FD-12B8-44B1-8553-1A8789DBB76A}"/>
          </ac:spMkLst>
        </pc:spChg>
        <pc:graphicFrameChg chg="add del">
          <ac:chgData name="김지원(JIWON KIM)[jiwonkim]/사원/제조DX.제조DX솔루션.롤맵기술팀" userId="943d6483-24ce-443d-b7b2-0672c51f7cc5" providerId="ADAL" clId="{BCCFB401-F3C9-4984-BAD1-9BFCA5A55A73}" dt="2025-11-26T02:15:17.787" v="1618" actId="478"/>
          <ac:graphicFrameMkLst>
            <pc:docMk/>
            <pc:sldMk cId="2756542074" sldId="2147482155"/>
            <ac:graphicFrameMk id="17" creationId="{D4D8DBB0-5858-4D80-8760-8C86CABC2F79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BCCFB401-F3C9-4984-BAD1-9BFCA5A55A73}" dt="2025-11-26T01:51:16.125" v="68" actId="478"/>
          <ac:graphicFrameMkLst>
            <pc:docMk/>
            <pc:sldMk cId="2756542074" sldId="2147482155"/>
            <ac:graphicFrameMk id="20" creationId="{C29AEFF0-7244-4E41-A5B8-902A91A671C8}"/>
          </ac:graphicFrameMkLst>
        </pc:graphicFrameChg>
        <pc:graphicFrameChg chg="add del">
          <ac:chgData name="김지원(JIWON KIM)[jiwonkim]/사원/제조DX.제조DX솔루션.롤맵기술팀" userId="943d6483-24ce-443d-b7b2-0672c51f7cc5" providerId="ADAL" clId="{BCCFB401-F3C9-4984-BAD1-9BFCA5A55A73}" dt="2025-11-26T02:25:21.734" v="1662" actId="478"/>
          <ac:graphicFrameMkLst>
            <pc:docMk/>
            <pc:sldMk cId="2756542074" sldId="2147482155"/>
            <ac:graphicFrameMk id="34" creationId="{74921A6B-226F-48C4-936B-CB2E5C7533C3}"/>
          </ac:graphicFrameMkLst>
        </pc:graphicFrameChg>
        <pc:graphicFrameChg chg="add">
          <ac:chgData name="김지원(JIWON KIM)[jiwonkim]/사원/제조DX.제조DX솔루션.롤맵기술팀" userId="943d6483-24ce-443d-b7b2-0672c51f7cc5" providerId="ADAL" clId="{BCCFB401-F3C9-4984-BAD1-9BFCA5A55A73}" dt="2025-11-26T02:25:21.991" v="1663"/>
          <ac:graphicFrameMkLst>
            <pc:docMk/>
            <pc:sldMk cId="2756542074" sldId="2147482155"/>
            <ac:graphicFrameMk id="59" creationId="{8C8C781A-BCD2-43B6-8EC6-253AC330EA34}"/>
          </ac:graphicFrameMkLst>
        </pc:graphicFrameChg>
      </pc:sldChg>
      <pc:sldChg chg="addSp delSp">
        <pc:chgData name="김지원(JIWON KIM)[jiwonkim]/사원/제조DX.제조DX솔루션.롤맵기술팀" userId="943d6483-24ce-443d-b7b2-0672c51f7cc5" providerId="ADAL" clId="{BCCFB401-F3C9-4984-BAD1-9BFCA5A55A73}" dt="2025-11-26T02:25:26.310" v="1665"/>
        <pc:sldMkLst>
          <pc:docMk/>
          <pc:sldMk cId="1685760430" sldId="2147482156"/>
        </pc:sldMkLst>
        <pc:spChg chg="add del">
          <ac:chgData name="김지원(JIWON KIM)[jiwonkim]/사원/제조DX.제조DX솔루션.롤맵기술팀" userId="943d6483-24ce-443d-b7b2-0672c51f7cc5" providerId="ADAL" clId="{BCCFB401-F3C9-4984-BAD1-9BFCA5A55A73}" dt="2025-11-26T02:15:22.269" v="1620" actId="478"/>
          <ac:spMkLst>
            <pc:docMk/>
            <pc:sldMk cId="1685760430" sldId="2147482156"/>
            <ac:spMk id="18" creationId="{4F098BC3-BB54-4197-BBF4-A4FDC6F54595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2.269" v="1620" actId="478"/>
          <ac:spMkLst>
            <pc:docMk/>
            <pc:sldMk cId="1685760430" sldId="2147482156"/>
            <ac:spMk id="20" creationId="{9D5BBEDF-38F1-4A11-89FD-D013A705D24F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2.269" v="1620" actId="478"/>
          <ac:spMkLst>
            <pc:docMk/>
            <pc:sldMk cId="1685760430" sldId="2147482156"/>
            <ac:spMk id="21" creationId="{D323227C-AD0B-45D3-B425-23EB65686F18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2.269" v="1620" actId="478"/>
          <ac:spMkLst>
            <pc:docMk/>
            <pc:sldMk cId="1685760430" sldId="2147482156"/>
            <ac:spMk id="22" creationId="{D7D3FB64-818D-4DFD-B69C-25E06E269465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2.269" v="1620" actId="478"/>
          <ac:spMkLst>
            <pc:docMk/>
            <pc:sldMk cId="1685760430" sldId="2147482156"/>
            <ac:spMk id="23" creationId="{487F0CC8-1A23-45F1-9EC1-445C17BE5C71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2.269" v="1620" actId="478"/>
          <ac:spMkLst>
            <pc:docMk/>
            <pc:sldMk cId="1685760430" sldId="2147482156"/>
            <ac:spMk id="24" creationId="{F72FAFEA-7C67-4C3F-A54D-5544A2C6C556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2.269" v="1620" actId="478"/>
          <ac:spMkLst>
            <pc:docMk/>
            <pc:sldMk cId="1685760430" sldId="2147482156"/>
            <ac:spMk id="25" creationId="{F2172110-D225-4568-8256-6141B62D90E0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2.269" v="1620" actId="478"/>
          <ac:spMkLst>
            <pc:docMk/>
            <pc:sldMk cId="1685760430" sldId="2147482156"/>
            <ac:spMk id="26" creationId="{978771EB-A880-4543-A4FE-3CE9ED6F480B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2.269" v="1620" actId="478"/>
          <ac:spMkLst>
            <pc:docMk/>
            <pc:sldMk cId="1685760430" sldId="2147482156"/>
            <ac:spMk id="27" creationId="{2A3CA11C-4489-4BF7-AB1A-A18F692C66C3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2.269" v="1620" actId="478"/>
          <ac:spMkLst>
            <pc:docMk/>
            <pc:sldMk cId="1685760430" sldId="2147482156"/>
            <ac:spMk id="28" creationId="{2912BC59-11A6-4E6B-9B08-ABAD420EEFA4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2.269" v="1620" actId="478"/>
          <ac:spMkLst>
            <pc:docMk/>
            <pc:sldMk cId="1685760430" sldId="2147482156"/>
            <ac:spMk id="29" creationId="{618DBC9F-7BB9-43B8-B442-23BC7D190A29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2.269" v="1620" actId="478"/>
          <ac:spMkLst>
            <pc:docMk/>
            <pc:sldMk cId="1685760430" sldId="2147482156"/>
            <ac:spMk id="31" creationId="{371A0BE4-39CB-414C-BD08-9FB0CEF8F35F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2.269" v="1620" actId="478"/>
          <ac:spMkLst>
            <pc:docMk/>
            <pc:sldMk cId="1685760430" sldId="2147482156"/>
            <ac:spMk id="32" creationId="{E28D3AC1-AEAA-4BF1-9E3E-904B985AC76B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9.364" v="70" actId="478"/>
          <ac:spMkLst>
            <pc:docMk/>
            <pc:sldMk cId="1685760430" sldId="2147482156"/>
            <ac:spMk id="34" creationId="{CC6D144F-91F1-4A39-8693-06F9A97B3862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9.364" v="70" actId="478"/>
          <ac:spMkLst>
            <pc:docMk/>
            <pc:sldMk cId="1685760430" sldId="2147482156"/>
            <ac:spMk id="35" creationId="{4B4E6AAE-C07B-45D4-84C4-A44C46AE6820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9.364" v="70" actId="478"/>
          <ac:spMkLst>
            <pc:docMk/>
            <pc:sldMk cId="1685760430" sldId="2147482156"/>
            <ac:spMk id="36" creationId="{6207FB21-B4DE-4B60-872D-9D3CFCA6CB10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9.364" v="70" actId="478"/>
          <ac:spMkLst>
            <pc:docMk/>
            <pc:sldMk cId="1685760430" sldId="2147482156"/>
            <ac:spMk id="37" creationId="{D783A5EA-B3CF-43FF-8D17-C7BDA957838A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9.364" v="70" actId="478"/>
          <ac:spMkLst>
            <pc:docMk/>
            <pc:sldMk cId="1685760430" sldId="2147482156"/>
            <ac:spMk id="38" creationId="{D095C2DF-D694-4243-A15E-E9D49D778231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9.364" v="70" actId="478"/>
          <ac:spMkLst>
            <pc:docMk/>
            <pc:sldMk cId="1685760430" sldId="2147482156"/>
            <ac:spMk id="39" creationId="{A951B036-4E60-4508-BF4F-796B123670B3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9.364" v="70" actId="478"/>
          <ac:spMkLst>
            <pc:docMk/>
            <pc:sldMk cId="1685760430" sldId="2147482156"/>
            <ac:spMk id="40" creationId="{F937D30F-F7F8-4368-B7DD-6396061E2928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9.364" v="70" actId="478"/>
          <ac:spMkLst>
            <pc:docMk/>
            <pc:sldMk cId="1685760430" sldId="2147482156"/>
            <ac:spMk id="41" creationId="{08220866-C888-4FB7-9E12-594D7C701821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9.364" v="70" actId="478"/>
          <ac:spMkLst>
            <pc:docMk/>
            <pc:sldMk cId="1685760430" sldId="2147482156"/>
            <ac:spMk id="42" creationId="{76A47991-DD45-4E49-9B18-DBA8AEB3BEDF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9.364" v="70" actId="478"/>
          <ac:spMkLst>
            <pc:docMk/>
            <pc:sldMk cId="1685760430" sldId="2147482156"/>
            <ac:spMk id="43" creationId="{2CC0E840-B05B-4696-9B66-E1CE35916BF3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9.364" v="70" actId="478"/>
          <ac:spMkLst>
            <pc:docMk/>
            <pc:sldMk cId="1685760430" sldId="2147482156"/>
            <ac:spMk id="44" creationId="{46799C64-9135-4D74-9178-6ECDD6325C6B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19.364" v="70" actId="478"/>
          <ac:spMkLst>
            <pc:docMk/>
            <pc:sldMk cId="1685760430" sldId="2147482156"/>
            <ac:spMk id="45" creationId="{D1A95002-650E-4EF2-A622-336DB3E26397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5.242" v="1664" actId="478"/>
          <ac:spMkLst>
            <pc:docMk/>
            <pc:sldMk cId="1685760430" sldId="2147482156"/>
            <ac:spMk id="46" creationId="{8B34E8EE-E7A7-4200-83DC-970D874E70DA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5.242" v="1664" actId="478"/>
          <ac:spMkLst>
            <pc:docMk/>
            <pc:sldMk cId="1685760430" sldId="2147482156"/>
            <ac:spMk id="47" creationId="{FB1C1F7E-CC93-4F67-A21C-72C56B577AB8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5.242" v="1664" actId="478"/>
          <ac:spMkLst>
            <pc:docMk/>
            <pc:sldMk cId="1685760430" sldId="2147482156"/>
            <ac:spMk id="48" creationId="{D6AC140C-1FB9-487E-88D4-0EEF510C9195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5.242" v="1664" actId="478"/>
          <ac:spMkLst>
            <pc:docMk/>
            <pc:sldMk cId="1685760430" sldId="2147482156"/>
            <ac:spMk id="49" creationId="{8C57E8C3-8F9E-4422-A660-FE4E878809F0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5.242" v="1664" actId="478"/>
          <ac:spMkLst>
            <pc:docMk/>
            <pc:sldMk cId="1685760430" sldId="2147482156"/>
            <ac:spMk id="50" creationId="{62EBE6E6-4C76-4DEA-B1AE-DF0545061001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5.242" v="1664" actId="478"/>
          <ac:spMkLst>
            <pc:docMk/>
            <pc:sldMk cId="1685760430" sldId="2147482156"/>
            <ac:spMk id="51" creationId="{1E1DC8F8-DC0F-4114-9642-57BE3F1CB7BF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5.242" v="1664" actId="478"/>
          <ac:spMkLst>
            <pc:docMk/>
            <pc:sldMk cId="1685760430" sldId="2147482156"/>
            <ac:spMk id="52" creationId="{24518194-92EC-4B10-BCAE-D4EA7F1C3624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5.242" v="1664" actId="478"/>
          <ac:spMkLst>
            <pc:docMk/>
            <pc:sldMk cId="1685760430" sldId="2147482156"/>
            <ac:spMk id="53" creationId="{784A6384-C962-441C-AD5A-6384E9339CDA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5.242" v="1664" actId="478"/>
          <ac:spMkLst>
            <pc:docMk/>
            <pc:sldMk cId="1685760430" sldId="2147482156"/>
            <ac:spMk id="54" creationId="{296A3FED-9568-423B-BF91-C46863EDAF91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5.242" v="1664" actId="478"/>
          <ac:spMkLst>
            <pc:docMk/>
            <pc:sldMk cId="1685760430" sldId="2147482156"/>
            <ac:spMk id="55" creationId="{5C86BA07-D2C5-4910-878F-D18DC021DCA3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5.242" v="1664" actId="478"/>
          <ac:spMkLst>
            <pc:docMk/>
            <pc:sldMk cId="1685760430" sldId="2147482156"/>
            <ac:spMk id="56" creationId="{9EC31D53-7A84-4786-A8E3-8624486838BB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5.242" v="1664" actId="478"/>
          <ac:spMkLst>
            <pc:docMk/>
            <pc:sldMk cId="1685760430" sldId="2147482156"/>
            <ac:spMk id="57" creationId="{C2EE7E42-A105-4A34-9C18-3EC061DD3928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5.242" v="1664" actId="478"/>
          <ac:spMkLst>
            <pc:docMk/>
            <pc:sldMk cId="1685760430" sldId="2147482156"/>
            <ac:spMk id="58" creationId="{A925BF16-F1A1-41C5-8AF7-96FCCAB7B719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6.310" v="1665"/>
          <ac:spMkLst>
            <pc:docMk/>
            <pc:sldMk cId="1685760430" sldId="2147482156"/>
            <ac:spMk id="60" creationId="{ECE1670E-3774-4553-8A07-C8F76EB3D6D3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6.310" v="1665"/>
          <ac:spMkLst>
            <pc:docMk/>
            <pc:sldMk cId="1685760430" sldId="2147482156"/>
            <ac:spMk id="61" creationId="{9406EE2B-98DD-4986-8142-839C49306302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6.310" v="1665"/>
          <ac:spMkLst>
            <pc:docMk/>
            <pc:sldMk cId="1685760430" sldId="2147482156"/>
            <ac:spMk id="62" creationId="{DAF73F90-AECF-4B45-A2C9-CA89A6644E81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6.310" v="1665"/>
          <ac:spMkLst>
            <pc:docMk/>
            <pc:sldMk cId="1685760430" sldId="2147482156"/>
            <ac:spMk id="63" creationId="{CEAD9D9F-2B3F-46EE-B7A8-A2A73DEE4583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6.310" v="1665"/>
          <ac:spMkLst>
            <pc:docMk/>
            <pc:sldMk cId="1685760430" sldId="2147482156"/>
            <ac:spMk id="64" creationId="{F1E82A72-7BAB-435C-BF58-5D93F4F28302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6.310" v="1665"/>
          <ac:spMkLst>
            <pc:docMk/>
            <pc:sldMk cId="1685760430" sldId="2147482156"/>
            <ac:spMk id="65" creationId="{AD32A7CD-F533-42E3-B81B-86B081F0AE43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6.310" v="1665"/>
          <ac:spMkLst>
            <pc:docMk/>
            <pc:sldMk cId="1685760430" sldId="2147482156"/>
            <ac:spMk id="66" creationId="{02731DFA-2E64-454E-95BF-F05123B5633E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6.310" v="1665"/>
          <ac:spMkLst>
            <pc:docMk/>
            <pc:sldMk cId="1685760430" sldId="2147482156"/>
            <ac:spMk id="67" creationId="{1D084360-EC1D-4C1D-9891-7309C91AF2E2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6.310" v="1665"/>
          <ac:spMkLst>
            <pc:docMk/>
            <pc:sldMk cId="1685760430" sldId="2147482156"/>
            <ac:spMk id="68" creationId="{7E0995A7-0755-4C84-8821-2C03AC3B6C77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6.310" v="1665"/>
          <ac:spMkLst>
            <pc:docMk/>
            <pc:sldMk cId="1685760430" sldId="2147482156"/>
            <ac:spMk id="69" creationId="{2149A69D-0E3C-4C71-8030-6DDE7B7B6F86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6.310" v="1665"/>
          <ac:spMkLst>
            <pc:docMk/>
            <pc:sldMk cId="1685760430" sldId="2147482156"/>
            <ac:spMk id="70" creationId="{EC6B463B-03C3-4EC6-BCE1-468818E9CD01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6.310" v="1665"/>
          <ac:spMkLst>
            <pc:docMk/>
            <pc:sldMk cId="1685760430" sldId="2147482156"/>
            <ac:spMk id="71" creationId="{BE5B0ACA-0B6C-4145-9D47-1AB350B6D39C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26.310" v="1665"/>
          <ac:spMkLst>
            <pc:docMk/>
            <pc:sldMk cId="1685760430" sldId="2147482156"/>
            <ac:spMk id="72" creationId="{CACB489D-BF46-445D-9092-7AB43F2D3796}"/>
          </ac:spMkLst>
        </pc:spChg>
        <pc:graphicFrameChg chg="add del">
          <ac:chgData name="김지원(JIWON KIM)[jiwonkim]/사원/제조DX.제조DX솔루션.롤맵기술팀" userId="943d6483-24ce-443d-b7b2-0672c51f7cc5" providerId="ADAL" clId="{BCCFB401-F3C9-4984-BAD1-9BFCA5A55A73}" dt="2025-11-26T02:15:22.269" v="1620" actId="478"/>
          <ac:graphicFrameMkLst>
            <pc:docMk/>
            <pc:sldMk cId="1685760430" sldId="2147482156"/>
            <ac:graphicFrameMk id="17" creationId="{A0ADCF11-1E2A-445B-8AF8-BB07F97BC238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BCCFB401-F3C9-4984-BAD1-9BFCA5A55A73}" dt="2025-11-26T01:51:19.364" v="70" actId="478"/>
          <ac:graphicFrameMkLst>
            <pc:docMk/>
            <pc:sldMk cId="1685760430" sldId="2147482156"/>
            <ac:graphicFrameMk id="19" creationId="{197AC351-9B94-4151-9F3E-1F17E57ED62B}"/>
          </ac:graphicFrameMkLst>
        </pc:graphicFrameChg>
        <pc:graphicFrameChg chg="add del">
          <ac:chgData name="김지원(JIWON KIM)[jiwonkim]/사원/제조DX.제조DX솔루션.롤맵기술팀" userId="943d6483-24ce-443d-b7b2-0672c51f7cc5" providerId="ADAL" clId="{BCCFB401-F3C9-4984-BAD1-9BFCA5A55A73}" dt="2025-11-26T02:25:25.242" v="1664" actId="478"/>
          <ac:graphicFrameMkLst>
            <pc:docMk/>
            <pc:sldMk cId="1685760430" sldId="2147482156"/>
            <ac:graphicFrameMk id="33" creationId="{A63A7531-697C-43FB-987F-C179E3B1CCE7}"/>
          </ac:graphicFrameMkLst>
        </pc:graphicFrameChg>
        <pc:graphicFrameChg chg="add">
          <ac:chgData name="김지원(JIWON KIM)[jiwonkim]/사원/제조DX.제조DX솔루션.롤맵기술팀" userId="943d6483-24ce-443d-b7b2-0672c51f7cc5" providerId="ADAL" clId="{BCCFB401-F3C9-4984-BAD1-9BFCA5A55A73}" dt="2025-11-26T02:25:26.310" v="1665"/>
          <ac:graphicFrameMkLst>
            <pc:docMk/>
            <pc:sldMk cId="1685760430" sldId="2147482156"/>
            <ac:graphicFrameMk id="59" creationId="{2AD5FA6F-897F-4D14-B8F9-49179AD9A341}"/>
          </ac:graphicFrameMkLst>
        </pc:graphicFrameChg>
      </pc:sldChg>
      <pc:sldChg chg="addSp delSp modSp">
        <pc:chgData name="김지원(JIWON KIM)[jiwonkim]/사원/제조DX.제조DX솔루션.롤맵기술팀" userId="943d6483-24ce-443d-b7b2-0672c51f7cc5" providerId="ADAL" clId="{BCCFB401-F3C9-4984-BAD1-9BFCA5A55A73}" dt="2025-11-26T02:30:26.611" v="2057" actId="207"/>
        <pc:sldMkLst>
          <pc:docMk/>
          <pc:sldMk cId="1270712381" sldId="2147482157"/>
        </pc:sldMkLst>
        <pc:spChg chg="add del">
          <ac:chgData name="김지원(JIWON KIM)[jiwonkim]/사원/제조DX.제조DX솔루션.롤맵기술팀" userId="943d6483-24ce-443d-b7b2-0672c51f7cc5" providerId="ADAL" clId="{BCCFB401-F3C9-4984-BAD1-9BFCA5A55A73}" dt="2025-11-26T02:15:26.371" v="1622" actId="478"/>
          <ac:spMkLst>
            <pc:docMk/>
            <pc:sldMk cId="1270712381" sldId="2147482157"/>
            <ac:spMk id="18" creationId="{1B501DBC-8454-47C0-9BCD-CD109F303A2B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6.371" v="1622" actId="478"/>
          <ac:spMkLst>
            <pc:docMk/>
            <pc:sldMk cId="1270712381" sldId="2147482157"/>
            <ac:spMk id="20" creationId="{A4CC86B0-E541-4864-916B-188D5D82C68C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6.371" v="1622" actId="478"/>
          <ac:spMkLst>
            <pc:docMk/>
            <pc:sldMk cId="1270712381" sldId="2147482157"/>
            <ac:spMk id="21" creationId="{D270E8CA-130B-4250-9B7A-3252BEB9CFC9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6.371" v="1622" actId="478"/>
          <ac:spMkLst>
            <pc:docMk/>
            <pc:sldMk cId="1270712381" sldId="2147482157"/>
            <ac:spMk id="22" creationId="{72411810-0E74-4B2B-998E-0D9F0058421E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6.371" v="1622" actId="478"/>
          <ac:spMkLst>
            <pc:docMk/>
            <pc:sldMk cId="1270712381" sldId="2147482157"/>
            <ac:spMk id="23" creationId="{76806E63-9145-4DB0-A2BA-705CCCDDAE4A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6.371" v="1622" actId="478"/>
          <ac:spMkLst>
            <pc:docMk/>
            <pc:sldMk cId="1270712381" sldId="2147482157"/>
            <ac:spMk id="24" creationId="{592D9E0D-38A8-430A-A2DA-1415AAD166D9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6.371" v="1622" actId="478"/>
          <ac:spMkLst>
            <pc:docMk/>
            <pc:sldMk cId="1270712381" sldId="2147482157"/>
            <ac:spMk id="25" creationId="{7CB3423A-7FEB-4459-99E7-552862095C97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6.371" v="1622" actId="478"/>
          <ac:spMkLst>
            <pc:docMk/>
            <pc:sldMk cId="1270712381" sldId="2147482157"/>
            <ac:spMk id="26" creationId="{92CA378F-8A10-4274-96CA-4CD0CFE8EB9F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6.371" v="1622" actId="478"/>
          <ac:spMkLst>
            <pc:docMk/>
            <pc:sldMk cId="1270712381" sldId="2147482157"/>
            <ac:spMk id="27" creationId="{8E17B985-1880-42D9-8646-F69FBFC129D4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6.371" v="1622" actId="478"/>
          <ac:spMkLst>
            <pc:docMk/>
            <pc:sldMk cId="1270712381" sldId="2147482157"/>
            <ac:spMk id="28" creationId="{E21281B6-88DF-4B40-9CDB-F6F8D733BD23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6.371" v="1622" actId="478"/>
          <ac:spMkLst>
            <pc:docMk/>
            <pc:sldMk cId="1270712381" sldId="2147482157"/>
            <ac:spMk id="29" creationId="{515D1E0A-D7EC-4DEA-9DF4-540F07E9FB10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6.371" v="1622" actId="478"/>
          <ac:spMkLst>
            <pc:docMk/>
            <pc:sldMk cId="1270712381" sldId="2147482157"/>
            <ac:spMk id="31" creationId="{4B4F945D-3463-49B6-91E2-FEE880136E81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6.371" v="1622" actId="478"/>
          <ac:spMkLst>
            <pc:docMk/>
            <pc:sldMk cId="1270712381" sldId="2147482157"/>
            <ac:spMk id="32" creationId="{18ECC4CC-5652-4AC0-AB59-626D5EF53B36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23.188" v="72" actId="478"/>
          <ac:spMkLst>
            <pc:docMk/>
            <pc:sldMk cId="1270712381" sldId="2147482157"/>
            <ac:spMk id="34" creationId="{DA40CCED-B816-4DCF-8DC2-48AC265AD78E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23.188" v="72" actId="478"/>
          <ac:spMkLst>
            <pc:docMk/>
            <pc:sldMk cId="1270712381" sldId="2147482157"/>
            <ac:spMk id="35" creationId="{5E3768A1-568B-4A40-8033-034D784DD7AC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23.188" v="72" actId="478"/>
          <ac:spMkLst>
            <pc:docMk/>
            <pc:sldMk cId="1270712381" sldId="2147482157"/>
            <ac:spMk id="36" creationId="{E982569A-01BE-4058-AEA0-FFB4DF94FFCB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23.188" v="72" actId="478"/>
          <ac:spMkLst>
            <pc:docMk/>
            <pc:sldMk cId="1270712381" sldId="2147482157"/>
            <ac:spMk id="37" creationId="{12E7CABA-825B-47FD-BC9D-C935C8D67D2D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23.188" v="72" actId="478"/>
          <ac:spMkLst>
            <pc:docMk/>
            <pc:sldMk cId="1270712381" sldId="2147482157"/>
            <ac:spMk id="38" creationId="{EC7CEE1F-A482-4F5A-8119-10CC7A0A5683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23.188" v="72" actId="478"/>
          <ac:spMkLst>
            <pc:docMk/>
            <pc:sldMk cId="1270712381" sldId="2147482157"/>
            <ac:spMk id="39" creationId="{43A6AB05-022A-4BF4-97E6-D7C77FFE4969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23.188" v="72" actId="478"/>
          <ac:spMkLst>
            <pc:docMk/>
            <pc:sldMk cId="1270712381" sldId="2147482157"/>
            <ac:spMk id="40" creationId="{5514EFFB-28E8-4215-ADC6-36542B379935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23.188" v="72" actId="478"/>
          <ac:spMkLst>
            <pc:docMk/>
            <pc:sldMk cId="1270712381" sldId="2147482157"/>
            <ac:spMk id="41" creationId="{6E1848E3-3CA6-4C00-8455-89E52A896AE9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23.188" v="72" actId="478"/>
          <ac:spMkLst>
            <pc:docMk/>
            <pc:sldMk cId="1270712381" sldId="2147482157"/>
            <ac:spMk id="42" creationId="{DCDCE348-57D4-42DA-A2F2-E690889A4CBE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23.188" v="72" actId="478"/>
          <ac:spMkLst>
            <pc:docMk/>
            <pc:sldMk cId="1270712381" sldId="2147482157"/>
            <ac:spMk id="43" creationId="{6F838F47-BDD5-4309-80BF-E3B34C72135B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23.188" v="72" actId="478"/>
          <ac:spMkLst>
            <pc:docMk/>
            <pc:sldMk cId="1270712381" sldId="2147482157"/>
            <ac:spMk id="44" creationId="{3EB675D9-97F8-4D75-9C15-A951127552C3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23.188" v="72" actId="478"/>
          <ac:spMkLst>
            <pc:docMk/>
            <pc:sldMk cId="1270712381" sldId="2147482157"/>
            <ac:spMk id="45" creationId="{222E4C5D-CFE8-4F3C-8DED-48255E8A4168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9.830" v="1666" actId="478"/>
          <ac:spMkLst>
            <pc:docMk/>
            <pc:sldMk cId="1270712381" sldId="2147482157"/>
            <ac:spMk id="46" creationId="{CEAE671F-5B31-4F13-95C9-12B09A9C0A2E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9.830" v="1666" actId="478"/>
          <ac:spMkLst>
            <pc:docMk/>
            <pc:sldMk cId="1270712381" sldId="2147482157"/>
            <ac:spMk id="47" creationId="{E08696FC-B426-4778-9573-5C2D55AAC04C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9.830" v="1666" actId="478"/>
          <ac:spMkLst>
            <pc:docMk/>
            <pc:sldMk cId="1270712381" sldId="2147482157"/>
            <ac:spMk id="48" creationId="{99AA9DD7-1137-4779-AEC2-FA36CA795620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9.830" v="1666" actId="478"/>
          <ac:spMkLst>
            <pc:docMk/>
            <pc:sldMk cId="1270712381" sldId="2147482157"/>
            <ac:spMk id="49" creationId="{614BE165-F49D-4FAC-8115-7AA1F65C452E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9.830" v="1666" actId="478"/>
          <ac:spMkLst>
            <pc:docMk/>
            <pc:sldMk cId="1270712381" sldId="2147482157"/>
            <ac:spMk id="50" creationId="{6E62539E-4F44-49E1-A85F-7BC766DCFCC3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9.830" v="1666" actId="478"/>
          <ac:spMkLst>
            <pc:docMk/>
            <pc:sldMk cId="1270712381" sldId="2147482157"/>
            <ac:spMk id="51" creationId="{3AC9EB35-B354-4BB3-808C-96756676882A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9.830" v="1666" actId="478"/>
          <ac:spMkLst>
            <pc:docMk/>
            <pc:sldMk cId="1270712381" sldId="2147482157"/>
            <ac:spMk id="52" creationId="{B7538491-8968-4733-A182-C651761228AA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9.830" v="1666" actId="478"/>
          <ac:spMkLst>
            <pc:docMk/>
            <pc:sldMk cId="1270712381" sldId="2147482157"/>
            <ac:spMk id="53" creationId="{6001B406-894D-4B98-9053-7F9796293E33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9.830" v="1666" actId="478"/>
          <ac:spMkLst>
            <pc:docMk/>
            <pc:sldMk cId="1270712381" sldId="2147482157"/>
            <ac:spMk id="54" creationId="{20272EE5-856E-4C62-8A5E-00326B24F17E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9.830" v="1666" actId="478"/>
          <ac:spMkLst>
            <pc:docMk/>
            <pc:sldMk cId="1270712381" sldId="2147482157"/>
            <ac:spMk id="55" creationId="{46117A9A-F623-4131-B4D3-5C04FD6C3CE7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9.830" v="1666" actId="478"/>
          <ac:spMkLst>
            <pc:docMk/>
            <pc:sldMk cId="1270712381" sldId="2147482157"/>
            <ac:spMk id="56" creationId="{1BC3A2BA-994D-4BC3-A17D-5CEB7C1858FF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9.830" v="1666" actId="478"/>
          <ac:spMkLst>
            <pc:docMk/>
            <pc:sldMk cId="1270712381" sldId="2147482157"/>
            <ac:spMk id="57" creationId="{66E4C374-E6AD-4503-99A3-5AFE169DA3CA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29.830" v="1666" actId="478"/>
          <ac:spMkLst>
            <pc:docMk/>
            <pc:sldMk cId="1270712381" sldId="2147482157"/>
            <ac:spMk id="58" creationId="{26384700-EC00-4B95-8C96-55AB6FA04B8C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0.082" v="1667"/>
          <ac:spMkLst>
            <pc:docMk/>
            <pc:sldMk cId="1270712381" sldId="2147482157"/>
            <ac:spMk id="60" creationId="{52C37FEC-CA5A-498B-ABB4-E8F33A068D0A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0.082" v="1667"/>
          <ac:spMkLst>
            <pc:docMk/>
            <pc:sldMk cId="1270712381" sldId="2147482157"/>
            <ac:spMk id="61" creationId="{7AFDE8B7-5C9B-48DC-8C21-C5BB23523316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0.082" v="1667"/>
          <ac:spMkLst>
            <pc:docMk/>
            <pc:sldMk cId="1270712381" sldId="2147482157"/>
            <ac:spMk id="62" creationId="{C0FCCFD0-B067-4492-9035-A11FC8751E3B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0.082" v="1667"/>
          <ac:spMkLst>
            <pc:docMk/>
            <pc:sldMk cId="1270712381" sldId="2147482157"/>
            <ac:spMk id="63" creationId="{C66864A9-9B34-435F-8992-95C6FF29B4AF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0.082" v="1667"/>
          <ac:spMkLst>
            <pc:docMk/>
            <pc:sldMk cId="1270712381" sldId="2147482157"/>
            <ac:spMk id="64" creationId="{1C36D966-7168-41EF-83EF-2AF3C8AC2FE8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0.082" v="1667"/>
          <ac:spMkLst>
            <pc:docMk/>
            <pc:sldMk cId="1270712381" sldId="2147482157"/>
            <ac:spMk id="65" creationId="{719B7ABB-19EE-4E2B-96C0-B5B1447307D0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0.082" v="1667"/>
          <ac:spMkLst>
            <pc:docMk/>
            <pc:sldMk cId="1270712381" sldId="2147482157"/>
            <ac:spMk id="66" creationId="{9B6C9618-60A5-41AB-9027-A2169D73AAA0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0.082" v="1667"/>
          <ac:spMkLst>
            <pc:docMk/>
            <pc:sldMk cId="1270712381" sldId="2147482157"/>
            <ac:spMk id="67" creationId="{FBF35E29-21DB-4B44-8852-D15E51DC0C0B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0.082" v="1667"/>
          <ac:spMkLst>
            <pc:docMk/>
            <pc:sldMk cId="1270712381" sldId="2147482157"/>
            <ac:spMk id="68" creationId="{B2831FA3-3CFB-4E39-89B3-7B6DB61AD643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0.082" v="1667"/>
          <ac:spMkLst>
            <pc:docMk/>
            <pc:sldMk cId="1270712381" sldId="2147482157"/>
            <ac:spMk id="69" creationId="{F6933DA8-BC87-4D4D-8D84-A12020495F77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0.082" v="1667"/>
          <ac:spMkLst>
            <pc:docMk/>
            <pc:sldMk cId="1270712381" sldId="2147482157"/>
            <ac:spMk id="70" creationId="{9382251A-ABCA-44B4-9F07-482347D49BA2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0.082" v="1667"/>
          <ac:spMkLst>
            <pc:docMk/>
            <pc:sldMk cId="1270712381" sldId="2147482157"/>
            <ac:spMk id="71" creationId="{6022D067-8986-4C99-BCFD-31764ADB6C17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0.082" v="1667"/>
          <ac:spMkLst>
            <pc:docMk/>
            <pc:sldMk cId="1270712381" sldId="2147482157"/>
            <ac:spMk id="72" creationId="{D2244308-E154-4F1E-A899-7AF30D0C95EB}"/>
          </ac:spMkLst>
        </pc:spChg>
        <pc:graphicFrameChg chg="add del">
          <ac:chgData name="김지원(JIWON KIM)[jiwonkim]/사원/제조DX.제조DX솔루션.롤맵기술팀" userId="943d6483-24ce-443d-b7b2-0672c51f7cc5" providerId="ADAL" clId="{BCCFB401-F3C9-4984-BAD1-9BFCA5A55A73}" dt="2025-11-26T02:15:26.371" v="1622" actId="478"/>
          <ac:graphicFrameMkLst>
            <pc:docMk/>
            <pc:sldMk cId="1270712381" sldId="2147482157"/>
            <ac:graphicFrameMk id="17" creationId="{CA05638B-9B50-4D3A-AD37-19FA6E48BBED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BCCFB401-F3C9-4984-BAD1-9BFCA5A55A73}" dt="2025-11-26T01:51:23.188" v="72" actId="478"/>
          <ac:graphicFrameMkLst>
            <pc:docMk/>
            <pc:sldMk cId="1270712381" sldId="2147482157"/>
            <ac:graphicFrameMk id="19" creationId="{57F9DB81-8AAF-42BC-806B-D07D80EC3A48}"/>
          </ac:graphicFrameMkLst>
        </pc:graphicFrameChg>
        <pc:graphicFrameChg chg="mod modGraphic">
          <ac:chgData name="김지원(JIWON KIM)[jiwonkim]/사원/제조DX.제조DX솔루션.롤맵기술팀" userId="943d6483-24ce-443d-b7b2-0672c51f7cc5" providerId="ADAL" clId="{BCCFB401-F3C9-4984-BAD1-9BFCA5A55A73}" dt="2025-11-26T02:30:26.611" v="2057" actId="207"/>
          <ac:graphicFrameMkLst>
            <pc:docMk/>
            <pc:sldMk cId="1270712381" sldId="2147482157"/>
            <ac:graphicFrameMk id="30" creationId="{FD723AF4-8C6A-45D2-91AF-E831F6E1C5CD}"/>
          </ac:graphicFrameMkLst>
        </pc:graphicFrameChg>
        <pc:graphicFrameChg chg="add del">
          <ac:chgData name="김지원(JIWON KIM)[jiwonkim]/사원/제조DX.제조DX솔루션.롤맵기술팀" userId="943d6483-24ce-443d-b7b2-0672c51f7cc5" providerId="ADAL" clId="{BCCFB401-F3C9-4984-BAD1-9BFCA5A55A73}" dt="2025-11-26T02:25:29.830" v="1666" actId="478"/>
          <ac:graphicFrameMkLst>
            <pc:docMk/>
            <pc:sldMk cId="1270712381" sldId="2147482157"/>
            <ac:graphicFrameMk id="33" creationId="{FC139568-F55D-41DE-9629-9625D866675E}"/>
          </ac:graphicFrameMkLst>
        </pc:graphicFrameChg>
        <pc:graphicFrameChg chg="add">
          <ac:chgData name="김지원(JIWON KIM)[jiwonkim]/사원/제조DX.제조DX솔루션.롤맵기술팀" userId="943d6483-24ce-443d-b7b2-0672c51f7cc5" providerId="ADAL" clId="{BCCFB401-F3C9-4984-BAD1-9BFCA5A55A73}" dt="2025-11-26T02:25:30.082" v="1667"/>
          <ac:graphicFrameMkLst>
            <pc:docMk/>
            <pc:sldMk cId="1270712381" sldId="2147482157"/>
            <ac:graphicFrameMk id="59" creationId="{2E232787-EA51-4857-8E03-A51235055CB5}"/>
          </ac:graphicFrameMkLst>
        </pc:graphicFrameChg>
      </pc:sldChg>
      <pc:sldChg chg="addSp delSp modSp">
        <pc:chgData name="김지원(JIWON KIM)[jiwonkim]/사원/제조DX.제조DX솔루션.롤맵기술팀" userId="943d6483-24ce-443d-b7b2-0672c51f7cc5" providerId="ADAL" clId="{BCCFB401-F3C9-4984-BAD1-9BFCA5A55A73}" dt="2025-11-26T02:25:34.377" v="1669"/>
        <pc:sldMkLst>
          <pc:docMk/>
          <pc:sldMk cId="3468524003" sldId="2147482158"/>
        </pc:sldMkLst>
        <pc:spChg chg="add del">
          <ac:chgData name="김지원(JIWON KIM)[jiwonkim]/사원/제조DX.제조DX솔루션.롤맵기술팀" userId="943d6483-24ce-443d-b7b2-0672c51f7cc5" providerId="ADAL" clId="{BCCFB401-F3C9-4984-BAD1-9BFCA5A55A73}" dt="2025-11-26T02:15:29.643" v="1624" actId="478"/>
          <ac:spMkLst>
            <pc:docMk/>
            <pc:sldMk cId="3468524003" sldId="2147482158"/>
            <ac:spMk id="18" creationId="{FC308D55-FDE6-4B1F-A754-083E1401319D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9.643" v="1624" actId="478"/>
          <ac:spMkLst>
            <pc:docMk/>
            <pc:sldMk cId="3468524003" sldId="2147482158"/>
            <ac:spMk id="20" creationId="{FA31281A-A3E2-4F02-9B86-9C492119E813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9.643" v="1624" actId="478"/>
          <ac:spMkLst>
            <pc:docMk/>
            <pc:sldMk cId="3468524003" sldId="2147482158"/>
            <ac:spMk id="21" creationId="{A442D896-841B-49A1-BB6B-A85BCE1454E2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9.643" v="1624" actId="478"/>
          <ac:spMkLst>
            <pc:docMk/>
            <pc:sldMk cId="3468524003" sldId="2147482158"/>
            <ac:spMk id="22" creationId="{FBA4F652-59E4-4C27-84FE-D5C483F286D3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9.643" v="1624" actId="478"/>
          <ac:spMkLst>
            <pc:docMk/>
            <pc:sldMk cId="3468524003" sldId="2147482158"/>
            <ac:spMk id="23" creationId="{D6F01294-93F3-49A6-B0DC-27CE15522F7D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9.643" v="1624" actId="478"/>
          <ac:spMkLst>
            <pc:docMk/>
            <pc:sldMk cId="3468524003" sldId="2147482158"/>
            <ac:spMk id="24" creationId="{9D312D00-B135-4DFD-B20F-FC8792A6352A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9.643" v="1624" actId="478"/>
          <ac:spMkLst>
            <pc:docMk/>
            <pc:sldMk cId="3468524003" sldId="2147482158"/>
            <ac:spMk id="25" creationId="{4F1226E5-E26C-4E4B-BF02-7A4EB94C59A4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9.643" v="1624" actId="478"/>
          <ac:spMkLst>
            <pc:docMk/>
            <pc:sldMk cId="3468524003" sldId="2147482158"/>
            <ac:spMk id="26" creationId="{7972B18A-BD9C-4C78-8515-D514CEC637F3}"/>
          </ac:spMkLst>
        </pc:spChg>
        <pc:spChg chg="add del mod">
          <ac:chgData name="김지원(JIWON KIM)[jiwonkim]/사원/제조DX.제조DX솔루션.롤맵기술팀" userId="943d6483-24ce-443d-b7b2-0672c51f7cc5" providerId="ADAL" clId="{BCCFB401-F3C9-4984-BAD1-9BFCA5A55A73}" dt="2025-11-26T02:15:29.643" v="1624" actId="478"/>
          <ac:spMkLst>
            <pc:docMk/>
            <pc:sldMk cId="3468524003" sldId="2147482158"/>
            <ac:spMk id="27" creationId="{73B0380B-041A-442D-8CCF-869A8DE2A61F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9.643" v="1624" actId="478"/>
          <ac:spMkLst>
            <pc:docMk/>
            <pc:sldMk cId="3468524003" sldId="2147482158"/>
            <ac:spMk id="28" creationId="{6F53274E-C672-4B05-A6E6-D2B90895B309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9.643" v="1624" actId="478"/>
          <ac:spMkLst>
            <pc:docMk/>
            <pc:sldMk cId="3468524003" sldId="2147482158"/>
            <ac:spMk id="29" creationId="{A86ED121-3ECC-4DFA-933E-C623A906C110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9.643" v="1624" actId="478"/>
          <ac:spMkLst>
            <pc:docMk/>
            <pc:sldMk cId="3468524003" sldId="2147482158"/>
            <ac:spMk id="31" creationId="{0063597B-3C3A-439F-90C3-36CD5FBBA944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29.643" v="1624" actId="478"/>
          <ac:spMkLst>
            <pc:docMk/>
            <pc:sldMk cId="3468524003" sldId="2147482158"/>
            <ac:spMk id="32" creationId="{642A1F32-B057-4EB1-AEBD-DC3B1BF2C463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28.017" v="74" actId="478"/>
          <ac:spMkLst>
            <pc:docMk/>
            <pc:sldMk cId="3468524003" sldId="2147482158"/>
            <ac:spMk id="34" creationId="{C188DC08-B7E3-4ABE-8D56-AC7659CAF5EA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28.017" v="74" actId="478"/>
          <ac:spMkLst>
            <pc:docMk/>
            <pc:sldMk cId="3468524003" sldId="2147482158"/>
            <ac:spMk id="35" creationId="{E65464AB-84E4-45BF-8568-0BB43465CBAF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28.017" v="74" actId="478"/>
          <ac:spMkLst>
            <pc:docMk/>
            <pc:sldMk cId="3468524003" sldId="2147482158"/>
            <ac:spMk id="36" creationId="{0D4D4735-EFC1-4EF1-859E-3FA43E0802A1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28.017" v="74" actId="478"/>
          <ac:spMkLst>
            <pc:docMk/>
            <pc:sldMk cId="3468524003" sldId="2147482158"/>
            <ac:spMk id="37" creationId="{16A9D4AB-C742-478C-B5CE-037EA0A2386F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28.017" v="74" actId="478"/>
          <ac:spMkLst>
            <pc:docMk/>
            <pc:sldMk cId="3468524003" sldId="2147482158"/>
            <ac:spMk id="38" creationId="{6F5DE65B-6FBB-4FC1-BF98-EF44BFF96AE7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28.017" v="74" actId="478"/>
          <ac:spMkLst>
            <pc:docMk/>
            <pc:sldMk cId="3468524003" sldId="2147482158"/>
            <ac:spMk id="39" creationId="{714C7499-F84F-4357-90F0-3F6A14EA0147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28.017" v="74" actId="478"/>
          <ac:spMkLst>
            <pc:docMk/>
            <pc:sldMk cId="3468524003" sldId="2147482158"/>
            <ac:spMk id="40" creationId="{2FB76BC6-B3C6-47B6-9089-754A8DCE3F9F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28.017" v="74" actId="478"/>
          <ac:spMkLst>
            <pc:docMk/>
            <pc:sldMk cId="3468524003" sldId="2147482158"/>
            <ac:spMk id="41" creationId="{E36F71F8-E425-4360-9681-18259E5D1750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28.017" v="74" actId="478"/>
          <ac:spMkLst>
            <pc:docMk/>
            <pc:sldMk cId="3468524003" sldId="2147482158"/>
            <ac:spMk id="42" creationId="{EF4198EC-FF6F-43EC-B758-EC2A127791A9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28.017" v="74" actId="478"/>
          <ac:spMkLst>
            <pc:docMk/>
            <pc:sldMk cId="3468524003" sldId="2147482158"/>
            <ac:spMk id="43" creationId="{09A7D55D-6370-4B6E-9AC4-2CC78B0451C1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28.017" v="74" actId="478"/>
          <ac:spMkLst>
            <pc:docMk/>
            <pc:sldMk cId="3468524003" sldId="2147482158"/>
            <ac:spMk id="44" creationId="{3777AA80-DC45-48F0-8D36-E8BC33E5245C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28.017" v="74" actId="478"/>
          <ac:spMkLst>
            <pc:docMk/>
            <pc:sldMk cId="3468524003" sldId="2147482158"/>
            <ac:spMk id="45" creationId="{5FF8019C-696C-43BB-93AE-DC699B356A29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4.055" v="1668" actId="478"/>
          <ac:spMkLst>
            <pc:docMk/>
            <pc:sldMk cId="3468524003" sldId="2147482158"/>
            <ac:spMk id="46" creationId="{DA983646-2BD6-4DA0-91B1-7F5B29FF0BD5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4.055" v="1668" actId="478"/>
          <ac:spMkLst>
            <pc:docMk/>
            <pc:sldMk cId="3468524003" sldId="2147482158"/>
            <ac:spMk id="47" creationId="{D0DABA2E-F481-4FA0-8B24-2199E66023D0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4.055" v="1668" actId="478"/>
          <ac:spMkLst>
            <pc:docMk/>
            <pc:sldMk cId="3468524003" sldId="2147482158"/>
            <ac:spMk id="48" creationId="{2313661C-91B3-4B26-9D0E-92E91F2468D7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4.055" v="1668" actId="478"/>
          <ac:spMkLst>
            <pc:docMk/>
            <pc:sldMk cId="3468524003" sldId="2147482158"/>
            <ac:spMk id="49" creationId="{3ECB8329-ABF2-49DC-A993-D50F099474D1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4.055" v="1668" actId="478"/>
          <ac:spMkLst>
            <pc:docMk/>
            <pc:sldMk cId="3468524003" sldId="2147482158"/>
            <ac:spMk id="50" creationId="{E328C5AA-7789-429E-94FF-5EB991AD83F9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4.055" v="1668" actId="478"/>
          <ac:spMkLst>
            <pc:docMk/>
            <pc:sldMk cId="3468524003" sldId="2147482158"/>
            <ac:spMk id="51" creationId="{20F216E1-5B1B-4A6B-8AB6-E4BF8958E835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4.055" v="1668" actId="478"/>
          <ac:spMkLst>
            <pc:docMk/>
            <pc:sldMk cId="3468524003" sldId="2147482158"/>
            <ac:spMk id="52" creationId="{6AF3F1DC-2D9B-4B12-B208-3A74A55A1E58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4.055" v="1668" actId="478"/>
          <ac:spMkLst>
            <pc:docMk/>
            <pc:sldMk cId="3468524003" sldId="2147482158"/>
            <ac:spMk id="53" creationId="{D965CE67-3FC3-47E9-9772-C9315DAF36AE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4.055" v="1668" actId="478"/>
          <ac:spMkLst>
            <pc:docMk/>
            <pc:sldMk cId="3468524003" sldId="2147482158"/>
            <ac:spMk id="54" creationId="{E67F3F87-DD0E-4B05-9C5C-68CF8E30A979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4.055" v="1668" actId="478"/>
          <ac:spMkLst>
            <pc:docMk/>
            <pc:sldMk cId="3468524003" sldId="2147482158"/>
            <ac:spMk id="55" creationId="{0655B06E-D8E6-4A78-8FBB-C53BF28DAAD9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4.055" v="1668" actId="478"/>
          <ac:spMkLst>
            <pc:docMk/>
            <pc:sldMk cId="3468524003" sldId="2147482158"/>
            <ac:spMk id="56" creationId="{BD2536B0-4CA2-4C9C-83E2-004C82ACEEBD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4.055" v="1668" actId="478"/>
          <ac:spMkLst>
            <pc:docMk/>
            <pc:sldMk cId="3468524003" sldId="2147482158"/>
            <ac:spMk id="57" creationId="{72B4B8DE-4249-4EBB-93DC-B1874308B85D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4.055" v="1668" actId="478"/>
          <ac:spMkLst>
            <pc:docMk/>
            <pc:sldMk cId="3468524003" sldId="2147482158"/>
            <ac:spMk id="58" creationId="{E419001E-E97D-4CE2-A912-8FB51012A1C4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4.377" v="1669"/>
          <ac:spMkLst>
            <pc:docMk/>
            <pc:sldMk cId="3468524003" sldId="2147482158"/>
            <ac:spMk id="60" creationId="{50539BB2-33F6-4781-A4D4-0F2A0CEAE044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4.377" v="1669"/>
          <ac:spMkLst>
            <pc:docMk/>
            <pc:sldMk cId="3468524003" sldId="2147482158"/>
            <ac:spMk id="61" creationId="{2592D422-874A-4C42-BF75-AC9B50D2B4A1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4.377" v="1669"/>
          <ac:spMkLst>
            <pc:docMk/>
            <pc:sldMk cId="3468524003" sldId="2147482158"/>
            <ac:spMk id="62" creationId="{629B7401-FD04-493A-AD7B-8DC30F433593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4.377" v="1669"/>
          <ac:spMkLst>
            <pc:docMk/>
            <pc:sldMk cId="3468524003" sldId="2147482158"/>
            <ac:spMk id="63" creationId="{F9F7AF82-6439-4744-BE50-DFC8FBF13BF7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4.377" v="1669"/>
          <ac:spMkLst>
            <pc:docMk/>
            <pc:sldMk cId="3468524003" sldId="2147482158"/>
            <ac:spMk id="64" creationId="{43900B7E-9FDB-4CD3-90F7-9AC263CA435E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4.377" v="1669"/>
          <ac:spMkLst>
            <pc:docMk/>
            <pc:sldMk cId="3468524003" sldId="2147482158"/>
            <ac:spMk id="65" creationId="{85B27864-3170-419C-BC21-3FF467125A2C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4.377" v="1669"/>
          <ac:spMkLst>
            <pc:docMk/>
            <pc:sldMk cId="3468524003" sldId="2147482158"/>
            <ac:spMk id="66" creationId="{CC76EF42-A66C-476E-8390-EAA9ECA2200B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4.377" v="1669"/>
          <ac:spMkLst>
            <pc:docMk/>
            <pc:sldMk cId="3468524003" sldId="2147482158"/>
            <ac:spMk id="67" creationId="{53521E69-6EF1-4540-A186-0AF0C8A5668A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4.377" v="1669"/>
          <ac:spMkLst>
            <pc:docMk/>
            <pc:sldMk cId="3468524003" sldId="2147482158"/>
            <ac:spMk id="68" creationId="{0902E740-9280-415C-9EDC-C99F438EFC99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4.377" v="1669"/>
          <ac:spMkLst>
            <pc:docMk/>
            <pc:sldMk cId="3468524003" sldId="2147482158"/>
            <ac:spMk id="69" creationId="{A73AD176-C66B-4808-AA30-6F5D59221AE5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4.377" v="1669"/>
          <ac:spMkLst>
            <pc:docMk/>
            <pc:sldMk cId="3468524003" sldId="2147482158"/>
            <ac:spMk id="70" creationId="{2E7BAFAF-893D-495F-B44E-009D4554128F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4.377" v="1669"/>
          <ac:spMkLst>
            <pc:docMk/>
            <pc:sldMk cId="3468524003" sldId="2147482158"/>
            <ac:spMk id="71" creationId="{BE3FACBE-48DB-459F-97FC-2C9A5C6BECB0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4.377" v="1669"/>
          <ac:spMkLst>
            <pc:docMk/>
            <pc:sldMk cId="3468524003" sldId="2147482158"/>
            <ac:spMk id="72" creationId="{76C2268D-3C14-4AA1-AF7D-2FC4AF1A1629}"/>
          </ac:spMkLst>
        </pc:spChg>
        <pc:graphicFrameChg chg="add del modGraphic">
          <ac:chgData name="김지원(JIWON KIM)[jiwonkim]/사원/제조DX.제조DX솔루션.롤맵기술팀" userId="943d6483-24ce-443d-b7b2-0672c51f7cc5" providerId="ADAL" clId="{BCCFB401-F3C9-4984-BAD1-9BFCA5A55A73}" dt="2025-11-26T02:15:29.643" v="1624" actId="478"/>
          <ac:graphicFrameMkLst>
            <pc:docMk/>
            <pc:sldMk cId="3468524003" sldId="2147482158"/>
            <ac:graphicFrameMk id="17" creationId="{0086F0CD-55AF-4CB6-830E-9F1C6A5ED4F3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BCCFB401-F3C9-4984-BAD1-9BFCA5A55A73}" dt="2025-11-26T01:51:28.017" v="74" actId="478"/>
          <ac:graphicFrameMkLst>
            <pc:docMk/>
            <pc:sldMk cId="3468524003" sldId="2147482158"/>
            <ac:graphicFrameMk id="19" creationId="{BBA4D3A6-B372-42DE-9842-8CC4E02BD613}"/>
          </ac:graphicFrameMkLst>
        </pc:graphicFrameChg>
        <pc:graphicFrameChg chg="mod modGraphic">
          <ac:chgData name="김지원(JIWON KIM)[jiwonkim]/사원/제조DX.제조DX솔루션.롤맵기술팀" userId="943d6483-24ce-443d-b7b2-0672c51f7cc5" providerId="ADAL" clId="{BCCFB401-F3C9-4984-BAD1-9BFCA5A55A73}" dt="2025-11-26T02:22:40.648" v="1643" actId="207"/>
          <ac:graphicFrameMkLst>
            <pc:docMk/>
            <pc:sldMk cId="3468524003" sldId="2147482158"/>
            <ac:graphicFrameMk id="30" creationId="{FD723AF4-8C6A-45D2-91AF-E831F6E1C5CD}"/>
          </ac:graphicFrameMkLst>
        </pc:graphicFrameChg>
        <pc:graphicFrameChg chg="add del">
          <ac:chgData name="김지원(JIWON KIM)[jiwonkim]/사원/제조DX.제조DX솔루션.롤맵기술팀" userId="943d6483-24ce-443d-b7b2-0672c51f7cc5" providerId="ADAL" clId="{BCCFB401-F3C9-4984-BAD1-9BFCA5A55A73}" dt="2025-11-26T02:25:34.055" v="1668" actId="478"/>
          <ac:graphicFrameMkLst>
            <pc:docMk/>
            <pc:sldMk cId="3468524003" sldId="2147482158"/>
            <ac:graphicFrameMk id="33" creationId="{FC556F2A-411C-46DC-B929-84C55C676396}"/>
          </ac:graphicFrameMkLst>
        </pc:graphicFrameChg>
        <pc:graphicFrameChg chg="add">
          <ac:chgData name="김지원(JIWON KIM)[jiwonkim]/사원/제조DX.제조DX솔루션.롤맵기술팀" userId="943d6483-24ce-443d-b7b2-0672c51f7cc5" providerId="ADAL" clId="{BCCFB401-F3C9-4984-BAD1-9BFCA5A55A73}" dt="2025-11-26T02:25:34.377" v="1669"/>
          <ac:graphicFrameMkLst>
            <pc:docMk/>
            <pc:sldMk cId="3468524003" sldId="2147482158"/>
            <ac:graphicFrameMk id="59" creationId="{3264E41B-0111-4A50-8165-2F7834A1A1CA}"/>
          </ac:graphicFrameMkLst>
        </pc:graphicFrameChg>
      </pc:sldChg>
      <pc:sldChg chg="addSp delSp modSp">
        <pc:chgData name="김지원(JIWON KIM)[jiwonkim]/사원/제조DX.제조DX솔루션.롤맵기술팀" userId="943d6483-24ce-443d-b7b2-0672c51f7cc5" providerId="ADAL" clId="{BCCFB401-F3C9-4984-BAD1-9BFCA5A55A73}" dt="2025-11-26T02:25:37.739" v="1671"/>
        <pc:sldMkLst>
          <pc:docMk/>
          <pc:sldMk cId="3982393149" sldId="2147482159"/>
        </pc:sldMkLst>
        <pc:spChg chg="add del">
          <ac:chgData name="김지원(JIWON KIM)[jiwonkim]/사원/제조DX.제조DX솔루션.롤맵기술팀" userId="943d6483-24ce-443d-b7b2-0672c51f7cc5" providerId="ADAL" clId="{BCCFB401-F3C9-4984-BAD1-9BFCA5A55A73}" dt="2025-11-26T02:15:33.139" v="1626" actId="478"/>
          <ac:spMkLst>
            <pc:docMk/>
            <pc:sldMk cId="3982393149" sldId="2147482159"/>
            <ac:spMk id="18" creationId="{196B884B-755A-429B-ABE5-3331F0C39CE4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33.139" v="1626" actId="478"/>
          <ac:spMkLst>
            <pc:docMk/>
            <pc:sldMk cId="3982393149" sldId="2147482159"/>
            <ac:spMk id="20" creationId="{1A0AA699-D05D-4A76-9C48-16D3DA4E6E3B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33.139" v="1626" actId="478"/>
          <ac:spMkLst>
            <pc:docMk/>
            <pc:sldMk cId="3982393149" sldId="2147482159"/>
            <ac:spMk id="21" creationId="{1A6FFBCA-4E15-4B3C-8D72-1C193E5573D0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33.139" v="1626" actId="478"/>
          <ac:spMkLst>
            <pc:docMk/>
            <pc:sldMk cId="3982393149" sldId="2147482159"/>
            <ac:spMk id="22" creationId="{579BCED2-6786-4362-BDFB-604C176D5E9B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33.139" v="1626" actId="478"/>
          <ac:spMkLst>
            <pc:docMk/>
            <pc:sldMk cId="3982393149" sldId="2147482159"/>
            <ac:spMk id="23" creationId="{8A8FE8D9-9090-440F-8601-0C6F388F5E9A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33.139" v="1626" actId="478"/>
          <ac:spMkLst>
            <pc:docMk/>
            <pc:sldMk cId="3982393149" sldId="2147482159"/>
            <ac:spMk id="24" creationId="{D982C86A-B0C2-46EB-B438-DA2A92FB7440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33.139" v="1626" actId="478"/>
          <ac:spMkLst>
            <pc:docMk/>
            <pc:sldMk cId="3982393149" sldId="2147482159"/>
            <ac:spMk id="25" creationId="{29142B88-F571-4272-8454-18C0E2D2F712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33.139" v="1626" actId="478"/>
          <ac:spMkLst>
            <pc:docMk/>
            <pc:sldMk cId="3982393149" sldId="2147482159"/>
            <ac:spMk id="26" creationId="{1F3AD538-DFDA-416E-B2A9-F60066FF6B51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33.139" v="1626" actId="478"/>
          <ac:spMkLst>
            <pc:docMk/>
            <pc:sldMk cId="3982393149" sldId="2147482159"/>
            <ac:spMk id="27" creationId="{A4F4419F-ABB0-4531-9BCD-7E995A64D65F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33.139" v="1626" actId="478"/>
          <ac:spMkLst>
            <pc:docMk/>
            <pc:sldMk cId="3982393149" sldId="2147482159"/>
            <ac:spMk id="28" creationId="{35614B7F-AB30-4143-9343-482FF9D976A8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33.139" v="1626" actId="478"/>
          <ac:spMkLst>
            <pc:docMk/>
            <pc:sldMk cId="3982393149" sldId="2147482159"/>
            <ac:spMk id="29" creationId="{C19C827A-2B20-4BAD-AB10-2D00D7F98DEF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33.139" v="1626" actId="478"/>
          <ac:spMkLst>
            <pc:docMk/>
            <pc:sldMk cId="3982393149" sldId="2147482159"/>
            <ac:spMk id="31" creationId="{951C9737-A0B6-4523-A624-D20D08565E62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33.139" v="1626" actId="478"/>
          <ac:spMkLst>
            <pc:docMk/>
            <pc:sldMk cId="3982393149" sldId="2147482159"/>
            <ac:spMk id="32" creationId="{8F6EA497-76B2-4BAC-B75C-F0A408F89E35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31.393" v="76" actId="478"/>
          <ac:spMkLst>
            <pc:docMk/>
            <pc:sldMk cId="3982393149" sldId="2147482159"/>
            <ac:spMk id="34" creationId="{DCEBD6E5-3531-4122-931E-415565B19FCD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31.393" v="76" actId="478"/>
          <ac:spMkLst>
            <pc:docMk/>
            <pc:sldMk cId="3982393149" sldId="2147482159"/>
            <ac:spMk id="35" creationId="{52ECBC64-DC1B-41E7-8945-79B6DA32AB1E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31.393" v="76" actId="478"/>
          <ac:spMkLst>
            <pc:docMk/>
            <pc:sldMk cId="3982393149" sldId="2147482159"/>
            <ac:spMk id="36" creationId="{E406D84D-7FD6-4F51-A7C9-EB19548FD182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31.393" v="76" actId="478"/>
          <ac:spMkLst>
            <pc:docMk/>
            <pc:sldMk cId="3982393149" sldId="2147482159"/>
            <ac:spMk id="37" creationId="{EA978A3C-5ACF-4D86-B282-F9AFDFE784AF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31.393" v="76" actId="478"/>
          <ac:spMkLst>
            <pc:docMk/>
            <pc:sldMk cId="3982393149" sldId="2147482159"/>
            <ac:spMk id="38" creationId="{C027D5EB-18AC-4653-836A-A74785F5BE7D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31.393" v="76" actId="478"/>
          <ac:spMkLst>
            <pc:docMk/>
            <pc:sldMk cId="3982393149" sldId="2147482159"/>
            <ac:spMk id="39" creationId="{890B748F-F946-434F-8880-98400CD56148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31.393" v="76" actId="478"/>
          <ac:spMkLst>
            <pc:docMk/>
            <pc:sldMk cId="3982393149" sldId="2147482159"/>
            <ac:spMk id="40" creationId="{6B71B4B9-A6A5-451D-ABFD-723B6F02E26B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31.393" v="76" actId="478"/>
          <ac:spMkLst>
            <pc:docMk/>
            <pc:sldMk cId="3982393149" sldId="2147482159"/>
            <ac:spMk id="41" creationId="{9A806E09-44A2-404F-BE95-919F43665C10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31.393" v="76" actId="478"/>
          <ac:spMkLst>
            <pc:docMk/>
            <pc:sldMk cId="3982393149" sldId="2147482159"/>
            <ac:spMk id="42" creationId="{79D241FC-F10B-411B-8874-165BB61AD3E2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31.393" v="76" actId="478"/>
          <ac:spMkLst>
            <pc:docMk/>
            <pc:sldMk cId="3982393149" sldId="2147482159"/>
            <ac:spMk id="43" creationId="{0B6A3293-E989-49F3-B7DD-E701C88F912B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31.393" v="76" actId="478"/>
          <ac:spMkLst>
            <pc:docMk/>
            <pc:sldMk cId="3982393149" sldId="2147482159"/>
            <ac:spMk id="44" creationId="{07140A63-9704-404B-B441-C400D869ECA9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31.393" v="76" actId="478"/>
          <ac:spMkLst>
            <pc:docMk/>
            <pc:sldMk cId="3982393149" sldId="2147482159"/>
            <ac:spMk id="45" creationId="{F26CA6BB-CFBB-41DF-B168-EFE62FD0EBAE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7.479" v="1670" actId="478"/>
          <ac:spMkLst>
            <pc:docMk/>
            <pc:sldMk cId="3982393149" sldId="2147482159"/>
            <ac:spMk id="46" creationId="{391449C1-DCD9-466F-A4E2-F0A2D63A9C0C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7.479" v="1670" actId="478"/>
          <ac:spMkLst>
            <pc:docMk/>
            <pc:sldMk cId="3982393149" sldId="2147482159"/>
            <ac:spMk id="47" creationId="{5040A71B-EC35-4F20-BB27-A55245104A53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7.479" v="1670" actId="478"/>
          <ac:spMkLst>
            <pc:docMk/>
            <pc:sldMk cId="3982393149" sldId="2147482159"/>
            <ac:spMk id="48" creationId="{90008692-82AD-40AA-A5C3-1285EB7FAD87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7.479" v="1670" actId="478"/>
          <ac:spMkLst>
            <pc:docMk/>
            <pc:sldMk cId="3982393149" sldId="2147482159"/>
            <ac:spMk id="49" creationId="{39F0999D-4BD1-45CB-A90B-55CFDC1D97B6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7.479" v="1670" actId="478"/>
          <ac:spMkLst>
            <pc:docMk/>
            <pc:sldMk cId="3982393149" sldId="2147482159"/>
            <ac:spMk id="50" creationId="{542F780B-9325-4BB9-A0C9-E4DFCBFD3F96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7.479" v="1670" actId="478"/>
          <ac:spMkLst>
            <pc:docMk/>
            <pc:sldMk cId="3982393149" sldId="2147482159"/>
            <ac:spMk id="51" creationId="{F052F4CB-A159-4F5D-B7DB-917BE4E22F95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7.479" v="1670" actId="478"/>
          <ac:spMkLst>
            <pc:docMk/>
            <pc:sldMk cId="3982393149" sldId="2147482159"/>
            <ac:spMk id="52" creationId="{AD0F92B8-A9BA-430A-8166-F89FB828B929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7.479" v="1670" actId="478"/>
          <ac:spMkLst>
            <pc:docMk/>
            <pc:sldMk cId="3982393149" sldId="2147482159"/>
            <ac:spMk id="53" creationId="{75092FCF-400F-49D4-8D07-9B99BF2302E4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7.479" v="1670" actId="478"/>
          <ac:spMkLst>
            <pc:docMk/>
            <pc:sldMk cId="3982393149" sldId="2147482159"/>
            <ac:spMk id="54" creationId="{F7C066DE-E746-4E47-8B68-4B0A229DA6D2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7.479" v="1670" actId="478"/>
          <ac:spMkLst>
            <pc:docMk/>
            <pc:sldMk cId="3982393149" sldId="2147482159"/>
            <ac:spMk id="55" creationId="{AEB14BCC-9419-436D-B8DD-2874F165639D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7.479" v="1670" actId="478"/>
          <ac:spMkLst>
            <pc:docMk/>
            <pc:sldMk cId="3982393149" sldId="2147482159"/>
            <ac:spMk id="56" creationId="{EB4DD53E-C475-405D-AF18-12CE7FC7B8ED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7.479" v="1670" actId="478"/>
          <ac:spMkLst>
            <pc:docMk/>
            <pc:sldMk cId="3982393149" sldId="2147482159"/>
            <ac:spMk id="57" creationId="{1E391913-1A09-4021-8E39-026F7D717B39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37.479" v="1670" actId="478"/>
          <ac:spMkLst>
            <pc:docMk/>
            <pc:sldMk cId="3982393149" sldId="2147482159"/>
            <ac:spMk id="58" creationId="{7F41E6BC-60FC-4227-8551-B4370A2236F1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7.739" v="1671"/>
          <ac:spMkLst>
            <pc:docMk/>
            <pc:sldMk cId="3982393149" sldId="2147482159"/>
            <ac:spMk id="60" creationId="{7125F966-A49E-44AB-8A7B-1D47C21608ED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7.739" v="1671"/>
          <ac:spMkLst>
            <pc:docMk/>
            <pc:sldMk cId="3982393149" sldId="2147482159"/>
            <ac:spMk id="61" creationId="{1F056155-271D-4B23-8D74-AD7B3D052B06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7.739" v="1671"/>
          <ac:spMkLst>
            <pc:docMk/>
            <pc:sldMk cId="3982393149" sldId="2147482159"/>
            <ac:spMk id="62" creationId="{B7EC2CD0-2D2C-4AC8-9EA6-0D4179FEB249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7.739" v="1671"/>
          <ac:spMkLst>
            <pc:docMk/>
            <pc:sldMk cId="3982393149" sldId="2147482159"/>
            <ac:spMk id="63" creationId="{561BE8F0-36BD-4E01-A06E-7DDEFFD0DFDE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7.739" v="1671"/>
          <ac:spMkLst>
            <pc:docMk/>
            <pc:sldMk cId="3982393149" sldId="2147482159"/>
            <ac:spMk id="64" creationId="{70E8C59F-5BB0-4CEE-8D9D-7F89097618C7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7.739" v="1671"/>
          <ac:spMkLst>
            <pc:docMk/>
            <pc:sldMk cId="3982393149" sldId="2147482159"/>
            <ac:spMk id="65" creationId="{8A42B164-E35E-4D8D-BBB7-AC23C75D6C6F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7.739" v="1671"/>
          <ac:spMkLst>
            <pc:docMk/>
            <pc:sldMk cId="3982393149" sldId="2147482159"/>
            <ac:spMk id="66" creationId="{34ED5A12-031A-42F8-99DC-BE8E0E838799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7.739" v="1671"/>
          <ac:spMkLst>
            <pc:docMk/>
            <pc:sldMk cId="3982393149" sldId="2147482159"/>
            <ac:spMk id="67" creationId="{BE93182D-98EC-4A2F-A075-5D2C694AECD3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7.739" v="1671"/>
          <ac:spMkLst>
            <pc:docMk/>
            <pc:sldMk cId="3982393149" sldId="2147482159"/>
            <ac:spMk id="68" creationId="{E811094E-ACF7-4749-A089-46BE40892EF1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7.739" v="1671"/>
          <ac:spMkLst>
            <pc:docMk/>
            <pc:sldMk cId="3982393149" sldId="2147482159"/>
            <ac:spMk id="69" creationId="{EC0E4063-32D9-4671-BB12-B16E26E00F47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7.739" v="1671"/>
          <ac:spMkLst>
            <pc:docMk/>
            <pc:sldMk cId="3982393149" sldId="2147482159"/>
            <ac:spMk id="70" creationId="{AE4E590D-5C61-4D3C-81EF-9DDD0CA69F38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7.739" v="1671"/>
          <ac:spMkLst>
            <pc:docMk/>
            <pc:sldMk cId="3982393149" sldId="2147482159"/>
            <ac:spMk id="71" creationId="{2E6D5015-3B1D-4ADE-8B7C-529EB94B6AD6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37.739" v="1671"/>
          <ac:spMkLst>
            <pc:docMk/>
            <pc:sldMk cId="3982393149" sldId="2147482159"/>
            <ac:spMk id="72" creationId="{B8FC207E-E53B-4CF4-96A4-42C3944EDA02}"/>
          </ac:spMkLst>
        </pc:spChg>
        <pc:graphicFrameChg chg="add del">
          <ac:chgData name="김지원(JIWON KIM)[jiwonkim]/사원/제조DX.제조DX솔루션.롤맵기술팀" userId="943d6483-24ce-443d-b7b2-0672c51f7cc5" providerId="ADAL" clId="{BCCFB401-F3C9-4984-BAD1-9BFCA5A55A73}" dt="2025-11-26T02:15:33.139" v="1626" actId="478"/>
          <ac:graphicFrameMkLst>
            <pc:docMk/>
            <pc:sldMk cId="3982393149" sldId="2147482159"/>
            <ac:graphicFrameMk id="17" creationId="{01E1266E-289B-4C36-8A09-82BF9C2B3AE0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BCCFB401-F3C9-4984-BAD1-9BFCA5A55A73}" dt="2025-11-26T01:51:31.393" v="76" actId="478"/>
          <ac:graphicFrameMkLst>
            <pc:docMk/>
            <pc:sldMk cId="3982393149" sldId="2147482159"/>
            <ac:graphicFrameMk id="19" creationId="{9C1806C0-446E-47C8-944A-06A94EA73D8F}"/>
          </ac:graphicFrameMkLst>
        </pc:graphicFrameChg>
        <pc:graphicFrameChg chg="mod modGraphic">
          <ac:chgData name="김지원(JIWON KIM)[jiwonkim]/사원/제조DX.제조DX솔루션.롤맵기술팀" userId="943d6483-24ce-443d-b7b2-0672c51f7cc5" providerId="ADAL" clId="{BCCFB401-F3C9-4984-BAD1-9BFCA5A55A73}" dt="2025-11-26T02:15:59.701" v="1632" actId="207"/>
          <ac:graphicFrameMkLst>
            <pc:docMk/>
            <pc:sldMk cId="3982393149" sldId="2147482159"/>
            <ac:graphicFrameMk id="30" creationId="{FD723AF4-8C6A-45D2-91AF-E831F6E1C5CD}"/>
          </ac:graphicFrameMkLst>
        </pc:graphicFrameChg>
        <pc:graphicFrameChg chg="add del">
          <ac:chgData name="김지원(JIWON KIM)[jiwonkim]/사원/제조DX.제조DX솔루션.롤맵기술팀" userId="943d6483-24ce-443d-b7b2-0672c51f7cc5" providerId="ADAL" clId="{BCCFB401-F3C9-4984-BAD1-9BFCA5A55A73}" dt="2025-11-26T02:25:37.479" v="1670" actId="478"/>
          <ac:graphicFrameMkLst>
            <pc:docMk/>
            <pc:sldMk cId="3982393149" sldId="2147482159"/>
            <ac:graphicFrameMk id="33" creationId="{157581B8-1F72-44E3-A710-9390C3E366A4}"/>
          </ac:graphicFrameMkLst>
        </pc:graphicFrameChg>
        <pc:graphicFrameChg chg="add">
          <ac:chgData name="김지원(JIWON KIM)[jiwonkim]/사원/제조DX.제조DX솔루션.롤맵기술팀" userId="943d6483-24ce-443d-b7b2-0672c51f7cc5" providerId="ADAL" clId="{BCCFB401-F3C9-4984-BAD1-9BFCA5A55A73}" dt="2025-11-26T02:25:37.739" v="1671"/>
          <ac:graphicFrameMkLst>
            <pc:docMk/>
            <pc:sldMk cId="3982393149" sldId="2147482159"/>
            <ac:graphicFrameMk id="59" creationId="{B7D712C6-35F8-4B25-878E-42A94EC3610E}"/>
          </ac:graphicFrameMkLst>
        </pc:graphicFrameChg>
      </pc:sldChg>
      <pc:sldChg chg="addSp delSp">
        <pc:chgData name="김지원(JIWON KIM)[jiwonkim]/사원/제조DX.제조DX솔루션.롤맵기술팀" userId="943d6483-24ce-443d-b7b2-0672c51f7cc5" providerId="ADAL" clId="{BCCFB401-F3C9-4984-BAD1-9BFCA5A55A73}" dt="2025-11-26T02:25:41.198" v="1673"/>
        <pc:sldMkLst>
          <pc:docMk/>
          <pc:sldMk cId="4127400384" sldId="2147482160"/>
        </pc:sldMkLst>
        <pc:spChg chg="add del">
          <ac:chgData name="김지원(JIWON KIM)[jiwonkim]/사원/제조DX.제조DX솔루션.롤맵기술팀" userId="943d6483-24ce-443d-b7b2-0672c51f7cc5" providerId="ADAL" clId="{BCCFB401-F3C9-4984-BAD1-9BFCA5A55A73}" dt="2025-11-26T02:15:36.276" v="1628" actId="478"/>
          <ac:spMkLst>
            <pc:docMk/>
            <pc:sldMk cId="4127400384" sldId="2147482160"/>
            <ac:spMk id="17" creationId="{2354CA63-585F-4168-8CCB-50F19B22F9BC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36.276" v="1628" actId="478"/>
          <ac:spMkLst>
            <pc:docMk/>
            <pc:sldMk cId="4127400384" sldId="2147482160"/>
            <ac:spMk id="19" creationId="{6BF6C878-C4F7-4C70-A8F7-D1332E890655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36.276" v="1628" actId="478"/>
          <ac:spMkLst>
            <pc:docMk/>
            <pc:sldMk cId="4127400384" sldId="2147482160"/>
            <ac:spMk id="20" creationId="{F55EBBEC-DD26-47B3-942C-F1C6E96CAC7D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36.276" v="1628" actId="478"/>
          <ac:spMkLst>
            <pc:docMk/>
            <pc:sldMk cId="4127400384" sldId="2147482160"/>
            <ac:spMk id="21" creationId="{DCE8CD01-2463-47CB-AC5A-0740100E5003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36.276" v="1628" actId="478"/>
          <ac:spMkLst>
            <pc:docMk/>
            <pc:sldMk cId="4127400384" sldId="2147482160"/>
            <ac:spMk id="23" creationId="{DD9FE94B-A69F-49A7-B2BE-7B481EA5F14B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36.276" v="1628" actId="478"/>
          <ac:spMkLst>
            <pc:docMk/>
            <pc:sldMk cId="4127400384" sldId="2147482160"/>
            <ac:spMk id="24" creationId="{891E43E4-2C20-4082-A14A-C75DA9C34547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36.276" v="1628" actId="478"/>
          <ac:spMkLst>
            <pc:docMk/>
            <pc:sldMk cId="4127400384" sldId="2147482160"/>
            <ac:spMk id="25" creationId="{78BC7E93-8936-4A39-85C5-0AFE29AD8B73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36.276" v="1628" actId="478"/>
          <ac:spMkLst>
            <pc:docMk/>
            <pc:sldMk cId="4127400384" sldId="2147482160"/>
            <ac:spMk id="26" creationId="{6ACDC8A6-FF55-494D-8C15-AAFE0A92F91C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36.276" v="1628" actId="478"/>
          <ac:spMkLst>
            <pc:docMk/>
            <pc:sldMk cId="4127400384" sldId="2147482160"/>
            <ac:spMk id="27" creationId="{40DB7E1C-3F71-4BC1-B2F2-5CBA0947FE2A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36.276" v="1628" actId="478"/>
          <ac:spMkLst>
            <pc:docMk/>
            <pc:sldMk cId="4127400384" sldId="2147482160"/>
            <ac:spMk id="28" creationId="{F7CA7C15-A29D-45A7-8849-6C907423C652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36.276" v="1628" actId="478"/>
          <ac:spMkLst>
            <pc:docMk/>
            <pc:sldMk cId="4127400384" sldId="2147482160"/>
            <ac:spMk id="29" creationId="{6BA3AED1-D5BB-44D1-89AA-9504806F1E10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36.276" v="1628" actId="478"/>
          <ac:spMkLst>
            <pc:docMk/>
            <pc:sldMk cId="4127400384" sldId="2147482160"/>
            <ac:spMk id="30" creationId="{C2A8FEAE-C302-4652-B0D9-44F36639B337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15:36.276" v="1628" actId="478"/>
          <ac:spMkLst>
            <pc:docMk/>
            <pc:sldMk cId="4127400384" sldId="2147482160"/>
            <ac:spMk id="31" creationId="{39AF7B9B-73A2-49E7-A199-D0DF46DECC5E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34.763" v="78" actId="478"/>
          <ac:spMkLst>
            <pc:docMk/>
            <pc:sldMk cId="4127400384" sldId="2147482160"/>
            <ac:spMk id="33" creationId="{6281B241-4976-46E0-B101-A6A3800D8C97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34.763" v="78" actId="478"/>
          <ac:spMkLst>
            <pc:docMk/>
            <pc:sldMk cId="4127400384" sldId="2147482160"/>
            <ac:spMk id="34" creationId="{32370B73-81EB-4EEA-83E7-CD0A2E929264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34.763" v="78" actId="478"/>
          <ac:spMkLst>
            <pc:docMk/>
            <pc:sldMk cId="4127400384" sldId="2147482160"/>
            <ac:spMk id="35" creationId="{BFD38F5E-D922-4611-A6B4-2F0746A095DA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34.763" v="78" actId="478"/>
          <ac:spMkLst>
            <pc:docMk/>
            <pc:sldMk cId="4127400384" sldId="2147482160"/>
            <ac:spMk id="36" creationId="{35744925-6EEA-4C24-969E-F1275C4EE9BD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34.763" v="78" actId="478"/>
          <ac:spMkLst>
            <pc:docMk/>
            <pc:sldMk cId="4127400384" sldId="2147482160"/>
            <ac:spMk id="37" creationId="{4C72F5BF-6F35-4437-85BA-E4EC552EE7FA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34.763" v="78" actId="478"/>
          <ac:spMkLst>
            <pc:docMk/>
            <pc:sldMk cId="4127400384" sldId="2147482160"/>
            <ac:spMk id="38" creationId="{845EF87E-568F-4ABA-A86E-9DDC1FBE33B2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34.763" v="78" actId="478"/>
          <ac:spMkLst>
            <pc:docMk/>
            <pc:sldMk cId="4127400384" sldId="2147482160"/>
            <ac:spMk id="39" creationId="{9065B68D-B345-4963-A207-B461CECEECD9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34.763" v="78" actId="478"/>
          <ac:spMkLst>
            <pc:docMk/>
            <pc:sldMk cId="4127400384" sldId="2147482160"/>
            <ac:spMk id="40" creationId="{E37F9F09-429D-4902-BAB3-A23C2E6DB74E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34.763" v="78" actId="478"/>
          <ac:spMkLst>
            <pc:docMk/>
            <pc:sldMk cId="4127400384" sldId="2147482160"/>
            <ac:spMk id="41" creationId="{AE9E1501-4B91-47E4-B9AF-1ABFF723E989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34.763" v="78" actId="478"/>
          <ac:spMkLst>
            <pc:docMk/>
            <pc:sldMk cId="4127400384" sldId="2147482160"/>
            <ac:spMk id="42" creationId="{3F0F6BF4-5125-4575-A2BC-DE9369200614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34.763" v="78" actId="478"/>
          <ac:spMkLst>
            <pc:docMk/>
            <pc:sldMk cId="4127400384" sldId="2147482160"/>
            <ac:spMk id="43" creationId="{307EE009-2428-4B7D-A5B3-18BFBED2E165}"/>
          </ac:spMkLst>
        </pc:spChg>
        <pc:spChg chg="del">
          <ac:chgData name="김지원(JIWON KIM)[jiwonkim]/사원/제조DX.제조DX솔루션.롤맵기술팀" userId="943d6483-24ce-443d-b7b2-0672c51f7cc5" providerId="ADAL" clId="{BCCFB401-F3C9-4984-BAD1-9BFCA5A55A73}" dt="2025-11-26T01:51:34.763" v="78" actId="478"/>
          <ac:spMkLst>
            <pc:docMk/>
            <pc:sldMk cId="4127400384" sldId="2147482160"/>
            <ac:spMk id="44" creationId="{2555D703-32E2-480E-9679-ADF3515DE325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40.924" v="1672" actId="478"/>
          <ac:spMkLst>
            <pc:docMk/>
            <pc:sldMk cId="4127400384" sldId="2147482160"/>
            <ac:spMk id="45" creationId="{59964B8B-0C4E-41B7-AF74-F7D526D7EB23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40.924" v="1672" actId="478"/>
          <ac:spMkLst>
            <pc:docMk/>
            <pc:sldMk cId="4127400384" sldId="2147482160"/>
            <ac:spMk id="46" creationId="{9394F4F8-882A-4766-A488-AF0902F1A89D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40.924" v="1672" actId="478"/>
          <ac:spMkLst>
            <pc:docMk/>
            <pc:sldMk cId="4127400384" sldId="2147482160"/>
            <ac:spMk id="47" creationId="{07524622-7E83-402F-9449-19E58BF22E1F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40.924" v="1672" actId="478"/>
          <ac:spMkLst>
            <pc:docMk/>
            <pc:sldMk cId="4127400384" sldId="2147482160"/>
            <ac:spMk id="48" creationId="{57167092-9F76-421D-930D-FEAF649506F4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40.924" v="1672" actId="478"/>
          <ac:spMkLst>
            <pc:docMk/>
            <pc:sldMk cId="4127400384" sldId="2147482160"/>
            <ac:spMk id="49" creationId="{EB0D089E-C04A-4E34-B844-DBC8DB49ECF1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40.924" v="1672" actId="478"/>
          <ac:spMkLst>
            <pc:docMk/>
            <pc:sldMk cId="4127400384" sldId="2147482160"/>
            <ac:spMk id="50" creationId="{DC30E1D8-7AD6-43ED-8948-0A51793EEFF3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40.924" v="1672" actId="478"/>
          <ac:spMkLst>
            <pc:docMk/>
            <pc:sldMk cId="4127400384" sldId="2147482160"/>
            <ac:spMk id="51" creationId="{81985AF5-288D-49A8-A5C7-7A9A20C4E5A4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40.924" v="1672" actId="478"/>
          <ac:spMkLst>
            <pc:docMk/>
            <pc:sldMk cId="4127400384" sldId="2147482160"/>
            <ac:spMk id="52" creationId="{7EE20446-2833-4DED-9920-4EF1ACBFFC01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40.924" v="1672" actId="478"/>
          <ac:spMkLst>
            <pc:docMk/>
            <pc:sldMk cId="4127400384" sldId="2147482160"/>
            <ac:spMk id="53" creationId="{38C3CDF6-326C-4FD5-9F66-3C37D8467D76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40.924" v="1672" actId="478"/>
          <ac:spMkLst>
            <pc:docMk/>
            <pc:sldMk cId="4127400384" sldId="2147482160"/>
            <ac:spMk id="54" creationId="{41B20E9D-2E91-4A55-98AB-5437E261FB60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40.924" v="1672" actId="478"/>
          <ac:spMkLst>
            <pc:docMk/>
            <pc:sldMk cId="4127400384" sldId="2147482160"/>
            <ac:spMk id="55" creationId="{8563C900-5F7B-4657-9A58-A1C751CEEE98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40.924" v="1672" actId="478"/>
          <ac:spMkLst>
            <pc:docMk/>
            <pc:sldMk cId="4127400384" sldId="2147482160"/>
            <ac:spMk id="56" creationId="{8F44ABEC-953B-4823-82C6-94305AA1642D}"/>
          </ac:spMkLst>
        </pc:spChg>
        <pc:spChg chg="add del">
          <ac:chgData name="김지원(JIWON KIM)[jiwonkim]/사원/제조DX.제조DX솔루션.롤맵기술팀" userId="943d6483-24ce-443d-b7b2-0672c51f7cc5" providerId="ADAL" clId="{BCCFB401-F3C9-4984-BAD1-9BFCA5A55A73}" dt="2025-11-26T02:25:40.924" v="1672" actId="478"/>
          <ac:spMkLst>
            <pc:docMk/>
            <pc:sldMk cId="4127400384" sldId="2147482160"/>
            <ac:spMk id="57" creationId="{248E63A0-BC3B-4B45-BDDD-1CA824C55348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41.198" v="1673"/>
          <ac:spMkLst>
            <pc:docMk/>
            <pc:sldMk cId="4127400384" sldId="2147482160"/>
            <ac:spMk id="59" creationId="{B3F7F2CB-E5A7-46AA-89FE-18A11B9F96DF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41.198" v="1673"/>
          <ac:spMkLst>
            <pc:docMk/>
            <pc:sldMk cId="4127400384" sldId="2147482160"/>
            <ac:spMk id="60" creationId="{0AFD29F7-EAE6-44C5-8D14-34D64A06CD37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41.198" v="1673"/>
          <ac:spMkLst>
            <pc:docMk/>
            <pc:sldMk cId="4127400384" sldId="2147482160"/>
            <ac:spMk id="61" creationId="{B1A7A53D-96D9-489E-9A1A-494F79586A99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41.198" v="1673"/>
          <ac:spMkLst>
            <pc:docMk/>
            <pc:sldMk cId="4127400384" sldId="2147482160"/>
            <ac:spMk id="62" creationId="{00774EC3-EFCB-4482-8CF0-60B28CA1F3B4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41.198" v="1673"/>
          <ac:spMkLst>
            <pc:docMk/>
            <pc:sldMk cId="4127400384" sldId="2147482160"/>
            <ac:spMk id="63" creationId="{B2186706-6E28-4D60-906B-E0CD7FB1EC9A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41.198" v="1673"/>
          <ac:spMkLst>
            <pc:docMk/>
            <pc:sldMk cId="4127400384" sldId="2147482160"/>
            <ac:spMk id="64" creationId="{89433F49-1DBC-42C2-9FF9-D39216AEEB92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41.198" v="1673"/>
          <ac:spMkLst>
            <pc:docMk/>
            <pc:sldMk cId="4127400384" sldId="2147482160"/>
            <ac:spMk id="65" creationId="{0203FB6B-CB86-40E9-93AB-E6C4C679B70F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41.198" v="1673"/>
          <ac:spMkLst>
            <pc:docMk/>
            <pc:sldMk cId="4127400384" sldId="2147482160"/>
            <ac:spMk id="66" creationId="{A815A989-CB1C-41AB-BD6E-D4D6F9A6C12C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41.198" v="1673"/>
          <ac:spMkLst>
            <pc:docMk/>
            <pc:sldMk cId="4127400384" sldId="2147482160"/>
            <ac:spMk id="67" creationId="{768906CF-B2D4-46CE-95BC-937B87D48225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41.198" v="1673"/>
          <ac:spMkLst>
            <pc:docMk/>
            <pc:sldMk cId="4127400384" sldId="2147482160"/>
            <ac:spMk id="68" creationId="{88CFCD40-F48C-484C-92BA-891637BA0DDB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41.198" v="1673"/>
          <ac:spMkLst>
            <pc:docMk/>
            <pc:sldMk cId="4127400384" sldId="2147482160"/>
            <ac:spMk id="69" creationId="{29443BDA-C2FB-4547-B659-1F98087D4DD2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41.198" v="1673"/>
          <ac:spMkLst>
            <pc:docMk/>
            <pc:sldMk cId="4127400384" sldId="2147482160"/>
            <ac:spMk id="70" creationId="{3F42F384-8525-4862-8173-801B00CF9F36}"/>
          </ac:spMkLst>
        </pc:spChg>
        <pc:spChg chg="add">
          <ac:chgData name="김지원(JIWON KIM)[jiwonkim]/사원/제조DX.제조DX솔루션.롤맵기술팀" userId="943d6483-24ce-443d-b7b2-0672c51f7cc5" providerId="ADAL" clId="{BCCFB401-F3C9-4984-BAD1-9BFCA5A55A73}" dt="2025-11-26T02:25:41.198" v="1673"/>
          <ac:spMkLst>
            <pc:docMk/>
            <pc:sldMk cId="4127400384" sldId="2147482160"/>
            <ac:spMk id="71" creationId="{451EFCBC-B54C-4063-9D86-7FCF19877C22}"/>
          </ac:spMkLst>
        </pc:spChg>
        <pc:graphicFrameChg chg="add del">
          <ac:chgData name="김지원(JIWON KIM)[jiwonkim]/사원/제조DX.제조DX솔루션.롤맵기술팀" userId="943d6483-24ce-443d-b7b2-0672c51f7cc5" providerId="ADAL" clId="{BCCFB401-F3C9-4984-BAD1-9BFCA5A55A73}" dt="2025-11-26T02:15:36.276" v="1628" actId="478"/>
          <ac:graphicFrameMkLst>
            <pc:docMk/>
            <pc:sldMk cId="4127400384" sldId="2147482160"/>
            <ac:graphicFrameMk id="16" creationId="{5FDE2C68-1CCE-410C-970C-3D0148CE2C3C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BCCFB401-F3C9-4984-BAD1-9BFCA5A55A73}" dt="2025-11-26T01:51:34.763" v="78" actId="478"/>
          <ac:graphicFrameMkLst>
            <pc:docMk/>
            <pc:sldMk cId="4127400384" sldId="2147482160"/>
            <ac:graphicFrameMk id="18" creationId="{D90C02AA-15F8-4E0D-BE1B-0BF9BF5A1C7F}"/>
          </ac:graphicFrameMkLst>
        </pc:graphicFrameChg>
        <pc:graphicFrameChg chg="add del">
          <ac:chgData name="김지원(JIWON KIM)[jiwonkim]/사원/제조DX.제조DX솔루션.롤맵기술팀" userId="943d6483-24ce-443d-b7b2-0672c51f7cc5" providerId="ADAL" clId="{BCCFB401-F3C9-4984-BAD1-9BFCA5A55A73}" dt="2025-11-26T02:25:40.924" v="1672" actId="478"/>
          <ac:graphicFrameMkLst>
            <pc:docMk/>
            <pc:sldMk cId="4127400384" sldId="2147482160"/>
            <ac:graphicFrameMk id="32" creationId="{FFE057CB-AEFF-44F0-A0DA-203674DF50E5}"/>
          </ac:graphicFrameMkLst>
        </pc:graphicFrameChg>
        <pc:graphicFrameChg chg="add">
          <ac:chgData name="김지원(JIWON KIM)[jiwonkim]/사원/제조DX.제조DX솔루션.롤맵기술팀" userId="943d6483-24ce-443d-b7b2-0672c51f7cc5" providerId="ADAL" clId="{BCCFB401-F3C9-4984-BAD1-9BFCA5A55A73}" dt="2025-11-26T02:25:41.198" v="1673"/>
          <ac:graphicFrameMkLst>
            <pc:docMk/>
            <pc:sldMk cId="4127400384" sldId="2147482160"/>
            <ac:graphicFrameMk id="58" creationId="{D1486B37-EB4E-4DBA-B192-32A9AE92E632}"/>
          </ac:graphicFrameMkLst>
        </pc:graphicFrameChg>
      </pc:sldChg>
    </pc:docChg>
  </pc:docChgLst>
  <pc:docChgLst>
    <pc:chgData name="홍진표(JINPYO HONG)[jphong30]/사원/제조DX.제조DX솔루션.데이터통합분석팀" userId="S::jphong30@lgensol.com::e81a1c56-9779-419d-942e-8803f0d0cdcc" providerId="AD" clId="Web-{8E23CF09-C601-4D74-83F9-ABBEB54308CC}"/>
    <pc:docChg chg="modSld">
      <pc:chgData name="홍진표(JINPYO HONG)[jphong30]/사원/제조DX.제조DX솔루션.데이터통합분석팀" userId="S::jphong30@lgensol.com::e81a1c56-9779-419d-942e-8803f0d0cdcc" providerId="AD" clId="Web-{8E23CF09-C601-4D74-83F9-ABBEB54308CC}" dt="2025-10-22T04:57:33.158" v="3"/>
      <pc:docMkLst>
        <pc:docMk/>
      </pc:docMkLst>
      <pc:sldChg chg="modSp">
        <pc:chgData name="홍진표(JINPYO HONG)[jphong30]/사원/제조DX.제조DX솔루션.데이터통합분석팀" userId="S::jphong30@lgensol.com::e81a1c56-9779-419d-942e-8803f0d0cdcc" providerId="AD" clId="Web-{8E23CF09-C601-4D74-83F9-ABBEB54308CC}" dt="2025-10-22T04:57:33.158" v="3"/>
        <pc:sldMkLst>
          <pc:docMk/>
          <pc:sldMk cId="2637692209" sldId="2147482139"/>
        </pc:sldMkLst>
        <pc:graphicFrameChg chg="mod modGraphic">
          <ac:chgData name="홍진표(JINPYO HONG)[jphong30]/사원/제조DX.제조DX솔루션.데이터통합분석팀" userId="S::jphong30@lgensol.com::e81a1c56-9779-419d-942e-8803f0d0cdcc" providerId="AD" clId="Web-{8E23CF09-C601-4D74-83F9-ABBEB54308CC}" dt="2025-10-22T04:57:33.158" v="3"/>
          <ac:graphicFrameMkLst>
            <pc:docMk/>
            <pc:sldMk cId="2637692209" sldId="2147482139"/>
            <ac:graphicFrameMk id="17" creationId="{FBBB4F68-3717-4BB9-9815-D5FCD33E776E}"/>
          </ac:graphicFrameMkLst>
        </pc:graphicFrameChg>
      </pc:sldChg>
    </pc:docChg>
  </pc:docChgLst>
  <pc:docChgLst>
    <pc:chgData name="박경찬(KYOUNGCHAN PARK)[park.kc]/팀장/제조DX.제조DX솔루션.셀추적기술팀" userId="e138e4af-6173-47cb-8422-ef183f7b2c63" providerId="ADAL" clId="{E0F9C646-5B39-494D-AA67-1FB0995A2BB6}"/>
    <pc:docChg chg="custSel modSld sldOrd modSection">
      <pc:chgData name="박경찬(KYOUNGCHAN PARK)[park.kc]/팀장/제조DX.제조DX솔루션.셀추적기술팀" userId="e138e4af-6173-47cb-8422-ef183f7b2c63" providerId="ADAL" clId="{E0F9C646-5B39-494D-AA67-1FB0995A2BB6}" dt="2025-11-13T02:55:40.884" v="46" actId="20578"/>
      <pc:docMkLst>
        <pc:docMk/>
      </pc:docMkLst>
      <pc:sldChg chg="addSp delSp modSp mod ord">
        <pc:chgData name="박경찬(KYOUNGCHAN PARK)[park.kc]/팀장/제조DX.제조DX솔루션.셀추적기술팀" userId="e138e4af-6173-47cb-8422-ef183f7b2c63" providerId="ADAL" clId="{E0F9C646-5B39-494D-AA67-1FB0995A2BB6}" dt="2025-11-13T02:55:40.884" v="46" actId="20578"/>
        <pc:sldMkLst>
          <pc:docMk/>
          <pc:sldMk cId="2105941167" sldId="2117"/>
        </pc:sldMkLst>
        <pc:spChg chg="del">
          <ac:chgData name="박경찬(KYOUNGCHAN PARK)[park.kc]/팀장/제조DX.제조DX솔루션.셀추적기술팀" userId="e138e4af-6173-47cb-8422-ef183f7b2c63" providerId="ADAL" clId="{E0F9C646-5B39-494D-AA67-1FB0995A2BB6}" dt="2025-11-12T13:49:11.982" v="0" actId="478"/>
          <ac:spMkLst>
            <pc:docMk/>
            <pc:sldMk cId="2105941167" sldId="2117"/>
            <ac:spMk id="2" creationId="{4B0B48C5-67F4-BE25-D46F-CEBB70CDA475}"/>
          </ac:spMkLst>
        </pc:spChg>
        <pc:spChg chg="del">
          <ac:chgData name="박경찬(KYOUNGCHAN PARK)[park.kc]/팀장/제조DX.제조DX솔루션.셀추적기술팀" userId="e138e4af-6173-47cb-8422-ef183f7b2c63" providerId="ADAL" clId="{E0F9C646-5B39-494D-AA67-1FB0995A2BB6}" dt="2025-11-12T13:49:11.982" v="0" actId="478"/>
          <ac:spMkLst>
            <pc:docMk/>
            <pc:sldMk cId="2105941167" sldId="2117"/>
            <ac:spMk id="3" creationId="{FBF2E733-4A05-17B4-7C2E-6B67495D485A}"/>
          </ac:spMkLst>
        </pc:spChg>
        <pc:spChg chg="del">
          <ac:chgData name="박경찬(KYOUNGCHAN PARK)[park.kc]/팀장/제조DX.제조DX솔루션.셀추적기술팀" userId="e138e4af-6173-47cb-8422-ef183f7b2c63" providerId="ADAL" clId="{E0F9C646-5B39-494D-AA67-1FB0995A2BB6}" dt="2025-11-12T13:49:11.982" v="0" actId="478"/>
          <ac:spMkLst>
            <pc:docMk/>
            <pc:sldMk cId="2105941167" sldId="2117"/>
            <ac:spMk id="5" creationId="{F529C803-3635-7637-7912-1173E5062EE8}"/>
          </ac:spMkLst>
        </pc:spChg>
        <pc:spChg chg="del">
          <ac:chgData name="박경찬(KYOUNGCHAN PARK)[park.kc]/팀장/제조DX.제조DX솔루션.셀추적기술팀" userId="e138e4af-6173-47cb-8422-ef183f7b2c63" providerId="ADAL" clId="{E0F9C646-5B39-494D-AA67-1FB0995A2BB6}" dt="2025-11-12T13:49:11.982" v="0" actId="478"/>
          <ac:spMkLst>
            <pc:docMk/>
            <pc:sldMk cId="2105941167" sldId="2117"/>
            <ac:spMk id="6" creationId="{E8F7BD64-20DB-3420-D3DB-8F54451A1401}"/>
          </ac:spMkLst>
        </pc:spChg>
        <pc:spChg chg="del">
          <ac:chgData name="박경찬(KYOUNGCHAN PARK)[park.kc]/팀장/제조DX.제조DX솔루션.셀추적기술팀" userId="e138e4af-6173-47cb-8422-ef183f7b2c63" providerId="ADAL" clId="{E0F9C646-5B39-494D-AA67-1FB0995A2BB6}" dt="2025-11-12T13:49:11.982" v="0" actId="478"/>
          <ac:spMkLst>
            <pc:docMk/>
            <pc:sldMk cId="2105941167" sldId="2117"/>
            <ac:spMk id="7" creationId="{6C51B2B9-C497-DD9F-0CB9-B0733911B070}"/>
          </ac:spMkLst>
        </pc:spChg>
        <pc:spChg chg="del">
          <ac:chgData name="박경찬(KYOUNGCHAN PARK)[park.kc]/팀장/제조DX.제조DX솔루션.셀추적기술팀" userId="e138e4af-6173-47cb-8422-ef183f7b2c63" providerId="ADAL" clId="{E0F9C646-5B39-494D-AA67-1FB0995A2BB6}" dt="2025-11-12T13:49:11.982" v="0" actId="478"/>
          <ac:spMkLst>
            <pc:docMk/>
            <pc:sldMk cId="2105941167" sldId="2117"/>
            <ac:spMk id="9" creationId="{A04DB7BD-3E50-71C1-F654-9EF841DA10FC}"/>
          </ac:spMkLst>
        </pc:spChg>
        <pc:spChg chg="del">
          <ac:chgData name="박경찬(KYOUNGCHAN PARK)[park.kc]/팀장/제조DX.제조DX솔루션.셀추적기술팀" userId="e138e4af-6173-47cb-8422-ef183f7b2c63" providerId="ADAL" clId="{E0F9C646-5B39-494D-AA67-1FB0995A2BB6}" dt="2025-11-12T13:49:11.982" v="0" actId="478"/>
          <ac:spMkLst>
            <pc:docMk/>
            <pc:sldMk cId="2105941167" sldId="2117"/>
            <ac:spMk id="10" creationId="{E2B2F696-6BAA-31DA-7BB4-F826EA0694D6}"/>
          </ac:spMkLst>
        </pc:spChg>
        <pc:spChg chg="del">
          <ac:chgData name="박경찬(KYOUNGCHAN PARK)[park.kc]/팀장/제조DX.제조DX솔루션.셀추적기술팀" userId="e138e4af-6173-47cb-8422-ef183f7b2c63" providerId="ADAL" clId="{E0F9C646-5B39-494D-AA67-1FB0995A2BB6}" dt="2025-11-12T13:49:11.982" v="0" actId="478"/>
          <ac:spMkLst>
            <pc:docMk/>
            <pc:sldMk cId="2105941167" sldId="2117"/>
            <ac:spMk id="11" creationId="{A87D7B77-C21B-C7CF-2454-CD174F1FA6EC}"/>
          </ac:spMkLst>
        </pc:spChg>
        <pc:spChg chg="del">
          <ac:chgData name="박경찬(KYOUNGCHAN PARK)[park.kc]/팀장/제조DX.제조DX솔루션.셀추적기술팀" userId="e138e4af-6173-47cb-8422-ef183f7b2c63" providerId="ADAL" clId="{E0F9C646-5B39-494D-AA67-1FB0995A2BB6}" dt="2025-11-12T13:49:11.982" v="0" actId="478"/>
          <ac:spMkLst>
            <pc:docMk/>
            <pc:sldMk cId="2105941167" sldId="2117"/>
            <ac:spMk id="12" creationId="{93F6BEF1-4BB5-E1A6-63F0-6B0FD3FB8269}"/>
          </ac:spMkLst>
        </pc:spChg>
        <pc:spChg chg="del">
          <ac:chgData name="박경찬(KYOUNGCHAN PARK)[park.kc]/팀장/제조DX.제조DX솔루션.셀추적기술팀" userId="e138e4af-6173-47cb-8422-ef183f7b2c63" providerId="ADAL" clId="{E0F9C646-5B39-494D-AA67-1FB0995A2BB6}" dt="2025-11-12T13:49:11.982" v="0" actId="478"/>
          <ac:spMkLst>
            <pc:docMk/>
            <pc:sldMk cId="2105941167" sldId="2117"/>
            <ac:spMk id="13" creationId="{B0DA9E5F-C16F-CA1B-7C3C-66A9991EC8D6}"/>
          </ac:spMkLst>
        </pc:spChg>
        <pc:spChg chg="add mod">
          <ac:chgData name="박경찬(KYOUNGCHAN PARK)[park.kc]/팀장/제조DX.제조DX솔루션.셀추적기술팀" userId="e138e4af-6173-47cb-8422-ef183f7b2c63" providerId="ADAL" clId="{E0F9C646-5B39-494D-AA67-1FB0995A2BB6}" dt="2025-11-12T13:49:17.987" v="1"/>
          <ac:spMkLst>
            <pc:docMk/>
            <pc:sldMk cId="2105941167" sldId="2117"/>
            <ac:spMk id="14" creationId="{255B582B-9A91-D25D-B208-F02263CCB697}"/>
          </ac:spMkLst>
        </pc:spChg>
        <pc:spChg chg="add mod">
          <ac:chgData name="박경찬(KYOUNGCHAN PARK)[park.kc]/팀장/제조DX.제조DX솔루션.셀추적기술팀" userId="e138e4af-6173-47cb-8422-ef183f7b2c63" providerId="ADAL" clId="{E0F9C646-5B39-494D-AA67-1FB0995A2BB6}" dt="2025-11-12T13:49:17.987" v="1"/>
          <ac:spMkLst>
            <pc:docMk/>
            <pc:sldMk cId="2105941167" sldId="2117"/>
            <ac:spMk id="15" creationId="{622E466A-1303-3208-8134-E605355424B0}"/>
          </ac:spMkLst>
        </pc:spChg>
        <pc:spChg chg="add mod">
          <ac:chgData name="박경찬(KYOUNGCHAN PARK)[park.kc]/팀장/제조DX.제조DX솔루션.셀추적기술팀" userId="e138e4af-6173-47cb-8422-ef183f7b2c63" providerId="ADAL" clId="{E0F9C646-5B39-494D-AA67-1FB0995A2BB6}" dt="2025-11-13T02:54:08.795" v="45" actId="6549"/>
          <ac:spMkLst>
            <pc:docMk/>
            <pc:sldMk cId="2105941167" sldId="2117"/>
            <ac:spMk id="16" creationId="{DF7584FD-2C9D-E56F-32ED-934B8778229E}"/>
          </ac:spMkLst>
        </pc:spChg>
        <pc:spChg chg="del">
          <ac:chgData name="박경찬(KYOUNGCHAN PARK)[park.kc]/팀장/제조DX.제조DX솔루션.셀추적기술팀" userId="e138e4af-6173-47cb-8422-ef183f7b2c63" providerId="ADAL" clId="{E0F9C646-5B39-494D-AA67-1FB0995A2BB6}" dt="2025-11-12T13:49:11.982" v="0" actId="478"/>
          <ac:spMkLst>
            <pc:docMk/>
            <pc:sldMk cId="2105941167" sldId="2117"/>
            <ac:spMk id="17" creationId="{994E4681-3F27-EF40-2874-81F611C08829}"/>
          </ac:spMkLst>
        </pc:spChg>
        <pc:spChg chg="del">
          <ac:chgData name="박경찬(KYOUNGCHAN PARK)[park.kc]/팀장/제조DX.제조DX솔루션.셀추적기술팀" userId="e138e4af-6173-47cb-8422-ef183f7b2c63" providerId="ADAL" clId="{E0F9C646-5B39-494D-AA67-1FB0995A2BB6}" dt="2025-11-12T13:49:11.982" v="0" actId="478"/>
          <ac:spMkLst>
            <pc:docMk/>
            <pc:sldMk cId="2105941167" sldId="2117"/>
            <ac:spMk id="18" creationId="{27932EA6-97E6-CB1B-DCB9-C3282D444760}"/>
          </ac:spMkLst>
        </pc:spChg>
        <pc:spChg chg="del">
          <ac:chgData name="박경찬(KYOUNGCHAN PARK)[park.kc]/팀장/제조DX.제조DX솔루션.셀추적기술팀" userId="e138e4af-6173-47cb-8422-ef183f7b2c63" providerId="ADAL" clId="{E0F9C646-5B39-494D-AA67-1FB0995A2BB6}" dt="2025-11-12T13:49:11.982" v="0" actId="478"/>
          <ac:spMkLst>
            <pc:docMk/>
            <pc:sldMk cId="2105941167" sldId="2117"/>
            <ac:spMk id="19" creationId="{DA43DAC1-1186-7AD3-7624-3AAB689FDA1A}"/>
          </ac:spMkLst>
        </pc:spChg>
        <pc:spChg chg="add mod">
          <ac:chgData name="박경찬(KYOUNGCHAN PARK)[park.kc]/팀장/제조DX.제조DX솔루션.셀추적기술팀" userId="e138e4af-6173-47cb-8422-ef183f7b2c63" providerId="ADAL" clId="{E0F9C646-5B39-494D-AA67-1FB0995A2BB6}" dt="2025-11-12T13:49:17.987" v="1"/>
          <ac:spMkLst>
            <pc:docMk/>
            <pc:sldMk cId="2105941167" sldId="2117"/>
            <ac:spMk id="20" creationId="{E15CE5B5-5261-5FB7-F644-B27D7D48151F}"/>
          </ac:spMkLst>
        </pc:spChg>
        <pc:spChg chg="del">
          <ac:chgData name="박경찬(KYOUNGCHAN PARK)[park.kc]/팀장/제조DX.제조DX솔루션.셀추적기술팀" userId="e138e4af-6173-47cb-8422-ef183f7b2c63" providerId="ADAL" clId="{E0F9C646-5B39-494D-AA67-1FB0995A2BB6}" dt="2025-11-12T13:49:11.982" v="0" actId="478"/>
          <ac:spMkLst>
            <pc:docMk/>
            <pc:sldMk cId="2105941167" sldId="2117"/>
            <ac:spMk id="21" creationId="{F1ED0CEF-50BC-120F-AE36-27631D00A075}"/>
          </ac:spMkLst>
        </pc:spChg>
        <pc:spChg chg="del">
          <ac:chgData name="박경찬(KYOUNGCHAN PARK)[park.kc]/팀장/제조DX.제조DX솔루션.셀추적기술팀" userId="e138e4af-6173-47cb-8422-ef183f7b2c63" providerId="ADAL" clId="{E0F9C646-5B39-494D-AA67-1FB0995A2BB6}" dt="2025-11-12T13:49:11.982" v="0" actId="478"/>
          <ac:spMkLst>
            <pc:docMk/>
            <pc:sldMk cId="2105941167" sldId="2117"/>
            <ac:spMk id="22" creationId="{A999F3C7-8D56-87B6-D45B-1E28E8A6C9F1}"/>
          </ac:spMkLst>
        </pc:spChg>
        <pc:spChg chg="del">
          <ac:chgData name="박경찬(KYOUNGCHAN PARK)[park.kc]/팀장/제조DX.제조DX솔루션.셀추적기술팀" userId="e138e4af-6173-47cb-8422-ef183f7b2c63" providerId="ADAL" clId="{E0F9C646-5B39-494D-AA67-1FB0995A2BB6}" dt="2025-11-12T13:49:11.982" v="0" actId="478"/>
          <ac:spMkLst>
            <pc:docMk/>
            <pc:sldMk cId="2105941167" sldId="2117"/>
            <ac:spMk id="24" creationId="{FE4DFBFA-860F-A98A-FDCB-6F07B32A0EBC}"/>
          </ac:spMkLst>
        </pc:spChg>
        <pc:spChg chg="add mod">
          <ac:chgData name="박경찬(KYOUNGCHAN PARK)[park.kc]/팀장/제조DX.제조DX솔루션.셀추적기술팀" userId="e138e4af-6173-47cb-8422-ef183f7b2c63" providerId="ADAL" clId="{E0F9C646-5B39-494D-AA67-1FB0995A2BB6}" dt="2025-11-12T13:49:17.987" v="1"/>
          <ac:spMkLst>
            <pc:docMk/>
            <pc:sldMk cId="2105941167" sldId="2117"/>
            <ac:spMk id="26" creationId="{01A16532-42AA-BA5C-CCB2-429E10D2A4AE}"/>
          </ac:spMkLst>
        </pc:spChg>
        <pc:spChg chg="add mod">
          <ac:chgData name="박경찬(KYOUNGCHAN PARK)[park.kc]/팀장/제조DX.제조DX솔루션.셀추적기술팀" userId="e138e4af-6173-47cb-8422-ef183f7b2c63" providerId="ADAL" clId="{E0F9C646-5B39-494D-AA67-1FB0995A2BB6}" dt="2025-11-12T13:49:17.987" v="1"/>
          <ac:spMkLst>
            <pc:docMk/>
            <pc:sldMk cId="2105941167" sldId="2117"/>
            <ac:spMk id="27" creationId="{DFCCB9CE-3554-61B7-99DE-FFD6F0DB2CA9}"/>
          </ac:spMkLst>
        </pc:spChg>
        <pc:spChg chg="add mod">
          <ac:chgData name="박경찬(KYOUNGCHAN PARK)[park.kc]/팀장/제조DX.제조DX솔루션.셀추적기술팀" userId="e138e4af-6173-47cb-8422-ef183f7b2c63" providerId="ADAL" clId="{E0F9C646-5B39-494D-AA67-1FB0995A2BB6}" dt="2025-11-12T13:49:17.987" v="1"/>
          <ac:spMkLst>
            <pc:docMk/>
            <pc:sldMk cId="2105941167" sldId="2117"/>
            <ac:spMk id="28" creationId="{EB8479F3-B5EA-CFD0-1E43-70E717E15F67}"/>
          </ac:spMkLst>
        </pc:spChg>
        <pc:spChg chg="add mod">
          <ac:chgData name="박경찬(KYOUNGCHAN PARK)[park.kc]/팀장/제조DX.제조DX솔루션.셀추적기술팀" userId="e138e4af-6173-47cb-8422-ef183f7b2c63" providerId="ADAL" clId="{E0F9C646-5B39-494D-AA67-1FB0995A2BB6}" dt="2025-11-12T13:49:17.987" v="1"/>
          <ac:spMkLst>
            <pc:docMk/>
            <pc:sldMk cId="2105941167" sldId="2117"/>
            <ac:spMk id="30" creationId="{3D2D0016-B0C0-4246-7984-100F9D8DA14B}"/>
          </ac:spMkLst>
        </pc:spChg>
        <pc:spChg chg="add mod">
          <ac:chgData name="박경찬(KYOUNGCHAN PARK)[park.kc]/팀장/제조DX.제조DX솔루션.셀추적기술팀" userId="e138e4af-6173-47cb-8422-ef183f7b2c63" providerId="ADAL" clId="{E0F9C646-5B39-494D-AA67-1FB0995A2BB6}" dt="2025-11-12T13:49:17.987" v="1"/>
          <ac:spMkLst>
            <pc:docMk/>
            <pc:sldMk cId="2105941167" sldId="2117"/>
            <ac:spMk id="31" creationId="{46C6670B-4B86-46EA-A197-2E47186651CB}"/>
          </ac:spMkLst>
        </pc:spChg>
        <pc:spChg chg="add mod">
          <ac:chgData name="박경찬(KYOUNGCHAN PARK)[park.kc]/팀장/제조DX.제조DX솔루션.셀추적기술팀" userId="e138e4af-6173-47cb-8422-ef183f7b2c63" providerId="ADAL" clId="{E0F9C646-5B39-494D-AA67-1FB0995A2BB6}" dt="2025-11-12T13:49:17.987" v="1"/>
          <ac:spMkLst>
            <pc:docMk/>
            <pc:sldMk cId="2105941167" sldId="2117"/>
            <ac:spMk id="32" creationId="{9AF4C2BD-080E-8EB2-AF94-93F59A2CFDD3}"/>
          </ac:spMkLst>
        </pc:spChg>
        <pc:spChg chg="add mod">
          <ac:chgData name="박경찬(KYOUNGCHAN PARK)[park.kc]/팀장/제조DX.제조DX솔루션.셀추적기술팀" userId="e138e4af-6173-47cb-8422-ef183f7b2c63" providerId="ADAL" clId="{E0F9C646-5B39-494D-AA67-1FB0995A2BB6}" dt="2025-11-12T13:49:17.987" v="1"/>
          <ac:spMkLst>
            <pc:docMk/>
            <pc:sldMk cId="2105941167" sldId="2117"/>
            <ac:spMk id="33" creationId="{D772AEF8-E352-2D9D-DCFB-6DD6BFBD98C5}"/>
          </ac:spMkLst>
        </pc:spChg>
        <pc:spChg chg="add mod">
          <ac:chgData name="박경찬(KYOUNGCHAN PARK)[park.kc]/팀장/제조DX.제조DX솔루션.셀추적기술팀" userId="e138e4af-6173-47cb-8422-ef183f7b2c63" providerId="ADAL" clId="{E0F9C646-5B39-494D-AA67-1FB0995A2BB6}" dt="2025-11-12T13:49:17.987" v="1"/>
          <ac:spMkLst>
            <pc:docMk/>
            <pc:sldMk cId="2105941167" sldId="2117"/>
            <ac:spMk id="34" creationId="{A3A22023-4416-6E05-EDD6-F33281AB9491}"/>
          </ac:spMkLst>
        </pc:spChg>
        <pc:spChg chg="add mod">
          <ac:chgData name="박경찬(KYOUNGCHAN PARK)[park.kc]/팀장/제조DX.제조DX솔루션.셀추적기술팀" userId="e138e4af-6173-47cb-8422-ef183f7b2c63" providerId="ADAL" clId="{E0F9C646-5B39-494D-AA67-1FB0995A2BB6}" dt="2025-11-12T13:49:17.987" v="1"/>
          <ac:spMkLst>
            <pc:docMk/>
            <pc:sldMk cId="2105941167" sldId="2117"/>
            <ac:spMk id="35" creationId="{3487CFD5-528A-0390-5FC1-E6565F9D4F23}"/>
          </ac:spMkLst>
        </pc:spChg>
        <pc:spChg chg="add mod">
          <ac:chgData name="박경찬(KYOUNGCHAN PARK)[park.kc]/팀장/제조DX.제조DX솔루션.셀추적기술팀" userId="e138e4af-6173-47cb-8422-ef183f7b2c63" providerId="ADAL" clId="{E0F9C646-5B39-494D-AA67-1FB0995A2BB6}" dt="2025-11-12T13:49:17.987" v="1"/>
          <ac:spMkLst>
            <pc:docMk/>
            <pc:sldMk cId="2105941167" sldId="2117"/>
            <ac:spMk id="36" creationId="{0D837B1D-3EE6-2C8F-5E13-02EB094B7493}"/>
          </ac:spMkLst>
        </pc:spChg>
        <pc:spChg chg="del">
          <ac:chgData name="박경찬(KYOUNGCHAN PARK)[park.kc]/팀장/제조DX.제조DX솔루션.셀추적기술팀" userId="e138e4af-6173-47cb-8422-ef183f7b2c63" providerId="ADAL" clId="{E0F9C646-5B39-494D-AA67-1FB0995A2BB6}" dt="2025-11-12T13:49:11.982" v="0" actId="478"/>
          <ac:spMkLst>
            <pc:docMk/>
            <pc:sldMk cId="2105941167" sldId="2117"/>
            <ac:spMk id="37" creationId="{CE9E3D7A-EA88-D708-D698-E878FF6342AA}"/>
          </ac:spMkLst>
        </pc:spChg>
        <pc:spChg chg="add mod">
          <ac:chgData name="박경찬(KYOUNGCHAN PARK)[park.kc]/팀장/제조DX.제조DX솔루션.셀추적기술팀" userId="e138e4af-6173-47cb-8422-ef183f7b2c63" providerId="ADAL" clId="{E0F9C646-5B39-494D-AA67-1FB0995A2BB6}" dt="2025-11-12T13:49:17.987" v="1"/>
          <ac:spMkLst>
            <pc:docMk/>
            <pc:sldMk cId="2105941167" sldId="2117"/>
            <ac:spMk id="38" creationId="{EDB9DB0F-831A-FE69-1845-CC00A6301AAB}"/>
          </ac:spMkLst>
        </pc:spChg>
        <pc:spChg chg="add mod">
          <ac:chgData name="박경찬(KYOUNGCHAN PARK)[park.kc]/팀장/제조DX.제조DX솔루션.셀추적기술팀" userId="e138e4af-6173-47cb-8422-ef183f7b2c63" providerId="ADAL" clId="{E0F9C646-5B39-494D-AA67-1FB0995A2BB6}" dt="2025-11-12T13:49:17.987" v="1"/>
          <ac:spMkLst>
            <pc:docMk/>
            <pc:sldMk cId="2105941167" sldId="2117"/>
            <ac:spMk id="39" creationId="{B2E92AB9-128D-3E63-11B6-91CDBA8A8A2C}"/>
          </ac:spMkLst>
        </pc:spChg>
        <pc:spChg chg="del">
          <ac:chgData name="박경찬(KYOUNGCHAN PARK)[park.kc]/팀장/제조DX.제조DX솔루션.셀추적기술팀" userId="e138e4af-6173-47cb-8422-ef183f7b2c63" providerId="ADAL" clId="{E0F9C646-5B39-494D-AA67-1FB0995A2BB6}" dt="2025-11-12T13:49:11.982" v="0" actId="478"/>
          <ac:spMkLst>
            <pc:docMk/>
            <pc:sldMk cId="2105941167" sldId="2117"/>
            <ac:spMk id="41" creationId="{65F7AAAA-69B6-3D49-3CC8-14311801D509}"/>
          </ac:spMkLst>
        </pc:spChg>
        <pc:spChg chg="add mod">
          <ac:chgData name="박경찬(KYOUNGCHAN PARK)[park.kc]/팀장/제조DX.제조DX솔루션.셀추적기술팀" userId="e138e4af-6173-47cb-8422-ef183f7b2c63" providerId="ADAL" clId="{E0F9C646-5B39-494D-AA67-1FB0995A2BB6}" dt="2025-11-13T02:53:36.259" v="10" actId="20577"/>
          <ac:spMkLst>
            <pc:docMk/>
            <pc:sldMk cId="2105941167" sldId="2117"/>
            <ac:spMk id="42" creationId="{2F59625D-F92F-0A73-78FC-2AD3825CB6DB}"/>
          </ac:spMkLst>
        </pc:spChg>
        <pc:spChg chg="add mod">
          <ac:chgData name="박경찬(KYOUNGCHAN PARK)[park.kc]/팀장/제조DX.제조DX솔루션.셀추적기술팀" userId="e138e4af-6173-47cb-8422-ef183f7b2c63" providerId="ADAL" clId="{E0F9C646-5B39-494D-AA67-1FB0995A2BB6}" dt="2025-11-12T13:49:17.987" v="1"/>
          <ac:spMkLst>
            <pc:docMk/>
            <pc:sldMk cId="2105941167" sldId="2117"/>
            <ac:spMk id="43" creationId="{B5C6CFC0-ED08-7026-4CF4-CC493FEB457B}"/>
          </ac:spMkLst>
        </pc:spChg>
        <pc:spChg chg="add mod">
          <ac:chgData name="박경찬(KYOUNGCHAN PARK)[park.kc]/팀장/제조DX.제조DX솔루션.셀추적기술팀" userId="e138e4af-6173-47cb-8422-ef183f7b2c63" providerId="ADAL" clId="{E0F9C646-5B39-494D-AA67-1FB0995A2BB6}" dt="2025-11-12T13:49:17.987" v="1"/>
          <ac:spMkLst>
            <pc:docMk/>
            <pc:sldMk cId="2105941167" sldId="2117"/>
            <ac:spMk id="44" creationId="{6205D4C8-EC59-F910-8EBF-A78923050B58}"/>
          </ac:spMkLst>
        </pc:spChg>
        <pc:graphicFrameChg chg="del">
          <ac:chgData name="박경찬(KYOUNGCHAN PARK)[park.kc]/팀장/제조DX.제조DX솔루션.셀추적기술팀" userId="e138e4af-6173-47cb-8422-ef183f7b2c63" providerId="ADAL" clId="{E0F9C646-5B39-494D-AA67-1FB0995A2BB6}" dt="2025-11-12T13:49:11.982" v="0" actId="478"/>
          <ac:graphicFrameMkLst>
            <pc:docMk/>
            <pc:sldMk cId="2105941167" sldId="2117"/>
            <ac:graphicFrameMk id="4" creationId="{A41880BD-2D52-8C1F-637C-FEBD4B4C4B6F}"/>
          </ac:graphicFrameMkLst>
        </pc:graphicFrameChg>
        <pc:graphicFrameChg chg="del">
          <ac:chgData name="박경찬(KYOUNGCHAN PARK)[park.kc]/팀장/제조DX.제조DX솔루션.셀추적기술팀" userId="e138e4af-6173-47cb-8422-ef183f7b2c63" providerId="ADAL" clId="{E0F9C646-5B39-494D-AA67-1FB0995A2BB6}" dt="2025-11-12T13:49:11.982" v="0" actId="478"/>
          <ac:graphicFrameMkLst>
            <pc:docMk/>
            <pc:sldMk cId="2105941167" sldId="2117"/>
            <ac:graphicFrameMk id="8" creationId="{CA918317-A98F-898C-D132-E167F4F2D930}"/>
          </ac:graphicFrameMkLst>
        </pc:graphicFrameChg>
        <pc:graphicFrameChg chg="del">
          <ac:chgData name="박경찬(KYOUNGCHAN PARK)[park.kc]/팀장/제조DX.제조DX솔루션.셀추적기술팀" userId="e138e4af-6173-47cb-8422-ef183f7b2c63" providerId="ADAL" clId="{E0F9C646-5B39-494D-AA67-1FB0995A2BB6}" dt="2025-11-12T13:49:11.982" v="0" actId="478"/>
          <ac:graphicFrameMkLst>
            <pc:docMk/>
            <pc:sldMk cId="2105941167" sldId="2117"/>
            <ac:graphicFrameMk id="23" creationId="{D278E120-8E66-F99F-816C-456D6B518073}"/>
          </ac:graphicFrameMkLst>
        </pc:graphicFrameChg>
        <pc:graphicFrameChg chg="add mod">
          <ac:chgData name="박경찬(KYOUNGCHAN PARK)[park.kc]/팀장/제조DX.제조DX솔루션.셀추적기술팀" userId="e138e4af-6173-47cb-8422-ef183f7b2c63" providerId="ADAL" clId="{E0F9C646-5B39-494D-AA67-1FB0995A2BB6}" dt="2025-11-12T13:49:17.987" v="1"/>
          <ac:graphicFrameMkLst>
            <pc:docMk/>
            <pc:sldMk cId="2105941167" sldId="2117"/>
            <ac:graphicFrameMk id="25" creationId="{4C7241AB-B2A6-57A1-5CE6-9C349F2FF0E6}"/>
          </ac:graphicFrameMkLst>
        </pc:graphicFrameChg>
        <pc:graphicFrameChg chg="add mod">
          <ac:chgData name="박경찬(KYOUNGCHAN PARK)[park.kc]/팀장/제조DX.제조DX솔루션.셀추적기술팀" userId="e138e4af-6173-47cb-8422-ef183f7b2c63" providerId="ADAL" clId="{E0F9C646-5B39-494D-AA67-1FB0995A2BB6}" dt="2025-11-12T13:49:17.987" v="1"/>
          <ac:graphicFrameMkLst>
            <pc:docMk/>
            <pc:sldMk cId="2105941167" sldId="2117"/>
            <ac:graphicFrameMk id="29" creationId="{8BE8A894-0F5D-9FE1-A586-E5851CCB2274}"/>
          </ac:graphicFrameMkLst>
        </pc:graphicFrameChg>
        <pc:graphicFrameChg chg="add mod">
          <ac:chgData name="박경찬(KYOUNGCHAN PARK)[park.kc]/팀장/제조DX.제조DX솔루션.셀추적기술팀" userId="e138e4af-6173-47cb-8422-ef183f7b2c63" providerId="ADAL" clId="{E0F9C646-5B39-494D-AA67-1FB0995A2BB6}" dt="2025-11-12T13:49:17.987" v="1"/>
          <ac:graphicFrameMkLst>
            <pc:docMk/>
            <pc:sldMk cId="2105941167" sldId="2117"/>
            <ac:graphicFrameMk id="40" creationId="{F75BA0B1-4634-300A-5448-073B96A8F961}"/>
          </ac:graphicFrameMkLst>
        </pc:graphicFrameChg>
      </pc:sldChg>
    </pc:docChg>
  </pc:docChgLst>
  <pc:docChgLst>
    <pc:chgData name="서동민(DONGMIN SEO)[seodm]/책임/제조DX.제조DX솔루션.데이터통합분석팀" userId="76da3594-28f0-492a-8a77-a4d7231a6557" providerId="ADAL" clId="{EABE844A-EBDE-4BEA-B7E2-ECFE9076A00E}"/>
    <pc:docChg chg="undo custSel modSld">
      <pc:chgData name="서동민(DONGMIN SEO)[seodm]/책임/제조DX.제조DX솔루션.데이터통합분석팀" userId="76da3594-28f0-492a-8a77-a4d7231a6557" providerId="ADAL" clId="{EABE844A-EBDE-4BEA-B7E2-ECFE9076A00E}" dt="2025-11-12T09:44:07.853" v="422" actId="20577"/>
      <pc:docMkLst>
        <pc:docMk/>
      </pc:docMkLst>
      <pc:sldChg chg="modSp">
        <pc:chgData name="서동민(DONGMIN SEO)[seodm]/책임/제조DX.제조DX솔루션.데이터통합분석팀" userId="76da3594-28f0-492a-8a77-a4d7231a6557" providerId="ADAL" clId="{EABE844A-EBDE-4BEA-B7E2-ECFE9076A00E}" dt="2025-11-12T09:44:07.853" v="422" actId="20577"/>
        <pc:sldMkLst>
          <pc:docMk/>
          <pc:sldMk cId="3572448725" sldId="2147482058"/>
        </pc:sldMkLst>
        <pc:spChg chg="mod">
          <ac:chgData name="서동민(DONGMIN SEO)[seodm]/책임/제조DX.제조DX솔루션.데이터통합분석팀" userId="76da3594-28f0-492a-8a77-a4d7231a6557" providerId="ADAL" clId="{EABE844A-EBDE-4BEA-B7E2-ECFE9076A00E}" dt="2025-11-12T09:44:07.853" v="422" actId="20577"/>
          <ac:spMkLst>
            <pc:docMk/>
            <pc:sldMk cId="3572448725" sldId="2147482058"/>
            <ac:spMk id="20" creationId="{BB178E88-B809-4A0C-AEDB-08EDDEFC3101}"/>
          </ac:spMkLst>
        </pc:spChg>
      </pc:sldChg>
      <pc:sldChg chg="modSp">
        <pc:chgData name="서동민(DONGMIN SEO)[seodm]/책임/제조DX.제조DX솔루션.데이터통합분석팀" userId="76da3594-28f0-492a-8a77-a4d7231a6557" providerId="ADAL" clId="{EABE844A-EBDE-4BEA-B7E2-ECFE9076A00E}" dt="2025-11-12T09:41:28.786" v="4" actId="207"/>
        <pc:sldMkLst>
          <pc:docMk/>
          <pc:sldMk cId="2449185649" sldId="2147482171"/>
        </pc:sldMkLst>
        <pc:graphicFrameChg chg="mod modGraphic">
          <ac:chgData name="서동민(DONGMIN SEO)[seodm]/책임/제조DX.제조DX솔루션.데이터통합분석팀" userId="76da3594-28f0-492a-8a77-a4d7231a6557" providerId="ADAL" clId="{EABE844A-EBDE-4BEA-B7E2-ECFE9076A00E}" dt="2025-11-12T09:41:28.786" v="4" actId="207"/>
          <ac:graphicFrameMkLst>
            <pc:docMk/>
            <pc:sldMk cId="2449185649" sldId="2147482171"/>
            <ac:graphicFrameMk id="19" creationId="{3E86696F-E35A-4B06-9B46-63A4A6A986C1}"/>
          </ac:graphicFrameMkLst>
        </pc:graphicFrameChg>
      </pc:sldChg>
    </pc:docChg>
  </pc:docChgLst>
  <pc:docChgLst>
    <pc:chgData name="이형관(HYUNGKWAN LEE)[freelee127]/책임/제조DX.제조DX솔루션.롤맵기술팀" userId="11e5d321-d4d4-41f3-bbb3-35683fc429a5" providerId="ADAL" clId="{1D680FC1-981E-40E2-9014-BC8E52637DFF}"/>
    <pc:docChg chg="custSel addSld delSld modSld modSection">
      <pc:chgData name="이형관(HYUNGKWAN LEE)[freelee127]/책임/제조DX.제조DX솔루션.롤맵기술팀" userId="11e5d321-d4d4-41f3-bbb3-35683fc429a5" providerId="ADAL" clId="{1D680FC1-981E-40E2-9014-BC8E52637DFF}" dt="2025-11-11T21:48:52.897" v="105" actId="207"/>
      <pc:docMkLst>
        <pc:docMk/>
      </pc:docMkLst>
      <pc:sldChg chg="addSp modSp">
        <pc:chgData name="이형관(HYUNGKWAN LEE)[freelee127]/책임/제조DX.제조DX솔루션.롤맵기술팀" userId="11e5d321-d4d4-41f3-bbb3-35683fc429a5" providerId="ADAL" clId="{1D680FC1-981E-40E2-9014-BC8E52637DFF}" dt="2025-11-11T21:47:00.298" v="3"/>
        <pc:sldMkLst>
          <pc:docMk/>
          <pc:sldMk cId="3218446010" sldId="2147481940"/>
        </pc:sldMkLst>
        <pc:spChg chg="add">
          <ac:chgData name="이형관(HYUNGKWAN LEE)[freelee127]/책임/제조DX.제조DX솔루션.롤맵기술팀" userId="11e5d321-d4d4-41f3-bbb3-35683fc429a5" providerId="ADAL" clId="{1D680FC1-981E-40E2-9014-BC8E52637DFF}" dt="2025-11-11T21:47:00.298" v="3"/>
          <ac:spMkLst>
            <pc:docMk/>
            <pc:sldMk cId="3218446010" sldId="2147481940"/>
            <ac:spMk id="17" creationId="{13321A82-5474-483C-9C41-DF03E2131543}"/>
          </ac:spMkLst>
        </pc:spChg>
        <pc:graphicFrameChg chg="modGraphic">
          <ac:chgData name="이형관(HYUNGKWAN LEE)[freelee127]/책임/제조DX.제조DX솔루션.롤맵기술팀" userId="11e5d321-d4d4-41f3-bbb3-35683fc429a5" providerId="ADAL" clId="{1D680FC1-981E-40E2-9014-BC8E52637DFF}" dt="2025-11-11T21:46:58.815" v="2" actId="6549"/>
          <ac:graphicFrameMkLst>
            <pc:docMk/>
            <pc:sldMk cId="3218446010" sldId="2147481940"/>
            <ac:graphicFrameMk id="21" creationId="{B17BC81E-4040-4B89-BFD6-444CE79E9A52}"/>
          </ac:graphicFrameMkLst>
        </pc:graphicFrameChg>
      </pc:sldChg>
      <pc:sldChg chg="addSp modSp">
        <pc:chgData name="이형관(HYUNGKWAN LEE)[freelee127]/책임/제조DX.제조DX솔루션.롤맵기술팀" userId="11e5d321-d4d4-41f3-bbb3-35683fc429a5" providerId="ADAL" clId="{1D680FC1-981E-40E2-9014-BC8E52637DFF}" dt="2025-11-11T21:47:07.142" v="5"/>
        <pc:sldMkLst>
          <pc:docMk/>
          <pc:sldMk cId="4216273303" sldId="2147482152"/>
        </pc:sldMkLst>
        <pc:spChg chg="add">
          <ac:chgData name="이형관(HYUNGKWAN LEE)[freelee127]/책임/제조DX.제조DX솔루션.롤맵기술팀" userId="11e5d321-d4d4-41f3-bbb3-35683fc429a5" providerId="ADAL" clId="{1D680FC1-981E-40E2-9014-BC8E52637DFF}" dt="2025-11-11T21:47:07.142" v="5"/>
          <ac:spMkLst>
            <pc:docMk/>
            <pc:sldMk cId="4216273303" sldId="2147482152"/>
            <ac:spMk id="17" creationId="{E6C9FA11-9AA6-400F-BE15-3E62F82C0A10}"/>
          </ac:spMkLst>
        </pc:spChg>
        <pc:graphicFrameChg chg="modGraphic">
          <ac:chgData name="이형관(HYUNGKWAN LEE)[freelee127]/책임/제조DX.제조DX솔루션.롤맵기술팀" userId="11e5d321-d4d4-41f3-bbb3-35683fc429a5" providerId="ADAL" clId="{1D680FC1-981E-40E2-9014-BC8E52637DFF}" dt="2025-11-11T21:47:05.859" v="4" actId="6549"/>
          <ac:graphicFrameMkLst>
            <pc:docMk/>
            <pc:sldMk cId="4216273303" sldId="2147482152"/>
            <ac:graphicFrameMk id="24" creationId="{23324496-424E-4DFF-9105-A5716D8E8E05}"/>
          </ac:graphicFrameMkLst>
        </pc:graphicFrameChg>
      </pc:sldChg>
      <pc:sldChg chg="addSp modSp">
        <pc:chgData name="이형관(HYUNGKWAN LEE)[freelee127]/책임/제조DX.제조DX솔루션.롤맵기술팀" userId="11e5d321-d4d4-41f3-bbb3-35683fc429a5" providerId="ADAL" clId="{1D680FC1-981E-40E2-9014-BC8E52637DFF}" dt="2025-11-11T21:47:13.207" v="7"/>
        <pc:sldMkLst>
          <pc:docMk/>
          <pc:sldMk cId="719476191" sldId="2147482153"/>
        </pc:sldMkLst>
        <pc:spChg chg="add">
          <ac:chgData name="이형관(HYUNGKWAN LEE)[freelee127]/책임/제조DX.제조DX솔루션.롤맵기술팀" userId="11e5d321-d4d4-41f3-bbb3-35683fc429a5" providerId="ADAL" clId="{1D680FC1-981E-40E2-9014-BC8E52637DFF}" dt="2025-11-11T21:47:13.207" v="7"/>
          <ac:spMkLst>
            <pc:docMk/>
            <pc:sldMk cId="719476191" sldId="2147482153"/>
            <ac:spMk id="18" creationId="{C081B64A-41E3-4CBC-A2FD-31A484FBB907}"/>
          </ac:spMkLst>
        </pc:spChg>
        <pc:graphicFrameChg chg="modGraphic">
          <ac:chgData name="이형관(HYUNGKWAN LEE)[freelee127]/책임/제조DX.제조DX솔루션.롤맵기술팀" userId="11e5d321-d4d4-41f3-bbb3-35683fc429a5" providerId="ADAL" clId="{1D680FC1-981E-40E2-9014-BC8E52637DFF}" dt="2025-11-11T21:47:11.884" v="6" actId="6549"/>
          <ac:graphicFrameMkLst>
            <pc:docMk/>
            <pc:sldMk cId="719476191" sldId="2147482153"/>
            <ac:graphicFrameMk id="22" creationId="{D24513F2-E1C4-481A-B876-60E0495162DD}"/>
          </ac:graphicFrameMkLst>
        </pc:graphicFrameChg>
      </pc:sldChg>
      <pc:sldChg chg="addSp modSp">
        <pc:chgData name="이형관(HYUNGKWAN LEE)[freelee127]/책임/제조DX.제조DX솔루션.롤맵기술팀" userId="11e5d321-d4d4-41f3-bbb3-35683fc429a5" providerId="ADAL" clId="{1D680FC1-981E-40E2-9014-BC8E52637DFF}" dt="2025-11-11T21:47:19.466" v="9"/>
        <pc:sldMkLst>
          <pc:docMk/>
          <pc:sldMk cId="1357361098" sldId="2147482154"/>
        </pc:sldMkLst>
        <pc:spChg chg="add">
          <ac:chgData name="이형관(HYUNGKWAN LEE)[freelee127]/책임/제조DX.제조DX솔루션.롤맵기술팀" userId="11e5d321-d4d4-41f3-bbb3-35683fc429a5" providerId="ADAL" clId="{1D680FC1-981E-40E2-9014-BC8E52637DFF}" dt="2025-11-11T21:47:19.466" v="9"/>
          <ac:spMkLst>
            <pc:docMk/>
            <pc:sldMk cId="1357361098" sldId="2147482154"/>
            <ac:spMk id="17" creationId="{99E298CA-4018-493C-9B03-D093BE6FF8A1}"/>
          </ac:spMkLst>
        </pc:spChg>
        <pc:graphicFrameChg chg="modGraphic">
          <ac:chgData name="이형관(HYUNGKWAN LEE)[freelee127]/책임/제조DX.제조DX솔루션.롤맵기술팀" userId="11e5d321-d4d4-41f3-bbb3-35683fc429a5" providerId="ADAL" clId="{1D680FC1-981E-40E2-9014-BC8E52637DFF}" dt="2025-11-11T21:47:18.256" v="8" actId="6549"/>
          <ac:graphicFrameMkLst>
            <pc:docMk/>
            <pc:sldMk cId="1357361098" sldId="2147482154"/>
            <ac:graphicFrameMk id="23" creationId="{270E7CA5-39F4-4249-90BE-67FAF90E412C}"/>
          </ac:graphicFrameMkLst>
        </pc:graphicFrameChg>
      </pc:sldChg>
      <pc:sldChg chg="addSp delSp modSp">
        <pc:chgData name="이형관(HYUNGKWAN LEE)[freelee127]/책임/제조DX.제조DX솔루션.롤맵기술팀" userId="11e5d321-d4d4-41f3-bbb3-35683fc429a5" providerId="ADAL" clId="{1D680FC1-981E-40E2-9014-BC8E52637DFF}" dt="2025-11-11T21:48:52.897" v="105" actId="207"/>
        <pc:sldMkLst>
          <pc:docMk/>
          <pc:sldMk cId="2756542074" sldId="2147482155"/>
        </pc:sldMkLst>
        <pc:spChg chg="add del">
          <ac:chgData name="이형관(HYUNGKWAN LEE)[freelee127]/책임/제조DX.제조DX솔루션.롤맵기술팀" userId="11e5d321-d4d4-41f3-bbb3-35683fc429a5" providerId="ADAL" clId="{1D680FC1-981E-40E2-9014-BC8E52637DFF}" dt="2025-11-11T21:48:11.925" v="21"/>
          <ac:spMkLst>
            <pc:docMk/>
            <pc:sldMk cId="2756542074" sldId="2147482155"/>
            <ac:spMk id="17" creationId="{ED921D3F-F3A2-46EA-8CA9-F158414F211F}"/>
          </ac:spMkLst>
        </pc:spChg>
        <pc:spChg chg="add">
          <ac:chgData name="이형관(HYUNGKWAN LEE)[freelee127]/책임/제조DX.제조DX솔루션.롤맵기술팀" userId="11e5d321-d4d4-41f3-bbb3-35683fc429a5" providerId="ADAL" clId="{1D680FC1-981E-40E2-9014-BC8E52637DFF}" dt="2025-11-11T21:48:19.534" v="23"/>
          <ac:spMkLst>
            <pc:docMk/>
            <pc:sldMk cId="2756542074" sldId="2147482155"/>
            <ac:spMk id="18" creationId="{D20679E1-6009-4063-8E87-B47EB07B7CF4}"/>
          </ac:spMkLst>
        </pc:spChg>
        <pc:graphicFrameChg chg="modGraphic">
          <ac:chgData name="이형관(HYUNGKWAN LEE)[freelee127]/책임/제조DX.제조DX솔루션.롤맵기술팀" userId="11e5d321-d4d4-41f3-bbb3-35683fc429a5" providerId="ADAL" clId="{1D680FC1-981E-40E2-9014-BC8E52637DFF}" dt="2025-11-11T21:48:18.659" v="22" actId="6549"/>
          <ac:graphicFrameMkLst>
            <pc:docMk/>
            <pc:sldMk cId="2756542074" sldId="2147482155"/>
            <ac:graphicFrameMk id="22" creationId="{D88649CD-DB4D-4819-B3F0-18FDA4A830B4}"/>
          </ac:graphicFrameMkLst>
        </pc:graphicFrameChg>
        <pc:graphicFrameChg chg="mod modGraphic">
          <ac:chgData name="이형관(HYUNGKWAN LEE)[freelee127]/책임/제조DX.제조DX솔루션.롤맵기술팀" userId="11e5d321-d4d4-41f3-bbb3-35683fc429a5" providerId="ADAL" clId="{1D680FC1-981E-40E2-9014-BC8E52637DFF}" dt="2025-11-11T21:48:52.897" v="105" actId="207"/>
          <ac:graphicFrameMkLst>
            <pc:docMk/>
            <pc:sldMk cId="2756542074" sldId="2147482155"/>
            <ac:graphicFrameMk id="30" creationId="{FD723AF4-8C6A-45D2-91AF-E831F6E1C5CD}"/>
          </ac:graphicFrameMkLst>
        </pc:graphicFrameChg>
      </pc:sldChg>
      <pc:sldChg chg="addSp modSp">
        <pc:chgData name="이형관(HYUNGKWAN LEE)[freelee127]/책임/제조DX.제조DX솔루션.롤맵기술팀" userId="11e5d321-d4d4-41f3-bbb3-35683fc429a5" providerId="ADAL" clId="{1D680FC1-981E-40E2-9014-BC8E52637DFF}" dt="2025-11-11T21:47:25.986" v="11"/>
        <pc:sldMkLst>
          <pc:docMk/>
          <pc:sldMk cId="1685760430" sldId="2147482156"/>
        </pc:sldMkLst>
        <pc:spChg chg="add">
          <ac:chgData name="이형관(HYUNGKWAN LEE)[freelee127]/책임/제조DX.제조DX솔루션.롤맵기술팀" userId="11e5d321-d4d4-41f3-bbb3-35683fc429a5" providerId="ADAL" clId="{1D680FC1-981E-40E2-9014-BC8E52637DFF}" dt="2025-11-11T21:47:25.986" v="11"/>
          <ac:spMkLst>
            <pc:docMk/>
            <pc:sldMk cId="1685760430" sldId="2147482156"/>
            <ac:spMk id="17" creationId="{84482670-E3B9-4840-930D-42A87894EDE4}"/>
          </ac:spMkLst>
        </pc:spChg>
        <pc:graphicFrameChg chg="modGraphic">
          <ac:chgData name="이형관(HYUNGKWAN LEE)[freelee127]/책임/제조DX.제조DX솔루션.롤맵기술팀" userId="11e5d321-d4d4-41f3-bbb3-35683fc429a5" providerId="ADAL" clId="{1D680FC1-981E-40E2-9014-BC8E52637DFF}" dt="2025-11-11T21:47:25.514" v="10" actId="6549"/>
          <ac:graphicFrameMkLst>
            <pc:docMk/>
            <pc:sldMk cId="1685760430" sldId="2147482156"/>
            <ac:graphicFrameMk id="22" creationId="{9E36B41D-D8E8-4A55-8BE6-1ED68E97DCE0}"/>
          </ac:graphicFrameMkLst>
        </pc:graphicFrameChg>
      </pc:sldChg>
      <pc:sldChg chg="addSp modSp">
        <pc:chgData name="이형관(HYUNGKWAN LEE)[freelee127]/책임/제조DX.제조DX솔루션.롤맵기술팀" userId="11e5d321-d4d4-41f3-bbb3-35683fc429a5" providerId="ADAL" clId="{1D680FC1-981E-40E2-9014-BC8E52637DFF}" dt="2025-11-11T21:47:31.296" v="13"/>
        <pc:sldMkLst>
          <pc:docMk/>
          <pc:sldMk cId="1270712381" sldId="2147482157"/>
        </pc:sldMkLst>
        <pc:spChg chg="add">
          <ac:chgData name="이형관(HYUNGKWAN LEE)[freelee127]/책임/제조DX.제조DX솔루션.롤맵기술팀" userId="11e5d321-d4d4-41f3-bbb3-35683fc429a5" providerId="ADAL" clId="{1D680FC1-981E-40E2-9014-BC8E52637DFF}" dt="2025-11-11T21:47:31.296" v="13"/>
          <ac:spMkLst>
            <pc:docMk/>
            <pc:sldMk cId="1270712381" sldId="2147482157"/>
            <ac:spMk id="17" creationId="{FE210043-A6A3-4FCF-ACE4-40AC4F732CDD}"/>
          </ac:spMkLst>
        </pc:spChg>
        <pc:graphicFrameChg chg="modGraphic">
          <ac:chgData name="이형관(HYUNGKWAN LEE)[freelee127]/책임/제조DX.제조DX솔루션.롤맵기술팀" userId="11e5d321-d4d4-41f3-bbb3-35683fc429a5" providerId="ADAL" clId="{1D680FC1-981E-40E2-9014-BC8E52637DFF}" dt="2025-11-11T21:47:30.684" v="12" actId="6549"/>
          <ac:graphicFrameMkLst>
            <pc:docMk/>
            <pc:sldMk cId="1270712381" sldId="2147482157"/>
            <ac:graphicFrameMk id="22" creationId="{0CAA3496-5C2F-4D0F-BB7F-7A661C346A43}"/>
          </ac:graphicFrameMkLst>
        </pc:graphicFrameChg>
      </pc:sldChg>
      <pc:sldChg chg="addSp modSp">
        <pc:chgData name="이형관(HYUNGKWAN LEE)[freelee127]/책임/제조DX.제조DX솔루션.롤맵기술팀" userId="11e5d321-d4d4-41f3-bbb3-35683fc429a5" providerId="ADAL" clId="{1D680FC1-981E-40E2-9014-BC8E52637DFF}" dt="2025-11-11T21:47:41.469" v="15"/>
        <pc:sldMkLst>
          <pc:docMk/>
          <pc:sldMk cId="3468524003" sldId="2147482158"/>
        </pc:sldMkLst>
        <pc:spChg chg="add">
          <ac:chgData name="이형관(HYUNGKWAN LEE)[freelee127]/책임/제조DX.제조DX솔루션.롤맵기술팀" userId="11e5d321-d4d4-41f3-bbb3-35683fc429a5" providerId="ADAL" clId="{1D680FC1-981E-40E2-9014-BC8E52637DFF}" dt="2025-11-11T21:47:41.469" v="15"/>
          <ac:spMkLst>
            <pc:docMk/>
            <pc:sldMk cId="3468524003" sldId="2147482158"/>
            <ac:spMk id="17" creationId="{7652285E-1933-4D18-9BD1-C565974C6C80}"/>
          </ac:spMkLst>
        </pc:spChg>
        <pc:graphicFrameChg chg="modGraphic">
          <ac:chgData name="이형관(HYUNGKWAN LEE)[freelee127]/책임/제조DX.제조DX솔루션.롤맵기술팀" userId="11e5d321-d4d4-41f3-bbb3-35683fc429a5" providerId="ADAL" clId="{1D680FC1-981E-40E2-9014-BC8E52637DFF}" dt="2025-11-11T21:47:40.889" v="14" actId="6549"/>
          <ac:graphicFrameMkLst>
            <pc:docMk/>
            <pc:sldMk cId="3468524003" sldId="2147482158"/>
            <ac:graphicFrameMk id="40" creationId="{DC954D15-81E8-4499-B4C5-E572C4084B4A}"/>
          </ac:graphicFrameMkLst>
        </pc:graphicFrameChg>
      </pc:sldChg>
      <pc:sldChg chg="addSp modSp">
        <pc:chgData name="이형관(HYUNGKWAN LEE)[freelee127]/책임/제조DX.제조DX솔루션.롤맵기술팀" userId="11e5d321-d4d4-41f3-bbb3-35683fc429a5" providerId="ADAL" clId="{1D680FC1-981E-40E2-9014-BC8E52637DFF}" dt="2025-11-11T21:47:49.110" v="17"/>
        <pc:sldMkLst>
          <pc:docMk/>
          <pc:sldMk cId="3982393149" sldId="2147482159"/>
        </pc:sldMkLst>
        <pc:spChg chg="add">
          <ac:chgData name="이형관(HYUNGKWAN LEE)[freelee127]/책임/제조DX.제조DX솔루션.롤맵기술팀" userId="11e5d321-d4d4-41f3-bbb3-35683fc429a5" providerId="ADAL" clId="{1D680FC1-981E-40E2-9014-BC8E52637DFF}" dt="2025-11-11T21:47:49.110" v="17"/>
          <ac:spMkLst>
            <pc:docMk/>
            <pc:sldMk cId="3982393149" sldId="2147482159"/>
            <ac:spMk id="17" creationId="{FE8D2DB5-7E4E-48B3-89BE-102CFA28C10B}"/>
          </ac:spMkLst>
        </pc:spChg>
        <pc:graphicFrameChg chg="modGraphic">
          <ac:chgData name="이형관(HYUNGKWAN LEE)[freelee127]/책임/제조DX.제조DX솔루션.롤맵기술팀" userId="11e5d321-d4d4-41f3-bbb3-35683fc429a5" providerId="ADAL" clId="{1D680FC1-981E-40E2-9014-BC8E52637DFF}" dt="2025-11-11T21:47:48.679" v="16" actId="6549"/>
          <ac:graphicFrameMkLst>
            <pc:docMk/>
            <pc:sldMk cId="3982393149" sldId="2147482159"/>
            <ac:graphicFrameMk id="40" creationId="{E3418152-D2DD-421E-AD81-4A6B6963175D}"/>
          </ac:graphicFrameMkLst>
        </pc:graphicFrameChg>
      </pc:sldChg>
      <pc:sldChg chg="addSp modSp">
        <pc:chgData name="이형관(HYUNGKWAN LEE)[freelee127]/책임/제조DX.제조DX솔루션.롤맵기술팀" userId="11e5d321-d4d4-41f3-bbb3-35683fc429a5" providerId="ADAL" clId="{1D680FC1-981E-40E2-9014-BC8E52637DFF}" dt="2025-11-11T21:47:55.828" v="19"/>
        <pc:sldMkLst>
          <pc:docMk/>
          <pc:sldMk cId="4127400384" sldId="2147482160"/>
        </pc:sldMkLst>
        <pc:spChg chg="add">
          <ac:chgData name="이형관(HYUNGKWAN LEE)[freelee127]/책임/제조DX.제조DX솔루션.롤맵기술팀" userId="11e5d321-d4d4-41f3-bbb3-35683fc429a5" providerId="ADAL" clId="{1D680FC1-981E-40E2-9014-BC8E52637DFF}" dt="2025-11-11T21:47:55.828" v="19"/>
          <ac:spMkLst>
            <pc:docMk/>
            <pc:sldMk cId="4127400384" sldId="2147482160"/>
            <ac:spMk id="16" creationId="{E2BA9FF3-2C10-47E4-B3D1-9173F1BAF864}"/>
          </ac:spMkLst>
        </pc:spChg>
        <pc:graphicFrameChg chg="modGraphic">
          <ac:chgData name="이형관(HYUNGKWAN LEE)[freelee127]/책임/제조DX.제조DX솔루션.롤맵기술팀" userId="11e5d321-d4d4-41f3-bbb3-35683fc429a5" providerId="ADAL" clId="{1D680FC1-981E-40E2-9014-BC8E52637DFF}" dt="2025-11-11T21:47:55.356" v="18" actId="6549"/>
          <ac:graphicFrameMkLst>
            <pc:docMk/>
            <pc:sldMk cId="4127400384" sldId="2147482160"/>
            <ac:graphicFrameMk id="21" creationId="{E8AC039A-2DA1-46EF-A306-1C27BA99C530}"/>
          </ac:graphicFrameMkLst>
        </pc:graphicFrameChg>
      </pc:sldChg>
      <pc:sldChg chg="add">
        <pc:chgData name="이형관(HYUNGKWAN LEE)[freelee127]/책임/제조DX.제조DX솔루션.롤맵기술팀" userId="11e5d321-d4d4-41f3-bbb3-35683fc429a5" providerId="ADAL" clId="{1D680FC1-981E-40E2-9014-BC8E52637DFF}" dt="2025-11-11T21:46:27.417" v="0"/>
        <pc:sldMkLst>
          <pc:docMk/>
          <pc:sldMk cId="2657352785" sldId="2147482166"/>
        </pc:sldMkLst>
      </pc:sldChg>
    </pc:docChg>
  </pc:docChgLst>
  <pc:docChgLst>
    <pc:chgData name="윤병호(Byeongho Yun)[bhyun91]/사원/제조지능화.제조PI.지능화기반.기반구축2팀" userId="32fa0f43-f624-4105-82ae-739587876fc5" providerId="ADAL" clId="{66B0662E-6987-4710-96C7-F6AB63A4FAC3}"/>
    <pc:docChg chg="undo custSel modSld">
      <pc:chgData name="윤병호(Byeongho Yun)[bhyun91]/사원/제조지능화.제조PI.지능화기반.기반구축2팀" userId="32fa0f43-f624-4105-82ae-739587876fc5" providerId="ADAL" clId="{66B0662E-6987-4710-96C7-F6AB63A4FAC3}" dt="2025-11-18T04:44:42.372" v="6200"/>
      <pc:docMkLst>
        <pc:docMk/>
      </pc:docMkLst>
      <pc:sldChg chg="addSp delSp modSp">
        <pc:chgData name="윤병호(Byeongho Yun)[bhyun91]/사원/제조지능화.제조PI.지능화기반.기반구축2팀" userId="32fa0f43-f624-4105-82ae-739587876fc5" providerId="ADAL" clId="{66B0662E-6987-4710-96C7-F6AB63A4FAC3}" dt="2025-11-18T04:43:54.997" v="6189" actId="115"/>
        <pc:sldMkLst>
          <pc:docMk/>
          <pc:sldMk cId="2559780372" sldId="2147481944"/>
        </pc:sldMkLst>
        <pc:spChg chg="mod">
          <ac:chgData name="윤병호(Byeongho Yun)[bhyun91]/사원/제조지능화.제조PI.지능화기반.기반구축2팀" userId="32fa0f43-f624-4105-82ae-739587876fc5" providerId="ADAL" clId="{66B0662E-6987-4710-96C7-F6AB63A4FAC3}" dt="2025-11-18T01:45:29.967" v="3495" actId="1036"/>
          <ac:spMkLst>
            <pc:docMk/>
            <pc:sldMk cId="2559780372" sldId="2147481944"/>
            <ac:spMk id="12" creationId="{AF9CA680-6295-49E1-BD5F-5505FAB214B8}"/>
          </ac:spMkLst>
        </pc:spChg>
        <pc:spChg chg="add mod">
          <ac:chgData name="윤병호(Byeongho Yun)[bhyun91]/사원/제조지능화.제조PI.지능화기반.기반구축2팀" userId="32fa0f43-f624-4105-82ae-739587876fc5" providerId="ADAL" clId="{66B0662E-6987-4710-96C7-F6AB63A4FAC3}" dt="2025-11-18T04:43:54.997" v="6189" actId="115"/>
          <ac:spMkLst>
            <pc:docMk/>
            <pc:sldMk cId="2559780372" sldId="2147481944"/>
            <ac:spMk id="15" creationId="{283663EA-C7B0-434A-9ECD-E1EE37F619AF}"/>
          </ac:spMkLst>
        </pc:spChg>
        <pc:spChg chg="del">
          <ac:chgData name="윤병호(Byeongho Yun)[bhyun91]/사원/제조지능화.제조PI.지능화기반.기반구축2팀" userId="32fa0f43-f624-4105-82ae-739587876fc5" providerId="ADAL" clId="{66B0662E-6987-4710-96C7-F6AB63A4FAC3}" dt="2025-11-11T06:06:11.543" v="1628" actId="478"/>
          <ac:spMkLst>
            <pc:docMk/>
            <pc:sldMk cId="2559780372" sldId="2147481944"/>
            <ac:spMk id="15" creationId="{7528277E-0641-4FBF-98B2-B18E43640332}"/>
          </ac:spMkLst>
        </pc:spChg>
        <pc:spChg chg="mod">
          <ac:chgData name="윤병호(Byeongho Yun)[bhyun91]/사원/제조지능화.제조PI.지능화기반.기반구축2팀" userId="32fa0f43-f624-4105-82ae-739587876fc5" providerId="ADAL" clId="{66B0662E-6987-4710-96C7-F6AB63A4FAC3}" dt="2025-11-18T00:30:40.932" v="3387" actId="1076"/>
          <ac:spMkLst>
            <pc:docMk/>
            <pc:sldMk cId="2559780372" sldId="2147481944"/>
            <ac:spMk id="19" creationId="{2E578BFA-4F52-473A-8A6A-891E8673C473}"/>
          </ac:spMkLst>
        </pc:spChg>
        <pc:spChg chg="mod">
          <ac:chgData name="윤병호(Byeongho Yun)[bhyun91]/사원/제조지능화.제조PI.지능화기반.기반구축2팀" userId="32fa0f43-f624-4105-82ae-739587876fc5" providerId="ADAL" clId="{66B0662E-6987-4710-96C7-F6AB63A4FAC3}" dt="2025-11-18T00:30:33.345" v="3386" actId="14100"/>
          <ac:spMkLst>
            <pc:docMk/>
            <pc:sldMk cId="2559780372" sldId="2147481944"/>
            <ac:spMk id="21" creationId="{56504C36-E416-4555-A91B-93214BBA4B92}"/>
          </ac:spMkLst>
        </pc:spChg>
        <pc:spChg chg="mod">
          <ac:chgData name="윤병호(Byeongho Yun)[bhyun91]/사원/제조지능화.제조PI.지능화기반.기반구축2팀" userId="32fa0f43-f624-4105-82ae-739587876fc5" providerId="ADAL" clId="{66B0662E-6987-4710-96C7-F6AB63A4FAC3}" dt="2025-11-18T00:26:44.956" v="3062" actId="20577"/>
          <ac:spMkLst>
            <pc:docMk/>
            <pc:sldMk cId="2559780372" sldId="2147481944"/>
            <ac:spMk id="22" creationId="{81B17DB2-3DCC-4A8F-9347-F9695BEF8B6D}"/>
          </ac:spMkLst>
        </pc:spChg>
        <pc:graphicFrameChg chg="mod modGraphic">
          <ac:chgData name="윤병호(Byeongho Yun)[bhyun91]/사원/제조지능화.제조PI.지능화기반.기반구축2팀" userId="32fa0f43-f624-4105-82ae-739587876fc5" providerId="ADAL" clId="{66B0662E-6987-4710-96C7-F6AB63A4FAC3}" dt="2025-11-18T04:42:22.574" v="6165" actId="20577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  <pc:graphicFrameChg chg="mod modGraphic">
          <ac:chgData name="윤병호(Byeongho Yun)[bhyun91]/사원/제조지능화.제조PI.지능화기반.기반구축2팀" userId="32fa0f43-f624-4105-82ae-739587876fc5" providerId="ADAL" clId="{66B0662E-6987-4710-96C7-F6AB63A4FAC3}" dt="2025-11-18T00:30:24.771" v="3383" actId="14100"/>
          <ac:graphicFrameMkLst>
            <pc:docMk/>
            <pc:sldMk cId="2559780372" sldId="2147481944"/>
            <ac:graphicFrameMk id="14" creationId="{C0FEE8D4-249E-4A1E-A47A-4401A1E7C448}"/>
          </ac:graphicFrameMkLst>
        </pc:graphicFrameChg>
      </pc:sldChg>
      <pc:sldChg chg="addSp delSp modSp">
        <pc:chgData name="윤병호(Byeongho Yun)[bhyun91]/사원/제조지능화.제조PI.지능화기반.기반구축2팀" userId="32fa0f43-f624-4105-82ae-739587876fc5" providerId="ADAL" clId="{66B0662E-6987-4710-96C7-F6AB63A4FAC3}" dt="2025-11-18T04:44:42.372" v="6200"/>
        <pc:sldMkLst>
          <pc:docMk/>
          <pc:sldMk cId="863012316" sldId="2147482046"/>
        </pc:sldMkLst>
        <pc:spChg chg="del mod">
          <ac:chgData name="윤병호(Byeongho Yun)[bhyun91]/사원/제조지능화.제조PI.지능화기반.기반구축2팀" userId="32fa0f43-f624-4105-82ae-739587876fc5" providerId="ADAL" clId="{66B0662E-6987-4710-96C7-F6AB63A4FAC3}" dt="2025-11-11T05:59:09.741" v="970" actId="478"/>
          <ac:spMkLst>
            <pc:docMk/>
            <pc:sldMk cId="863012316" sldId="2147482046"/>
            <ac:spMk id="2" creationId="{CC8D0EC3-D3BF-44DA-93E4-37F7377E6D81}"/>
          </ac:spMkLst>
        </pc:spChg>
        <pc:spChg chg="add mod">
          <ac:chgData name="윤병호(Byeongho Yun)[bhyun91]/사원/제조지능화.제조PI.지능화기반.기반구축2팀" userId="32fa0f43-f624-4105-82ae-739587876fc5" providerId="ADAL" clId="{66B0662E-6987-4710-96C7-F6AB63A4FAC3}" dt="2025-11-11T06:03:51.431" v="1357" actId="1076"/>
          <ac:spMkLst>
            <pc:docMk/>
            <pc:sldMk cId="863012316" sldId="2147482046"/>
            <ac:spMk id="22" creationId="{505B5C8C-0005-4C31-BDD9-32B083421F67}"/>
          </ac:spMkLst>
        </pc:spChg>
        <pc:spChg chg="del mod">
          <ac:chgData name="윤병호(Byeongho Yun)[bhyun91]/사원/제조지능화.제조PI.지능화기반.기반구축2팀" userId="32fa0f43-f624-4105-82ae-739587876fc5" providerId="ADAL" clId="{66B0662E-6987-4710-96C7-F6AB63A4FAC3}" dt="2025-11-11T05:59:17.159" v="973" actId="478"/>
          <ac:spMkLst>
            <pc:docMk/>
            <pc:sldMk cId="863012316" sldId="2147482046"/>
            <ac:spMk id="57" creationId="{915C0F2F-43EB-4741-96CC-BC4EB2A318F1}"/>
          </ac:spMkLst>
        </pc:spChg>
        <pc:spChg chg="mod">
          <ac:chgData name="윤병호(Byeongho Yun)[bhyun91]/사원/제조지능화.제조PI.지능화기반.기반구축2팀" userId="32fa0f43-f624-4105-82ae-739587876fc5" providerId="ADAL" clId="{66B0662E-6987-4710-96C7-F6AB63A4FAC3}" dt="2025-11-11T06:03:51.431" v="1357" actId="1076"/>
          <ac:spMkLst>
            <pc:docMk/>
            <pc:sldMk cId="863012316" sldId="2147482046"/>
            <ac:spMk id="58" creationId="{F2331789-FEC8-45FE-8F7A-D6ABFF734719}"/>
          </ac:spMkLst>
        </pc:spChg>
        <pc:spChg chg="mod">
          <ac:chgData name="윤병호(Byeongho Yun)[bhyun91]/사원/제조지능화.제조PI.지능화기반.기반구축2팀" userId="32fa0f43-f624-4105-82ae-739587876fc5" providerId="ADAL" clId="{66B0662E-6987-4710-96C7-F6AB63A4FAC3}" dt="2025-11-11T06:03:51.431" v="1357" actId="1076"/>
          <ac:spMkLst>
            <pc:docMk/>
            <pc:sldMk cId="863012316" sldId="2147482046"/>
            <ac:spMk id="59" creationId="{74E6BC2D-72A7-4557-8795-9662B7AC276C}"/>
          </ac:spMkLst>
        </pc:spChg>
        <pc:spChg chg="del mod">
          <ac:chgData name="윤병호(Byeongho Yun)[bhyun91]/사원/제조지능화.제조PI.지능화기반.기반구축2팀" userId="32fa0f43-f624-4105-82ae-739587876fc5" providerId="ADAL" clId="{66B0662E-6987-4710-96C7-F6AB63A4FAC3}" dt="2025-11-11T05:59:19.533" v="974" actId="478"/>
          <ac:spMkLst>
            <pc:docMk/>
            <pc:sldMk cId="863012316" sldId="2147482046"/>
            <ac:spMk id="61" creationId="{8C9AD641-72A8-4107-9F48-E2D430E07A56}"/>
          </ac:spMkLst>
        </pc:spChg>
        <pc:spChg chg="del mod">
          <ac:chgData name="윤병호(Byeongho Yun)[bhyun91]/사원/제조지능화.제조PI.지능화기반.기반구축2팀" userId="32fa0f43-f624-4105-82ae-739587876fc5" providerId="ADAL" clId="{66B0662E-6987-4710-96C7-F6AB63A4FAC3}" dt="2025-11-11T05:59:11.346" v="971" actId="478"/>
          <ac:spMkLst>
            <pc:docMk/>
            <pc:sldMk cId="863012316" sldId="2147482046"/>
            <ac:spMk id="62" creationId="{242FD166-9C6E-4C10-81A0-320ED07E4783}"/>
          </ac:spMkLst>
        </pc:spChg>
        <pc:spChg chg="mod">
          <ac:chgData name="윤병호(Byeongho Yun)[bhyun91]/사원/제조지능화.제조PI.지능화기반.기반구축2팀" userId="32fa0f43-f624-4105-82ae-739587876fc5" providerId="ADAL" clId="{66B0662E-6987-4710-96C7-F6AB63A4FAC3}" dt="2025-11-18T01:57:15.753" v="4345" actId="20577"/>
          <ac:spMkLst>
            <pc:docMk/>
            <pc:sldMk cId="863012316" sldId="2147482046"/>
            <ac:spMk id="63" creationId="{F7E9B123-1E21-48F6-86C5-2777566B3419}"/>
          </ac:spMkLst>
        </pc:spChg>
        <pc:spChg chg="del">
          <ac:chgData name="윤병호(Byeongho Yun)[bhyun91]/사원/제조지능화.제조PI.지능화기반.기반구축2팀" userId="32fa0f43-f624-4105-82ae-739587876fc5" providerId="ADAL" clId="{66B0662E-6987-4710-96C7-F6AB63A4FAC3}" dt="2025-11-11T05:55:12.090" v="645" actId="478"/>
          <ac:spMkLst>
            <pc:docMk/>
            <pc:sldMk cId="863012316" sldId="2147482046"/>
            <ac:spMk id="65" creationId="{F688EC72-9636-428A-8D33-50B32EFF0A64}"/>
          </ac:spMkLst>
        </pc:spChg>
        <pc:spChg chg="del">
          <ac:chgData name="윤병호(Byeongho Yun)[bhyun91]/사원/제조지능화.제조PI.지능화기반.기반구축2팀" userId="32fa0f43-f624-4105-82ae-739587876fc5" providerId="ADAL" clId="{66B0662E-6987-4710-96C7-F6AB63A4FAC3}" dt="2025-11-11T05:55:09.965" v="644" actId="478"/>
          <ac:spMkLst>
            <pc:docMk/>
            <pc:sldMk cId="863012316" sldId="2147482046"/>
            <ac:spMk id="66" creationId="{6A1910FB-52CD-4D54-8378-E97A4D399BBD}"/>
          </ac:spMkLst>
        </pc:spChg>
        <pc:spChg chg="del mod">
          <ac:chgData name="윤병호(Byeongho Yun)[bhyun91]/사원/제조지능화.제조PI.지능화기반.기반구축2팀" userId="32fa0f43-f624-4105-82ae-739587876fc5" providerId="ADAL" clId="{66B0662E-6987-4710-96C7-F6AB63A4FAC3}" dt="2025-11-11T05:59:13.080" v="972" actId="478"/>
          <ac:spMkLst>
            <pc:docMk/>
            <pc:sldMk cId="863012316" sldId="2147482046"/>
            <ac:spMk id="67" creationId="{504838D5-119D-41C0-AACC-9BE7457A6B01}"/>
          </ac:spMkLst>
        </pc:spChg>
        <pc:grpChg chg="mod">
          <ac:chgData name="윤병호(Byeongho Yun)[bhyun91]/사원/제조지능화.제조PI.지능화기반.기반구축2팀" userId="32fa0f43-f624-4105-82ae-739587876fc5" providerId="ADAL" clId="{66B0662E-6987-4710-96C7-F6AB63A4FAC3}" dt="2025-11-18T03:00:44.699" v="4757" actId="14100"/>
          <ac:grpSpMkLst>
            <pc:docMk/>
            <pc:sldMk cId="863012316" sldId="2147482046"/>
            <ac:grpSpMk id="16" creationId="{EBEBA6D1-3187-4E2E-8242-D9FD8CAB6FCA}"/>
          </ac:grpSpMkLst>
        </pc:grpChg>
        <pc:graphicFrameChg chg="mod modGraphic">
          <ac:chgData name="윤병호(Byeongho Yun)[bhyun91]/사원/제조지능화.제조PI.지능화기반.기반구축2팀" userId="32fa0f43-f624-4105-82ae-739587876fc5" providerId="ADAL" clId="{66B0662E-6987-4710-96C7-F6AB63A4FAC3}" dt="2025-11-18T04:44:42.372" v="6200"/>
          <ac:graphicFrameMkLst>
            <pc:docMk/>
            <pc:sldMk cId="863012316" sldId="2147482046"/>
            <ac:graphicFrameMk id="7" creationId="{3E86696F-E35A-4B06-9B46-63A4A6A986C1}"/>
          </ac:graphicFrameMkLst>
        </pc:graphicFrameChg>
        <pc:graphicFrameChg chg="mod modGraphic">
          <ac:chgData name="윤병호(Byeongho Yun)[bhyun91]/사원/제조지능화.제조PI.지능화기반.기반구축2팀" userId="32fa0f43-f624-4105-82ae-739587876fc5" providerId="ADAL" clId="{66B0662E-6987-4710-96C7-F6AB63A4FAC3}" dt="2025-11-18T03:01:16.559" v="4857" actId="20577"/>
          <ac:graphicFrameMkLst>
            <pc:docMk/>
            <pc:sldMk cId="863012316" sldId="2147482046"/>
            <ac:graphicFrameMk id="14" creationId="{C0FEE8D4-249E-4A1E-A47A-4401A1E7C448}"/>
          </ac:graphicFrameMkLst>
        </pc:graphicFrameChg>
        <pc:graphicFrameChg chg="mod modGraphic">
          <ac:chgData name="윤병호(Byeongho Yun)[bhyun91]/사원/제조지능화.제조PI.지능화기반.기반구축2팀" userId="32fa0f43-f624-4105-82ae-739587876fc5" providerId="ADAL" clId="{66B0662E-6987-4710-96C7-F6AB63A4FAC3}" dt="2025-11-18T04:41:36.090" v="6142" actId="207"/>
          <ac:graphicFrameMkLst>
            <pc:docMk/>
            <pc:sldMk cId="863012316" sldId="2147482046"/>
            <ac:graphicFrameMk id="60" creationId="{499311D7-9307-4912-8265-D228438D7B30}"/>
          </ac:graphicFrameMkLst>
        </pc:graphicFrameChg>
      </pc:sldChg>
    </pc:docChg>
  </pc:docChgLst>
  <pc:docChgLst>
    <pc:chgData name="김석중(SEOKJUNG KIM)[ksj_0420]/사원/제조DX.제조DX솔루션.롤맵기술팀" userId="4e10f057-622c-4bad-88ca-d96f01a66173" providerId="ADAL" clId="{FB7E9868-FF24-4109-828E-B0EA4A2D5253}"/>
    <pc:docChg chg="undo custSel modSld">
      <pc:chgData name="김석중(SEOKJUNG KIM)[ksj_0420]/사원/제조DX.제조DX솔루션.롤맵기술팀" userId="4e10f057-622c-4bad-88ca-d96f01a66173" providerId="ADAL" clId="{FB7E9868-FF24-4109-828E-B0EA4A2D5253}" dt="2025-11-19T04:55:56.989" v="2043" actId="20577"/>
      <pc:docMkLst>
        <pc:docMk/>
      </pc:docMkLst>
      <pc:sldChg chg="modSp">
        <pc:chgData name="김석중(SEOKJUNG KIM)[ksj_0420]/사원/제조DX.제조DX솔루션.롤맵기술팀" userId="4e10f057-622c-4bad-88ca-d96f01a66173" providerId="ADAL" clId="{FB7E9868-FF24-4109-828E-B0EA4A2D5253}" dt="2025-11-19T04:55:56.989" v="2043" actId="20577"/>
        <pc:sldMkLst>
          <pc:docMk/>
          <pc:sldMk cId="31248691" sldId="2147481916"/>
        </pc:sldMkLst>
        <pc:spChg chg="mod">
          <ac:chgData name="김석중(SEOKJUNG KIM)[ksj_0420]/사원/제조DX.제조DX솔루션.롤맵기술팀" userId="4e10f057-622c-4bad-88ca-d96f01a66173" providerId="ADAL" clId="{FB7E9868-FF24-4109-828E-B0EA4A2D5253}" dt="2025-11-19T04:40:23.404" v="1" actId="20577"/>
          <ac:spMkLst>
            <pc:docMk/>
            <pc:sldMk cId="31248691" sldId="2147481916"/>
            <ac:spMk id="18" creationId="{72943F47-EAEA-4391-A2BC-C7C33A8E8CFD}"/>
          </ac:spMkLst>
        </pc:spChg>
        <pc:graphicFrameChg chg="mod modGraphic">
          <ac:chgData name="김석중(SEOKJUNG KIM)[ksj_0420]/사원/제조DX.제조DX솔루션.롤맵기술팀" userId="4e10f057-622c-4bad-88ca-d96f01a66173" providerId="ADAL" clId="{FB7E9868-FF24-4109-828E-B0EA4A2D5253}" dt="2025-11-19T04:55:56.989" v="2043" actId="20577"/>
          <ac:graphicFrameMkLst>
            <pc:docMk/>
            <pc:sldMk cId="31248691" sldId="2147481916"/>
            <ac:graphicFrameMk id="3" creationId="{3E86696F-E35A-4B06-9B46-63A4A6A986C1}"/>
          </ac:graphicFrameMkLst>
        </pc:graphicFrameChg>
      </pc:sldChg>
      <pc:sldChg chg="modSp">
        <pc:chgData name="김석중(SEOKJUNG KIM)[ksj_0420]/사원/제조DX.제조DX솔루션.롤맵기술팀" userId="4e10f057-622c-4bad-88ca-d96f01a66173" providerId="ADAL" clId="{FB7E9868-FF24-4109-828E-B0EA4A2D5253}" dt="2025-11-19T04:48:41.617" v="1298" actId="207"/>
        <pc:sldMkLst>
          <pc:docMk/>
          <pc:sldMk cId="2827412370" sldId="2147481939"/>
        </pc:sldMkLst>
        <pc:spChg chg="mod">
          <ac:chgData name="김석중(SEOKJUNG KIM)[ksj_0420]/사원/제조DX.제조DX솔루션.롤맵기술팀" userId="4e10f057-622c-4bad-88ca-d96f01a66173" providerId="ADAL" clId="{FB7E9868-FF24-4109-828E-B0EA4A2D5253}" dt="2025-11-19T04:46:23.471" v="877" actId="20577"/>
          <ac:spMkLst>
            <pc:docMk/>
            <pc:sldMk cId="2827412370" sldId="2147481939"/>
            <ac:spMk id="18" creationId="{72943F47-EAEA-4391-A2BC-C7C33A8E8CFD}"/>
          </ac:spMkLst>
        </pc:spChg>
        <pc:graphicFrameChg chg="mod modGraphic">
          <ac:chgData name="김석중(SEOKJUNG KIM)[ksj_0420]/사원/제조DX.제조DX솔루션.롤맵기술팀" userId="4e10f057-622c-4bad-88ca-d96f01a66173" providerId="ADAL" clId="{FB7E9868-FF24-4109-828E-B0EA4A2D5253}" dt="2025-11-19T04:48:41.617" v="1298" actId="207"/>
          <ac:graphicFrameMkLst>
            <pc:docMk/>
            <pc:sldMk cId="2827412370" sldId="2147481939"/>
            <ac:graphicFrameMk id="3" creationId="{3E86696F-E35A-4B06-9B46-63A4A6A986C1}"/>
          </ac:graphicFrameMkLst>
        </pc:graphicFrameChg>
      </pc:sldChg>
      <pc:sldChg chg="modSp">
        <pc:chgData name="김석중(SEOKJUNG KIM)[ksj_0420]/사원/제조DX.제조DX솔루션.롤맵기술팀" userId="4e10f057-622c-4bad-88ca-d96f01a66173" providerId="ADAL" clId="{FB7E9868-FF24-4109-828E-B0EA4A2D5253}" dt="2025-11-19T04:46:03.379" v="875" actId="20577"/>
        <pc:sldMkLst>
          <pc:docMk/>
          <pc:sldMk cId="120050373" sldId="2147481971"/>
        </pc:sldMkLst>
        <pc:spChg chg="mod">
          <ac:chgData name="김석중(SEOKJUNG KIM)[ksj_0420]/사원/제조DX.제조DX솔루션.롤맵기술팀" userId="4e10f057-622c-4bad-88ca-d96f01a66173" providerId="ADAL" clId="{FB7E9868-FF24-4109-828E-B0EA4A2D5253}" dt="2025-11-19T04:46:03.379" v="875" actId="20577"/>
          <ac:spMkLst>
            <pc:docMk/>
            <pc:sldMk cId="120050373" sldId="2147481971"/>
            <ac:spMk id="18" creationId="{72943F47-EAEA-4391-A2BC-C7C33A8E8CFD}"/>
          </ac:spMkLst>
        </pc:spChg>
      </pc:sldChg>
    </pc:docChg>
  </pc:docChgLst>
  <pc:docChgLst>
    <pc:chgData name="이석훈(SEOKHUN LEE)[shlee92]/선임/제조DX.제조DX솔루션.셀추적기술팀" userId="ed8d7f7a-7732-4146-a631-b3af2ed9f832" providerId="ADAL" clId="{7B29E6E2-C7C6-4A48-BE47-2D74285D7BBB}"/>
    <pc:docChg chg="custSel modSld">
      <pc:chgData name="이석훈(SEOKHUN LEE)[shlee92]/선임/제조DX.제조DX솔루션.셀추적기술팀" userId="ed8d7f7a-7732-4146-a631-b3af2ed9f832" providerId="ADAL" clId="{7B29E6E2-C7C6-4A48-BE47-2D74285D7BBB}" dt="2025-11-19T00:23:11.957" v="706" actId="1036"/>
      <pc:docMkLst>
        <pc:docMk/>
      </pc:docMkLst>
      <pc:sldChg chg="modSp">
        <pc:chgData name="이석훈(SEOKHUN LEE)[shlee92]/선임/제조DX.제조DX솔루션.셀추적기술팀" userId="ed8d7f7a-7732-4146-a631-b3af2ed9f832" providerId="ADAL" clId="{7B29E6E2-C7C6-4A48-BE47-2D74285D7BBB}" dt="2025-11-19T00:23:11.957" v="706" actId="1036"/>
        <pc:sldMkLst>
          <pc:docMk/>
          <pc:sldMk cId="1726257096" sldId="2147481882"/>
        </pc:sldMkLst>
        <pc:spChg chg="mod">
          <ac:chgData name="이석훈(SEOKHUN LEE)[shlee92]/선임/제조DX.제조DX솔루션.셀추적기술팀" userId="ed8d7f7a-7732-4146-a631-b3af2ed9f832" providerId="ADAL" clId="{7B29E6E2-C7C6-4A48-BE47-2D74285D7BBB}" dt="2025-11-19T00:23:11.957" v="706" actId="1036"/>
          <ac:spMkLst>
            <pc:docMk/>
            <pc:sldMk cId="1726257096" sldId="2147481882"/>
            <ac:spMk id="20" creationId="{983E4AC0-7973-4BB2-B498-47844B7C9345}"/>
          </ac:spMkLst>
        </pc:spChg>
        <pc:spChg chg="mod">
          <ac:chgData name="이석훈(SEOKHUN LEE)[shlee92]/선임/제조DX.제조DX솔루션.셀추적기술팀" userId="ed8d7f7a-7732-4146-a631-b3af2ed9f832" providerId="ADAL" clId="{7B29E6E2-C7C6-4A48-BE47-2D74285D7BBB}" dt="2025-11-19T00:22:09.284" v="674" actId="20577"/>
          <ac:spMkLst>
            <pc:docMk/>
            <pc:sldMk cId="1726257096" sldId="2147481882"/>
            <ac:spMk id="33" creationId="{708B1D54-9D52-42CB-82CB-E5D69946BACE}"/>
          </ac:spMkLst>
        </pc:spChg>
        <pc:grpChg chg="mod">
          <ac:chgData name="이석훈(SEOKHUN LEE)[shlee92]/선임/제조DX.제조DX솔루션.셀추적기술팀" userId="ed8d7f7a-7732-4146-a631-b3af2ed9f832" providerId="ADAL" clId="{7B29E6E2-C7C6-4A48-BE47-2D74285D7BBB}" dt="2025-11-19T00:23:00.659" v="690" actId="1036"/>
          <ac:grpSpMkLst>
            <pc:docMk/>
            <pc:sldMk cId="1726257096" sldId="2147481882"/>
            <ac:grpSpMk id="17" creationId="{AC6BF300-D2AF-4B5E-B0E9-8F5A166564DD}"/>
          </ac:grpSpMkLst>
        </pc:grpChg>
        <pc:graphicFrameChg chg="mod modGraphic">
          <ac:chgData name="이석훈(SEOKHUN LEE)[shlee92]/선임/제조DX.제조DX솔루션.셀추적기술팀" userId="ed8d7f7a-7732-4146-a631-b3af2ed9f832" providerId="ADAL" clId="{7B29E6E2-C7C6-4A48-BE47-2D74285D7BBB}" dt="2025-11-19T00:23:00.659" v="690" actId="1036"/>
          <ac:graphicFrameMkLst>
            <pc:docMk/>
            <pc:sldMk cId="1726257096" sldId="2147481882"/>
            <ac:graphicFrameMk id="16" creationId="{4BFC913D-0803-4177-9C1D-6527949DA1F4}"/>
          </ac:graphicFrameMkLst>
        </pc:graphicFrameChg>
        <pc:graphicFrameChg chg="mod modGraphic">
          <ac:chgData name="이석훈(SEOKHUN LEE)[shlee92]/선임/제조DX.제조DX솔루션.셀추적기술팀" userId="ed8d7f7a-7732-4146-a631-b3af2ed9f832" providerId="ADAL" clId="{7B29E6E2-C7C6-4A48-BE47-2D74285D7BBB}" dt="2025-11-19T00:22:54.878" v="679" actId="2057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  <pc:graphicFrameChg chg="modGraphic">
          <ac:chgData name="이석훈(SEOKHUN LEE)[shlee92]/선임/제조DX.제조DX솔루션.셀추적기술팀" userId="ed8d7f7a-7732-4146-a631-b3af2ed9f832" providerId="ADAL" clId="{7B29E6E2-C7C6-4A48-BE47-2D74285D7BBB}" dt="2025-11-19T00:22:16.393" v="678" actId="20577"/>
          <ac:graphicFrameMkLst>
            <pc:docMk/>
            <pc:sldMk cId="1726257096" sldId="2147481882"/>
            <ac:graphicFrameMk id="36" creationId="{66252906-857F-42C8-86CE-4F1F8E43E2F9}"/>
          </ac:graphicFrameMkLst>
        </pc:graphicFrameChg>
      </pc:sldChg>
    </pc:docChg>
  </pc:docChgLst>
  <pc:docChgLst>
    <pc:chgData name="윤성렬(SUNGRYEOL YUN)[sungryeol.y]/사원/제조DX.제조DX솔루션.롤맵기술팀" userId="b5311d10-d61f-46bb-bd4a-1d8342705f0f" providerId="ADAL" clId="{684364C0-26A3-419E-96A5-4EC5FEF2F6DD}"/>
    <pc:docChg chg="undo custSel modSld">
      <pc:chgData name="윤성렬(SUNGRYEOL YUN)[sungryeol.y]/사원/제조DX.제조DX솔루션.롤맵기술팀" userId="b5311d10-d61f-46bb-bd4a-1d8342705f0f" providerId="ADAL" clId="{684364C0-26A3-419E-96A5-4EC5FEF2F6DD}" dt="2025-11-04T23:33:14.309" v="3222" actId="1076"/>
      <pc:docMkLst>
        <pc:docMk/>
      </pc:docMkLst>
      <pc:sldChg chg="addSp delSp modSp mod">
        <pc:chgData name="윤성렬(SUNGRYEOL YUN)[sungryeol.y]/사원/제조DX.제조DX솔루션.롤맵기술팀" userId="b5311d10-d61f-46bb-bd4a-1d8342705f0f" providerId="ADAL" clId="{684364C0-26A3-419E-96A5-4EC5FEF2F6DD}" dt="2025-11-04T23:33:14.309" v="3222" actId="1076"/>
        <pc:sldMkLst>
          <pc:docMk/>
          <pc:sldMk cId="3266697761" sldId="2278"/>
        </pc:sldMkLst>
        <pc:spChg chg="mod">
          <ac:chgData name="윤성렬(SUNGRYEOL YUN)[sungryeol.y]/사원/제조DX.제조DX솔루션.롤맵기술팀" userId="b5311d10-d61f-46bb-bd4a-1d8342705f0f" providerId="ADAL" clId="{684364C0-26A3-419E-96A5-4EC5FEF2F6DD}" dt="2025-11-04T23:33:10.998" v="3220" actId="20577"/>
          <ac:spMkLst>
            <pc:docMk/>
            <pc:sldMk cId="3266697761" sldId="2278"/>
            <ac:spMk id="16" creationId="{64103116-79E6-4EAD-A94F-CA5060A46E07}"/>
          </ac:spMkLst>
        </pc:spChg>
        <pc:spChg chg="mod">
          <ac:chgData name="윤성렬(SUNGRYEOL YUN)[sungryeol.y]/사원/제조DX.제조DX솔루션.롤맵기술팀" userId="b5311d10-d61f-46bb-bd4a-1d8342705f0f" providerId="ADAL" clId="{684364C0-26A3-419E-96A5-4EC5FEF2F6DD}" dt="2025-11-04T23:33:14.309" v="3222" actId="1076"/>
          <ac:spMkLst>
            <pc:docMk/>
            <pc:sldMk cId="3266697761" sldId="2278"/>
            <ac:spMk id="18" creationId="{FC55D7C3-19BB-417C-88D2-249E3D408DED}"/>
          </ac:spMkLst>
        </pc:spChg>
      </pc:sldChg>
      <pc:sldChg chg="addSp delSp modSp mod">
        <pc:chgData name="윤성렬(SUNGRYEOL YUN)[sungryeol.y]/사원/제조DX.제조DX솔루션.롤맵기술팀" userId="b5311d10-d61f-46bb-bd4a-1d8342705f0f" providerId="ADAL" clId="{684364C0-26A3-419E-96A5-4EC5FEF2F6DD}" dt="2025-11-04T20:42:15.644" v="1800" actId="20577"/>
        <pc:sldMkLst>
          <pc:docMk/>
          <pc:sldMk cId="4145388933" sldId="2147481913"/>
        </pc:sldMkLst>
        <pc:spChg chg="mod">
          <ac:chgData name="윤성렬(SUNGRYEOL YUN)[sungryeol.y]/사원/제조DX.제조DX솔루션.롤맵기술팀" userId="b5311d10-d61f-46bb-bd4a-1d8342705f0f" providerId="ADAL" clId="{684364C0-26A3-419E-96A5-4EC5FEF2F6DD}" dt="2025-11-04T20:42:15.644" v="1800" actId="20577"/>
          <ac:spMkLst>
            <pc:docMk/>
            <pc:sldMk cId="4145388933" sldId="2147481913"/>
            <ac:spMk id="18" creationId="{72943F47-EAEA-4391-A2BC-C7C33A8E8CFD}"/>
          </ac:spMkLst>
        </pc:spChg>
        <pc:graphicFrameChg chg="mod modGraphic">
          <ac:chgData name="윤성렬(SUNGRYEOL YUN)[sungryeol.y]/사원/제조DX.제조DX솔루션.롤맵기술팀" userId="b5311d10-d61f-46bb-bd4a-1d8342705f0f" providerId="ADAL" clId="{684364C0-26A3-419E-96A5-4EC5FEF2F6DD}" dt="2025-11-04T20:42:09.178" v="1798" actId="20577"/>
          <ac:graphicFrameMkLst>
            <pc:docMk/>
            <pc:sldMk cId="4145388933" sldId="2147481913"/>
            <ac:graphicFrameMk id="3" creationId="{3E86696F-E35A-4B06-9B46-63A4A6A986C1}"/>
          </ac:graphicFrameMkLst>
        </pc:graphicFrameChg>
      </pc:sldChg>
      <pc:sldChg chg="addSp delSp modSp mod">
        <pc:chgData name="윤성렬(SUNGRYEOL YUN)[sungryeol.y]/사원/제조DX.제조DX솔루션.롤맵기술팀" userId="b5311d10-d61f-46bb-bd4a-1d8342705f0f" providerId="ADAL" clId="{684364C0-26A3-419E-96A5-4EC5FEF2F6DD}" dt="2025-11-04T23:32:47.176" v="3208" actId="20577"/>
        <pc:sldMkLst>
          <pc:docMk/>
          <pc:sldMk cId="1894137771" sldId="2147481918"/>
        </pc:sldMkLst>
        <pc:spChg chg="mod">
          <ac:chgData name="윤성렬(SUNGRYEOL YUN)[sungryeol.y]/사원/제조DX.제조DX솔루션.롤맵기술팀" userId="b5311d10-d61f-46bb-bd4a-1d8342705f0f" providerId="ADAL" clId="{684364C0-26A3-419E-96A5-4EC5FEF2F6DD}" dt="2025-11-04T20:48:45.254" v="1823" actId="20577"/>
          <ac:spMkLst>
            <pc:docMk/>
            <pc:sldMk cId="1894137771" sldId="2147481918"/>
            <ac:spMk id="18" creationId="{72943F47-EAEA-4391-A2BC-C7C33A8E8CFD}"/>
          </ac:spMkLst>
        </pc:spChg>
        <pc:graphicFrameChg chg="mod modGraphic">
          <ac:chgData name="윤성렬(SUNGRYEOL YUN)[sungryeol.y]/사원/제조DX.제조DX솔루션.롤맵기술팀" userId="b5311d10-d61f-46bb-bd4a-1d8342705f0f" providerId="ADAL" clId="{684364C0-26A3-419E-96A5-4EC5FEF2F6DD}" dt="2025-11-04T23:32:47.176" v="3208" actId="20577"/>
          <ac:graphicFrameMkLst>
            <pc:docMk/>
            <pc:sldMk cId="1894137771" sldId="2147481918"/>
            <ac:graphicFrameMk id="3" creationId="{3E86696F-E35A-4B06-9B46-63A4A6A986C1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684364C0-26A3-419E-96A5-4EC5FEF2F6DD}" dt="2025-11-04T21:21:26.087" v="2666" actId="20577"/>
        <pc:sldMkLst>
          <pc:docMk/>
          <pc:sldMk cId="1357868518" sldId="2147481919"/>
        </pc:sldMkLst>
        <pc:graphicFrameChg chg="modGraphic">
          <ac:chgData name="윤성렬(SUNGRYEOL YUN)[sungryeol.y]/사원/제조DX.제조DX솔루션.롤맵기술팀" userId="b5311d10-d61f-46bb-bd4a-1d8342705f0f" providerId="ADAL" clId="{684364C0-26A3-419E-96A5-4EC5FEF2F6DD}" dt="2025-11-04T21:21:26.087" v="2666" actId="20577"/>
          <ac:graphicFrameMkLst>
            <pc:docMk/>
            <pc:sldMk cId="1357868518" sldId="2147481919"/>
            <ac:graphicFrameMk id="3" creationId="{3E86696F-E35A-4B06-9B46-63A4A6A986C1}"/>
          </ac:graphicFrameMkLst>
        </pc:graphicFrameChg>
      </pc:sldChg>
      <pc:sldChg chg="addSp delSp mod">
        <pc:chgData name="윤성렬(SUNGRYEOL YUN)[sungryeol.y]/사원/제조DX.제조DX솔루션.롤맵기술팀" userId="b5311d10-d61f-46bb-bd4a-1d8342705f0f" providerId="ADAL" clId="{684364C0-26A3-419E-96A5-4EC5FEF2F6DD}" dt="2025-11-04T21:22:43.578" v="2679" actId="22"/>
        <pc:sldMkLst>
          <pc:docMk/>
          <pc:sldMk cId="3301325517" sldId="2147481928"/>
        </pc:sldMkLst>
      </pc:sldChg>
      <pc:sldChg chg="addSp delSp modSp mod">
        <pc:chgData name="윤성렬(SUNGRYEOL YUN)[sungryeol.y]/사원/제조DX.제조DX솔루션.롤맵기술팀" userId="b5311d10-d61f-46bb-bd4a-1d8342705f0f" providerId="ADAL" clId="{684364C0-26A3-419E-96A5-4EC5FEF2F6DD}" dt="2025-11-04T21:26:00.571" v="2973" actId="20577"/>
        <pc:sldMkLst>
          <pc:docMk/>
          <pc:sldMk cId="2750834388" sldId="2147481930"/>
        </pc:sldMkLst>
        <pc:spChg chg="mod">
          <ac:chgData name="윤성렬(SUNGRYEOL YUN)[sungryeol.y]/사원/제조DX.제조DX솔루션.롤맵기술팀" userId="b5311d10-d61f-46bb-bd4a-1d8342705f0f" providerId="ADAL" clId="{684364C0-26A3-419E-96A5-4EC5FEF2F6DD}" dt="2025-11-04T21:26:00.571" v="2973" actId="20577"/>
          <ac:spMkLst>
            <pc:docMk/>
            <pc:sldMk cId="2750834388" sldId="2147481930"/>
            <ac:spMk id="18" creationId="{72943F47-EAEA-4391-A2BC-C7C33A8E8CFD}"/>
          </ac:spMkLst>
        </pc:spChg>
        <pc:graphicFrameChg chg="mod modGraphic">
          <ac:chgData name="윤성렬(SUNGRYEOL YUN)[sungryeol.y]/사원/제조DX.제조DX솔루션.롤맵기술팀" userId="b5311d10-d61f-46bb-bd4a-1d8342705f0f" providerId="ADAL" clId="{684364C0-26A3-419E-96A5-4EC5FEF2F6DD}" dt="2025-11-04T21:25:51.912" v="2968" actId="20577"/>
          <ac:graphicFrameMkLst>
            <pc:docMk/>
            <pc:sldMk cId="2750834388" sldId="2147481930"/>
            <ac:graphicFrameMk id="3" creationId="{3E86696F-E35A-4B06-9B46-63A4A6A986C1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684364C0-26A3-419E-96A5-4EC5FEF2F6DD}" dt="2025-11-04T23:24:37.675" v="3024"/>
        <pc:sldMkLst>
          <pc:docMk/>
          <pc:sldMk cId="3218446010" sldId="2147481940"/>
        </pc:sldMkLst>
        <pc:graphicFrameChg chg="mod modGraphic">
          <ac:chgData name="윤성렬(SUNGRYEOL YUN)[sungryeol.y]/사원/제조DX.제조DX솔루션.롤맵기술팀" userId="b5311d10-d61f-46bb-bd4a-1d8342705f0f" providerId="ADAL" clId="{684364C0-26A3-419E-96A5-4EC5FEF2F6DD}" dt="2025-11-04T23:24:37.675" v="3024"/>
          <ac:graphicFrameMkLst>
            <pc:docMk/>
            <pc:sldMk cId="3218446010" sldId="2147481940"/>
            <ac:graphicFrameMk id="21" creationId="{B17BC81E-4040-4B89-BFD6-444CE79E9A52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684364C0-26A3-419E-96A5-4EC5FEF2F6DD}" dt="2025-11-04T21:22:07.281" v="2675" actId="207"/>
        <pc:sldMkLst>
          <pc:docMk/>
          <pc:sldMk cId="2781412765" sldId="2147482059"/>
        </pc:sldMkLst>
        <pc:spChg chg="mod">
          <ac:chgData name="윤성렬(SUNGRYEOL YUN)[sungryeol.y]/사원/제조DX.제조DX솔루션.롤맵기술팀" userId="b5311d10-d61f-46bb-bd4a-1d8342705f0f" providerId="ADAL" clId="{684364C0-26A3-419E-96A5-4EC5FEF2F6DD}" dt="2025-11-04T21:21:40.304" v="2673" actId="20577"/>
          <ac:spMkLst>
            <pc:docMk/>
            <pc:sldMk cId="2781412765" sldId="2147482059"/>
            <ac:spMk id="18" creationId="{72943F47-EAEA-4391-A2BC-C7C33A8E8CFD}"/>
          </ac:spMkLst>
        </pc:spChg>
        <pc:graphicFrameChg chg="modGraphic">
          <ac:chgData name="윤성렬(SUNGRYEOL YUN)[sungryeol.y]/사원/제조DX.제조DX솔루션.롤맵기술팀" userId="b5311d10-d61f-46bb-bd4a-1d8342705f0f" providerId="ADAL" clId="{684364C0-26A3-419E-96A5-4EC5FEF2F6DD}" dt="2025-11-04T21:22:07.281" v="2675" actId="207"/>
          <ac:graphicFrameMkLst>
            <pc:docMk/>
            <pc:sldMk cId="2781412765" sldId="2147482059"/>
            <ac:graphicFrameMk id="3" creationId="{3E86696F-E35A-4B06-9B46-63A4A6A986C1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684364C0-26A3-419E-96A5-4EC5FEF2F6DD}" dt="2025-11-04T20:42:49.386" v="1814" actId="207"/>
        <pc:sldMkLst>
          <pc:docMk/>
          <pc:sldMk cId="681262127" sldId="2147482091"/>
        </pc:sldMkLst>
        <pc:spChg chg="mod">
          <ac:chgData name="윤성렬(SUNGRYEOL YUN)[sungryeol.y]/사원/제조DX.제조DX솔루션.롤맵기술팀" userId="b5311d10-d61f-46bb-bd4a-1d8342705f0f" providerId="ADAL" clId="{684364C0-26A3-419E-96A5-4EC5FEF2F6DD}" dt="2025-11-04T20:42:39.340" v="1813" actId="20577"/>
          <ac:spMkLst>
            <pc:docMk/>
            <pc:sldMk cId="681262127" sldId="2147482091"/>
            <ac:spMk id="18" creationId="{72943F47-EAEA-4391-A2BC-C7C33A8E8CFD}"/>
          </ac:spMkLst>
        </pc:spChg>
        <pc:graphicFrameChg chg="modGraphic">
          <ac:chgData name="윤성렬(SUNGRYEOL YUN)[sungryeol.y]/사원/제조DX.제조DX솔루션.롤맵기술팀" userId="b5311d10-d61f-46bb-bd4a-1d8342705f0f" providerId="ADAL" clId="{684364C0-26A3-419E-96A5-4EC5FEF2F6DD}" dt="2025-11-04T20:42:49.386" v="1814" actId="207"/>
          <ac:graphicFrameMkLst>
            <pc:docMk/>
            <pc:sldMk cId="681262127" sldId="2147482091"/>
            <ac:graphicFrameMk id="3" creationId="{3E86696F-E35A-4B06-9B46-63A4A6A986C1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684364C0-26A3-419E-96A5-4EC5FEF2F6DD}" dt="2025-11-04T21:26:40.620" v="2981" actId="20577"/>
        <pc:sldMkLst>
          <pc:docMk/>
          <pc:sldMk cId="24529797" sldId="2147482142"/>
        </pc:sldMkLst>
        <pc:spChg chg="mod">
          <ac:chgData name="윤성렬(SUNGRYEOL YUN)[sungryeol.y]/사원/제조DX.제조DX솔루션.롤맵기술팀" userId="b5311d10-d61f-46bb-bd4a-1d8342705f0f" providerId="ADAL" clId="{684364C0-26A3-419E-96A5-4EC5FEF2F6DD}" dt="2025-11-04T21:26:40.620" v="2981" actId="20577"/>
          <ac:spMkLst>
            <pc:docMk/>
            <pc:sldMk cId="24529797" sldId="2147482142"/>
            <ac:spMk id="18" creationId="{A7F473DF-C875-A323-6679-F5CA881CD9C4}"/>
          </ac:spMkLst>
        </pc:spChg>
        <pc:graphicFrameChg chg="modGraphic">
          <ac:chgData name="윤성렬(SUNGRYEOL YUN)[sungryeol.y]/사원/제조DX.제조DX솔루션.롤맵기술팀" userId="b5311d10-d61f-46bb-bd4a-1d8342705f0f" providerId="ADAL" clId="{684364C0-26A3-419E-96A5-4EC5FEF2F6DD}" dt="2025-11-04T21:26:33.298" v="2976" actId="207"/>
          <ac:graphicFrameMkLst>
            <pc:docMk/>
            <pc:sldMk cId="24529797" sldId="2147482142"/>
            <ac:graphicFrameMk id="3" creationId="{688BD945-555D-E069-F619-02973A6A481F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684364C0-26A3-419E-96A5-4EC5FEF2F6DD}" dt="2025-11-04T23:24:53.325" v="3026" actId="207"/>
        <pc:sldMkLst>
          <pc:docMk/>
          <pc:sldMk cId="4216273303" sldId="2147482152"/>
        </pc:sldMkLst>
      </pc:sldChg>
      <pc:sldChg chg="modSp mod">
        <pc:chgData name="윤성렬(SUNGRYEOL YUN)[sungryeol.y]/사원/제조DX.제조DX솔루션.롤맵기술팀" userId="b5311d10-d61f-46bb-bd4a-1d8342705f0f" providerId="ADAL" clId="{684364C0-26A3-419E-96A5-4EC5FEF2F6DD}" dt="2025-11-04T23:25:03.070" v="3028" actId="207"/>
        <pc:sldMkLst>
          <pc:docMk/>
          <pc:sldMk cId="719476191" sldId="2147482153"/>
        </pc:sldMkLst>
      </pc:sldChg>
      <pc:sldChg chg="modSp mod">
        <pc:chgData name="윤성렬(SUNGRYEOL YUN)[sungryeol.y]/사원/제조DX.제조DX솔루션.롤맵기술팀" userId="b5311d10-d61f-46bb-bd4a-1d8342705f0f" providerId="ADAL" clId="{684364C0-26A3-419E-96A5-4EC5FEF2F6DD}" dt="2025-11-04T23:26:12.723" v="3094" actId="20577"/>
        <pc:sldMkLst>
          <pc:docMk/>
          <pc:sldMk cId="1357361098" sldId="2147482154"/>
        </pc:sldMkLst>
        <pc:graphicFrameChg chg="mod modGraphic">
          <ac:chgData name="윤성렬(SUNGRYEOL YUN)[sungryeol.y]/사원/제조DX.제조DX솔루션.롤맵기술팀" userId="b5311d10-d61f-46bb-bd4a-1d8342705f0f" providerId="ADAL" clId="{684364C0-26A3-419E-96A5-4EC5FEF2F6DD}" dt="2025-11-04T23:25:44.504" v="3085" actId="207"/>
          <ac:graphicFrameMkLst>
            <pc:docMk/>
            <pc:sldMk cId="1357361098" sldId="2147482154"/>
            <ac:graphicFrameMk id="22" creationId="{800175D4-D7D2-4E39-BE37-BF38446744A7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684364C0-26A3-419E-96A5-4EC5FEF2F6DD}" dt="2025-11-04T23:25:56.425" v="3087" actId="207"/>
        <pc:sldMkLst>
          <pc:docMk/>
          <pc:sldMk cId="2756542074" sldId="2147482155"/>
        </pc:sldMkLst>
      </pc:sldChg>
      <pc:sldChg chg="modSp mod">
        <pc:chgData name="윤성렬(SUNGRYEOL YUN)[sungryeol.y]/사원/제조DX.제조DX솔루션.롤맵기술팀" userId="b5311d10-d61f-46bb-bd4a-1d8342705f0f" providerId="ADAL" clId="{684364C0-26A3-419E-96A5-4EC5FEF2F6DD}" dt="2025-11-04T23:26:23.215" v="3096" actId="207"/>
        <pc:sldMkLst>
          <pc:docMk/>
          <pc:sldMk cId="1685760430" sldId="2147482156"/>
        </pc:sldMkLst>
      </pc:sldChg>
      <pc:sldChg chg="modSp mod">
        <pc:chgData name="윤성렬(SUNGRYEOL YUN)[sungryeol.y]/사원/제조DX.제조DX솔루션.롤맵기술팀" userId="b5311d10-d61f-46bb-bd4a-1d8342705f0f" providerId="ADAL" clId="{684364C0-26A3-419E-96A5-4EC5FEF2F6DD}" dt="2025-11-04T23:26:30.772" v="3098" actId="207"/>
        <pc:sldMkLst>
          <pc:docMk/>
          <pc:sldMk cId="1270712381" sldId="2147482157"/>
        </pc:sldMkLst>
      </pc:sldChg>
      <pc:sldChg chg="modSp mod">
        <pc:chgData name="윤성렬(SUNGRYEOL YUN)[sungryeol.y]/사원/제조DX.제조DX솔루션.롤맵기술팀" userId="b5311d10-d61f-46bb-bd4a-1d8342705f0f" providerId="ADAL" clId="{684364C0-26A3-419E-96A5-4EC5FEF2F6DD}" dt="2025-11-04T23:26:38.016" v="3100" actId="207"/>
        <pc:sldMkLst>
          <pc:docMk/>
          <pc:sldMk cId="3468524003" sldId="2147482158"/>
        </pc:sldMkLst>
      </pc:sldChg>
      <pc:sldChg chg="modSp mod">
        <pc:chgData name="윤성렬(SUNGRYEOL YUN)[sungryeol.y]/사원/제조DX.제조DX솔루션.롤맵기술팀" userId="b5311d10-d61f-46bb-bd4a-1d8342705f0f" providerId="ADAL" clId="{684364C0-26A3-419E-96A5-4EC5FEF2F6DD}" dt="2025-11-04T23:26:52.997" v="3104" actId="207"/>
        <pc:sldMkLst>
          <pc:docMk/>
          <pc:sldMk cId="3982393149" sldId="2147482159"/>
        </pc:sldMkLst>
      </pc:sldChg>
      <pc:sldChg chg="modSp mod">
        <pc:chgData name="윤성렬(SUNGRYEOL YUN)[sungryeol.y]/사원/제조DX.제조DX솔루션.롤맵기술팀" userId="b5311d10-d61f-46bb-bd4a-1d8342705f0f" providerId="ADAL" clId="{684364C0-26A3-419E-96A5-4EC5FEF2F6DD}" dt="2025-11-04T23:26:45.618" v="3102" actId="207"/>
        <pc:sldMkLst>
          <pc:docMk/>
          <pc:sldMk cId="4127400384" sldId="2147482160"/>
        </pc:sldMkLst>
      </pc:sldChg>
    </pc:docChg>
  </pc:docChgLst>
  <pc:docChgLst>
    <pc:chgData name="이성규 " userId="98dcb10c-4041-40a2-af36-ccf93803936b" providerId="ADAL" clId="{B14D69D0-FAFA-4178-B9B0-04911B398FBA}"/>
    <pc:docChg chg="custSel modSld">
      <pc:chgData name="이성규 " userId="98dcb10c-4041-40a2-af36-ccf93803936b" providerId="ADAL" clId="{B14D69D0-FAFA-4178-B9B0-04911B398FBA}" dt="2025-11-25T06:56:22.297" v="171" actId="20577"/>
      <pc:docMkLst>
        <pc:docMk/>
      </pc:docMkLst>
      <pc:sldChg chg="modSp">
        <pc:chgData name="이성규 " userId="98dcb10c-4041-40a2-af36-ccf93803936b" providerId="ADAL" clId="{B14D69D0-FAFA-4178-B9B0-04911B398FBA}" dt="2025-11-25T06:56:22.297" v="171" actId="20577"/>
        <pc:sldMkLst>
          <pc:docMk/>
          <pc:sldMk cId="1007887036" sldId="2147481943"/>
        </pc:sldMkLst>
        <pc:spChg chg="mod">
          <ac:chgData name="이성규 " userId="98dcb10c-4041-40a2-af36-ccf93803936b" providerId="ADAL" clId="{B14D69D0-FAFA-4178-B9B0-04911B398FBA}" dt="2025-11-25T06:56:22.297" v="171" actId="20577"/>
          <ac:spMkLst>
            <pc:docMk/>
            <pc:sldMk cId="1007887036" sldId="2147481943"/>
            <ac:spMk id="22" creationId="{81B17DB2-3DCC-4A8F-9347-F9695BEF8B6D}"/>
          </ac:spMkLst>
        </pc:spChg>
        <pc:graphicFrameChg chg="mod modGraphic">
          <ac:chgData name="이성규 " userId="98dcb10c-4041-40a2-af36-ccf93803936b" providerId="ADAL" clId="{B14D69D0-FAFA-4178-B9B0-04911B398FBA}" dt="2025-11-25T06:54:49.342" v="7"/>
          <ac:graphicFrameMkLst>
            <pc:docMk/>
            <pc:sldMk cId="1007887036" sldId="2147481943"/>
            <ac:graphicFrameMk id="2" creationId="{C71CE0D6-01CC-4FCA-BCC0-69BDDE1CF5E4}"/>
          </ac:graphicFrameMkLst>
        </pc:graphicFrameChg>
        <pc:graphicFrameChg chg="mod modGraphic">
          <ac:chgData name="이성규 " userId="98dcb10c-4041-40a2-af36-ccf93803936b" providerId="ADAL" clId="{B14D69D0-FAFA-4178-B9B0-04911B398FBA}" dt="2025-11-25T06:55:11.764" v="16"/>
          <ac:graphicFrameMkLst>
            <pc:docMk/>
            <pc:sldMk cId="1007887036" sldId="2147481943"/>
            <ac:graphicFrameMk id="3" creationId="{2AFD5F15-67A7-4DE0-B97B-E94C6F9E69D9}"/>
          </ac:graphicFrameMkLst>
        </pc:graphicFrameChg>
        <pc:graphicFrameChg chg="mod modGraphic">
          <ac:chgData name="이성규 " userId="98dcb10c-4041-40a2-af36-ccf93803936b" providerId="ADAL" clId="{B14D69D0-FAFA-4178-B9B0-04911B398FBA}" dt="2025-11-25T06:56:10.546" v="167" actId="207"/>
          <ac:graphicFrameMkLst>
            <pc:docMk/>
            <pc:sldMk cId="1007887036" sldId="2147481943"/>
            <ac:graphicFrameMk id="7" creationId="{3E86696F-E35A-4B06-9B46-63A4A6A986C1}"/>
          </ac:graphicFrameMkLst>
        </pc:graphicFrameChg>
      </pc:sldChg>
    </pc:docChg>
  </pc:docChgLst>
  <pc:docChgLst>
    <pc:chgData name="김종우(JONG WOO KIM)[jongwoo_kim]/선임/제조DX.제조DX솔루션.데이터통합분석팀" userId="6450e1e1-3f1f-47a4-8c73-1100abcc7951" providerId="ADAL" clId="{828F2830-C9AD-4039-9DC4-8C08F5937269}"/>
    <pc:docChg chg="undo custSel modSld">
      <pc:chgData name="김종우(JONG WOO KIM)[jongwoo_kim]/선임/제조DX.제조DX솔루션.데이터통합분석팀" userId="6450e1e1-3f1f-47a4-8c73-1100abcc7951" providerId="ADAL" clId="{828F2830-C9AD-4039-9DC4-8C08F5937269}" dt="2025-10-29T06:57:52.980" v="1872"/>
      <pc:docMkLst>
        <pc:docMk/>
      </pc:docMkLst>
      <pc:sldChg chg="addSp modSp">
        <pc:chgData name="김종우(JONG WOO KIM)[jongwoo_kim]/선임/제조DX.제조DX솔루션.데이터통합분석팀" userId="6450e1e1-3f1f-47a4-8c73-1100abcc7951" providerId="ADAL" clId="{828F2830-C9AD-4039-9DC4-8C08F5937269}" dt="2025-10-29T06:57:52.980" v="1872"/>
        <pc:sldMkLst>
          <pc:docMk/>
          <pc:sldMk cId="312166392" sldId="2147482002"/>
        </pc:sldMkLst>
        <pc:spChg chg="mod">
          <ac:chgData name="김종우(JONG WOO KIM)[jongwoo_kim]/선임/제조DX.제조DX솔루션.데이터통합분석팀" userId="6450e1e1-3f1f-47a4-8c73-1100abcc7951" providerId="ADAL" clId="{828F2830-C9AD-4039-9DC4-8C08F5937269}" dt="2025-10-29T06:56:41.963" v="1845" actId="1036"/>
          <ac:spMkLst>
            <pc:docMk/>
            <pc:sldMk cId="312166392" sldId="2147482002"/>
            <ac:spMk id="26" creationId="{E3C769AB-2D27-4FCC-9CEA-0BAC3D918831}"/>
          </ac:spMkLst>
        </pc:spChg>
        <pc:spChg chg="mod">
          <ac:chgData name="김종우(JONG WOO KIM)[jongwoo_kim]/선임/제조DX.제조DX솔루션.데이터통합분석팀" userId="6450e1e1-3f1f-47a4-8c73-1100abcc7951" providerId="ADAL" clId="{828F2830-C9AD-4039-9DC4-8C08F5937269}" dt="2025-10-29T06:56:35.995" v="1838" actId="1035"/>
          <ac:spMkLst>
            <pc:docMk/>
            <pc:sldMk cId="312166392" sldId="2147482002"/>
            <ac:spMk id="27" creationId="{B6A8BBAB-5653-48FE-8819-DADF4B70F57D}"/>
          </ac:spMkLst>
        </pc:spChg>
        <pc:spChg chg="add">
          <ac:chgData name="김종우(JONG WOO KIM)[jongwoo_kim]/선임/제조DX.제조DX솔루션.데이터통합분석팀" userId="6450e1e1-3f1f-47a4-8c73-1100abcc7951" providerId="ADAL" clId="{828F2830-C9AD-4039-9DC4-8C08F5937269}" dt="2025-10-29T06:57:52.980" v="1872"/>
          <ac:spMkLst>
            <pc:docMk/>
            <pc:sldMk cId="312166392" sldId="2147482002"/>
            <ac:spMk id="28" creationId="{E456A944-0E13-41C1-A653-938679706B70}"/>
          </ac:spMkLst>
        </pc:spChg>
        <pc:spChg chg="mod">
          <ac:chgData name="김종우(JONG WOO KIM)[jongwoo_kim]/선임/제조DX.제조DX솔루션.데이터통합분석팀" userId="6450e1e1-3f1f-47a4-8c73-1100abcc7951" providerId="ADAL" clId="{828F2830-C9AD-4039-9DC4-8C08F5937269}" dt="2025-10-29T06:56:41.963" v="1845" actId="1036"/>
          <ac:spMkLst>
            <pc:docMk/>
            <pc:sldMk cId="312166392" sldId="2147482002"/>
            <ac:spMk id="39" creationId="{02D21486-C6F4-40F7-9985-058EF1BFC7DF}"/>
          </ac:spMkLst>
        </pc:spChg>
        <pc:spChg chg="mod">
          <ac:chgData name="김종우(JONG WOO KIM)[jongwoo_kim]/선임/제조DX.제조DX솔루션.데이터통합분석팀" userId="6450e1e1-3f1f-47a4-8c73-1100abcc7951" providerId="ADAL" clId="{828F2830-C9AD-4039-9DC4-8C08F5937269}" dt="2025-10-29T06:56:41.963" v="1845" actId="1036"/>
          <ac:spMkLst>
            <pc:docMk/>
            <pc:sldMk cId="312166392" sldId="2147482002"/>
            <ac:spMk id="45" creationId="{812D0328-CADA-422D-9A82-99CBFFA5D4AB}"/>
          </ac:spMkLst>
        </pc:spChg>
        <pc:spChg chg="mod">
          <ac:chgData name="김종우(JONG WOO KIM)[jongwoo_kim]/선임/제조DX.제조DX솔루션.데이터통합분석팀" userId="6450e1e1-3f1f-47a4-8c73-1100abcc7951" providerId="ADAL" clId="{828F2830-C9AD-4039-9DC4-8C08F5937269}" dt="2025-10-29T06:56:41.963" v="1845" actId="1036"/>
          <ac:spMkLst>
            <pc:docMk/>
            <pc:sldMk cId="312166392" sldId="2147482002"/>
            <ac:spMk id="46" creationId="{997ADC17-4579-416F-82BC-E915E5DE6166}"/>
          </ac:spMkLst>
        </pc:spChg>
        <pc:spChg chg="mod">
          <ac:chgData name="김종우(JONG WOO KIM)[jongwoo_kim]/선임/제조DX.제조DX솔루션.데이터통합분석팀" userId="6450e1e1-3f1f-47a4-8c73-1100abcc7951" providerId="ADAL" clId="{828F2830-C9AD-4039-9DC4-8C08F5937269}" dt="2025-10-29T06:56:41.963" v="1845" actId="1036"/>
          <ac:spMkLst>
            <pc:docMk/>
            <pc:sldMk cId="312166392" sldId="2147482002"/>
            <ac:spMk id="47" creationId="{67F9B96C-26F6-41FF-88EB-78DAD2F00133}"/>
          </ac:spMkLst>
        </pc:spChg>
        <pc:spChg chg="mod">
          <ac:chgData name="김종우(JONG WOO KIM)[jongwoo_kim]/선임/제조DX.제조DX솔루션.데이터통합분석팀" userId="6450e1e1-3f1f-47a4-8c73-1100abcc7951" providerId="ADAL" clId="{828F2830-C9AD-4039-9DC4-8C08F5937269}" dt="2025-10-29T06:56:41.963" v="1845" actId="1036"/>
          <ac:spMkLst>
            <pc:docMk/>
            <pc:sldMk cId="312166392" sldId="2147482002"/>
            <ac:spMk id="48" creationId="{4F76E618-81BE-402C-8B1F-99E17332DE9F}"/>
          </ac:spMkLst>
        </pc:spChg>
        <pc:spChg chg="mod">
          <ac:chgData name="김종우(JONG WOO KIM)[jongwoo_kim]/선임/제조DX.제조DX솔루션.데이터통합분석팀" userId="6450e1e1-3f1f-47a4-8c73-1100abcc7951" providerId="ADAL" clId="{828F2830-C9AD-4039-9DC4-8C08F5937269}" dt="2025-10-29T06:56:41.963" v="1845" actId="1036"/>
          <ac:spMkLst>
            <pc:docMk/>
            <pc:sldMk cId="312166392" sldId="2147482002"/>
            <ac:spMk id="49" creationId="{5253611E-91CE-41D6-BAC9-7E1CCF9FC5BF}"/>
          </ac:spMkLst>
        </pc:spChg>
        <pc:spChg chg="mod">
          <ac:chgData name="김종우(JONG WOO KIM)[jongwoo_kim]/선임/제조DX.제조DX솔루션.데이터통합분석팀" userId="6450e1e1-3f1f-47a4-8c73-1100abcc7951" providerId="ADAL" clId="{828F2830-C9AD-4039-9DC4-8C08F5937269}" dt="2025-10-29T06:56:41.963" v="1845" actId="1036"/>
          <ac:spMkLst>
            <pc:docMk/>
            <pc:sldMk cId="312166392" sldId="2147482002"/>
            <ac:spMk id="50" creationId="{35FADD7C-FBB2-4460-AB22-4C95C715FA94}"/>
          </ac:spMkLst>
        </pc:spChg>
        <pc:spChg chg="mod">
          <ac:chgData name="김종우(JONG WOO KIM)[jongwoo_kim]/선임/제조DX.제조DX솔루션.데이터통합분석팀" userId="6450e1e1-3f1f-47a4-8c73-1100abcc7951" providerId="ADAL" clId="{828F2830-C9AD-4039-9DC4-8C08F5937269}" dt="2025-10-29T06:56:41.963" v="1845" actId="1036"/>
          <ac:spMkLst>
            <pc:docMk/>
            <pc:sldMk cId="312166392" sldId="2147482002"/>
            <ac:spMk id="51" creationId="{456DCBD2-DBA6-49A1-9E16-AB4F1A90BCCF}"/>
          </ac:spMkLst>
        </pc:spChg>
        <pc:spChg chg="mod">
          <ac:chgData name="김종우(JONG WOO KIM)[jongwoo_kim]/선임/제조DX.제조DX솔루션.데이터통합분석팀" userId="6450e1e1-3f1f-47a4-8c73-1100abcc7951" providerId="ADAL" clId="{828F2830-C9AD-4039-9DC4-8C08F5937269}" dt="2025-10-29T06:56:41.963" v="1845" actId="1036"/>
          <ac:spMkLst>
            <pc:docMk/>
            <pc:sldMk cId="312166392" sldId="2147482002"/>
            <ac:spMk id="52" creationId="{F5085A94-E520-49F9-84E8-F0E805003D7F}"/>
          </ac:spMkLst>
        </pc:spChg>
        <pc:spChg chg="mod">
          <ac:chgData name="김종우(JONG WOO KIM)[jongwoo_kim]/선임/제조DX.제조DX솔루션.데이터통합분석팀" userId="6450e1e1-3f1f-47a4-8c73-1100abcc7951" providerId="ADAL" clId="{828F2830-C9AD-4039-9DC4-8C08F5937269}" dt="2025-10-29T06:56:41.963" v="1845" actId="1036"/>
          <ac:spMkLst>
            <pc:docMk/>
            <pc:sldMk cId="312166392" sldId="2147482002"/>
            <ac:spMk id="54" creationId="{77804A08-00C2-4345-9D9B-8B992EC7D8C8}"/>
          </ac:spMkLst>
        </pc:spChg>
        <pc:graphicFrameChg chg="mod modGraphic">
          <ac:chgData name="김종우(JONG WOO KIM)[jongwoo_kim]/선임/제조DX.제조DX솔루션.데이터통합분석팀" userId="6450e1e1-3f1f-47a4-8c73-1100abcc7951" providerId="ADAL" clId="{828F2830-C9AD-4039-9DC4-8C08F5937269}" dt="2025-10-29T06:57:08.339" v="1865" actId="20577"/>
          <ac:graphicFrameMkLst>
            <pc:docMk/>
            <pc:sldMk cId="312166392" sldId="2147482002"/>
            <ac:graphicFrameMk id="19" creationId="{54728183-150A-36AF-E666-2145F7FF2814}"/>
          </ac:graphicFrameMkLst>
        </pc:graphicFrameChg>
        <pc:graphicFrameChg chg="mod">
          <ac:chgData name="김종우(JONG WOO KIM)[jongwoo_kim]/선임/제조DX.제조DX솔루션.데이터통합분석팀" userId="6450e1e1-3f1f-47a4-8c73-1100abcc7951" providerId="ADAL" clId="{828F2830-C9AD-4039-9DC4-8C08F5937269}" dt="2025-10-29T06:56:35.995" v="1838" actId="1035"/>
          <ac:graphicFrameMkLst>
            <pc:docMk/>
            <pc:sldMk cId="312166392" sldId="2147482002"/>
            <ac:graphicFrameMk id="31" creationId="{52B29498-600E-4C61-A390-CBDE748E9B42}"/>
          </ac:graphicFrameMkLst>
        </pc:graphicFrameChg>
      </pc:sldChg>
      <pc:sldChg chg="modSp">
        <pc:chgData name="김종우(JONG WOO KIM)[jongwoo_kim]/선임/제조DX.제조DX솔루션.데이터통합분석팀" userId="6450e1e1-3f1f-47a4-8c73-1100abcc7951" providerId="ADAL" clId="{828F2830-C9AD-4039-9DC4-8C08F5937269}" dt="2025-10-29T01:03:08.167" v="373" actId="207"/>
        <pc:sldMkLst>
          <pc:docMk/>
          <pc:sldMk cId="2384569951" sldId="2147482053"/>
        </pc:sldMkLst>
        <pc:spChg chg="mod">
          <ac:chgData name="김종우(JONG WOO KIM)[jongwoo_kim]/선임/제조DX.제조DX솔루션.데이터통합분석팀" userId="6450e1e1-3f1f-47a4-8c73-1100abcc7951" providerId="ADAL" clId="{828F2830-C9AD-4039-9DC4-8C08F5937269}" dt="2025-10-29T00:53:09.760" v="3" actId="20577"/>
          <ac:spMkLst>
            <pc:docMk/>
            <pc:sldMk cId="2384569951" sldId="2147482053"/>
            <ac:spMk id="12" creationId="{701DBD41-0962-47BC-BF85-0E3D71312932}"/>
          </ac:spMkLst>
        </pc:spChg>
        <pc:spChg chg="mod">
          <ac:chgData name="김종우(JONG WOO KIM)[jongwoo_kim]/선임/제조DX.제조DX솔루션.데이터통합분석팀" userId="6450e1e1-3f1f-47a4-8c73-1100abcc7951" providerId="ADAL" clId="{828F2830-C9AD-4039-9DC4-8C08F5937269}" dt="2025-10-29T00:53:04.556" v="1" actId="20577"/>
          <ac:spMkLst>
            <pc:docMk/>
            <pc:sldMk cId="2384569951" sldId="2147482053"/>
            <ac:spMk id="27" creationId="{97F7FDAA-1F66-4394-AC4C-8B83DC6513E8}"/>
          </ac:spMkLst>
        </pc:spChg>
        <pc:graphicFrameChg chg="mod modGraphic">
          <ac:chgData name="김종우(JONG WOO KIM)[jongwoo_kim]/선임/제조DX.제조DX솔루션.데이터통합분석팀" userId="6450e1e1-3f1f-47a4-8c73-1100abcc7951" providerId="ADAL" clId="{828F2830-C9AD-4039-9DC4-8C08F5937269}" dt="2025-10-29T01:02:31.769" v="367" actId="207"/>
          <ac:graphicFrameMkLst>
            <pc:docMk/>
            <pc:sldMk cId="2384569951" sldId="2147482053"/>
            <ac:graphicFrameMk id="16" creationId="{7875A772-4F25-40B9-AA42-B91161887E9F}"/>
          </ac:graphicFrameMkLst>
        </pc:graphicFrameChg>
        <pc:graphicFrameChg chg="modGraphic">
          <ac:chgData name="김종우(JONG WOO KIM)[jongwoo_kim]/선임/제조DX.제조DX솔루션.데이터통합분석팀" userId="6450e1e1-3f1f-47a4-8c73-1100abcc7951" providerId="ADAL" clId="{828F2830-C9AD-4039-9DC4-8C08F5937269}" dt="2025-10-29T01:03:08.167" v="373" actId="207"/>
          <ac:graphicFrameMkLst>
            <pc:docMk/>
            <pc:sldMk cId="2384569951" sldId="2147482053"/>
            <ac:graphicFrameMk id="19" creationId="{3E86696F-E35A-4B06-9B46-63A4A6A986C1}"/>
          </ac:graphicFrameMkLst>
        </pc:graphicFrameChg>
        <pc:graphicFrameChg chg="modGraphic">
          <ac:chgData name="김종우(JONG WOO KIM)[jongwoo_kim]/선임/제조DX.제조DX솔루션.데이터통합분석팀" userId="6450e1e1-3f1f-47a4-8c73-1100abcc7951" providerId="ADAL" clId="{828F2830-C9AD-4039-9DC4-8C08F5937269}" dt="2025-10-29T00:54:05.120" v="11" actId="20577"/>
          <ac:graphicFrameMkLst>
            <pc:docMk/>
            <pc:sldMk cId="2384569951" sldId="2147482053"/>
            <ac:graphicFrameMk id="28" creationId="{8E57A695-D268-4688-9478-372B05ABC3E9}"/>
          </ac:graphicFrameMkLst>
        </pc:graphicFrameChg>
      </pc:sldChg>
    </pc:docChg>
  </pc:docChgLst>
  <pc:docChgLst>
    <pc:chgData name="김승필(SEUNGPIL KIM)[spkim]/책임/제조DX.제조DX솔루션.셀추적기술팀" userId="407f73c3-021a-44fd-b8e7-f3d9a6efd4ba" providerId="ADAL" clId="{C62631C7-366A-47B0-8F1C-AA5716851DA0}"/>
    <pc:docChg chg="undo custSel modSld">
      <pc:chgData name="김승필(SEUNGPIL KIM)[spkim]/책임/제조DX.제조DX솔루션.셀추적기술팀" userId="407f73c3-021a-44fd-b8e7-f3d9a6efd4ba" providerId="ADAL" clId="{C62631C7-366A-47B0-8F1C-AA5716851DA0}" dt="2025-10-28T09:25:10.754" v="415" actId="207"/>
      <pc:docMkLst>
        <pc:docMk/>
      </pc:docMkLst>
      <pc:sldChg chg="modSp mod">
        <pc:chgData name="김승필(SEUNGPIL KIM)[spkim]/책임/제조DX.제조DX솔루션.셀추적기술팀" userId="407f73c3-021a-44fd-b8e7-f3d9a6efd4ba" providerId="ADAL" clId="{C62631C7-366A-47B0-8F1C-AA5716851DA0}" dt="2025-10-28T09:25:10.754" v="415" actId="207"/>
        <pc:sldMkLst>
          <pc:docMk/>
          <pc:sldMk cId="3485727604" sldId="2147481872"/>
        </pc:sldMkLst>
        <pc:spChg chg="mod">
          <ac:chgData name="김승필(SEUNGPIL KIM)[spkim]/책임/제조DX.제조DX솔루션.셀추적기술팀" userId="407f73c3-021a-44fd-b8e7-f3d9a6efd4ba" providerId="ADAL" clId="{C62631C7-366A-47B0-8F1C-AA5716851DA0}" dt="2025-10-28T09:19:25.811" v="270" actId="1076"/>
          <ac:spMkLst>
            <pc:docMk/>
            <pc:sldMk cId="3485727604" sldId="2147481872"/>
            <ac:spMk id="27" creationId="{33AF3AE4-DC50-4BAA-9E90-D42B3EA03081}"/>
          </ac:spMkLst>
        </pc:spChg>
        <pc:spChg chg="mod">
          <ac:chgData name="김승필(SEUNGPIL KIM)[spkim]/책임/제조DX.제조DX솔루션.셀추적기술팀" userId="407f73c3-021a-44fd-b8e7-f3d9a6efd4ba" providerId="ADAL" clId="{C62631C7-366A-47B0-8F1C-AA5716851DA0}" dt="2025-10-28T09:16:48.684" v="1" actId="20577"/>
          <ac:spMkLst>
            <pc:docMk/>
            <pc:sldMk cId="3485727604" sldId="2147481872"/>
            <ac:spMk id="33" creationId="{708B1D54-9D52-42CB-82CB-E5D69946BACE}"/>
          </ac:spMkLst>
        </pc:spChg>
        <pc:graphicFrameChg chg="mod modGraphic">
          <ac:chgData name="김승필(SEUNGPIL KIM)[spkim]/책임/제조DX.제조DX솔루션.셀추적기술팀" userId="407f73c3-021a-44fd-b8e7-f3d9a6efd4ba" providerId="ADAL" clId="{C62631C7-366A-47B0-8F1C-AA5716851DA0}" dt="2025-10-28T09:25:10.754" v="415" actId="207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</pc:sldChg>
    </pc:docChg>
  </pc:docChgLst>
  <pc:docChgLst>
    <pc:chgData name="이충성(CHOONGSUNG LEE)[lcs00306]/사원/제조DX.제조DX솔루션.셀추적기술팀" userId="6833e862-c7ef-4111-aa6a-70e79937b5ee" providerId="ADAL" clId="{97E0F5D1-7738-4EB4-B78C-E4884F20FEC2}"/>
    <pc:docChg chg="custSel modSld sldOrd">
      <pc:chgData name="이충성(CHOONGSUNG LEE)[lcs00306]/사원/제조DX.제조DX솔루션.셀추적기술팀" userId="6833e862-c7ef-4111-aa6a-70e79937b5ee" providerId="ADAL" clId="{97E0F5D1-7738-4EB4-B78C-E4884F20FEC2}" dt="2025-11-25T01:07:29.385" v="20" actId="20577"/>
      <pc:docMkLst>
        <pc:docMk/>
      </pc:docMkLst>
      <pc:sldChg chg="modSp mod">
        <pc:chgData name="이충성(CHOONGSUNG LEE)[lcs00306]/사원/제조DX.제조DX솔루션.셀추적기술팀" userId="6833e862-c7ef-4111-aa6a-70e79937b5ee" providerId="ADAL" clId="{97E0F5D1-7738-4EB4-B78C-E4884F20FEC2}" dt="2025-11-25T01:06:51.710" v="11" actId="207"/>
        <pc:sldMkLst>
          <pc:docMk/>
          <pc:sldMk cId="4054304740" sldId="2213"/>
        </pc:sldMkLst>
        <pc:spChg chg="mod">
          <ac:chgData name="이충성(CHOONGSUNG LEE)[lcs00306]/사원/제조DX.제조DX솔루션.셀추적기술팀" userId="6833e862-c7ef-4111-aa6a-70e79937b5ee" providerId="ADAL" clId="{97E0F5D1-7738-4EB4-B78C-E4884F20FEC2}" dt="2025-11-25T01:06:01.038" v="8" actId="20577"/>
          <ac:spMkLst>
            <pc:docMk/>
            <pc:sldMk cId="4054304740" sldId="2213"/>
            <ac:spMk id="33" creationId="{708B1D54-9D52-42CB-82CB-E5D69946BACE}"/>
          </ac:spMkLst>
        </pc:spChg>
        <pc:graphicFrameChg chg="modGraphic">
          <ac:chgData name="이충성(CHOONGSUNG LEE)[lcs00306]/사원/제조DX.제조DX솔루션.셀추적기술팀" userId="6833e862-c7ef-4111-aa6a-70e79937b5ee" providerId="ADAL" clId="{97E0F5D1-7738-4EB4-B78C-E4884F20FEC2}" dt="2025-11-25T01:06:51.710" v="11" actId="207"/>
          <ac:graphicFrameMkLst>
            <pc:docMk/>
            <pc:sldMk cId="4054304740" sldId="2213"/>
            <ac:graphicFrameMk id="18" creationId="{ACD91870-1828-466F-AE38-B03A708B4440}"/>
          </ac:graphicFrameMkLst>
        </pc:graphicFrameChg>
      </pc:sldChg>
      <pc:sldChg chg="modSp mod">
        <pc:chgData name="이충성(CHOONGSUNG LEE)[lcs00306]/사원/제조DX.제조DX솔루션.셀추적기술팀" userId="6833e862-c7ef-4111-aa6a-70e79937b5ee" providerId="ADAL" clId="{97E0F5D1-7738-4EB4-B78C-E4884F20FEC2}" dt="2025-11-25T01:07:29.385" v="20" actId="20577"/>
        <pc:sldMkLst>
          <pc:docMk/>
          <pc:sldMk cId="3485727604" sldId="2147481872"/>
        </pc:sldMkLst>
        <pc:spChg chg="mod">
          <ac:chgData name="이충성(CHOONGSUNG LEE)[lcs00306]/사원/제조DX.제조DX솔루션.셀추적기술팀" userId="6833e862-c7ef-4111-aa6a-70e79937b5ee" providerId="ADAL" clId="{97E0F5D1-7738-4EB4-B78C-E4884F20FEC2}" dt="2025-11-25T01:07:29.385" v="20" actId="20577"/>
          <ac:spMkLst>
            <pc:docMk/>
            <pc:sldMk cId="3485727604" sldId="2147481872"/>
            <ac:spMk id="33" creationId="{708B1D54-9D52-42CB-82CB-E5D69946BACE}"/>
          </ac:spMkLst>
        </pc:spChg>
        <pc:graphicFrameChg chg="modGraphic">
          <ac:chgData name="이충성(CHOONGSUNG LEE)[lcs00306]/사원/제조DX.제조DX솔루션.셀추적기술팀" userId="6833e862-c7ef-4111-aa6a-70e79937b5ee" providerId="ADAL" clId="{97E0F5D1-7738-4EB4-B78C-E4884F20FEC2}" dt="2025-11-25T01:07:22.524" v="14" actId="207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</pc:sldChg>
      <pc:sldChg chg="ord">
        <pc:chgData name="이충성(CHOONGSUNG LEE)[lcs00306]/사원/제조DX.제조DX솔루션.셀추적기술팀" userId="6833e862-c7ef-4111-aa6a-70e79937b5ee" providerId="ADAL" clId="{97E0F5D1-7738-4EB4-B78C-E4884F20FEC2}" dt="2025-11-25T01:02:55.911" v="0" actId="20578"/>
        <pc:sldMkLst>
          <pc:docMk/>
          <pc:sldMk cId="2387407934" sldId="2147481881"/>
        </pc:sldMkLst>
      </pc:sldChg>
    </pc:docChg>
  </pc:docChgLst>
  <pc:docChgLst>
    <pc:chgData name="김민희 " userId="d494d07f-6512-440f-b92e-289b650ee4e9" providerId="ADAL" clId="{6D5B4EF4-1D79-4C0B-86DF-A47C9BEDD648}"/>
    <pc:docChg chg="custSel modSld">
      <pc:chgData name="김민희 " userId="d494d07f-6512-440f-b92e-289b650ee4e9" providerId="ADAL" clId="{6D5B4EF4-1D79-4C0B-86DF-A47C9BEDD648}" dt="2025-10-15T07:19:33.437" v="1047" actId="1036"/>
      <pc:docMkLst>
        <pc:docMk/>
      </pc:docMkLst>
      <pc:sldChg chg="modSp">
        <pc:chgData name="김민희 " userId="d494d07f-6512-440f-b92e-289b650ee4e9" providerId="ADAL" clId="{6D5B4EF4-1D79-4C0B-86DF-A47C9BEDD648}" dt="2025-10-15T07:19:33.437" v="1047" actId="1036"/>
        <pc:sldMkLst>
          <pc:docMk/>
          <pc:sldMk cId="710661984" sldId="2147482065"/>
        </pc:sldMkLst>
      </pc:sldChg>
      <pc:sldChg chg="modSp">
        <pc:chgData name="김민희 " userId="d494d07f-6512-440f-b92e-289b650ee4e9" providerId="ADAL" clId="{6D5B4EF4-1D79-4C0B-86DF-A47C9BEDD648}" dt="2025-10-15T07:09:37.674" v="709" actId="207"/>
        <pc:sldMkLst>
          <pc:docMk/>
          <pc:sldMk cId="1843005666" sldId="2147482119"/>
        </pc:sldMkLst>
        <pc:graphicFrameChg chg="mod modGraphic">
          <ac:chgData name="김민희 " userId="d494d07f-6512-440f-b92e-289b650ee4e9" providerId="ADAL" clId="{6D5B4EF4-1D79-4C0B-86DF-A47C9BEDD648}" dt="2025-10-15T07:09:37.674" v="709" actId="207"/>
          <ac:graphicFrameMkLst>
            <pc:docMk/>
            <pc:sldMk cId="1843005666" sldId="2147482119"/>
            <ac:graphicFrameMk id="9" creationId="{A3D61C03-D55B-4E21-8B1C-3A5E062F1415}"/>
          </ac:graphicFrameMkLst>
        </pc:graphicFrameChg>
      </pc:sldChg>
    </pc:docChg>
  </pc:docChgLst>
  <pc:docChgLst>
    <pc:chgData name="최성민(SEONGMIN CHOI)[choi.sm]/책임/제조DX.제조DX솔루션.셀추적기술팀" userId="07d78882-1949-43a5-b27f-5851f4ea844b" providerId="ADAL" clId="{9B3ABDDA-2747-445B-9B70-36E41B91D5C9}"/>
    <pc:docChg chg="undo custSel modSld">
      <pc:chgData name="최성민(SEONGMIN CHOI)[choi.sm]/책임/제조DX.제조DX솔루션.셀추적기술팀" userId="07d78882-1949-43a5-b27f-5851f4ea844b" providerId="ADAL" clId="{9B3ABDDA-2747-445B-9B70-36E41B91D5C9}" dt="2025-11-25T09:16:47.345" v="3740" actId="20577"/>
      <pc:docMkLst>
        <pc:docMk/>
      </pc:docMkLst>
      <pc:sldChg chg="modSp mod">
        <pc:chgData name="최성민(SEONGMIN CHOI)[choi.sm]/책임/제조DX.제조DX솔루션.셀추적기술팀" userId="07d78882-1949-43a5-b27f-5851f4ea844b" providerId="ADAL" clId="{9B3ABDDA-2747-445B-9B70-36E41B91D5C9}" dt="2025-11-24T08:47:33.237" v="3716" actId="20577"/>
        <pc:sldMkLst>
          <pc:docMk/>
          <pc:sldMk cId="3247425241" sldId="2209"/>
        </pc:sldMkLst>
        <pc:spChg chg="mod">
          <ac:chgData name="최성민(SEONGMIN CHOI)[choi.sm]/책임/제조DX.제조DX솔루션.셀추적기술팀" userId="07d78882-1949-43a5-b27f-5851f4ea844b" providerId="ADAL" clId="{9B3ABDDA-2747-445B-9B70-36E41B91D5C9}" dt="2025-11-24T08:46:29.256" v="3715" actId="20577"/>
          <ac:spMkLst>
            <pc:docMk/>
            <pc:sldMk cId="3247425241" sldId="2209"/>
            <ac:spMk id="13" creationId="{F31D3F01-C2A3-4167-99AE-5DFFB76739EF}"/>
          </ac:spMkLst>
        </pc:spChg>
        <pc:graphicFrameChg chg="modGraphic">
          <ac:chgData name="최성민(SEONGMIN CHOI)[choi.sm]/책임/제조DX.제조DX솔루션.셀추적기술팀" userId="07d78882-1949-43a5-b27f-5851f4ea844b" providerId="ADAL" clId="{9B3ABDDA-2747-445B-9B70-36E41B91D5C9}" dt="2025-11-18T06:33:45.561" v="0" actId="207"/>
          <ac:graphicFrameMkLst>
            <pc:docMk/>
            <pc:sldMk cId="3247425241" sldId="2209"/>
            <ac:graphicFrameMk id="8" creationId="{9F08069D-5B4A-465A-8030-49E7C89804D9}"/>
          </ac:graphicFrameMkLst>
        </pc:graphicFrameChg>
        <pc:graphicFrameChg chg="mod modGraphic">
          <ac:chgData name="최성민(SEONGMIN CHOI)[choi.sm]/책임/제조DX.제조DX솔루션.셀추적기술팀" userId="07d78882-1949-43a5-b27f-5851f4ea844b" providerId="ADAL" clId="{9B3ABDDA-2747-445B-9B70-36E41B91D5C9}" dt="2025-11-24T08:47:33.237" v="3716" actId="20577"/>
          <ac:graphicFrameMkLst>
            <pc:docMk/>
            <pc:sldMk cId="3247425241" sldId="2209"/>
            <ac:graphicFrameMk id="10" creationId="{3D87BC00-A29B-4E58-92C4-9B66C49D399C}"/>
          </ac:graphicFrameMkLst>
        </pc:graphicFrameChg>
      </pc:sldChg>
      <pc:sldChg chg="addSp delSp modSp mod">
        <pc:chgData name="최성민(SEONGMIN CHOI)[choi.sm]/책임/제조DX.제조DX솔루션.셀추적기술팀" userId="07d78882-1949-43a5-b27f-5851f4ea844b" providerId="ADAL" clId="{9B3ABDDA-2747-445B-9B70-36E41B91D5C9}" dt="2025-11-25T09:16:47.345" v="3740" actId="20577"/>
        <pc:sldMkLst>
          <pc:docMk/>
          <pc:sldMk cId="2458212547" sldId="2147481747"/>
        </pc:sldMkLst>
        <pc:spChg chg="add del mod">
          <ac:chgData name="최성민(SEONGMIN CHOI)[choi.sm]/책임/제조DX.제조DX솔루션.셀추적기술팀" userId="07d78882-1949-43a5-b27f-5851f4ea844b" providerId="ADAL" clId="{9B3ABDDA-2747-445B-9B70-36E41B91D5C9}" dt="2025-11-24T08:19:30.576" v="2443" actId="478"/>
          <ac:spMkLst>
            <pc:docMk/>
            <pc:sldMk cId="2458212547" sldId="2147481747"/>
            <ac:spMk id="2" creationId="{DD6384C8-EFCE-9DAD-84DC-180C2EE2236E}"/>
          </ac:spMkLst>
        </pc:spChg>
        <pc:spChg chg="mod">
          <ac:chgData name="최성민(SEONGMIN CHOI)[choi.sm]/책임/제조DX.제조DX솔루션.셀추적기술팀" userId="07d78882-1949-43a5-b27f-5851f4ea844b" providerId="ADAL" clId="{9B3ABDDA-2747-445B-9B70-36E41B91D5C9}" dt="2025-11-25T09:16:47.345" v="3740" actId="20577"/>
          <ac:spMkLst>
            <pc:docMk/>
            <pc:sldMk cId="2458212547" sldId="2147481747"/>
            <ac:spMk id="19" creationId="{ADF5974A-A7FA-4655-ABC5-EE48FEFF31B0}"/>
          </ac:spMkLst>
        </pc:spChg>
        <pc:spChg chg="mod">
          <ac:chgData name="최성민(SEONGMIN CHOI)[choi.sm]/책임/제조DX.제조DX솔루션.셀추적기술팀" userId="07d78882-1949-43a5-b27f-5851f4ea844b" providerId="ADAL" clId="{9B3ABDDA-2747-445B-9B70-36E41B91D5C9}" dt="2025-11-25T09:16:05.559" v="3738" actId="20577"/>
          <ac:spMkLst>
            <pc:docMk/>
            <pc:sldMk cId="2458212547" sldId="2147481747"/>
            <ac:spMk id="21" creationId="{4C3181BD-8769-4C0D-8973-C9F2BE0DC598}"/>
          </ac:spMkLst>
        </pc:spChg>
        <pc:spChg chg="mod">
          <ac:chgData name="최성민(SEONGMIN CHOI)[choi.sm]/책임/제조DX.제조DX솔루션.셀추적기술팀" userId="07d78882-1949-43a5-b27f-5851f4ea844b" providerId="ADAL" clId="{9B3ABDDA-2747-445B-9B70-36E41B91D5C9}" dt="2025-11-24T08:19:48.714" v="2446" actId="1076"/>
          <ac:spMkLst>
            <pc:docMk/>
            <pc:sldMk cId="2458212547" sldId="2147481747"/>
            <ac:spMk id="40" creationId="{B4008173-4E2A-40DC-A48D-311B35292554}"/>
          </ac:spMkLst>
        </pc:spChg>
        <pc:spChg chg="mod">
          <ac:chgData name="최성민(SEONGMIN CHOI)[choi.sm]/책임/제조DX.제조DX솔루션.셀추적기술팀" userId="07d78882-1949-43a5-b27f-5851f4ea844b" providerId="ADAL" clId="{9B3ABDDA-2747-445B-9B70-36E41B91D5C9}" dt="2025-11-24T08:19:48.714" v="2446" actId="1076"/>
          <ac:spMkLst>
            <pc:docMk/>
            <pc:sldMk cId="2458212547" sldId="2147481747"/>
            <ac:spMk id="43" creationId="{AD102ED2-A591-41BB-9B5E-32D642180DBA}"/>
          </ac:spMkLst>
        </pc:spChg>
        <pc:graphicFrameChg chg="add mod">
          <ac:chgData name="최성민(SEONGMIN CHOI)[choi.sm]/책임/제조DX.제조DX솔루션.셀추적기술팀" userId="07d78882-1949-43a5-b27f-5851f4ea844b" providerId="ADAL" clId="{9B3ABDDA-2747-445B-9B70-36E41B91D5C9}" dt="2025-11-24T08:37:46.483" v="3296" actId="1076"/>
          <ac:graphicFrameMkLst>
            <pc:docMk/>
            <pc:sldMk cId="2458212547" sldId="2147481747"/>
            <ac:graphicFrameMk id="2" creationId="{BB3DE6BD-4A5B-A07B-2D5D-5CE9EE9B974C}"/>
          </ac:graphicFrameMkLst>
        </pc:graphicFrameChg>
        <pc:graphicFrameChg chg="add del mod">
          <ac:chgData name="최성민(SEONGMIN CHOI)[choi.sm]/책임/제조DX.제조DX솔루션.셀추적기술팀" userId="07d78882-1949-43a5-b27f-5851f4ea844b" providerId="ADAL" clId="{9B3ABDDA-2747-445B-9B70-36E41B91D5C9}" dt="2025-11-24T08:20:24.108" v="2476" actId="478"/>
          <ac:graphicFrameMkLst>
            <pc:docMk/>
            <pc:sldMk cId="2458212547" sldId="2147481747"/>
            <ac:graphicFrameMk id="3" creationId="{3FE28CFC-1597-DE7D-8058-7266F028DC48}"/>
          </ac:graphicFrameMkLst>
        </pc:graphicFrameChg>
        <pc:graphicFrameChg chg="mod">
          <ac:chgData name="최성민(SEONGMIN CHOI)[choi.sm]/책임/제조DX.제조DX솔루션.셀추적기술팀" userId="07d78882-1949-43a5-b27f-5851f4ea844b" providerId="ADAL" clId="{9B3ABDDA-2747-445B-9B70-36E41B91D5C9}" dt="2025-11-24T08:19:48.714" v="2446" actId="1076"/>
          <ac:graphicFrameMkLst>
            <pc:docMk/>
            <pc:sldMk cId="2458212547" sldId="2147481747"/>
            <ac:graphicFrameMk id="39" creationId="{286EDF74-AECA-43E7-9D66-390717A56BAA}"/>
          </ac:graphicFrameMkLst>
        </pc:graphicFrameChg>
      </pc:sldChg>
    </pc:docChg>
  </pc:docChgLst>
  <pc:docChgLst>
    <pc:chgData name="이희원(HEEWON LEE)[heewon98]/선임/제조DX.제조DX솔루션.셀추적기술팀" userId="8f304cbb-bc09-4a19-abe9-f7657ad9f80a" providerId="ADAL" clId="{DE3F4677-22B0-44A7-B6CE-6B8BF4F9AAE6}"/>
    <pc:docChg chg="undo custSel modSld">
      <pc:chgData name="이희원(HEEWON LEE)[heewon98]/선임/제조DX.제조DX솔루션.셀추적기술팀" userId="8f304cbb-bc09-4a19-abe9-f7657ad9f80a" providerId="ADAL" clId="{DE3F4677-22B0-44A7-B6CE-6B8BF4F9AAE6}" dt="2025-11-19T00:53:20.320" v="231" actId="20577"/>
      <pc:docMkLst>
        <pc:docMk/>
      </pc:docMkLst>
      <pc:sldChg chg="modSp mod">
        <pc:chgData name="이희원(HEEWON LEE)[heewon98]/선임/제조DX.제조DX솔루션.셀추적기술팀" userId="8f304cbb-bc09-4a19-abe9-f7657ad9f80a" providerId="ADAL" clId="{DE3F4677-22B0-44A7-B6CE-6B8BF4F9AAE6}" dt="2025-11-19T00:27:44.331" v="8" actId="207"/>
        <pc:sldMkLst>
          <pc:docMk/>
          <pc:sldMk cId="2130555548" sldId="2147481730"/>
        </pc:sldMkLst>
        <pc:spChg chg="mod">
          <ac:chgData name="이희원(HEEWON LEE)[heewon98]/선임/제조DX.제조DX솔루션.셀추적기술팀" userId="8f304cbb-bc09-4a19-abe9-f7657ad9f80a" providerId="ADAL" clId="{DE3F4677-22B0-44A7-B6CE-6B8BF4F9AAE6}" dt="2025-11-19T00:27:36.916" v="5"/>
          <ac:spMkLst>
            <pc:docMk/>
            <pc:sldMk cId="2130555548" sldId="2147481730"/>
            <ac:spMk id="19" creationId="{ADF5974A-A7FA-4655-ABC5-EE48FEFF31B0}"/>
          </ac:spMkLst>
        </pc:spChg>
        <pc:spChg chg="mod">
          <ac:chgData name="이희원(HEEWON LEE)[heewon98]/선임/제조DX.제조DX솔루션.셀추적기술팀" userId="8f304cbb-bc09-4a19-abe9-f7657ad9f80a" providerId="ADAL" clId="{DE3F4677-22B0-44A7-B6CE-6B8BF4F9AAE6}" dt="2025-11-19T00:27:44.331" v="8" actId="207"/>
          <ac:spMkLst>
            <pc:docMk/>
            <pc:sldMk cId="2130555548" sldId="2147481730"/>
            <ac:spMk id="21" creationId="{4C3181BD-8769-4C0D-8973-C9F2BE0DC598}"/>
          </ac:spMkLst>
        </pc:spChg>
      </pc:sldChg>
      <pc:sldChg chg="modSp mod">
        <pc:chgData name="이희원(HEEWON LEE)[heewon98]/선임/제조DX.제조DX솔루션.셀추적기술팀" userId="8f304cbb-bc09-4a19-abe9-f7657ad9f80a" providerId="ADAL" clId="{DE3F4677-22B0-44A7-B6CE-6B8BF4F9AAE6}" dt="2025-11-19T00:53:20.320" v="231" actId="20577"/>
        <pc:sldMkLst>
          <pc:docMk/>
          <pc:sldMk cId="2847513058" sldId="2147481898"/>
        </pc:sldMkLst>
        <pc:spChg chg="mod">
          <ac:chgData name="이희원(HEEWON LEE)[heewon98]/선임/제조DX.제조DX솔루션.셀추적기술팀" userId="8f304cbb-bc09-4a19-abe9-f7657ad9f80a" providerId="ADAL" clId="{DE3F4677-22B0-44A7-B6CE-6B8BF4F9AAE6}" dt="2025-11-19T00:32:10.712" v="14"/>
          <ac:spMkLst>
            <pc:docMk/>
            <pc:sldMk cId="2847513058" sldId="2147481898"/>
            <ac:spMk id="10" creationId="{FED33F4D-E025-48E2-95AA-BF79E1C3DFD6}"/>
          </ac:spMkLst>
        </pc:spChg>
        <pc:graphicFrameChg chg="mod modGraphic">
          <ac:chgData name="이희원(HEEWON LEE)[heewon98]/선임/제조DX.제조DX솔루션.셀추적기술팀" userId="8f304cbb-bc09-4a19-abe9-f7657ad9f80a" providerId="ADAL" clId="{DE3F4677-22B0-44A7-B6CE-6B8BF4F9AAE6}" dt="2025-11-19T00:37:42.961" v="65" actId="20577"/>
          <ac:graphicFrameMkLst>
            <pc:docMk/>
            <pc:sldMk cId="2847513058" sldId="2147481898"/>
            <ac:graphicFrameMk id="13" creationId="{AB683A59-EE75-4381-9691-5E781C900586}"/>
          </ac:graphicFrameMkLst>
        </pc:graphicFrameChg>
        <pc:graphicFrameChg chg="mod modGraphic">
          <ac:chgData name="이희원(HEEWON LEE)[heewon98]/선임/제조DX.제조DX솔루션.셀추적기술팀" userId="8f304cbb-bc09-4a19-abe9-f7657ad9f80a" providerId="ADAL" clId="{DE3F4677-22B0-44A7-B6CE-6B8BF4F9AAE6}" dt="2025-11-19T00:53:20.320" v="231" actId="20577"/>
          <ac:graphicFrameMkLst>
            <pc:docMk/>
            <pc:sldMk cId="2847513058" sldId="2147481898"/>
            <ac:graphicFrameMk id="14" creationId="{6FC87DDF-ACA3-4032-96CA-AAB9625C9BD7}"/>
          </ac:graphicFrameMkLst>
        </pc:graphicFrameChg>
        <pc:graphicFrameChg chg="mod modGraphic">
          <ac:chgData name="이희원(HEEWON LEE)[heewon98]/선임/제조DX.제조DX솔루션.셀추적기술팀" userId="8f304cbb-bc09-4a19-abe9-f7657ad9f80a" providerId="ADAL" clId="{DE3F4677-22B0-44A7-B6CE-6B8BF4F9AAE6}" dt="2025-11-19T00:45:46.732" v="200" actId="20577"/>
          <ac:graphicFrameMkLst>
            <pc:docMk/>
            <pc:sldMk cId="2847513058" sldId="2147481898"/>
            <ac:graphicFrameMk id="15" creationId="{5E58FC19-0873-487C-BE7D-3D3157207B88}"/>
          </ac:graphicFrameMkLst>
        </pc:graphicFrameChg>
        <pc:graphicFrameChg chg="mod modGraphic">
          <ac:chgData name="이희원(HEEWON LEE)[heewon98]/선임/제조DX.제조DX솔루션.셀추적기술팀" userId="8f304cbb-bc09-4a19-abe9-f7657ad9f80a" providerId="ADAL" clId="{DE3F4677-22B0-44A7-B6CE-6B8BF4F9AAE6}" dt="2025-11-19T00:43:01.289" v="164" actId="20577"/>
          <ac:graphicFrameMkLst>
            <pc:docMk/>
            <pc:sldMk cId="2847513058" sldId="2147481898"/>
            <ac:graphicFrameMk id="16" creationId="{B25CC356-1EE1-4577-BCA0-736DC496DFA1}"/>
          </ac:graphicFrameMkLst>
        </pc:graphicFrameChg>
        <pc:graphicFrameChg chg="modGraphic">
          <ac:chgData name="이희원(HEEWON LEE)[heewon98]/선임/제조DX.제조DX솔루션.셀추적기술팀" userId="8f304cbb-bc09-4a19-abe9-f7657ad9f80a" providerId="ADAL" clId="{DE3F4677-22B0-44A7-B6CE-6B8BF4F9AAE6}" dt="2025-11-19T00:32:15.748" v="18" actId="207"/>
          <ac:graphicFrameMkLst>
            <pc:docMk/>
            <pc:sldMk cId="2847513058" sldId="2147481898"/>
            <ac:graphicFrameMk id="128" creationId="{BBF379D4-99A2-4D31-9CB5-2BDACF36F890}"/>
          </ac:graphicFrameMkLst>
        </pc:graphicFrameChg>
      </pc:sldChg>
    </pc:docChg>
  </pc:docChgLst>
  <pc:docChgLst>
    <pc:chgData name="김도원(DOWON KIM)[ehdnjs104]/사원/제조DX.제조DX솔루션.롤맵기술팀" userId="40903c55-8d7f-4a01-bcfb-534127f384e5" providerId="ADAL" clId="{91366F2E-DEC1-46B6-9B58-F643AA6C48C4}"/>
    <pc:docChg chg="custSel modSld">
      <pc:chgData name="김도원(DOWON KIM)[ehdnjs104]/사원/제조DX.제조DX솔루션.롤맵기술팀" userId="40903c55-8d7f-4a01-bcfb-534127f384e5" providerId="ADAL" clId="{91366F2E-DEC1-46B6-9B58-F643AA6C48C4}" dt="2025-12-16T07:21:24.459" v="263" actId="20577"/>
      <pc:docMkLst>
        <pc:docMk/>
      </pc:docMkLst>
      <pc:sldChg chg="modSp mod">
        <pc:chgData name="김도원(DOWON KIM)[ehdnjs104]/사원/제조DX.제조DX솔루션.롤맵기술팀" userId="40903c55-8d7f-4a01-bcfb-534127f384e5" providerId="ADAL" clId="{91366F2E-DEC1-46B6-9B58-F643AA6C48C4}" dt="2025-12-16T04:56:12.572" v="6" actId="207"/>
        <pc:sldMkLst>
          <pc:docMk/>
          <pc:sldMk cId="3266697761" sldId="2278"/>
        </pc:sldMkLst>
        <pc:spChg chg="mod">
          <ac:chgData name="김도원(DOWON KIM)[ehdnjs104]/사원/제조DX.제조DX솔루션.롤맵기술팀" userId="40903c55-8d7f-4a01-bcfb-534127f384e5" providerId="ADAL" clId="{91366F2E-DEC1-46B6-9B58-F643AA6C48C4}" dt="2025-12-16T04:56:12.572" v="6" actId="207"/>
          <ac:spMkLst>
            <pc:docMk/>
            <pc:sldMk cId="3266697761" sldId="2278"/>
            <ac:spMk id="18" creationId="{FC55D7C3-19BB-417C-88D2-249E3D408DED}"/>
          </ac:spMkLst>
        </pc:spChg>
      </pc:sldChg>
      <pc:sldChg chg="modSp mod">
        <pc:chgData name="김도원(DOWON KIM)[ehdnjs104]/사원/제조DX.제조DX솔루션.롤맵기술팀" userId="40903c55-8d7f-4a01-bcfb-534127f384e5" providerId="ADAL" clId="{91366F2E-DEC1-46B6-9B58-F643AA6C48C4}" dt="2025-12-16T05:01:27.898" v="11" actId="207"/>
        <pc:sldMkLst>
          <pc:docMk/>
          <pc:sldMk cId="2994820085" sldId="2147481926"/>
        </pc:sldMkLst>
        <pc:spChg chg="mod">
          <ac:chgData name="김도원(DOWON KIM)[ehdnjs104]/사원/제조DX.제조DX솔루션.롤맵기술팀" userId="40903c55-8d7f-4a01-bcfb-534127f384e5" providerId="ADAL" clId="{91366F2E-DEC1-46B6-9B58-F643AA6C48C4}" dt="2025-12-16T05:01:24.300" v="10" actId="20577"/>
          <ac:spMkLst>
            <pc:docMk/>
            <pc:sldMk cId="2994820085" sldId="2147481926"/>
            <ac:spMk id="18" creationId="{72943F47-EAEA-4391-A2BC-C7C33A8E8CFD}"/>
          </ac:spMkLst>
        </pc:spChg>
        <pc:graphicFrameChg chg="modGraphic">
          <ac:chgData name="김도원(DOWON KIM)[ehdnjs104]/사원/제조DX.제조DX솔루션.롤맵기술팀" userId="40903c55-8d7f-4a01-bcfb-534127f384e5" providerId="ADAL" clId="{91366F2E-DEC1-46B6-9B58-F643AA6C48C4}" dt="2025-12-16T05:01:27.898" v="11" actId="207"/>
          <ac:graphicFrameMkLst>
            <pc:docMk/>
            <pc:sldMk cId="2994820085" sldId="2147481926"/>
            <ac:graphicFrameMk id="11" creationId="{C66F9B45-D343-4DF8-ABA9-D48571FAC964}"/>
          </ac:graphicFrameMkLst>
        </pc:graphicFrameChg>
      </pc:sldChg>
      <pc:sldChg chg="modSp mod">
        <pc:chgData name="김도원(DOWON KIM)[ehdnjs104]/사원/제조DX.제조DX솔루션.롤맵기술팀" userId="40903c55-8d7f-4a01-bcfb-534127f384e5" providerId="ADAL" clId="{91366F2E-DEC1-46B6-9B58-F643AA6C48C4}" dt="2025-12-16T07:20:02.561" v="252" actId="207"/>
        <pc:sldMkLst>
          <pc:docMk/>
          <pc:sldMk cId="3218446010" sldId="2147481940"/>
        </pc:sldMkLst>
        <pc:graphicFrameChg chg="mod modGraphic">
          <ac:chgData name="김도원(DOWON KIM)[ehdnjs104]/사원/제조DX.제조DX솔루션.롤맵기술팀" userId="40903c55-8d7f-4a01-bcfb-534127f384e5" providerId="ADAL" clId="{91366F2E-DEC1-46B6-9B58-F643AA6C48C4}" dt="2025-12-16T07:20:02.561" v="252" actId="207"/>
          <ac:graphicFrameMkLst>
            <pc:docMk/>
            <pc:sldMk cId="3218446010" sldId="2147481940"/>
            <ac:graphicFrameMk id="18" creationId="{BAF0B2EF-E0A9-4EBE-8B41-8BAD7EC3E9EB}"/>
          </ac:graphicFrameMkLst>
        </pc:graphicFrameChg>
      </pc:sldChg>
      <pc:sldChg chg="modSp mod">
        <pc:chgData name="김도원(DOWON KIM)[ehdnjs104]/사원/제조DX.제조DX솔루션.롤맵기술팀" userId="40903c55-8d7f-4a01-bcfb-534127f384e5" providerId="ADAL" clId="{91366F2E-DEC1-46B6-9B58-F643AA6C48C4}" dt="2025-12-16T05:01:48.249" v="16" actId="20577"/>
        <pc:sldMkLst>
          <pc:docMk/>
          <pc:sldMk cId="645500483" sldId="2147482092"/>
        </pc:sldMkLst>
        <pc:spChg chg="mod">
          <ac:chgData name="김도원(DOWON KIM)[ehdnjs104]/사원/제조DX.제조DX솔루션.롤맵기술팀" userId="40903c55-8d7f-4a01-bcfb-534127f384e5" providerId="ADAL" clId="{91366F2E-DEC1-46B6-9B58-F643AA6C48C4}" dt="2025-12-16T05:01:48.249" v="16" actId="20577"/>
          <ac:spMkLst>
            <pc:docMk/>
            <pc:sldMk cId="645500483" sldId="2147482092"/>
            <ac:spMk id="6" creationId="{3E1F1638-F2C5-4E2F-ABED-94997FF8C926}"/>
          </ac:spMkLst>
        </pc:spChg>
        <pc:graphicFrameChg chg="modGraphic">
          <ac:chgData name="김도원(DOWON KIM)[ehdnjs104]/사원/제조DX.제조DX솔루션.롤맵기술팀" userId="40903c55-8d7f-4a01-bcfb-534127f384e5" providerId="ADAL" clId="{91366F2E-DEC1-46B6-9B58-F643AA6C48C4}" dt="2025-12-16T05:01:45.839" v="14" actId="207"/>
          <ac:graphicFrameMkLst>
            <pc:docMk/>
            <pc:sldMk cId="645500483" sldId="2147482092"/>
            <ac:graphicFrameMk id="2" creationId="{AA655E7B-33D1-41F9-B470-4F20832661EB}"/>
          </ac:graphicFrameMkLst>
        </pc:graphicFrameChg>
      </pc:sldChg>
      <pc:sldChg chg="modSp mod">
        <pc:chgData name="김도원(DOWON KIM)[ehdnjs104]/사원/제조DX.제조DX솔루션.롤맵기술팀" userId="40903c55-8d7f-4a01-bcfb-534127f384e5" providerId="ADAL" clId="{91366F2E-DEC1-46B6-9B58-F643AA6C48C4}" dt="2025-12-16T05:03:48.546" v="128" actId="20577"/>
        <pc:sldMkLst>
          <pc:docMk/>
          <pc:sldMk cId="1480914234" sldId="2147482094"/>
        </pc:sldMkLst>
        <pc:spChg chg="mod">
          <ac:chgData name="김도원(DOWON KIM)[ehdnjs104]/사원/제조DX.제조DX솔루션.롤맵기술팀" userId="40903c55-8d7f-4a01-bcfb-534127f384e5" providerId="ADAL" clId="{91366F2E-DEC1-46B6-9B58-F643AA6C48C4}" dt="2025-12-16T05:03:48.546" v="128" actId="20577"/>
          <ac:spMkLst>
            <pc:docMk/>
            <pc:sldMk cId="1480914234" sldId="2147482094"/>
            <ac:spMk id="5" creationId="{D18B8649-3C81-4EDD-A9C5-061A9DC39666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91366F2E-DEC1-46B6-9B58-F643AA6C48C4}" dt="2025-12-16T05:03:46.713" v="126" actId="207"/>
          <ac:graphicFrameMkLst>
            <pc:docMk/>
            <pc:sldMk cId="1480914234" sldId="2147482094"/>
            <ac:graphicFrameMk id="2" creationId="{BF944F8E-1F62-4F7E-B1C6-632F29AA10BD}"/>
          </ac:graphicFrameMkLst>
        </pc:graphicFrameChg>
      </pc:sldChg>
      <pc:sldChg chg="modSp mod">
        <pc:chgData name="김도원(DOWON KIM)[ehdnjs104]/사원/제조DX.제조DX솔루션.롤맵기술팀" userId="40903c55-8d7f-4a01-bcfb-534127f384e5" providerId="ADAL" clId="{91366F2E-DEC1-46B6-9B58-F643AA6C48C4}" dt="2025-12-16T07:19:51.991" v="249" actId="207"/>
        <pc:sldMkLst>
          <pc:docMk/>
          <pc:sldMk cId="719476191" sldId="2147482153"/>
        </pc:sldMkLst>
        <pc:graphicFrameChg chg="mod modGraphic">
          <ac:chgData name="김도원(DOWON KIM)[ehdnjs104]/사원/제조DX.제조DX솔루션.롤맵기술팀" userId="40903c55-8d7f-4a01-bcfb-534127f384e5" providerId="ADAL" clId="{91366F2E-DEC1-46B6-9B58-F643AA6C48C4}" dt="2025-12-16T07:19:51.991" v="249" actId="207"/>
          <ac:graphicFrameMkLst>
            <pc:docMk/>
            <pc:sldMk cId="719476191" sldId="2147482153"/>
            <ac:graphicFrameMk id="43" creationId="{D195382E-B745-7546-3648-DEE88079E7D6}"/>
          </ac:graphicFrameMkLst>
        </pc:graphicFrameChg>
      </pc:sldChg>
      <pc:sldChg chg="modSp mod">
        <pc:chgData name="김도원(DOWON KIM)[ehdnjs104]/사원/제조DX.제조DX솔루션.롤맵기술팀" userId="40903c55-8d7f-4a01-bcfb-534127f384e5" providerId="ADAL" clId="{91366F2E-DEC1-46B6-9B58-F643AA6C48C4}" dt="2025-12-16T07:19:23.748" v="246" actId="207"/>
        <pc:sldMkLst>
          <pc:docMk/>
          <pc:sldMk cId="1357361098" sldId="2147482154"/>
        </pc:sldMkLst>
        <pc:graphicFrameChg chg="mod modGraphic">
          <ac:chgData name="김도원(DOWON KIM)[ehdnjs104]/사원/제조DX.제조DX솔루션.롤맵기술팀" userId="40903c55-8d7f-4a01-bcfb-534127f384e5" providerId="ADAL" clId="{91366F2E-DEC1-46B6-9B58-F643AA6C48C4}" dt="2025-12-16T07:19:23.748" v="246" actId="207"/>
          <ac:graphicFrameMkLst>
            <pc:docMk/>
            <pc:sldMk cId="1357361098" sldId="2147482154"/>
            <ac:graphicFrameMk id="43" creationId="{F5146031-6FE6-E3F0-67EF-7CE174CB73E7}"/>
          </ac:graphicFrameMkLst>
        </pc:graphicFrameChg>
      </pc:sldChg>
      <pc:sldChg chg="modSp mod">
        <pc:chgData name="김도원(DOWON KIM)[ehdnjs104]/사원/제조DX.제조DX솔루션.롤맵기술팀" userId="40903c55-8d7f-4a01-bcfb-534127f384e5" providerId="ADAL" clId="{91366F2E-DEC1-46B6-9B58-F643AA6C48C4}" dt="2025-12-16T07:19:13.251" v="243" actId="207"/>
        <pc:sldMkLst>
          <pc:docMk/>
          <pc:sldMk cId="2756542074" sldId="2147482155"/>
        </pc:sldMkLst>
        <pc:graphicFrameChg chg="mod modGraphic">
          <ac:chgData name="김도원(DOWON KIM)[ehdnjs104]/사원/제조DX.제조DX솔루션.롤맵기술팀" userId="40903c55-8d7f-4a01-bcfb-534127f384e5" providerId="ADAL" clId="{91366F2E-DEC1-46B6-9B58-F643AA6C48C4}" dt="2025-12-16T07:19:13.251" v="243" actId="207"/>
          <ac:graphicFrameMkLst>
            <pc:docMk/>
            <pc:sldMk cId="2756542074" sldId="2147482155"/>
            <ac:graphicFrameMk id="43" creationId="{0392B92C-4665-6FFE-582D-80221161861E}"/>
          </ac:graphicFrameMkLst>
        </pc:graphicFrameChg>
      </pc:sldChg>
      <pc:sldChg chg="modSp mod">
        <pc:chgData name="김도원(DOWON KIM)[ehdnjs104]/사원/제조DX.제조DX솔루션.롤맵기술팀" userId="40903c55-8d7f-4a01-bcfb-534127f384e5" providerId="ADAL" clId="{91366F2E-DEC1-46B6-9B58-F643AA6C48C4}" dt="2025-12-16T07:19:00.433" v="239" actId="207"/>
        <pc:sldMkLst>
          <pc:docMk/>
          <pc:sldMk cId="1685760430" sldId="2147482156"/>
        </pc:sldMkLst>
        <pc:graphicFrameChg chg="modGraphic">
          <ac:chgData name="김도원(DOWON KIM)[ehdnjs104]/사원/제조DX.제조DX솔루션.롤맵기술팀" userId="40903c55-8d7f-4a01-bcfb-534127f384e5" providerId="ADAL" clId="{91366F2E-DEC1-46B6-9B58-F643AA6C48C4}" dt="2025-12-16T05:13:32.008" v="190" actId="20577"/>
          <ac:graphicFrameMkLst>
            <pc:docMk/>
            <pc:sldMk cId="1685760430" sldId="2147482156"/>
            <ac:graphicFrameMk id="29" creationId="{7FFF4CDA-4E52-5355-C1C4-035B2B6F1909}"/>
          </ac:graphicFrameMkLst>
        </pc:graphicFrameChg>
        <pc:graphicFrameChg chg="mod modGraphic">
          <ac:chgData name="김도원(DOWON KIM)[ehdnjs104]/사원/제조DX.제조DX솔루션.롤맵기술팀" userId="40903c55-8d7f-4a01-bcfb-534127f384e5" providerId="ADAL" clId="{91366F2E-DEC1-46B6-9B58-F643AA6C48C4}" dt="2025-12-16T07:19:00.433" v="239" actId="207"/>
          <ac:graphicFrameMkLst>
            <pc:docMk/>
            <pc:sldMk cId="1685760430" sldId="2147482156"/>
            <ac:graphicFrameMk id="43" creationId="{7AF46187-A097-6E2C-D8CB-A4D55A7CB790}"/>
          </ac:graphicFrameMkLst>
        </pc:graphicFrameChg>
      </pc:sldChg>
      <pc:sldChg chg="modSp mod">
        <pc:chgData name="김도원(DOWON KIM)[ehdnjs104]/사원/제조DX.제조DX솔루션.롤맵기술팀" userId="40903c55-8d7f-4a01-bcfb-534127f384e5" providerId="ADAL" clId="{91366F2E-DEC1-46B6-9B58-F643AA6C48C4}" dt="2025-12-16T07:21:24.459" v="263" actId="20577"/>
        <pc:sldMkLst>
          <pc:docMk/>
          <pc:sldMk cId="1270712381" sldId="2147482157"/>
        </pc:sldMkLst>
        <pc:graphicFrameChg chg="modGraphic">
          <ac:chgData name="김도원(DOWON KIM)[ehdnjs104]/사원/제조DX.제조DX솔루션.롤맵기술팀" userId="40903c55-8d7f-4a01-bcfb-534127f384e5" providerId="ADAL" clId="{91366F2E-DEC1-46B6-9B58-F643AA6C48C4}" dt="2025-12-16T07:21:24.459" v="263" actId="20577"/>
          <ac:graphicFrameMkLst>
            <pc:docMk/>
            <pc:sldMk cId="1270712381" sldId="2147482157"/>
            <ac:graphicFrameMk id="29" creationId="{6DAA28A2-120D-B4E0-EC0F-990857EFD2B2}"/>
          </ac:graphicFrameMkLst>
        </pc:graphicFrameChg>
        <pc:graphicFrameChg chg="modGraphic">
          <ac:chgData name="김도원(DOWON KIM)[ehdnjs104]/사원/제조DX.제조DX솔루션.롤맵기술팀" userId="40903c55-8d7f-4a01-bcfb-534127f384e5" providerId="ADAL" clId="{91366F2E-DEC1-46B6-9B58-F643AA6C48C4}" dt="2025-12-16T07:18:24.741" v="235" actId="207"/>
          <ac:graphicFrameMkLst>
            <pc:docMk/>
            <pc:sldMk cId="1270712381" sldId="2147482157"/>
            <ac:graphicFrameMk id="43" creationId="{3D71574A-9DFC-FB76-7BB1-03E120745178}"/>
          </ac:graphicFrameMkLst>
        </pc:graphicFrameChg>
      </pc:sldChg>
      <pc:sldChg chg="modSp mod">
        <pc:chgData name="김도원(DOWON KIM)[ehdnjs104]/사원/제조DX.제조DX솔루션.롤맵기술팀" userId="40903c55-8d7f-4a01-bcfb-534127f384e5" providerId="ADAL" clId="{91366F2E-DEC1-46B6-9B58-F643AA6C48C4}" dt="2025-12-16T07:20:11.964" v="255" actId="207"/>
        <pc:sldMkLst>
          <pc:docMk/>
          <pc:sldMk cId="3468524003" sldId="2147482158"/>
        </pc:sldMkLst>
        <pc:graphicFrameChg chg="mod modGraphic">
          <ac:chgData name="김도원(DOWON KIM)[ehdnjs104]/사원/제조DX.제조DX솔루션.롤맵기술팀" userId="40903c55-8d7f-4a01-bcfb-534127f384e5" providerId="ADAL" clId="{91366F2E-DEC1-46B6-9B58-F643AA6C48C4}" dt="2025-12-16T07:20:11.964" v="255" actId="207"/>
          <ac:graphicFrameMkLst>
            <pc:docMk/>
            <pc:sldMk cId="3468524003" sldId="2147482158"/>
            <ac:graphicFrameMk id="43" creationId="{70E473C2-96C7-0887-DF4C-37B51C985EC8}"/>
          </ac:graphicFrameMkLst>
        </pc:graphicFrameChg>
      </pc:sldChg>
      <pc:sldChg chg="modSp mod">
        <pc:chgData name="김도원(DOWON KIM)[ehdnjs104]/사원/제조DX.제조DX솔루션.롤맵기술팀" userId="40903c55-8d7f-4a01-bcfb-534127f384e5" providerId="ADAL" clId="{91366F2E-DEC1-46B6-9B58-F643AA6C48C4}" dt="2025-12-16T07:20:21.255" v="258" actId="207"/>
        <pc:sldMkLst>
          <pc:docMk/>
          <pc:sldMk cId="3982393149" sldId="2147482159"/>
        </pc:sldMkLst>
        <pc:graphicFrameChg chg="mod modGraphic">
          <ac:chgData name="김도원(DOWON KIM)[ehdnjs104]/사원/제조DX.제조DX솔루션.롤맵기술팀" userId="40903c55-8d7f-4a01-bcfb-534127f384e5" providerId="ADAL" clId="{91366F2E-DEC1-46B6-9B58-F643AA6C48C4}" dt="2025-12-16T07:20:21.255" v="258" actId="207"/>
          <ac:graphicFrameMkLst>
            <pc:docMk/>
            <pc:sldMk cId="3982393149" sldId="2147482159"/>
            <ac:graphicFrameMk id="43" creationId="{74F993CF-83C0-F5EC-D222-B8C59783A9AC}"/>
          </ac:graphicFrameMkLst>
        </pc:graphicFrameChg>
      </pc:sldChg>
      <pc:sldChg chg="modSp mod">
        <pc:chgData name="김도원(DOWON KIM)[ehdnjs104]/사원/제조DX.제조DX솔루션.롤맵기술팀" userId="40903c55-8d7f-4a01-bcfb-534127f384e5" providerId="ADAL" clId="{91366F2E-DEC1-46B6-9B58-F643AA6C48C4}" dt="2025-12-16T07:20:30.403" v="261" actId="207"/>
        <pc:sldMkLst>
          <pc:docMk/>
          <pc:sldMk cId="4127400384" sldId="2147482160"/>
        </pc:sldMkLst>
        <pc:graphicFrameChg chg="mod modGraphic">
          <ac:chgData name="김도원(DOWON KIM)[ehdnjs104]/사원/제조DX.제조DX솔루션.롤맵기술팀" userId="40903c55-8d7f-4a01-bcfb-534127f384e5" providerId="ADAL" clId="{91366F2E-DEC1-46B6-9B58-F643AA6C48C4}" dt="2025-12-16T07:20:30.403" v="261" actId="207"/>
          <ac:graphicFrameMkLst>
            <pc:docMk/>
            <pc:sldMk cId="4127400384" sldId="2147482160"/>
            <ac:graphicFrameMk id="42" creationId="{F601C799-4B8F-4B21-9D7B-01934092962D}"/>
          </ac:graphicFrameMkLst>
        </pc:graphicFrameChg>
      </pc:sldChg>
    </pc:docChg>
  </pc:docChgLst>
  <pc:docChgLst>
    <pc:chgData name="윤성렬(SUNGRYEOL YUN)[sungryeol.y]/사원/제조DX.제조DX솔루션.롤맵기술팀" userId="b5311d10-d61f-46bb-bd4a-1d8342705f0f" providerId="ADAL" clId="{38163BA7-F8A6-4408-B1F0-4B3FBE17F2F9}"/>
    <pc:docChg chg="undo custSel modSld">
      <pc:chgData name="윤성렬(SUNGRYEOL YUN)[sungryeol.y]/사원/제조DX.제조DX솔루션.롤맵기술팀" userId="b5311d10-d61f-46bb-bd4a-1d8342705f0f" providerId="ADAL" clId="{38163BA7-F8A6-4408-B1F0-4B3FBE17F2F9}" dt="2025-12-16T05:05:05.561" v="839" actId="207"/>
      <pc:docMkLst>
        <pc:docMk/>
      </pc:docMkLst>
      <pc:sldChg chg="modSp mod">
        <pc:chgData name="윤성렬(SUNGRYEOL YUN)[sungryeol.y]/사원/제조DX.제조DX솔루션.롤맵기술팀" userId="b5311d10-d61f-46bb-bd4a-1d8342705f0f" providerId="ADAL" clId="{38163BA7-F8A6-4408-B1F0-4B3FBE17F2F9}" dt="2025-12-16T04:29:09.444" v="132" actId="207"/>
        <pc:sldMkLst>
          <pc:docMk/>
          <pc:sldMk cId="3266697761" sldId="2278"/>
        </pc:sldMkLst>
        <pc:spChg chg="mod">
          <ac:chgData name="윤성렬(SUNGRYEOL YUN)[sungryeol.y]/사원/제조DX.제조DX솔루션.롤맵기술팀" userId="b5311d10-d61f-46bb-bd4a-1d8342705f0f" providerId="ADAL" clId="{38163BA7-F8A6-4408-B1F0-4B3FBE17F2F9}" dt="2025-12-16T04:29:09.444" v="132" actId="207"/>
          <ac:spMkLst>
            <pc:docMk/>
            <pc:sldMk cId="3266697761" sldId="2278"/>
            <ac:spMk id="2" creationId="{D0FF2AED-0046-C817-3E30-4FE796B4077E}"/>
          </ac:spMkLst>
        </pc:spChg>
      </pc:sldChg>
      <pc:sldChg chg="modSp mod">
        <pc:chgData name="윤성렬(SUNGRYEOL YUN)[sungryeol.y]/사원/제조DX.제조DX솔루션.롤맵기술팀" userId="b5311d10-d61f-46bb-bd4a-1d8342705f0f" providerId="ADAL" clId="{38163BA7-F8A6-4408-B1F0-4B3FBE17F2F9}" dt="2025-12-16T04:31:56.517" v="137" actId="207"/>
        <pc:sldMkLst>
          <pc:docMk/>
          <pc:sldMk cId="4145388933" sldId="2147481913"/>
        </pc:sldMkLst>
        <pc:spChg chg="mod">
          <ac:chgData name="윤성렬(SUNGRYEOL YUN)[sungryeol.y]/사원/제조DX.제조DX솔루션.롤맵기술팀" userId="b5311d10-d61f-46bb-bd4a-1d8342705f0f" providerId="ADAL" clId="{38163BA7-F8A6-4408-B1F0-4B3FBE17F2F9}" dt="2025-12-16T04:31:49.372" v="136" actId="20577"/>
          <ac:spMkLst>
            <pc:docMk/>
            <pc:sldMk cId="4145388933" sldId="2147481913"/>
            <ac:spMk id="18" creationId="{72943F47-EAEA-4391-A2BC-C7C33A8E8CFD}"/>
          </ac:spMkLst>
        </pc:spChg>
        <pc:graphicFrameChg chg="modGraphic">
          <ac:chgData name="윤성렬(SUNGRYEOL YUN)[sungryeol.y]/사원/제조DX.제조DX솔루션.롤맵기술팀" userId="b5311d10-d61f-46bb-bd4a-1d8342705f0f" providerId="ADAL" clId="{38163BA7-F8A6-4408-B1F0-4B3FBE17F2F9}" dt="2025-12-16T04:31:56.517" v="137" actId="207"/>
          <ac:graphicFrameMkLst>
            <pc:docMk/>
            <pc:sldMk cId="4145388933" sldId="2147481913"/>
            <ac:graphicFrameMk id="3" creationId="{3E86696F-E35A-4B06-9B46-63A4A6A986C1}"/>
          </ac:graphicFrameMkLst>
        </pc:graphicFrameChg>
      </pc:sldChg>
      <pc:sldChg chg="addSp delSp modSp mod">
        <pc:chgData name="윤성렬(SUNGRYEOL YUN)[sungryeol.y]/사원/제조DX.제조DX솔루션.롤맵기술팀" userId="b5311d10-d61f-46bb-bd4a-1d8342705f0f" providerId="ADAL" clId="{38163BA7-F8A6-4408-B1F0-4B3FBE17F2F9}" dt="2025-12-16T04:36:27.118" v="523" actId="207"/>
        <pc:sldMkLst>
          <pc:docMk/>
          <pc:sldMk cId="1894137771" sldId="2147481918"/>
        </pc:sldMkLst>
        <pc:spChg chg="mod">
          <ac:chgData name="윤성렬(SUNGRYEOL YUN)[sungryeol.y]/사원/제조DX.제조DX솔루션.롤맵기술팀" userId="b5311d10-d61f-46bb-bd4a-1d8342705f0f" providerId="ADAL" clId="{38163BA7-F8A6-4408-B1F0-4B3FBE17F2F9}" dt="2025-12-16T04:34:21.153" v="148" actId="20577"/>
          <ac:spMkLst>
            <pc:docMk/>
            <pc:sldMk cId="1894137771" sldId="2147481918"/>
            <ac:spMk id="18" creationId="{72943F47-EAEA-4391-A2BC-C7C33A8E8CFD}"/>
          </ac:spMkLst>
        </pc:spChg>
        <pc:graphicFrameChg chg="mod modGraphic">
          <ac:chgData name="윤성렬(SUNGRYEOL YUN)[sungryeol.y]/사원/제조DX.제조DX솔루션.롤맵기술팀" userId="b5311d10-d61f-46bb-bd4a-1d8342705f0f" providerId="ADAL" clId="{38163BA7-F8A6-4408-B1F0-4B3FBE17F2F9}" dt="2025-12-16T04:36:27.118" v="523" actId="207"/>
          <ac:graphicFrameMkLst>
            <pc:docMk/>
            <pc:sldMk cId="1894137771" sldId="2147481918"/>
            <ac:graphicFrameMk id="3" creationId="{3E86696F-E35A-4B06-9B46-63A4A6A986C1}"/>
          </ac:graphicFrameMkLst>
        </pc:graphicFrameChg>
        <pc:picChg chg="add del mod">
          <ac:chgData name="윤성렬(SUNGRYEOL YUN)[sungryeol.y]/사원/제조DX.제조DX솔루션.롤맵기술팀" userId="b5311d10-d61f-46bb-bd4a-1d8342705f0f" providerId="ADAL" clId="{38163BA7-F8A6-4408-B1F0-4B3FBE17F2F9}" dt="2025-12-16T04:35:19.202" v="382" actId="478"/>
          <ac:picMkLst>
            <pc:docMk/>
            <pc:sldMk cId="1894137771" sldId="2147481918"/>
            <ac:picMk id="4" creationId="{EF25CD1E-A350-5128-5541-A7A737B209AE}"/>
          </ac:picMkLst>
        </pc:picChg>
      </pc:sldChg>
      <pc:sldChg chg="modSp mod">
        <pc:chgData name="윤성렬(SUNGRYEOL YUN)[sungryeol.y]/사원/제조DX.제조DX솔루션.롤맵기술팀" userId="b5311d10-d61f-46bb-bd4a-1d8342705f0f" providerId="ADAL" clId="{38163BA7-F8A6-4408-B1F0-4B3FBE17F2F9}" dt="2025-12-16T04:41:26.782" v="613" actId="207"/>
        <pc:sldMkLst>
          <pc:docMk/>
          <pc:sldMk cId="2750834388" sldId="2147481930"/>
        </pc:sldMkLst>
        <pc:spChg chg="mod">
          <ac:chgData name="윤성렬(SUNGRYEOL YUN)[sungryeol.y]/사원/제조DX.제조DX솔루션.롤맵기술팀" userId="b5311d10-d61f-46bb-bd4a-1d8342705f0f" providerId="ADAL" clId="{38163BA7-F8A6-4408-B1F0-4B3FBE17F2F9}" dt="2025-12-16T04:41:07.226" v="612" actId="20577"/>
          <ac:spMkLst>
            <pc:docMk/>
            <pc:sldMk cId="2750834388" sldId="2147481930"/>
            <ac:spMk id="18" creationId="{72943F47-EAEA-4391-A2BC-C7C33A8E8CFD}"/>
          </ac:spMkLst>
        </pc:spChg>
        <pc:graphicFrameChg chg="modGraphic">
          <ac:chgData name="윤성렬(SUNGRYEOL YUN)[sungryeol.y]/사원/제조DX.제조DX솔루션.롤맵기술팀" userId="b5311d10-d61f-46bb-bd4a-1d8342705f0f" providerId="ADAL" clId="{38163BA7-F8A6-4408-B1F0-4B3FBE17F2F9}" dt="2025-12-16T04:41:26.782" v="613" actId="207"/>
          <ac:graphicFrameMkLst>
            <pc:docMk/>
            <pc:sldMk cId="2750834388" sldId="2147481930"/>
            <ac:graphicFrameMk id="3" creationId="{3E86696F-E35A-4B06-9B46-63A4A6A986C1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38163BA7-F8A6-4408-B1F0-4B3FBE17F2F9}" dt="2025-12-16T05:00:34.259" v="673" actId="207"/>
        <pc:sldMkLst>
          <pc:docMk/>
          <pc:sldMk cId="3218446010" sldId="2147481940"/>
        </pc:sldMkLst>
        <pc:graphicFrameChg chg="mod modGraphic">
          <ac:chgData name="윤성렬(SUNGRYEOL YUN)[sungryeol.y]/사원/제조DX.제조DX솔루션.롤맵기술팀" userId="b5311d10-d61f-46bb-bd4a-1d8342705f0f" providerId="ADAL" clId="{38163BA7-F8A6-4408-B1F0-4B3FBE17F2F9}" dt="2025-12-16T05:00:34.259" v="673" actId="207"/>
          <ac:graphicFrameMkLst>
            <pc:docMk/>
            <pc:sldMk cId="3218446010" sldId="2147481940"/>
            <ac:graphicFrameMk id="18" creationId="{BAF0B2EF-E0A9-4EBE-8B41-8BAD7EC3E9EB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38163BA7-F8A6-4408-B1F0-4B3FBE17F2F9}" dt="2025-12-16T04:39:36.018" v="608" actId="207"/>
        <pc:sldMkLst>
          <pc:docMk/>
          <pc:sldMk cId="2781412765" sldId="2147482059"/>
        </pc:sldMkLst>
        <pc:spChg chg="mod">
          <ac:chgData name="윤성렬(SUNGRYEOL YUN)[sungryeol.y]/사원/제조DX.제조DX솔루션.롤맵기술팀" userId="b5311d10-d61f-46bb-bd4a-1d8342705f0f" providerId="ADAL" clId="{38163BA7-F8A6-4408-B1F0-4B3FBE17F2F9}" dt="2025-12-16T04:37:14.683" v="525" actId="20577"/>
          <ac:spMkLst>
            <pc:docMk/>
            <pc:sldMk cId="2781412765" sldId="2147482059"/>
            <ac:spMk id="18" creationId="{72943F47-EAEA-4391-A2BC-C7C33A8E8CFD}"/>
          </ac:spMkLst>
        </pc:spChg>
        <pc:graphicFrameChg chg="mod modGraphic">
          <ac:chgData name="윤성렬(SUNGRYEOL YUN)[sungryeol.y]/사원/제조DX.제조DX솔루션.롤맵기술팀" userId="b5311d10-d61f-46bb-bd4a-1d8342705f0f" providerId="ADAL" clId="{38163BA7-F8A6-4408-B1F0-4B3FBE17F2F9}" dt="2025-12-16T04:39:36.018" v="608" actId="207"/>
          <ac:graphicFrameMkLst>
            <pc:docMk/>
            <pc:sldMk cId="2781412765" sldId="2147482059"/>
            <ac:graphicFrameMk id="3" creationId="{3E86696F-E35A-4B06-9B46-63A4A6A986C1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38163BA7-F8A6-4408-B1F0-4B3FBE17F2F9}" dt="2025-12-16T04:33:11.659" v="142" actId="20577"/>
        <pc:sldMkLst>
          <pc:docMk/>
          <pc:sldMk cId="681262127" sldId="2147482091"/>
        </pc:sldMkLst>
        <pc:spChg chg="mod">
          <ac:chgData name="윤성렬(SUNGRYEOL YUN)[sungryeol.y]/사원/제조DX.제조DX솔루션.롤맵기술팀" userId="b5311d10-d61f-46bb-bd4a-1d8342705f0f" providerId="ADAL" clId="{38163BA7-F8A6-4408-B1F0-4B3FBE17F2F9}" dt="2025-12-16T04:33:11.659" v="142" actId="20577"/>
          <ac:spMkLst>
            <pc:docMk/>
            <pc:sldMk cId="681262127" sldId="2147482091"/>
            <ac:spMk id="18" creationId="{72943F47-EAEA-4391-A2BC-C7C33A8E8CFD}"/>
          </ac:spMkLst>
        </pc:spChg>
        <pc:graphicFrameChg chg="modGraphic">
          <ac:chgData name="윤성렬(SUNGRYEOL YUN)[sungryeol.y]/사원/제조DX.제조DX솔루션.롤맵기술팀" userId="b5311d10-d61f-46bb-bd4a-1d8342705f0f" providerId="ADAL" clId="{38163BA7-F8A6-4408-B1F0-4B3FBE17F2F9}" dt="2025-12-16T04:33:07.272" v="140" actId="207"/>
          <ac:graphicFrameMkLst>
            <pc:docMk/>
            <pc:sldMk cId="681262127" sldId="2147482091"/>
            <ac:graphicFrameMk id="3" creationId="{3E86696F-E35A-4B06-9B46-63A4A6A986C1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38163BA7-F8A6-4408-B1F0-4B3FBE17F2F9}" dt="2025-12-16T04:41:51.050" v="618" actId="207"/>
        <pc:sldMkLst>
          <pc:docMk/>
          <pc:sldMk cId="24529797" sldId="2147482142"/>
        </pc:sldMkLst>
        <pc:spChg chg="mod">
          <ac:chgData name="윤성렬(SUNGRYEOL YUN)[sungryeol.y]/사원/제조DX.제조DX솔루션.롤맵기술팀" userId="b5311d10-d61f-46bb-bd4a-1d8342705f0f" providerId="ADAL" clId="{38163BA7-F8A6-4408-B1F0-4B3FBE17F2F9}" dt="2025-12-16T04:41:46.304" v="617" actId="20577"/>
          <ac:spMkLst>
            <pc:docMk/>
            <pc:sldMk cId="24529797" sldId="2147482142"/>
            <ac:spMk id="18" creationId="{A7F473DF-C875-A323-6679-F5CA881CD9C4}"/>
          </ac:spMkLst>
        </pc:spChg>
        <pc:graphicFrameChg chg="modGraphic">
          <ac:chgData name="윤성렬(SUNGRYEOL YUN)[sungryeol.y]/사원/제조DX.제조DX솔루션.롤맵기술팀" userId="b5311d10-d61f-46bb-bd4a-1d8342705f0f" providerId="ADAL" clId="{38163BA7-F8A6-4408-B1F0-4B3FBE17F2F9}" dt="2025-12-16T04:41:51.050" v="618" actId="207"/>
          <ac:graphicFrameMkLst>
            <pc:docMk/>
            <pc:sldMk cId="24529797" sldId="2147482142"/>
            <ac:graphicFrameMk id="3" creationId="{688BD945-555D-E069-F619-02973A6A481F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38163BA7-F8A6-4408-B1F0-4B3FBE17F2F9}" dt="2025-12-16T05:01:03.928" v="675" actId="207"/>
        <pc:sldMkLst>
          <pc:docMk/>
          <pc:sldMk cId="719476191" sldId="2147482153"/>
        </pc:sldMkLst>
        <pc:graphicFrameChg chg="mod modGraphic">
          <ac:chgData name="윤성렬(SUNGRYEOL YUN)[sungryeol.y]/사원/제조DX.제조DX솔루션.롤맵기술팀" userId="b5311d10-d61f-46bb-bd4a-1d8342705f0f" providerId="ADAL" clId="{38163BA7-F8A6-4408-B1F0-4B3FBE17F2F9}" dt="2025-12-16T05:01:03.928" v="675" actId="207"/>
          <ac:graphicFrameMkLst>
            <pc:docMk/>
            <pc:sldMk cId="719476191" sldId="2147482153"/>
            <ac:graphicFrameMk id="43" creationId="{D195382E-B745-7546-3648-DEE88079E7D6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38163BA7-F8A6-4408-B1F0-4B3FBE17F2F9}" dt="2025-12-16T05:05:05.561" v="839" actId="207"/>
        <pc:sldMkLst>
          <pc:docMk/>
          <pc:sldMk cId="1357361098" sldId="2147482154"/>
        </pc:sldMkLst>
        <pc:graphicFrameChg chg="mod modGraphic">
          <ac:chgData name="윤성렬(SUNGRYEOL YUN)[sungryeol.y]/사원/제조DX.제조DX솔루션.롤맵기술팀" userId="b5311d10-d61f-46bb-bd4a-1d8342705f0f" providerId="ADAL" clId="{38163BA7-F8A6-4408-B1F0-4B3FBE17F2F9}" dt="2025-12-16T05:05:05.561" v="839" actId="207"/>
          <ac:graphicFrameMkLst>
            <pc:docMk/>
            <pc:sldMk cId="1357361098" sldId="2147482154"/>
            <ac:graphicFrameMk id="30" creationId="{C0F93F35-42AD-20F8-E91F-7F9106DB2E2F}"/>
          </ac:graphicFrameMkLst>
        </pc:graphicFrameChg>
        <pc:graphicFrameChg chg="mod modGraphic">
          <ac:chgData name="윤성렬(SUNGRYEOL YUN)[sungryeol.y]/사원/제조DX.제조DX솔루션.롤맵기술팀" userId="b5311d10-d61f-46bb-bd4a-1d8342705f0f" providerId="ADAL" clId="{38163BA7-F8A6-4408-B1F0-4B3FBE17F2F9}" dt="2025-12-16T05:00:26.222" v="672" actId="207"/>
          <ac:graphicFrameMkLst>
            <pc:docMk/>
            <pc:sldMk cId="1357361098" sldId="2147482154"/>
            <ac:graphicFrameMk id="43" creationId="{F5146031-6FE6-E3F0-67EF-7CE174CB73E7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38163BA7-F8A6-4408-B1F0-4B3FBE17F2F9}" dt="2025-12-16T05:01:17.469" v="677" actId="207"/>
        <pc:sldMkLst>
          <pc:docMk/>
          <pc:sldMk cId="2756542074" sldId="2147482155"/>
        </pc:sldMkLst>
        <pc:graphicFrameChg chg="mod modGraphic">
          <ac:chgData name="윤성렬(SUNGRYEOL YUN)[sungryeol.y]/사원/제조DX.제조DX솔루션.롤맵기술팀" userId="b5311d10-d61f-46bb-bd4a-1d8342705f0f" providerId="ADAL" clId="{38163BA7-F8A6-4408-B1F0-4B3FBE17F2F9}" dt="2025-12-16T05:01:17.469" v="677" actId="207"/>
          <ac:graphicFrameMkLst>
            <pc:docMk/>
            <pc:sldMk cId="2756542074" sldId="2147482155"/>
            <ac:graphicFrameMk id="43" creationId="{0392B92C-4665-6FFE-582D-80221161861E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38163BA7-F8A6-4408-B1F0-4B3FBE17F2F9}" dt="2025-12-16T05:01:27.073" v="679" actId="207"/>
        <pc:sldMkLst>
          <pc:docMk/>
          <pc:sldMk cId="1685760430" sldId="2147482156"/>
        </pc:sldMkLst>
        <pc:graphicFrameChg chg="mod modGraphic">
          <ac:chgData name="윤성렬(SUNGRYEOL YUN)[sungryeol.y]/사원/제조DX.제조DX솔루션.롤맵기술팀" userId="b5311d10-d61f-46bb-bd4a-1d8342705f0f" providerId="ADAL" clId="{38163BA7-F8A6-4408-B1F0-4B3FBE17F2F9}" dt="2025-12-16T05:01:27.073" v="679" actId="207"/>
          <ac:graphicFrameMkLst>
            <pc:docMk/>
            <pc:sldMk cId="1685760430" sldId="2147482156"/>
            <ac:graphicFrameMk id="43" creationId="{7AF46187-A097-6E2C-D8CB-A4D55A7CB790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38163BA7-F8A6-4408-B1F0-4B3FBE17F2F9}" dt="2025-12-16T05:01:39.979" v="681" actId="207"/>
        <pc:sldMkLst>
          <pc:docMk/>
          <pc:sldMk cId="1270712381" sldId="2147482157"/>
        </pc:sldMkLst>
        <pc:graphicFrameChg chg="mod modGraphic">
          <ac:chgData name="윤성렬(SUNGRYEOL YUN)[sungryeol.y]/사원/제조DX.제조DX솔루션.롤맵기술팀" userId="b5311d10-d61f-46bb-bd4a-1d8342705f0f" providerId="ADAL" clId="{38163BA7-F8A6-4408-B1F0-4B3FBE17F2F9}" dt="2025-12-16T05:01:39.979" v="681" actId="207"/>
          <ac:graphicFrameMkLst>
            <pc:docMk/>
            <pc:sldMk cId="1270712381" sldId="2147482157"/>
            <ac:graphicFrameMk id="43" creationId="{3D71574A-9DFC-FB76-7BB1-03E120745178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38163BA7-F8A6-4408-B1F0-4B3FBE17F2F9}" dt="2025-12-16T05:01:51.095" v="683" actId="207"/>
        <pc:sldMkLst>
          <pc:docMk/>
          <pc:sldMk cId="3468524003" sldId="2147482158"/>
        </pc:sldMkLst>
        <pc:graphicFrameChg chg="mod modGraphic">
          <ac:chgData name="윤성렬(SUNGRYEOL YUN)[sungryeol.y]/사원/제조DX.제조DX솔루션.롤맵기술팀" userId="b5311d10-d61f-46bb-bd4a-1d8342705f0f" providerId="ADAL" clId="{38163BA7-F8A6-4408-B1F0-4B3FBE17F2F9}" dt="2025-12-16T05:01:51.095" v="683" actId="207"/>
          <ac:graphicFrameMkLst>
            <pc:docMk/>
            <pc:sldMk cId="3468524003" sldId="2147482158"/>
            <ac:graphicFrameMk id="43" creationId="{70E473C2-96C7-0887-DF4C-37B51C985EC8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38163BA7-F8A6-4408-B1F0-4B3FBE17F2F9}" dt="2025-12-16T05:02:29.356" v="686" actId="207"/>
        <pc:sldMkLst>
          <pc:docMk/>
          <pc:sldMk cId="3982393149" sldId="2147482159"/>
        </pc:sldMkLst>
        <pc:graphicFrameChg chg="mod modGraphic">
          <ac:chgData name="윤성렬(SUNGRYEOL YUN)[sungryeol.y]/사원/제조DX.제조DX솔루션.롤맵기술팀" userId="b5311d10-d61f-46bb-bd4a-1d8342705f0f" providerId="ADAL" clId="{38163BA7-F8A6-4408-B1F0-4B3FBE17F2F9}" dt="2025-12-16T05:02:29.356" v="686" actId="207"/>
          <ac:graphicFrameMkLst>
            <pc:docMk/>
            <pc:sldMk cId="3982393149" sldId="2147482159"/>
            <ac:graphicFrameMk id="43" creationId="{74F993CF-83C0-F5EC-D222-B8C59783A9AC}"/>
          </ac:graphicFrameMkLst>
        </pc:graphicFrameChg>
      </pc:sldChg>
      <pc:sldChg chg="addSp modSp mod">
        <pc:chgData name="윤성렬(SUNGRYEOL YUN)[sungryeol.y]/사원/제조DX.제조DX솔루션.롤맵기술팀" userId="b5311d10-d61f-46bb-bd4a-1d8342705f0f" providerId="ADAL" clId="{38163BA7-F8A6-4408-B1F0-4B3FBE17F2F9}" dt="2025-12-16T05:04:05.485" v="692" actId="207"/>
        <pc:sldMkLst>
          <pc:docMk/>
          <pc:sldMk cId="4127400384" sldId="2147482160"/>
        </pc:sldMkLst>
        <pc:graphicFrameChg chg="add">
          <ac:chgData name="윤성렬(SUNGRYEOL YUN)[sungryeol.y]/사원/제조DX.제조DX솔루션.롤맵기술팀" userId="b5311d10-d61f-46bb-bd4a-1d8342705f0f" providerId="ADAL" clId="{38163BA7-F8A6-4408-B1F0-4B3FBE17F2F9}" dt="2025-12-16T05:01:57.204" v="684"/>
          <ac:graphicFrameMkLst>
            <pc:docMk/>
            <pc:sldMk cId="4127400384" sldId="2147482160"/>
            <ac:graphicFrameMk id="2" creationId="{588EF94B-5CD0-E8B5-3207-3240D56EA65F}"/>
          </ac:graphicFrameMkLst>
        </pc:graphicFrameChg>
        <pc:graphicFrameChg chg="mod modGraphic">
          <ac:chgData name="윤성렬(SUNGRYEOL YUN)[sungryeol.y]/사원/제조DX.제조DX솔루션.롤맵기술팀" userId="b5311d10-d61f-46bb-bd4a-1d8342705f0f" providerId="ADAL" clId="{38163BA7-F8A6-4408-B1F0-4B3FBE17F2F9}" dt="2025-12-16T05:04:05.485" v="692" actId="207"/>
          <ac:graphicFrameMkLst>
            <pc:docMk/>
            <pc:sldMk cId="4127400384" sldId="2147482160"/>
            <ac:graphicFrameMk id="42" creationId="{F601C799-4B8F-4B21-9D7B-01934092962D}"/>
          </ac:graphicFrameMkLst>
        </pc:graphicFrameChg>
      </pc:sldChg>
    </pc:docChg>
  </pc:docChgLst>
  <pc:docChgLst>
    <pc:chgData name="임상현(IAN SANGHYUN LIM)[ilim0507]/선임/제조DX.제조DX솔루션.셀추적기술팀" userId="1bdf7f23-b0bd-4e65-8e13-272ca93280fa" providerId="ADAL" clId="{2883A888-EDC2-4908-B2C2-54127A4BF71E}"/>
    <pc:docChg chg="custSel modSld">
      <pc:chgData name="임상현(IAN SANGHYUN LIM)[ilim0507]/선임/제조DX.제조DX솔루션.셀추적기술팀" userId="1bdf7f23-b0bd-4e65-8e13-272ca93280fa" providerId="ADAL" clId="{2883A888-EDC2-4908-B2C2-54127A4BF71E}" dt="2025-11-18T07:28:34.992" v="549" actId="207"/>
      <pc:docMkLst>
        <pc:docMk/>
      </pc:docMkLst>
      <pc:sldChg chg="modSp">
        <pc:chgData name="임상현(IAN SANGHYUN LIM)[ilim0507]/선임/제조DX.제조DX솔루션.셀추적기술팀" userId="1bdf7f23-b0bd-4e65-8e13-272ca93280fa" providerId="ADAL" clId="{2883A888-EDC2-4908-B2C2-54127A4BF71E}" dt="2025-11-18T07:28:34.992" v="549" actId="207"/>
        <pc:sldMkLst>
          <pc:docMk/>
          <pc:sldMk cId="2197542616" sldId="2241"/>
        </pc:sldMkLst>
        <pc:spChg chg="mod">
          <ac:chgData name="임상현(IAN SANGHYUN LIM)[ilim0507]/선임/제조DX.제조DX솔루션.셀추적기술팀" userId="1bdf7f23-b0bd-4e65-8e13-272ca93280fa" providerId="ADAL" clId="{2883A888-EDC2-4908-B2C2-54127A4BF71E}" dt="2025-11-18T07:27:14.914" v="529" actId="207"/>
          <ac:spMkLst>
            <pc:docMk/>
            <pc:sldMk cId="2197542616" sldId="2241"/>
            <ac:spMk id="24" creationId="{9E88BCD6-65AC-474C-9E19-A37722C332DC}"/>
          </ac:spMkLst>
        </pc:spChg>
        <pc:spChg chg="mod">
          <ac:chgData name="임상현(IAN SANGHYUN LIM)[ilim0507]/선임/제조DX.제조DX솔루션.셀추적기술팀" userId="1bdf7f23-b0bd-4e65-8e13-272ca93280fa" providerId="ADAL" clId="{2883A888-EDC2-4908-B2C2-54127A4BF71E}" dt="2025-11-18T07:21:23.108" v="2" actId="20577"/>
          <ac:spMkLst>
            <pc:docMk/>
            <pc:sldMk cId="2197542616" sldId="2241"/>
            <ac:spMk id="28" creationId="{EAE9226F-F722-4CEF-AF1A-BC8DF22E007D}"/>
          </ac:spMkLst>
        </pc:spChg>
        <pc:graphicFrameChg chg="mod modGraphic">
          <ac:chgData name="임상현(IAN SANGHYUN LIM)[ilim0507]/선임/제조DX.제조DX솔루션.셀추적기술팀" userId="1bdf7f23-b0bd-4e65-8e13-272ca93280fa" providerId="ADAL" clId="{2883A888-EDC2-4908-B2C2-54127A4BF71E}" dt="2025-11-18T07:25:58.661" v="388" actId="207"/>
          <ac:graphicFrameMkLst>
            <pc:docMk/>
            <pc:sldMk cId="2197542616" sldId="2241"/>
            <ac:graphicFrameMk id="23" creationId="{5C18F150-F800-4366-B81F-1DDA815C713E}"/>
          </ac:graphicFrameMkLst>
        </pc:graphicFrameChg>
        <pc:graphicFrameChg chg="mod modGraphic">
          <ac:chgData name="임상현(IAN SANGHYUN LIM)[ilim0507]/선임/제조DX.제조DX솔루션.셀추적기술팀" userId="1bdf7f23-b0bd-4e65-8e13-272ca93280fa" providerId="ADAL" clId="{2883A888-EDC2-4908-B2C2-54127A4BF71E}" dt="2025-11-18T07:28:34.992" v="549" actId="207"/>
          <ac:graphicFrameMkLst>
            <pc:docMk/>
            <pc:sldMk cId="2197542616" sldId="2241"/>
            <ac:graphicFrameMk id="29" creationId="{A8B0AF73-F7CC-437D-9A7E-175C56D104DC}"/>
          </ac:graphicFrameMkLst>
        </pc:graphicFrameChg>
      </pc:sldChg>
    </pc:docChg>
  </pc:docChgLst>
  <pc:docChgLst>
    <pc:chgData name="이성규 " userId="98dcb10c-4041-40a2-af36-ccf93803936b" providerId="ADAL" clId="{53EE0D0F-712D-4A8C-824A-1129A4B4D3AA}"/>
    <pc:docChg chg="custSel modSld">
      <pc:chgData name="이성규 " userId="98dcb10c-4041-40a2-af36-ccf93803936b" providerId="ADAL" clId="{53EE0D0F-712D-4A8C-824A-1129A4B4D3AA}" dt="2025-11-05T08:03:25.040" v="47" actId="20577"/>
      <pc:docMkLst>
        <pc:docMk/>
      </pc:docMkLst>
    </pc:docChg>
  </pc:docChgLst>
  <pc:docChgLst>
    <pc:chgData name="이상익(SANGIK LEE)[sangik62.lee]/책임/제조DX.제조DX솔루션.데이터통합분석팀" userId="13b0a8fe-68ef-4bde-a029-dfa0bba51a13" providerId="ADAL" clId="{4A3E7283-0144-4E40-91C0-FAB0628A522C}"/>
    <pc:docChg chg="undo custSel modSld">
      <pc:chgData name="이상익(SANGIK LEE)[sangik62.lee]/책임/제조DX.제조DX솔루션.데이터통합분석팀" userId="13b0a8fe-68ef-4bde-a029-dfa0bba51a13" providerId="ADAL" clId="{4A3E7283-0144-4E40-91C0-FAB0628A522C}" dt="2025-12-02T13:37:37.083" v="578" actId="20577"/>
      <pc:docMkLst>
        <pc:docMk/>
      </pc:docMkLst>
      <pc:sldChg chg="addSp delSp modSp mod">
        <pc:chgData name="이상익(SANGIK LEE)[sangik62.lee]/책임/제조DX.제조DX솔루션.데이터통합분석팀" userId="13b0a8fe-68ef-4bde-a029-dfa0bba51a13" providerId="ADAL" clId="{4A3E7283-0144-4E40-91C0-FAB0628A522C}" dt="2025-12-02T13:07:22.002" v="208" actId="14100"/>
        <pc:sldMkLst>
          <pc:docMk/>
          <pc:sldMk cId="122266075" sldId="2147482060"/>
        </pc:sldMkLst>
        <pc:spChg chg="mod">
          <ac:chgData name="이상익(SANGIK LEE)[sangik62.lee]/책임/제조DX.제조DX솔루션.데이터통합분석팀" userId="13b0a8fe-68ef-4bde-a029-dfa0bba51a13" providerId="ADAL" clId="{4A3E7283-0144-4E40-91C0-FAB0628A522C}" dt="2025-12-02T12:56:46.915" v="170" actId="20577"/>
          <ac:spMkLst>
            <pc:docMk/>
            <pc:sldMk cId="122266075" sldId="2147482060"/>
            <ac:spMk id="2" creationId="{75252A0B-83AC-FEFF-E760-98723703EAAC}"/>
          </ac:spMkLst>
        </pc:spChg>
        <pc:spChg chg="mod">
          <ac:chgData name="이상익(SANGIK LEE)[sangik62.lee]/책임/제조DX.제조DX솔루션.데이터통합분석팀" userId="13b0a8fe-68ef-4bde-a029-dfa0bba51a13" providerId="ADAL" clId="{4A3E7283-0144-4E40-91C0-FAB0628A522C}" dt="2025-12-02T12:37:39.190" v="76"/>
          <ac:spMkLst>
            <pc:docMk/>
            <pc:sldMk cId="122266075" sldId="2147482060"/>
            <ac:spMk id="12" creationId="{F3FD0B98-8992-795B-1E37-70B54B143965}"/>
          </ac:spMkLst>
        </pc:spChg>
        <pc:grpChg chg="add mod">
          <ac:chgData name="이상익(SANGIK LEE)[sangik62.lee]/책임/제조DX.제조DX솔루션.데이터통합분석팀" userId="13b0a8fe-68ef-4bde-a029-dfa0bba51a13" providerId="ADAL" clId="{4A3E7283-0144-4E40-91C0-FAB0628A522C}" dt="2025-12-02T12:30:08.891" v="50" actId="164"/>
          <ac:grpSpMkLst>
            <pc:docMk/>
            <pc:sldMk cId="122266075" sldId="2147482060"/>
            <ac:grpSpMk id="27" creationId="{1ECDD806-739D-F5BD-CCEC-25CA08A4139A}"/>
          </ac:grpSpMkLst>
        </pc:grpChg>
        <pc:grpChg chg="add mod">
          <ac:chgData name="이상익(SANGIK LEE)[sangik62.lee]/책임/제조DX.제조DX솔루션.데이터통합분석팀" userId="13b0a8fe-68ef-4bde-a029-dfa0bba51a13" providerId="ADAL" clId="{4A3E7283-0144-4E40-91C0-FAB0628A522C}" dt="2025-12-02T12:31:37.283" v="63" actId="164"/>
          <ac:grpSpMkLst>
            <pc:docMk/>
            <pc:sldMk cId="122266075" sldId="2147482060"/>
            <ac:grpSpMk id="45" creationId="{0FDDC254-890B-9337-6B49-109DFADD0A0A}"/>
          </ac:grpSpMkLst>
        </pc:grpChg>
        <pc:graphicFrameChg chg="mod modGraphic">
          <ac:chgData name="이상익(SANGIK LEE)[sangik62.lee]/책임/제조DX.제조DX솔루션.데이터통합분석팀" userId="13b0a8fe-68ef-4bde-a029-dfa0bba51a13" providerId="ADAL" clId="{4A3E7283-0144-4E40-91C0-FAB0628A522C}" dt="2025-12-02T12:56:42.168" v="164" actId="207"/>
          <ac:graphicFrameMkLst>
            <pc:docMk/>
            <pc:sldMk cId="122266075" sldId="2147482060"/>
            <ac:graphicFrameMk id="19" creationId="{3E86696F-E35A-4B06-9B46-63A4A6A986C1}"/>
          </ac:graphicFrameMkLst>
        </pc:graphicFrameChg>
        <pc:graphicFrameChg chg="modGraphic">
          <ac:chgData name="이상익(SANGIK LEE)[sangik62.lee]/책임/제조DX.제조DX솔루션.데이터통합분석팀" userId="13b0a8fe-68ef-4bde-a029-dfa0bba51a13" providerId="ADAL" clId="{4A3E7283-0144-4E40-91C0-FAB0628A522C}" dt="2025-12-02T12:37:26.753" v="65" actId="20577"/>
          <ac:graphicFrameMkLst>
            <pc:docMk/>
            <pc:sldMk cId="122266075" sldId="2147482060"/>
            <ac:graphicFrameMk id="33" creationId="{46CD41AF-EF77-4A37-BBE0-962806BE7684}"/>
          </ac:graphicFrameMkLst>
        </pc:graphicFrameChg>
        <pc:picChg chg="mod">
          <ac:chgData name="이상익(SANGIK LEE)[sangik62.lee]/책임/제조DX.제조DX솔루션.데이터통합분석팀" userId="13b0a8fe-68ef-4bde-a029-dfa0bba51a13" providerId="ADAL" clId="{4A3E7283-0144-4E40-91C0-FAB0628A522C}" dt="2025-12-02T12:30:08.891" v="50" actId="164"/>
          <ac:picMkLst>
            <pc:docMk/>
            <pc:sldMk cId="122266075" sldId="2147482060"/>
            <ac:picMk id="7" creationId="{3883282B-EB6F-1CE7-BC6A-1C95C33DA6F0}"/>
          </ac:picMkLst>
        </pc:picChg>
        <pc:picChg chg="add mod modCrop">
          <ac:chgData name="이상익(SANGIK LEE)[sangik62.lee]/책임/제조DX.제조DX솔루션.데이터통합분석팀" userId="13b0a8fe-68ef-4bde-a029-dfa0bba51a13" providerId="ADAL" clId="{4A3E7283-0144-4E40-91C0-FAB0628A522C}" dt="2025-12-02T12:30:08.891" v="50" actId="164"/>
          <ac:picMkLst>
            <pc:docMk/>
            <pc:sldMk cId="122266075" sldId="2147482060"/>
            <ac:picMk id="8" creationId="{87C5B9DD-7E68-E1E2-FB48-84F6ABB6C6F1}"/>
          </ac:picMkLst>
        </pc:picChg>
        <pc:picChg chg="mod">
          <ac:chgData name="이상익(SANGIK LEE)[sangik62.lee]/책임/제조DX.제조DX솔루션.데이터통합분석팀" userId="13b0a8fe-68ef-4bde-a029-dfa0bba51a13" providerId="ADAL" clId="{4A3E7283-0144-4E40-91C0-FAB0628A522C}" dt="2025-12-02T12:31:37.283" v="63" actId="164"/>
          <ac:picMkLst>
            <pc:docMk/>
            <pc:sldMk cId="122266075" sldId="2147482060"/>
            <ac:picMk id="16" creationId="{A5EEFA2B-833A-84AF-06EE-7F5A75BD1609}"/>
          </ac:picMkLst>
        </pc:picChg>
        <pc:picChg chg="del">
          <ac:chgData name="이상익(SANGIK LEE)[sangik62.lee]/책임/제조DX.제조DX솔루션.데이터통합분석팀" userId="13b0a8fe-68ef-4bde-a029-dfa0bba51a13" providerId="ADAL" clId="{4A3E7283-0144-4E40-91C0-FAB0628A522C}" dt="2025-12-02T12:39:16.441" v="129" actId="478"/>
          <ac:picMkLst>
            <pc:docMk/>
            <pc:sldMk cId="122266075" sldId="2147482060"/>
            <ac:picMk id="22" creationId="{AB4A4F5E-9EF2-CBE2-658A-0BC7C4E51F47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4A3E7283-0144-4E40-91C0-FAB0628A522C}" dt="2025-12-02T12:30:08.891" v="50" actId="164"/>
          <ac:picMkLst>
            <pc:docMk/>
            <pc:sldMk cId="122266075" sldId="2147482060"/>
            <ac:picMk id="24" creationId="{0AC05682-314B-79A9-CD94-FD4B1EFBB3EE}"/>
          </ac:picMkLst>
        </pc:picChg>
        <pc:picChg chg="del">
          <ac:chgData name="이상익(SANGIK LEE)[sangik62.lee]/책임/제조DX.제조DX솔루션.데이터통합분석팀" userId="13b0a8fe-68ef-4bde-a029-dfa0bba51a13" providerId="ADAL" clId="{4A3E7283-0144-4E40-91C0-FAB0628A522C}" dt="2025-12-02T12:38:42.660" v="123" actId="478"/>
          <ac:picMkLst>
            <pc:docMk/>
            <pc:sldMk cId="122266075" sldId="2147482060"/>
            <ac:picMk id="25" creationId="{C39C76FF-56D5-AFAE-5CB1-60F03D26A714}"/>
          </ac:picMkLst>
        </pc:picChg>
        <pc:picChg chg="del">
          <ac:chgData name="이상익(SANGIK LEE)[sangik62.lee]/책임/제조DX.제조DX솔루션.데이터통합분석팀" userId="13b0a8fe-68ef-4bde-a029-dfa0bba51a13" providerId="ADAL" clId="{4A3E7283-0144-4E40-91C0-FAB0628A522C}" dt="2025-12-02T12:52:33.008" v="143" actId="478"/>
          <ac:picMkLst>
            <pc:docMk/>
            <pc:sldMk cId="122266075" sldId="2147482060"/>
            <ac:picMk id="29" creationId="{72F1670B-CD16-116E-26D2-B317B5C9F422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4A3E7283-0144-4E40-91C0-FAB0628A522C}" dt="2025-12-02T12:31:37.283" v="63" actId="164"/>
          <ac:picMkLst>
            <pc:docMk/>
            <pc:sldMk cId="122266075" sldId="2147482060"/>
            <ac:picMk id="43" creationId="{41E193A8-BC34-6AA4-2220-5A5075B48623}"/>
          </ac:picMkLst>
        </pc:picChg>
        <pc:picChg chg="del">
          <ac:chgData name="이상익(SANGIK LEE)[sangik62.lee]/책임/제조DX.제조DX솔루션.데이터통합분석팀" userId="13b0a8fe-68ef-4bde-a029-dfa0bba51a13" providerId="ADAL" clId="{4A3E7283-0144-4E40-91C0-FAB0628A522C}" dt="2025-12-02T12:53:23.493" v="151" actId="478"/>
          <ac:picMkLst>
            <pc:docMk/>
            <pc:sldMk cId="122266075" sldId="2147482060"/>
            <ac:picMk id="44" creationId="{8500E944-6DDB-4019-9436-DEE271C07799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4A3E7283-0144-4E40-91C0-FAB0628A522C}" dt="2025-12-02T13:04:57.074" v="195" actId="14100"/>
          <ac:picMkLst>
            <pc:docMk/>
            <pc:sldMk cId="122266075" sldId="2147482060"/>
            <ac:picMk id="47" creationId="{4744547A-CC0C-00CC-5BDB-BF9A2F0D2C83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4A3E7283-0144-4E40-91C0-FAB0628A522C}" dt="2025-12-02T12:39:34.471" v="142" actId="14100"/>
          <ac:picMkLst>
            <pc:docMk/>
            <pc:sldMk cId="122266075" sldId="2147482060"/>
            <ac:picMk id="49" creationId="{66F28CBC-88A7-CA1E-4A30-74C108676D24}"/>
          </ac:picMkLst>
        </pc:picChg>
        <pc:picChg chg="del">
          <ac:chgData name="이상익(SANGIK LEE)[sangik62.lee]/책임/제조DX.제조DX솔루션.데이터통합분석팀" userId="13b0a8fe-68ef-4bde-a029-dfa0bba51a13" providerId="ADAL" clId="{4A3E7283-0144-4E40-91C0-FAB0628A522C}" dt="2025-12-02T12:54:48.854" v="158" actId="478"/>
          <ac:picMkLst>
            <pc:docMk/>
            <pc:sldMk cId="122266075" sldId="2147482060"/>
            <ac:picMk id="51" creationId="{5DC5B1FF-1544-091C-15F8-CF314D470A35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4A3E7283-0144-4E40-91C0-FAB0628A522C}" dt="2025-12-02T13:04:54.309" v="193" actId="14100"/>
          <ac:picMkLst>
            <pc:docMk/>
            <pc:sldMk cId="122266075" sldId="2147482060"/>
            <ac:picMk id="52" creationId="{5C68C309-23A2-3277-D622-5D000B13924E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4A3E7283-0144-4E40-91C0-FAB0628A522C}" dt="2025-12-02T12:53:39.727" v="157" actId="1035"/>
          <ac:picMkLst>
            <pc:docMk/>
            <pc:sldMk cId="122266075" sldId="2147482060"/>
            <ac:picMk id="54" creationId="{18AF1E76-04EF-ED29-8B3B-CB29C41ECF1A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4A3E7283-0144-4E40-91C0-FAB0628A522C}" dt="2025-12-02T13:04:01.371" v="176" actId="14100"/>
          <ac:picMkLst>
            <pc:docMk/>
            <pc:sldMk cId="122266075" sldId="2147482060"/>
            <ac:picMk id="56" creationId="{3ED8D1D2-1456-8BFD-36DB-17BC1ED47D97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4A3E7283-0144-4E40-91C0-FAB0628A522C}" dt="2025-12-02T13:04:41.261" v="191" actId="14100"/>
          <ac:picMkLst>
            <pc:docMk/>
            <pc:sldMk cId="122266075" sldId="2147482060"/>
            <ac:picMk id="58" creationId="{4AEE21CA-AFD0-49A2-C5EB-1708ED3B487D}"/>
          </ac:picMkLst>
        </pc:picChg>
        <pc:picChg chg="del mod">
          <ac:chgData name="이상익(SANGIK LEE)[sangik62.lee]/책임/제조DX.제조DX솔루션.데이터통합분석팀" userId="13b0a8fe-68ef-4bde-a029-dfa0bba51a13" providerId="ADAL" clId="{4A3E7283-0144-4E40-91C0-FAB0628A522C}" dt="2025-12-02T13:05:51.872" v="203" actId="478"/>
          <ac:picMkLst>
            <pc:docMk/>
            <pc:sldMk cId="122266075" sldId="2147482060"/>
            <ac:picMk id="59" creationId="{84824F26-CB6C-3BC3-8543-5742DC72903F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4A3E7283-0144-4E40-91C0-FAB0628A522C}" dt="2025-12-02T13:05:30.105" v="200" actId="14100"/>
          <ac:picMkLst>
            <pc:docMk/>
            <pc:sldMk cId="122266075" sldId="2147482060"/>
            <ac:picMk id="61" creationId="{3DE63B4E-BF1A-6BC9-23A0-B15E3A1C2F96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4A3E7283-0144-4E40-91C0-FAB0628A522C}" dt="2025-12-02T13:07:22.002" v="208" actId="14100"/>
          <ac:picMkLst>
            <pc:docMk/>
            <pc:sldMk cId="122266075" sldId="2147482060"/>
            <ac:picMk id="63" creationId="{AC533C4C-B9C6-7F06-18A5-41F3979A62AF}"/>
          </ac:picMkLst>
        </pc:picChg>
        <pc:picChg chg="del">
          <ac:chgData name="이상익(SANGIK LEE)[sangik62.lee]/책임/제조DX.제조DX솔루션.데이터통합분석팀" userId="13b0a8fe-68ef-4bde-a029-dfa0bba51a13" providerId="ADAL" clId="{4A3E7283-0144-4E40-91C0-FAB0628A522C}" dt="2025-12-02T13:04:26.371" v="177" actId="478"/>
          <ac:picMkLst>
            <pc:docMk/>
            <pc:sldMk cId="122266075" sldId="2147482060"/>
            <ac:picMk id="66" creationId="{06B350C6-6836-4A29-869B-F4E6AEB983C6}"/>
          </ac:picMkLst>
        </pc:picChg>
        <pc:picChg chg="del mod">
          <ac:chgData name="이상익(SANGIK LEE)[sangik62.lee]/책임/제조DX.제조DX솔루션.데이터통합분석팀" userId="13b0a8fe-68ef-4bde-a029-dfa0bba51a13" providerId="ADAL" clId="{4A3E7283-0144-4E40-91C0-FAB0628A522C}" dt="2025-12-02T13:05:18.481" v="196" actId="478"/>
          <ac:picMkLst>
            <pc:docMk/>
            <pc:sldMk cId="122266075" sldId="2147482060"/>
            <ac:picMk id="68" creationId="{44528694-DA46-D128-084C-2BABCE95486B}"/>
          </ac:picMkLst>
        </pc:picChg>
      </pc:sldChg>
      <pc:sldChg chg="modSp mod">
        <pc:chgData name="이상익(SANGIK LEE)[sangik62.lee]/책임/제조DX.제조DX솔루션.데이터통합분석팀" userId="13b0a8fe-68ef-4bde-a029-dfa0bba51a13" providerId="ADAL" clId="{4A3E7283-0144-4E40-91C0-FAB0628A522C}" dt="2025-12-02T13:37:37.083" v="578" actId="20577"/>
        <pc:sldMkLst>
          <pc:docMk/>
          <pc:sldMk cId="1843005666" sldId="2147482119"/>
        </pc:sldMkLst>
        <pc:spChg chg="mod">
          <ac:chgData name="이상익(SANGIK LEE)[sangik62.lee]/책임/제조DX.제조DX솔루션.데이터통합분석팀" userId="13b0a8fe-68ef-4bde-a029-dfa0bba51a13" providerId="ADAL" clId="{4A3E7283-0144-4E40-91C0-FAB0628A522C}" dt="2025-12-02T13:36:06.644" v="546" actId="20577"/>
          <ac:spMkLst>
            <pc:docMk/>
            <pc:sldMk cId="1843005666" sldId="2147482119"/>
            <ac:spMk id="3" creationId="{0CC39962-AED9-0FD6-7F0C-29A8FBE67A4F}"/>
          </ac:spMkLst>
        </pc:spChg>
        <pc:graphicFrameChg chg="mod modGraphic">
          <ac:chgData name="이상익(SANGIK LEE)[sangik62.lee]/책임/제조DX.제조DX솔루션.데이터통합분석팀" userId="13b0a8fe-68ef-4bde-a029-dfa0bba51a13" providerId="ADAL" clId="{4A3E7283-0144-4E40-91C0-FAB0628A522C}" dt="2025-12-02T13:37:37.083" v="578" actId="20577"/>
          <ac:graphicFrameMkLst>
            <pc:docMk/>
            <pc:sldMk cId="1843005666" sldId="2147482119"/>
            <ac:graphicFrameMk id="9" creationId="{A3D61C03-D55B-4E21-8B1C-3A5E062F1415}"/>
          </ac:graphicFrameMkLst>
        </pc:graphicFrameChg>
      </pc:sldChg>
      <pc:sldChg chg="addSp delSp modSp mod">
        <pc:chgData name="이상익(SANGIK LEE)[sangik62.lee]/책임/제조DX.제조DX솔루션.데이터통합분석팀" userId="13b0a8fe-68ef-4bde-a029-dfa0bba51a13" providerId="ADAL" clId="{4A3E7283-0144-4E40-91C0-FAB0628A522C}" dt="2025-12-02T13:35:06.973" v="540" actId="6549"/>
        <pc:sldMkLst>
          <pc:docMk/>
          <pc:sldMk cId="3397328042" sldId="2147482177"/>
        </pc:sldMkLst>
        <pc:spChg chg="add del">
          <ac:chgData name="이상익(SANGIK LEE)[sangik62.lee]/책임/제조DX.제조DX솔루션.데이터통합분석팀" userId="13b0a8fe-68ef-4bde-a029-dfa0bba51a13" providerId="ADAL" clId="{4A3E7283-0144-4E40-91C0-FAB0628A522C}" dt="2025-12-02T13:09:40.928" v="210" actId="22"/>
          <ac:spMkLst>
            <pc:docMk/>
            <pc:sldMk cId="3397328042" sldId="2147482177"/>
            <ac:spMk id="3" creationId="{F0D43E7A-AA6B-11D7-9241-1B20EDECB849}"/>
          </ac:spMkLst>
        </pc:spChg>
        <pc:spChg chg="mod">
          <ac:chgData name="이상익(SANGIK LEE)[sangik62.lee]/책임/제조DX.제조DX솔루션.데이터통합분석팀" userId="13b0a8fe-68ef-4bde-a029-dfa0bba51a13" providerId="ADAL" clId="{4A3E7283-0144-4E40-91C0-FAB0628A522C}" dt="2025-12-02T13:31:17.487" v="294" actId="20577"/>
          <ac:spMkLst>
            <pc:docMk/>
            <pc:sldMk cId="3397328042" sldId="2147482177"/>
            <ac:spMk id="12" creationId="{701DBD41-0962-47BC-BF85-0E3D71312932}"/>
          </ac:spMkLst>
        </pc:spChg>
        <pc:spChg chg="del">
          <ac:chgData name="이상익(SANGIK LEE)[sangik62.lee]/책임/제조DX.제조DX솔루션.데이터통합분석팀" userId="13b0a8fe-68ef-4bde-a029-dfa0bba51a13" providerId="ADAL" clId="{4A3E7283-0144-4E40-91C0-FAB0628A522C}" dt="2025-12-02T13:10:07.310" v="215" actId="478"/>
          <ac:spMkLst>
            <pc:docMk/>
            <pc:sldMk cId="3397328042" sldId="2147482177"/>
            <ac:spMk id="21" creationId="{D4A8D962-DC29-45A2-A7C9-E2519860B31E}"/>
          </ac:spMkLst>
        </pc:spChg>
        <pc:spChg chg="add del mod">
          <ac:chgData name="이상익(SANGIK LEE)[sangik62.lee]/책임/제조DX.제조DX솔루션.데이터통합분석팀" userId="13b0a8fe-68ef-4bde-a029-dfa0bba51a13" providerId="ADAL" clId="{4A3E7283-0144-4E40-91C0-FAB0628A522C}" dt="2025-12-02T13:31:10.504" v="286" actId="478"/>
          <ac:spMkLst>
            <pc:docMk/>
            <pc:sldMk cId="3397328042" sldId="2147482177"/>
            <ac:spMk id="24" creationId="{E87D6A90-7D98-C289-EEE8-5C4D796B3023}"/>
          </ac:spMkLst>
        </pc:spChg>
        <pc:graphicFrameChg chg="mod modGraphic">
          <ac:chgData name="이상익(SANGIK LEE)[sangik62.lee]/책임/제조DX.제조DX솔루션.데이터통합분석팀" userId="13b0a8fe-68ef-4bde-a029-dfa0bba51a13" providerId="ADAL" clId="{4A3E7283-0144-4E40-91C0-FAB0628A522C}" dt="2025-12-02T13:35:06.973" v="540" actId="6549"/>
          <ac:graphicFrameMkLst>
            <pc:docMk/>
            <pc:sldMk cId="3397328042" sldId="2147482177"/>
            <ac:graphicFrameMk id="19" creationId="{3E86696F-E35A-4B06-9B46-63A4A6A986C1}"/>
          </ac:graphicFrameMkLst>
        </pc:graphicFrameChg>
        <pc:graphicFrameChg chg="mod">
          <ac:chgData name="이상익(SANGIK LEE)[sangik62.lee]/책임/제조DX.제조DX솔루션.데이터통합분석팀" userId="13b0a8fe-68ef-4bde-a029-dfa0bba51a13" providerId="ADAL" clId="{4A3E7283-0144-4E40-91C0-FAB0628A522C}" dt="2025-12-02T13:10:02.982" v="214"/>
          <ac:graphicFrameMkLst>
            <pc:docMk/>
            <pc:sldMk cId="3397328042" sldId="2147482177"/>
            <ac:graphicFrameMk id="26" creationId="{6A5FBAE1-10A2-4649-B91B-5B75A88BCDF9}"/>
          </ac:graphicFrameMkLst>
        </pc:graphicFrameChg>
      </pc:sldChg>
    </pc:docChg>
  </pc:docChgLst>
  <pc:docChgLst>
    <pc:chgData name="박형식 " userId="0cd7f50e-5bcd-4bfb-9828-a186843fb8c8" providerId="ADAL" clId="{6AD469B5-E835-4309-898A-83A3C615B792}"/>
    <pc:docChg chg="custSel modSld">
      <pc:chgData name="박형식 " userId="0cd7f50e-5bcd-4bfb-9828-a186843fb8c8" providerId="ADAL" clId="{6AD469B5-E835-4309-898A-83A3C615B792}" dt="2025-11-18T09:02:24.777" v="1327" actId="1036"/>
      <pc:docMkLst>
        <pc:docMk/>
      </pc:docMkLst>
      <pc:sldChg chg="delSp modSp">
        <pc:chgData name="박형식 " userId="0cd7f50e-5bcd-4bfb-9828-a186843fb8c8" providerId="ADAL" clId="{6AD469B5-E835-4309-898A-83A3C615B792}" dt="2025-11-18T09:02:24.777" v="1327" actId="1036"/>
        <pc:sldMkLst>
          <pc:docMk/>
          <pc:sldMk cId="710661984" sldId="2147482065"/>
        </pc:sldMkLst>
        <pc:spChg chg="del">
          <ac:chgData name="박형식 " userId="0cd7f50e-5bcd-4bfb-9828-a186843fb8c8" providerId="ADAL" clId="{6AD469B5-E835-4309-898A-83A3C615B792}" dt="2025-11-18T08:36:49.232" v="2" actId="478"/>
          <ac:spMkLst>
            <pc:docMk/>
            <pc:sldMk cId="710661984" sldId="2147482065"/>
            <ac:spMk id="20" creationId="{19BA74B5-C6C7-457D-9B4A-33601197FA6E}"/>
          </ac:spMkLst>
        </pc:spChg>
        <pc:spChg chg="mod">
          <ac:chgData name="박형식 " userId="0cd7f50e-5bcd-4bfb-9828-a186843fb8c8" providerId="ADAL" clId="{6AD469B5-E835-4309-898A-83A3C615B792}" dt="2025-11-18T08:52:21.833" v="65" actId="20577"/>
          <ac:spMkLst>
            <pc:docMk/>
            <pc:sldMk cId="710661984" sldId="2147482065"/>
            <ac:spMk id="28" creationId="{1397614B-B268-4B17-A9FC-A5A1F2BAC63A}"/>
          </ac:spMkLst>
        </pc:spChg>
        <pc:spChg chg="mod">
          <ac:chgData name="박형식 " userId="0cd7f50e-5bcd-4bfb-9828-a186843fb8c8" providerId="ADAL" clId="{6AD469B5-E835-4309-898A-83A3C615B792}" dt="2025-11-18T09:02:24.777" v="1327" actId="1036"/>
          <ac:spMkLst>
            <pc:docMk/>
            <pc:sldMk cId="710661984" sldId="2147482065"/>
            <ac:spMk id="36" creationId="{4CA6FAD3-8012-4B50-9F8A-FA6590A69D7A}"/>
          </ac:spMkLst>
        </pc:spChg>
        <pc:spChg chg="mod">
          <ac:chgData name="박형식 " userId="0cd7f50e-5bcd-4bfb-9828-a186843fb8c8" providerId="ADAL" clId="{6AD469B5-E835-4309-898A-83A3C615B792}" dt="2025-11-18T09:02:24.777" v="1327" actId="1036"/>
          <ac:spMkLst>
            <pc:docMk/>
            <pc:sldMk cId="710661984" sldId="2147482065"/>
            <ac:spMk id="37" creationId="{76A02D9B-F385-44AC-99DC-3777B6EB2F29}"/>
          </ac:spMkLst>
        </pc:spChg>
        <pc:spChg chg="mod">
          <ac:chgData name="박형식 " userId="0cd7f50e-5bcd-4bfb-9828-a186843fb8c8" providerId="ADAL" clId="{6AD469B5-E835-4309-898A-83A3C615B792}" dt="2025-11-18T09:02:24.777" v="1327" actId="1036"/>
          <ac:spMkLst>
            <pc:docMk/>
            <pc:sldMk cId="710661984" sldId="2147482065"/>
            <ac:spMk id="38" creationId="{626C505A-864E-4E4C-927E-F8E55FD1D67F}"/>
          </ac:spMkLst>
        </pc:spChg>
        <pc:spChg chg="mod">
          <ac:chgData name="박형식 " userId="0cd7f50e-5bcd-4bfb-9828-a186843fb8c8" providerId="ADAL" clId="{6AD469B5-E835-4309-898A-83A3C615B792}" dt="2025-11-18T09:02:24.777" v="1327" actId="1036"/>
          <ac:spMkLst>
            <pc:docMk/>
            <pc:sldMk cId="710661984" sldId="2147482065"/>
            <ac:spMk id="39" creationId="{B4AAED0A-5473-4EC3-AA11-BC2E3F62D2EE}"/>
          </ac:spMkLst>
        </pc:spChg>
        <pc:spChg chg="mod">
          <ac:chgData name="박형식 " userId="0cd7f50e-5bcd-4bfb-9828-a186843fb8c8" providerId="ADAL" clId="{6AD469B5-E835-4309-898A-83A3C615B792}" dt="2025-11-18T08:52:15.965" v="63" actId="20577"/>
          <ac:spMkLst>
            <pc:docMk/>
            <pc:sldMk cId="710661984" sldId="2147482065"/>
            <ac:spMk id="40" creationId="{874AA230-4BEB-4ECB-B45C-5FDEB60FB5EC}"/>
          </ac:spMkLst>
        </pc:spChg>
        <pc:spChg chg="mod">
          <ac:chgData name="박형식 " userId="0cd7f50e-5bcd-4bfb-9828-a186843fb8c8" providerId="ADAL" clId="{6AD469B5-E835-4309-898A-83A3C615B792}" dt="2025-11-18T09:02:24.777" v="1327" actId="1036"/>
          <ac:spMkLst>
            <pc:docMk/>
            <pc:sldMk cId="710661984" sldId="2147482065"/>
            <ac:spMk id="42" creationId="{B4ABE7EC-9166-4D86-8D9F-7940057C48D5}"/>
          </ac:spMkLst>
        </pc:spChg>
        <pc:graphicFrameChg chg="mod modGraphic">
          <ac:chgData name="박형식 " userId="0cd7f50e-5bcd-4bfb-9828-a186843fb8c8" providerId="ADAL" clId="{6AD469B5-E835-4309-898A-83A3C615B792}" dt="2025-11-18T09:02:16.963" v="1309" actId="20577"/>
          <ac:graphicFrameMkLst>
            <pc:docMk/>
            <pc:sldMk cId="710661984" sldId="2147482065"/>
            <ac:graphicFrameMk id="27" creationId="{C0FBC9B7-527F-49F4-9D3C-676F45B49387}"/>
          </ac:graphicFrameMkLst>
        </pc:graphicFrameChg>
        <pc:graphicFrameChg chg="modGraphic">
          <ac:chgData name="박형식 " userId="0cd7f50e-5bcd-4bfb-9828-a186843fb8c8" providerId="ADAL" clId="{6AD469B5-E835-4309-898A-83A3C615B792}" dt="2025-11-18T08:54:48.248" v="79" actId="20577"/>
          <ac:graphicFrameMkLst>
            <pc:docMk/>
            <pc:sldMk cId="710661984" sldId="2147482065"/>
            <ac:graphicFrameMk id="33" creationId="{ACB985E5-A980-461B-96AF-E2F1238E6023}"/>
          </ac:graphicFrameMkLst>
        </pc:graphicFrameChg>
        <pc:picChg chg="mod">
          <ac:chgData name="박형식 " userId="0cd7f50e-5bcd-4bfb-9828-a186843fb8c8" providerId="ADAL" clId="{6AD469B5-E835-4309-898A-83A3C615B792}" dt="2025-11-18T09:02:24.777" v="1327" actId="1036"/>
          <ac:picMkLst>
            <pc:docMk/>
            <pc:sldMk cId="710661984" sldId="2147482065"/>
            <ac:picMk id="35" creationId="{13823C37-7F0D-45EF-B3AB-273F464E33D0}"/>
          </ac:picMkLst>
        </pc:picChg>
        <pc:picChg chg="mod">
          <ac:chgData name="박형식 " userId="0cd7f50e-5bcd-4bfb-9828-a186843fb8c8" providerId="ADAL" clId="{6AD469B5-E835-4309-898A-83A3C615B792}" dt="2025-11-18T09:02:24.777" v="1327" actId="1036"/>
          <ac:picMkLst>
            <pc:docMk/>
            <pc:sldMk cId="710661984" sldId="2147482065"/>
            <ac:picMk id="41" creationId="{B26C0ADE-CD24-4FC9-9FE4-2DF6210D1C58}"/>
          </ac:picMkLst>
        </pc:picChg>
      </pc:sldChg>
    </pc:docChg>
  </pc:docChgLst>
  <pc:docChgLst>
    <pc:chgData name="이찬혁(CHANHYUK LEE)[paul_lee]/사원/제조DX.제조DX솔루션.데이터통합분석팀" userId="51b99fae-7b8f-40d9-9374-028bc2619ee7" providerId="ADAL" clId="{9C330810-4E6F-4A85-A062-1D2AC60DD7BD}"/>
    <pc:docChg chg="custSel modSld">
      <pc:chgData name="이찬혁(CHANHYUK LEE)[paul_lee]/사원/제조DX.제조DX솔루션.데이터통합분석팀" userId="51b99fae-7b8f-40d9-9374-028bc2619ee7" providerId="ADAL" clId="{9C330810-4E6F-4A85-A062-1D2AC60DD7BD}" dt="2025-11-04T06:43:37.082" v="1381" actId="1036"/>
      <pc:docMkLst>
        <pc:docMk/>
      </pc:docMkLst>
      <pc:sldChg chg="addSp modSp mod">
        <pc:chgData name="이찬혁(CHANHYUK LEE)[paul_lee]/사원/제조DX.제조DX솔루션.데이터통합분석팀" userId="51b99fae-7b8f-40d9-9374-028bc2619ee7" providerId="ADAL" clId="{9C330810-4E6F-4A85-A062-1D2AC60DD7BD}" dt="2025-11-04T06:43:37.082" v="1381" actId="1036"/>
        <pc:sldMkLst>
          <pc:docMk/>
          <pc:sldMk cId="2878646389" sldId="2147482127"/>
        </pc:sldMkLst>
        <pc:spChg chg="mod">
          <ac:chgData name="이찬혁(CHANHYUK LEE)[paul_lee]/사원/제조DX.제조DX솔루션.데이터통합분석팀" userId="51b99fae-7b8f-40d9-9374-028bc2619ee7" providerId="ADAL" clId="{9C330810-4E6F-4A85-A062-1D2AC60DD7BD}" dt="2025-11-04T06:24:01.786" v="147" actId="20577"/>
          <ac:spMkLst>
            <pc:docMk/>
            <pc:sldMk cId="2878646389" sldId="2147482127"/>
            <ac:spMk id="2" creationId="{87701950-851A-1FEB-B69C-99F6C923CF19}"/>
          </ac:spMkLst>
        </pc:spChg>
        <pc:spChg chg="mod">
          <ac:chgData name="이찬혁(CHANHYUK LEE)[paul_lee]/사원/제조DX.제조DX솔루션.데이터통합분석팀" userId="51b99fae-7b8f-40d9-9374-028bc2619ee7" providerId="ADAL" clId="{9C330810-4E6F-4A85-A062-1D2AC60DD7BD}" dt="2025-11-04T06:20:22.081" v="109"/>
          <ac:spMkLst>
            <pc:docMk/>
            <pc:sldMk cId="2878646389" sldId="2147482127"/>
            <ac:spMk id="18" creationId="{CD6FE8C4-D3CA-4ACB-997B-147E1EDF00F6}"/>
          </ac:spMkLst>
        </pc:spChg>
        <pc:graphicFrameChg chg="mod modGraphic">
          <ac:chgData name="이찬혁(CHANHYUK LEE)[paul_lee]/사원/제조DX.제조DX솔루션.데이터통합분석팀" userId="51b99fae-7b8f-40d9-9374-028bc2619ee7" providerId="ADAL" clId="{9C330810-4E6F-4A85-A062-1D2AC60DD7BD}" dt="2025-11-04T06:30:26.384" v="226" actId="20577"/>
          <ac:graphicFrameMkLst>
            <pc:docMk/>
            <pc:sldMk cId="2878646389" sldId="2147482127"/>
            <ac:graphicFrameMk id="16" creationId="{40624006-7D72-4DB6-90AE-E15DF73D115C}"/>
          </ac:graphicFrameMkLst>
        </pc:graphicFrameChg>
        <pc:graphicFrameChg chg="mod modGraphic">
          <ac:chgData name="이찬혁(CHANHYUK LEE)[paul_lee]/사원/제조DX.제조DX솔루션.데이터통합분석팀" userId="51b99fae-7b8f-40d9-9374-028bc2619ee7" providerId="ADAL" clId="{9C330810-4E6F-4A85-A062-1D2AC60DD7BD}" dt="2025-11-04T06:43:37.082" v="1381" actId="1036"/>
          <ac:graphicFrameMkLst>
            <pc:docMk/>
            <pc:sldMk cId="2878646389" sldId="2147482127"/>
            <ac:graphicFrameMk id="20" creationId="{BF9F3BC2-7BF1-4A68-B062-407EE41FD06F}"/>
          </ac:graphicFrameMkLst>
        </pc:graphicFrameChg>
        <pc:graphicFrameChg chg="mod modGraphic">
          <ac:chgData name="이찬혁(CHANHYUK LEE)[paul_lee]/사원/제조DX.제조DX솔루션.데이터통합분석팀" userId="51b99fae-7b8f-40d9-9374-028bc2619ee7" providerId="ADAL" clId="{9C330810-4E6F-4A85-A062-1D2AC60DD7BD}" dt="2025-11-04T06:43:29.910" v="1355" actId="20577"/>
          <ac:graphicFrameMkLst>
            <pc:docMk/>
            <pc:sldMk cId="2878646389" sldId="2147482127"/>
            <ac:graphicFrameMk id="24" creationId="{CB1E1DE9-356B-4185-A911-636EBB599881}"/>
          </ac:graphicFrameMkLst>
        </pc:graphicFrameChg>
      </pc:sldChg>
    </pc:docChg>
  </pc:docChgLst>
  <pc:docChgLst>
    <pc:chgData name="임상현(IAN SANGHYUN LIM)[ilim0507]/선임/제조DX.제조DX솔루션.셀추적기술팀" userId="1bdf7f23-b0bd-4e65-8e13-272ca93280fa" providerId="ADAL" clId="{9D6CE149-DE40-4493-9820-66127A18C550}"/>
    <pc:docChg chg="custSel modSld">
      <pc:chgData name="임상현(IAN SANGHYUN LIM)[ilim0507]/선임/제조DX.제조DX솔루션.셀추적기술팀" userId="1bdf7f23-b0bd-4e65-8e13-272ca93280fa" providerId="ADAL" clId="{9D6CE149-DE40-4493-9820-66127A18C550}" dt="2025-10-22T05:00:49.245" v="34" actId="20577"/>
      <pc:docMkLst>
        <pc:docMk/>
      </pc:docMkLst>
      <pc:sldChg chg="modSp">
        <pc:chgData name="임상현(IAN SANGHYUN LIM)[ilim0507]/선임/제조DX.제조DX솔루션.셀추적기술팀" userId="1bdf7f23-b0bd-4e65-8e13-272ca93280fa" providerId="ADAL" clId="{9D6CE149-DE40-4493-9820-66127A18C550}" dt="2025-10-22T05:00:49.245" v="34" actId="20577"/>
        <pc:sldMkLst>
          <pc:docMk/>
          <pc:sldMk cId="2197542616" sldId="2241"/>
        </pc:sldMkLst>
        <pc:spChg chg="mod">
          <ac:chgData name="임상현(IAN SANGHYUN LIM)[ilim0507]/선임/제조DX.제조DX솔루션.셀추적기술팀" userId="1bdf7f23-b0bd-4e65-8e13-272ca93280fa" providerId="ADAL" clId="{9D6CE149-DE40-4493-9820-66127A18C550}" dt="2025-10-22T04:59:41.123" v="11" actId="207"/>
          <ac:spMkLst>
            <pc:docMk/>
            <pc:sldMk cId="2197542616" sldId="2241"/>
            <ac:spMk id="24" creationId="{9E88BCD6-65AC-474C-9E19-A37722C332DC}"/>
          </ac:spMkLst>
        </pc:spChg>
        <pc:spChg chg="mod">
          <ac:chgData name="임상현(IAN SANGHYUN LIM)[ilim0507]/선임/제조DX.제조DX솔루션.셀추적기술팀" userId="1bdf7f23-b0bd-4e65-8e13-272ca93280fa" providerId="ADAL" clId="{9D6CE149-DE40-4493-9820-66127A18C550}" dt="2025-10-22T05:00:49.245" v="34" actId="20577"/>
          <ac:spMkLst>
            <pc:docMk/>
            <pc:sldMk cId="2197542616" sldId="2241"/>
            <ac:spMk id="28" creationId="{EAE9226F-F722-4CEF-AF1A-BC8DF22E007D}"/>
          </ac:spMkLst>
        </pc:spChg>
      </pc:sldChg>
      <pc:sldChg chg="modSp">
        <pc:chgData name="임상현(IAN SANGHYUN LIM)[ilim0507]/선임/제조DX.제조DX솔루션.셀추적기술팀" userId="1bdf7f23-b0bd-4e65-8e13-272ca93280fa" providerId="ADAL" clId="{9D6CE149-DE40-4493-9820-66127A18C550}" dt="2025-10-22T05:00:22.530" v="32" actId="207"/>
        <pc:sldMkLst>
          <pc:docMk/>
          <pc:sldMk cId="2448533226" sldId="2147481784"/>
        </pc:sldMkLst>
        <pc:spChg chg="mod">
          <ac:chgData name="임상현(IAN SANGHYUN LIM)[ilim0507]/선임/제조DX.제조DX솔루션.셀추적기술팀" userId="1bdf7f23-b0bd-4e65-8e13-272ca93280fa" providerId="ADAL" clId="{9D6CE149-DE40-4493-9820-66127A18C550}" dt="2025-10-22T05:00:18.796" v="31" actId="20577"/>
          <ac:spMkLst>
            <pc:docMk/>
            <pc:sldMk cId="2448533226" sldId="2147481784"/>
            <ac:spMk id="19" creationId="{CD1808FA-2311-4DE7-933E-F986BA64E04F}"/>
          </ac:spMkLst>
        </pc:spChg>
        <pc:graphicFrameChg chg="modGraphic">
          <ac:chgData name="임상현(IAN SANGHYUN LIM)[ilim0507]/선임/제조DX.제조DX솔루션.셀추적기술팀" userId="1bdf7f23-b0bd-4e65-8e13-272ca93280fa" providerId="ADAL" clId="{9D6CE149-DE40-4493-9820-66127A18C550}" dt="2025-10-22T05:00:22.530" v="32" actId="207"/>
          <ac:graphicFrameMkLst>
            <pc:docMk/>
            <pc:sldMk cId="2448533226" sldId="2147481784"/>
            <ac:graphicFrameMk id="12" creationId="{C3023DD0-7C43-4203-B5A2-FEE1D52EE026}"/>
          </ac:graphicFrameMkLst>
        </pc:graphicFrameChg>
      </pc:sldChg>
    </pc:docChg>
  </pc:docChgLst>
  <pc:docChgLst>
    <pc:chgData name="박태욱(TAEWOOK PARK)[ptw0425]/선임/제조DX.제조DX솔루션.데이터통합분석팀" userId="S::ptw0425@lgensol.com::18db157e-00fe-4d5a-8b38-02cf359aca36" providerId="AD" clId="Web-{A7E71B1F-4984-403D-8116-4A17C77A6185}"/>
    <pc:docChg chg="modSld">
      <pc:chgData name="박태욱(TAEWOOK PARK)[ptw0425]/선임/제조DX.제조DX솔루션.데이터통합분석팀" userId="S::ptw0425@lgensol.com::18db157e-00fe-4d5a-8b38-02cf359aca36" providerId="AD" clId="Web-{A7E71B1F-4984-403D-8116-4A17C77A6185}" dt="2025-10-15T05:53:30.919" v="73" actId="20577"/>
      <pc:docMkLst>
        <pc:docMk/>
      </pc:docMkLst>
    </pc:docChg>
  </pc:docChgLst>
  <pc:docChgLst>
    <pc:chgData name="윤성렬(SUNGRYEOL YUN)[sungryeol.y]/사원/제조DX.제조DX솔루션.롤맵기술팀" userId="d3cbb69b-8ed6-4847-816f-3ad56b8c9ea9" providerId="ADAL" clId="{52D7AE23-CF6E-45EA-9AA5-4990D1DADE47}"/>
    <pc:docChg chg="undo custSel modSld">
      <pc:chgData name="윤성렬(SUNGRYEOL YUN)[sungryeol.y]/사원/제조DX.제조DX솔루션.롤맵기술팀" userId="d3cbb69b-8ed6-4847-816f-3ad56b8c9ea9" providerId="ADAL" clId="{52D7AE23-CF6E-45EA-9AA5-4990D1DADE47}" dt="2025-10-14T08:13:43.119" v="3956" actId="20577"/>
      <pc:docMkLst>
        <pc:docMk/>
      </pc:docMkLst>
      <pc:sldChg chg="addSp delSp modSp">
        <pc:chgData name="윤성렬(SUNGRYEOL YUN)[sungryeol.y]/사원/제조DX.제조DX솔루션.롤맵기술팀" userId="d3cbb69b-8ed6-4847-816f-3ad56b8c9ea9" providerId="ADAL" clId="{52D7AE23-CF6E-45EA-9AA5-4990D1DADE47}" dt="2025-10-14T08:07:17.400" v="3782" actId="20577"/>
        <pc:sldMkLst>
          <pc:docMk/>
          <pc:sldMk cId="4145388933" sldId="2147481913"/>
        </pc:sldMkLst>
        <pc:spChg chg="mod">
          <ac:chgData name="윤성렬(SUNGRYEOL YUN)[sungryeol.y]/사원/제조DX.제조DX솔루션.롤맵기술팀" userId="d3cbb69b-8ed6-4847-816f-3ad56b8c9ea9" providerId="ADAL" clId="{52D7AE23-CF6E-45EA-9AA5-4990D1DADE47}" dt="2025-10-14T07:22:29.874" v="982" actId="20577"/>
          <ac:spMkLst>
            <pc:docMk/>
            <pc:sldMk cId="4145388933" sldId="2147481913"/>
            <ac:spMk id="18" creationId="{72943F47-EAEA-4391-A2BC-C7C33A8E8CFD}"/>
          </ac:spMkLst>
        </pc:spChg>
        <pc:grpChg chg="mod">
          <ac:chgData name="윤성렬(SUNGRYEOL YUN)[sungryeol.y]/사원/제조DX.제조DX솔루션.롤맵기술팀" userId="d3cbb69b-8ed6-4847-816f-3ad56b8c9ea9" providerId="ADAL" clId="{52D7AE23-CF6E-45EA-9AA5-4990D1DADE47}" dt="2025-10-14T07:27:48.847" v="1520" actId="1035"/>
          <ac:grpSpMkLst>
            <pc:docMk/>
            <pc:sldMk cId="4145388933" sldId="2147481913"/>
            <ac:grpSpMk id="14" creationId="{AB7FF920-CE74-41E7-AC87-EB01475644C9}"/>
          </ac:grpSpMkLst>
        </pc:grpChg>
        <pc:graphicFrameChg chg="mod modGraphic">
          <ac:chgData name="윤성렬(SUNGRYEOL YUN)[sungryeol.y]/사원/제조DX.제조DX솔루션.롤맵기술팀" userId="d3cbb69b-8ed6-4847-816f-3ad56b8c9ea9" providerId="ADAL" clId="{52D7AE23-CF6E-45EA-9AA5-4990D1DADE47}" dt="2025-10-14T08:07:17.400" v="3782" actId="20577"/>
          <ac:graphicFrameMkLst>
            <pc:docMk/>
            <pc:sldMk cId="4145388933" sldId="2147481913"/>
            <ac:graphicFrameMk id="3" creationId="{3E86696F-E35A-4B06-9B46-63A4A6A986C1}"/>
          </ac:graphicFrameMkLst>
        </pc:graphicFrameChg>
        <pc:graphicFrameChg chg="mod">
          <ac:chgData name="윤성렬(SUNGRYEOL YUN)[sungryeol.y]/사원/제조DX.제조DX솔루션.롤맵기술팀" userId="d3cbb69b-8ed6-4847-816f-3ad56b8c9ea9" providerId="ADAL" clId="{52D7AE23-CF6E-45EA-9AA5-4990D1DADE47}" dt="2025-10-14T07:27:48.847" v="1520" actId="1035"/>
          <ac:graphicFrameMkLst>
            <pc:docMk/>
            <pc:sldMk cId="4145388933" sldId="2147481913"/>
            <ac:graphicFrameMk id="12" creationId="{37F16DCC-750B-498E-8CA6-D300CAD182F1}"/>
          </ac:graphicFrameMkLst>
        </pc:graphicFrameChg>
      </pc:sldChg>
      <pc:sldChg chg="addSp delSp modSp">
        <pc:chgData name="윤성렬(SUNGRYEOL YUN)[sungryeol.y]/사원/제조DX.제조DX솔루션.롤맵기술팀" userId="d3cbb69b-8ed6-4847-816f-3ad56b8c9ea9" providerId="ADAL" clId="{52D7AE23-CF6E-45EA-9AA5-4990D1DADE47}" dt="2025-10-14T07:56:53.711" v="3688" actId="20577"/>
        <pc:sldMkLst>
          <pc:docMk/>
          <pc:sldMk cId="1894137771" sldId="2147481918"/>
        </pc:sldMkLst>
        <pc:spChg chg="mod">
          <ac:chgData name="윤성렬(SUNGRYEOL YUN)[sungryeol.y]/사원/제조DX.제조DX솔루션.롤맵기술팀" userId="d3cbb69b-8ed6-4847-816f-3ad56b8c9ea9" providerId="ADAL" clId="{52D7AE23-CF6E-45EA-9AA5-4990D1DADE47}" dt="2025-10-14T07:34:06.008" v="1986" actId="20577"/>
          <ac:spMkLst>
            <pc:docMk/>
            <pc:sldMk cId="1894137771" sldId="2147481918"/>
            <ac:spMk id="18" creationId="{72943F47-EAEA-4391-A2BC-C7C33A8E8CFD}"/>
          </ac:spMkLst>
        </pc:spChg>
        <pc:grpChg chg="mod">
          <ac:chgData name="윤성렬(SUNGRYEOL YUN)[sungryeol.y]/사원/제조DX.제조DX솔루션.롤맵기술팀" userId="d3cbb69b-8ed6-4847-816f-3ad56b8c9ea9" providerId="ADAL" clId="{52D7AE23-CF6E-45EA-9AA5-4990D1DADE47}" dt="2025-10-14T07:34:54.477" v="2177" actId="1035"/>
          <ac:grpSpMkLst>
            <pc:docMk/>
            <pc:sldMk cId="1894137771" sldId="2147481918"/>
            <ac:grpSpMk id="13" creationId="{9B4F5933-8292-4A21-8096-733B3DA50D92}"/>
          </ac:grpSpMkLst>
        </pc:grpChg>
        <pc:graphicFrameChg chg="mod modGraphic">
          <ac:chgData name="윤성렬(SUNGRYEOL YUN)[sungryeol.y]/사원/제조DX.제조DX솔루션.롤맵기술팀" userId="d3cbb69b-8ed6-4847-816f-3ad56b8c9ea9" providerId="ADAL" clId="{52D7AE23-CF6E-45EA-9AA5-4990D1DADE47}" dt="2025-10-14T07:56:53.711" v="3688" actId="20577"/>
          <ac:graphicFrameMkLst>
            <pc:docMk/>
            <pc:sldMk cId="1894137771" sldId="2147481918"/>
            <ac:graphicFrameMk id="3" creationId="{3E86696F-E35A-4B06-9B46-63A4A6A986C1}"/>
          </ac:graphicFrameMkLst>
        </pc:graphicFrameChg>
        <pc:graphicFrameChg chg="mod">
          <ac:chgData name="윤성렬(SUNGRYEOL YUN)[sungryeol.y]/사원/제조DX.제조DX솔루션.롤맵기술팀" userId="d3cbb69b-8ed6-4847-816f-3ad56b8c9ea9" providerId="ADAL" clId="{52D7AE23-CF6E-45EA-9AA5-4990D1DADE47}" dt="2025-10-14T07:34:54.477" v="2177" actId="1035"/>
          <ac:graphicFrameMkLst>
            <pc:docMk/>
            <pc:sldMk cId="1894137771" sldId="2147481918"/>
            <ac:graphicFrameMk id="12" creationId="{7D57EAEA-032C-4675-9E1F-ED12B661CDA8}"/>
          </ac:graphicFrameMkLst>
        </pc:graphicFrameChg>
      </pc:sldChg>
      <pc:sldChg chg="addSp delSp modSp">
        <pc:chgData name="윤성렬(SUNGRYEOL YUN)[sungryeol.y]/사원/제조DX.제조DX솔루션.롤맵기술팀" userId="d3cbb69b-8ed6-4847-816f-3ad56b8c9ea9" providerId="ADAL" clId="{52D7AE23-CF6E-45EA-9AA5-4990D1DADE47}" dt="2025-10-14T08:13:43.119" v="3956" actId="20577"/>
        <pc:sldMkLst>
          <pc:docMk/>
          <pc:sldMk cId="2750834388" sldId="2147481930"/>
        </pc:sldMkLst>
        <pc:spChg chg="mod">
          <ac:chgData name="윤성렬(SUNGRYEOL YUN)[sungryeol.y]/사원/제조DX.제조DX솔루션.롤맵기술팀" userId="d3cbb69b-8ed6-4847-816f-3ad56b8c9ea9" providerId="ADAL" clId="{52D7AE23-CF6E-45EA-9AA5-4990D1DADE47}" dt="2025-10-14T07:51:13.801" v="3110" actId="20577"/>
          <ac:spMkLst>
            <pc:docMk/>
            <pc:sldMk cId="2750834388" sldId="2147481930"/>
            <ac:spMk id="18" creationId="{72943F47-EAEA-4391-A2BC-C7C33A8E8CFD}"/>
          </ac:spMkLst>
        </pc:spChg>
        <pc:graphicFrameChg chg="mod modGraphic">
          <ac:chgData name="윤성렬(SUNGRYEOL YUN)[sungryeol.y]/사원/제조DX.제조DX솔루션.롤맵기술팀" userId="d3cbb69b-8ed6-4847-816f-3ad56b8c9ea9" providerId="ADAL" clId="{52D7AE23-CF6E-45EA-9AA5-4990D1DADE47}" dt="2025-10-14T08:13:43.119" v="3956" actId="20577"/>
          <ac:graphicFrameMkLst>
            <pc:docMk/>
            <pc:sldMk cId="2750834388" sldId="2147481930"/>
            <ac:graphicFrameMk id="3" creationId="{3E86696F-E35A-4B06-9B46-63A4A6A986C1}"/>
          </ac:graphicFrameMkLst>
        </pc:graphicFrameChg>
      </pc:sldChg>
      <pc:sldChg chg="modSp">
        <pc:chgData name="윤성렬(SUNGRYEOL YUN)[sungryeol.y]/사원/제조DX.제조DX솔루션.롤맵기술팀" userId="d3cbb69b-8ed6-4847-816f-3ad56b8c9ea9" providerId="ADAL" clId="{52D7AE23-CF6E-45EA-9AA5-4990D1DADE47}" dt="2025-10-14T07:43:47.393" v="2953" actId="20577"/>
        <pc:sldMkLst>
          <pc:docMk/>
          <pc:sldMk cId="2781412765" sldId="2147482059"/>
        </pc:sldMkLst>
        <pc:spChg chg="mod">
          <ac:chgData name="윤성렬(SUNGRYEOL YUN)[sungryeol.y]/사원/제조DX.제조DX솔루션.롤맵기술팀" userId="d3cbb69b-8ed6-4847-816f-3ad56b8c9ea9" providerId="ADAL" clId="{52D7AE23-CF6E-45EA-9AA5-4990D1DADE47}" dt="2025-10-14T07:43:47.393" v="2953" actId="20577"/>
          <ac:spMkLst>
            <pc:docMk/>
            <pc:sldMk cId="2781412765" sldId="2147482059"/>
            <ac:spMk id="18" creationId="{72943F47-EAEA-4391-A2BC-C7C33A8E8CFD}"/>
          </ac:spMkLst>
        </pc:spChg>
        <pc:graphicFrameChg chg="modGraphic">
          <ac:chgData name="윤성렬(SUNGRYEOL YUN)[sungryeol.y]/사원/제조DX.제조DX솔루션.롤맵기술팀" userId="d3cbb69b-8ed6-4847-816f-3ad56b8c9ea9" providerId="ADAL" clId="{52D7AE23-CF6E-45EA-9AA5-4990D1DADE47}" dt="2025-10-14T07:43:44.890" v="2952" actId="207"/>
          <ac:graphicFrameMkLst>
            <pc:docMk/>
            <pc:sldMk cId="2781412765" sldId="2147482059"/>
            <ac:graphicFrameMk id="3" creationId="{3E86696F-E35A-4B06-9B46-63A4A6A986C1}"/>
          </ac:graphicFrameMkLst>
        </pc:graphicFrameChg>
      </pc:sldChg>
      <pc:sldChg chg="modSp">
        <pc:chgData name="윤성렬(SUNGRYEOL YUN)[sungryeol.y]/사원/제조DX.제조DX솔루션.롤맵기술팀" userId="d3cbb69b-8ed6-4847-816f-3ad56b8c9ea9" providerId="ADAL" clId="{52D7AE23-CF6E-45EA-9AA5-4990D1DADE47}" dt="2025-10-14T07:33:40.570" v="1983" actId="207"/>
        <pc:sldMkLst>
          <pc:docMk/>
          <pc:sldMk cId="681262127" sldId="2147482091"/>
        </pc:sldMkLst>
        <pc:spChg chg="mod">
          <ac:chgData name="윤성렬(SUNGRYEOL YUN)[sungryeol.y]/사원/제조DX.제조DX솔루션.롤맵기술팀" userId="d3cbb69b-8ed6-4847-816f-3ad56b8c9ea9" providerId="ADAL" clId="{52D7AE23-CF6E-45EA-9AA5-4990D1DADE47}" dt="2025-10-14T07:33:36.226" v="1982" actId="20577"/>
          <ac:spMkLst>
            <pc:docMk/>
            <pc:sldMk cId="681262127" sldId="2147482091"/>
            <ac:spMk id="18" creationId="{72943F47-EAEA-4391-A2BC-C7C33A8E8CFD}"/>
          </ac:spMkLst>
        </pc:spChg>
        <pc:graphicFrameChg chg="modGraphic">
          <ac:chgData name="윤성렬(SUNGRYEOL YUN)[sungryeol.y]/사원/제조DX.제조DX솔루션.롤맵기술팀" userId="d3cbb69b-8ed6-4847-816f-3ad56b8c9ea9" providerId="ADAL" clId="{52D7AE23-CF6E-45EA-9AA5-4990D1DADE47}" dt="2025-10-14T07:33:40.570" v="1983" actId="207"/>
          <ac:graphicFrameMkLst>
            <pc:docMk/>
            <pc:sldMk cId="681262127" sldId="2147482091"/>
            <ac:graphicFrameMk id="3" creationId="{3E86696F-E35A-4B06-9B46-63A4A6A986C1}"/>
          </ac:graphicFrameMkLst>
        </pc:graphicFrameChg>
      </pc:sldChg>
      <pc:sldChg chg="addSp modSp">
        <pc:chgData name="윤성렬(SUNGRYEOL YUN)[sungryeol.y]/사원/제조DX.제조DX솔루션.롤맵기술팀" userId="d3cbb69b-8ed6-4847-816f-3ad56b8c9ea9" providerId="ADAL" clId="{52D7AE23-CF6E-45EA-9AA5-4990D1DADE47}" dt="2025-10-14T08:10:49.471" v="3948" actId="1076"/>
        <pc:sldMkLst>
          <pc:docMk/>
          <pc:sldMk cId="24529797" sldId="2147482142"/>
        </pc:sldMkLst>
        <pc:spChg chg="add mod">
          <ac:chgData name="윤성렬(SUNGRYEOL YUN)[sungryeol.y]/사원/제조DX.제조DX솔루션.롤맵기술팀" userId="d3cbb69b-8ed6-4847-816f-3ad56b8c9ea9" providerId="ADAL" clId="{52D7AE23-CF6E-45EA-9AA5-4990D1DADE47}" dt="2025-10-14T08:10:49.471" v="3948" actId="1076"/>
          <ac:spMkLst>
            <pc:docMk/>
            <pc:sldMk cId="24529797" sldId="2147482142"/>
            <ac:spMk id="6" creationId="{0F2F8E92-FAC4-4E6F-AEC8-99D857387654}"/>
          </ac:spMkLst>
        </pc:spChg>
        <pc:spChg chg="mod">
          <ac:chgData name="윤성렬(SUNGRYEOL YUN)[sungryeol.y]/사원/제조DX.제조DX솔루션.롤맵기술팀" userId="d3cbb69b-8ed6-4847-816f-3ad56b8c9ea9" providerId="ADAL" clId="{52D7AE23-CF6E-45EA-9AA5-4990D1DADE47}" dt="2025-10-14T08:08:05.825" v="3783" actId="20577"/>
          <ac:spMkLst>
            <pc:docMk/>
            <pc:sldMk cId="24529797" sldId="2147482142"/>
            <ac:spMk id="18" creationId="{A7F473DF-C875-A323-6679-F5CA881CD9C4}"/>
          </ac:spMkLst>
        </pc:spChg>
        <pc:graphicFrameChg chg="mod modGraphic">
          <ac:chgData name="윤성렬(SUNGRYEOL YUN)[sungryeol.y]/사원/제조DX.제조DX솔루션.롤맵기술팀" userId="d3cbb69b-8ed6-4847-816f-3ad56b8c9ea9" providerId="ADAL" clId="{52D7AE23-CF6E-45EA-9AA5-4990D1DADE47}" dt="2025-10-14T08:09:22.634" v="3904" actId="20577"/>
          <ac:graphicFrameMkLst>
            <pc:docMk/>
            <pc:sldMk cId="24529797" sldId="2147482142"/>
            <ac:graphicFrameMk id="3" creationId="{688BD945-555D-E069-F619-02973A6A481F}"/>
          </ac:graphicFrameMkLst>
        </pc:graphicFrameChg>
        <pc:picChg chg="add mod">
          <ac:chgData name="윤성렬(SUNGRYEOL YUN)[sungryeol.y]/사원/제조DX.제조DX솔루션.롤맵기술팀" userId="d3cbb69b-8ed6-4847-816f-3ad56b8c9ea9" providerId="ADAL" clId="{52D7AE23-CF6E-45EA-9AA5-4990D1DADE47}" dt="2025-10-14T08:10:10.485" v="3908" actId="1076"/>
          <ac:picMkLst>
            <pc:docMk/>
            <pc:sldMk cId="24529797" sldId="2147482142"/>
            <ac:picMk id="2" creationId="{AADDA507-133A-45A9-8C71-397AF5A5080B}"/>
          </ac:picMkLst>
        </pc:picChg>
      </pc:sldChg>
    </pc:docChg>
  </pc:docChgLst>
  <pc:docChgLst>
    <pc:chgData name="이찬혁(CHANHYUK LEE)[paul_lee]/사원/제조DX.제조DX솔루션.데이터통합분석팀" userId="51b99fae-7b8f-40d9-9374-028bc2619ee7" providerId="ADAL" clId="{DE605968-7862-4D4D-AFB2-7290DD4F3640}"/>
    <pc:docChg chg="undo custSel addSld modSld sldOrd">
      <pc:chgData name="이찬혁(CHANHYUK LEE)[paul_lee]/사원/제조DX.제조DX솔루션.데이터통합분석팀" userId="51b99fae-7b8f-40d9-9374-028bc2619ee7" providerId="ADAL" clId="{DE605968-7862-4D4D-AFB2-7290DD4F3640}" dt="2025-11-26T01:53:21.835" v="5304" actId="20577"/>
      <pc:docMkLst>
        <pc:docMk/>
      </pc:docMkLst>
      <pc:sldChg chg="addSp delSp modSp mod">
        <pc:chgData name="이찬혁(CHANHYUK LEE)[paul_lee]/사원/제조DX.제조DX솔루션.데이터통합분석팀" userId="51b99fae-7b8f-40d9-9374-028bc2619ee7" providerId="ADAL" clId="{DE605968-7862-4D4D-AFB2-7290DD4F3640}" dt="2025-11-26T00:47:07.397" v="52" actId="207"/>
        <pc:sldMkLst>
          <pc:docMk/>
          <pc:sldMk cId="2878646389" sldId="2147482127"/>
        </pc:sldMkLst>
        <pc:spChg chg="mod">
          <ac:chgData name="이찬혁(CHANHYUK LEE)[paul_lee]/사원/제조DX.제조DX솔루션.데이터통합분석팀" userId="51b99fae-7b8f-40d9-9374-028bc2619ee7" providerId="ADAL" clId="{DE605968-7862-4D4D-AFB2-7290DD4F3640}" dt="2025-11-26T00:29:54.317" v="5" actId="20577"/>
          <ac:spMkLst>
            <pc:docMk/>
            <pc:sldMk cId="2878646389" sldId="2147482127"/>
            <ac:spMk id="2" creationId="{87701950-851A-1FEB-B69C-99F6C923CF19}"/>
          </ac:spMkLst>
        </pc:spChg>
        <pc:spChg chg="mod">
          <ac:chgData name="이찬혁(CHANHYUK LEE)[paul_lee]/사원/제조DX.제조DX솔루션.데이터통합분석팀" userId="51b99fae-7b8f-40d9-9374-028bc2619ee7" providerId="ADAL" clId="{DE605968-7862-4D4D-AFB2-7290DD4F3640}" dt="2025-11-26T00:29:57.709" v="7" actId="20577"/>
          <ac:spMkLst>
            <pc:docMk/>
            <pc:sldMk cId="2878646389" sldId="2147482127"/>
            <ac:spMk id="8" creationId="{E6C29E70-7730-2200-C3E6-B42664065D87}"/>
          </ac:spMkLst>
        </pc:spChg>
        <pc:graphicFrameChg chg="mod modGraphic">
          <ac:chgData name="이찬혁(CHANHYUK LEE)[paul_lee]/사원/제조DX.제조DX솔루션.데이터통합분석팀" userId="51b99fae-7b8f-40d9-9374-028bc2619ee7" providerId="ADAL" clId="{DE605968-7862-4D4D-AFB2-7290DD4F3640}" dt="2025-11-26T00:46:21.194" v="32"/>
          <ac:graphicFrameMkLst>
            <pc:docMk/>
            <pc:sldMk cId="2878646389" sldId="2147482127"/>
            <ac:graphicFrameMk id="4" creationId="{9FFFA2E8-62D2-58A7-B3A9-B979627B94A7}"/>
          </ac:graphicFrameMkLst>
        </pc:graphicFrameChg>
        <pc:graphicFrameChg chg="add mod modGraphic">
          <ac:chgData name="이찬혁(CHANHYUK LEE)[paul_lee]/사원/제조DX.제조DX솔루션.데이터통합분석팀" userId="51b99fae-7b8f-40d9-9374-028bc2619ee7" providerId="ADAL" clId="{DE605968-7862-4D4D-AFB2-7290DD4F3640}" dt="2025-11-26T00:47:07.397" v="52" actId="207"/>
          <ac:graphicFrameMkLst>
            <pc:docMk/>
            <pc:sldMk cId="2878646389" sldId="2147482127"/>
            <ac:graphicFrameMk id="5" creationId="{9B8EF5D5-5734-0730-6CB5-73F176B28E9D}"/>
          </ac:graphicFrameMkLst>
        </pc:graphicFrameChg>
        <pc:graphicFrameChg chg="mod modGraphic">
          <ac:chgData name="이찬혁(CHANHYUK LEE)[paul_lee]/사원/제조DX.제조DX솔루션.데이터통합분석팀" userId="51b99fae-7b8f-40d9-9374-028bc2619ee7" providerId="ADAL" clId="{DE605968-7862-4D4D-AFB2-7290DD4F3640}" dt="2025-11-26T00:46:52.767" v="43" actId="6549"/>
          <ac:graphicFrameMkLst>
            <pc:docMk/>
            <pc:sldMk cId="2878646389" sldId="2147482127"/>
            <ac:graphicFrameMk id="24" creationId="{CB1E1DE9-356B-4185-A911-636EBB599881}"/>
          </ac:graphicFrameMkLst>
        </pc:graphicFrameChg>
        <pc:picChg chg="add mod">
          <ac:chgData name="이찬혁(CHANHYUK LEE)[paul_lee]/사원/제조DX.제조DX솔루션.데이터통합분석팀" userId="51b99fae-7b8f-40d9-9374-028bc2619ee7" providerId="ADAL" clId="{DE605968-7862-4D4D-AFB2-7290DD4F3640}" dt="2025-11-26T00:46:13.038" v="30" actId="14100"/>
          <ac:picMkLst>
            <pc:docMk/>
            <pc:sldMk cId="2878646389" sldId="2147482127"/>
            <ac:picMk id="3" creationId="{A381050C-387D-1E7C-6DF7-080C9EAB4410}"/>
          </ac:picMkLst>
        </pc:picChg>
        <pc:picChg chg="add del">
          <ac:chgData name="이찬혁(CHANHYUK LEE)[paul_lee]/사원/제조DX.제조DX솔루션.데이터통합분석팀" userId="51b99fae-7b8f-40d9-9374-028bc2619ee7" providerId="ADAL" clId="{DE605968-7862-4D4D-AFB2-7290DD4F3640}" dt="2025-11-26T00:45:58.194" v="24" actId="478"/>
          <ac:picMkLst>
            <pc:docMk/>
            <pc:sldMk cId="2878646389" sldId="2147482127"/>
            <ac:picMk id="9" creationId="{04F303E3-379E-456A-636E-7F89C84BF66F}"/>
          </ac:picMkLst>
        </pc:picChg>
      </pc:sldChg>
      <pc:sldChg chg="addSp delSp modSp add mod ord">
        <pc:chgData name="이찬혁(CHANHYUK LEE)[paul_lee]/사원/제조DX.제조DX솔루션.데이터통합분석팀" userId="51b99fae-7b8f-40d9-9374-028bc2619ee7" providerId="ADAL" clId="{DE605968-7862-4D4D-AFB2-7290DD4F3640}" dt="2025-11-26T01:53:21.835" v="5304" actId="20577"/>
        <pc:sldMkLst>
          <pc:docMk/>
          <pc:sldMk cId="4090368207" sldId="2147482176"/>
        </pc:sldMkLst>
        <pc:spChg chg="del">
          <ac:chgData name="이찬혁(CHANHYUK LEE)[paul_lee]/사원/제조DX.제조DX솔루션.데이터통합분석팀" userId="51b99fae-7b8f-40d9-9374-028bc2619ee7" providerId="ADAL" clId="{DE605968-7862-4D4D-AFB2-7290DD4F3640}" dt="2025-11-26T01:11:22.649" v="665" actId="478"/>
          <ac:spMkLst>
            <pc:docMk/>
            <pc:sldMk cId="4090368207" sldId="2147482176"/>
            <ac:spMk id="2" creationId="{87701950-851A-1FEB-B69C-99F6C923CF19}"/>
          </ac:spMkLst>
        </pc:spChg>
        <pc:spChg chg="add mod">
          <ac:chgData name="이찬혁(CHANHYUK LEE)[paul_lee]/사원/제조DX.제조DX솔루션.데이터통합분석팀" userId="51b99fae-7b8f-40d9-9374-028bc2619ee7" providerId="ADAL" clId="{DE605968-7862-4D4D-AFB2-7290DD4F3640}" dt="2025-11-26T01:44:58.463" v="4215" actId="1076"/>
          <ac:spMkLst>
            <pc:docMk/>
            <pc:sldMk cId="4090368207" sldId="2147482176"/>
            <ac:spMk id="6" creationId="{F257BF76-EA4D-74DC-D342-9EC5CFCA6302}"/>
          </ac:spMkLst>
        </pc:spChg>
        <pc:spChg chg="add mod">
          <ac:chgData name="이찬혁(CHANHYUK LEE)[paul_lee]/사원/제조DX.제조DX솔루션.데이터통합분석팀" userId="51b99fae-7b8f-40d9-9374-028bc2619ee7" providerId="ADAL" clId="{DE605968-7862-4D4D-AFB2-7290DD4F3640}" dt="2025-11-26T01:48:34.288" v="4566" actId="20577"/>
          <ac:spMkLst>
            <pc:docMk/>
            <pc:sldMk cId="4090368207" sldId="2147482176"/>
            <ac:spMk id="7" creationId="{2E1C2CA1-F937-4ACC-286D-5AE0C745644D}"/>
          </ac:spMkLst>
        </pc:spChg>
        <pc:spChg chg="del">
          <ac:chgData name="이찬혁(CHANHYUK LEE)[paul_lee]/사원/제조DX.제조DX솔루션.데이터통합분석팀" userId="51b99fae-7b8f-40d9-9374-028bc2619ee7" providerId="ADAL" clId="{DE605968-7862-4D4D-AFB2-7290DD4F3640}" dt="2025-11-26T01:11:24.047" v="666" actId="478"/>
          <ac:spMkLst>
            <pc:docMk/>
            <pc:sldMk cId="4090368207" sldId="2147482176"/>
            <ac:spMk id="8" creationId="{E6C29E70-7730-2200-C3E6-B42664065D87}"/>
          </ac:spMkLst>
        </pc:spChg>
        <pc:spChg chg="mod">
          <ac:chgData name="이찬혁(CHANHYUK LEE)[paul_lee]/사원/제조DX.제조DX솔루션.데이터통합분석팀" userId="51b99fae-7b8f-40d9-9374-028bc2619ee7" providerId="ADAL" clId="{DE605968-7862-4D4D-AFB2-7290DD4F3640}" dt="2025-11-26T00:48:14.633" v="74" actId="20577"/>
          <ac:spMkLst>
            <pc:docMk/>
            <pc:sldMk cId="4090368207" sldId="2147482176"/>
            <ac:spMk id="14" creationId="{8705F798-98EB-4B27-8474-B07290C7485E}"/>
          </ac:spMkLst>
        </pc:spChg>
        <pc:spChg chg="mod">
          <ac:chgData name="이찬혁(CHANHYUK LEE)[paul_lee]/사원/제조DX.제조DX솔루션.데이터통합분석팀" userId="51b99fae-7b8f-40d9-9374-028bc2619ee7" providerId="ADAL" clId="{DE605968-7862-4D4D-AFB2-7290DD4F3640}" dt="2025-11-26T01:26:07.027" v="1655" actId="20577"/>
          <ac:spMkLst>
            <pc:docMk/>
            <pc:sldMk cId="4090368207" sldId="2147482176"/>
            <ac:spMk id="18" creationId="{CD6FE8C4-D3CA-4ACB-997B-147E1EDF00F6}"/>
          </ac:spMkLst>
        </pc:spChg>
        <pc:graphicFrameChg chg="del">
          <ac:chgData name="이찬혁(CHANHYUK LEE)[paul_lee]/사원/제조DX.제조DX솔루션.데이터통합분석팀" userId="51b99fae-7b8f-40d9-9374-028bc2619ee7" providerId="ADAL" clId="{DE605968-7862-4D4D-AFB2-7290DD4F3640}" dt="2025-11-26T01:11:21.066" v="664" actId="478"/>
          <ac:graphicFrameMkLst>
            <pc:docMk/>
            <pc:sldMk cId="4090368207" sldId="2147482176"/>
            <ac:graphicFrameMk id="4" creationId="{9FFFA2E8-62D2-58A7-B3A9-B979627B94A7}"/>
          </ac:graphicFrameMkLst>
        </pc:graphicFrameChg>
        <pc:graphicFrameChg chg="del">
          <ac:chgData name="이찬혁(CHANHYUK LEE)[paul_lee]/사원/제조DX.제조DX솔루션.데이터통합분석팀" userId="51b99fae-7b8f-40d9-9374-028bc2619ee7" providerId="ADAL" clId="{DE605968-7862-4D4D-AFB2-7290DD4F3640}" dt="2025-11-26T01:06:47.210" v="247" actId="478"/>
          <ac:graphicFrameMkLst>
            <pc:docMk/>
            <pc:sldMk cId="4090368207" sldId="2147482176"/>
            <ac:graphicFrameMk id="5" creationId="{9B8EF5D5-5734-0730-6CB5-73F176B28E9D}"/>
          </ac:graphicFrameMkLst>
        </pc:graphicFrameChg>
        <pc:graphicFrameChg chg="del">
          <ac:chgData name="이찬혁(CHANHYUK LEE)[paul_lee]/사원/제조DX.제조DX솔루션.데이터통합분석팀" userId="51b99fae-7b8f-40d9-9374-028bc2619ee7" providerId="ADAL" clId="{DE605968-7862-4D4D-AFB2-7290DD4F3640}" dt="2025-11-26T00:48:35.996" v="107" actId="478"/>
          <ac:graphicFrameMkLst>
            <pc:docMk/>
            <pc:sldMk cId="4090368207" sldId="2147482176"/>
            <ac:graphicFrameMk id="20" creationId="{BF9F3BC2-7BF1-4A68-B062-407EE41FD06F}"/>
          </ac:graphicFrameMkLst>
        </pc:graphicFrameChg>
        <pc:graphicFrameChg chg="mod modGraphic">
          <ac:chgData name="이찬혁(CHANHYUK LEE)[paul_lee]/사원/제조DX.제조DX솔루션.데이터통합분석팀" userId="51b99fae-7b8f-40d9-9374-028bc2619ee7" providerId="ADAL" clId="{DE605968-7862-4D4D-AFB2-7290DD4F3640}" dt="2025-11-26T01:53:21.835" v="5304" actId="20577"/>
          <ac:graphicFrameMkLst>
            <pc:docMk/>
            <pc:sldMk cId="4090368207" sldId="2147482176"/>
            <ac:graphicFrameMk id="24" creationId="{CB1E1DE9-356B-4185-A911-636EBB599881}"/>
          </ac:graphicFrameMkLst>
        </pc:graphicFrameChg>
      </pc:sldChg>
    </pc:docChg>
  </pc:docChgLst>
  <pc:docChgLst>
    <pc:chgData name="이희원(HEEWON LEE)[heewon98]/선임/제조DX.제조DX솔루션.셀추적기술팀" userId="8f304cbb-bc09-4a19-abe9-f7657ad9f80a" providerId="ADAL" clId="{E5D08044-1CB5-4278-B281-73BF71E13B0A}"/>
    <pc:docChg chg="modSld">
      <pc:chgData name="이희원(HEEWON LEE)[heewon98]/선임/제조DX.제조DX솔루션.셀추적기술팀" userId="8f304cbb-bc09-4a19-abe9-f7657ad9f80a" providerId="ADAL" clId="{E5D08044-1CB5-4278-B281-73BF71E13B0A}" dt="2025-12-15T23:44:06.274" v="98" actId="207"/>
      <pc:docMkLst>
        <pc:docMk/>
      </pc:docMkLst>
      <pc:sldChg chg="modSp mod">
        <pc:chgData name="이희원(HEEWON LEE)[heewon98]/선임/제조DX.제조DX솔루션.셀추적기술팀" userId="8f304cbb-bc09-4a19-abe9-f7657ad9f80a" providerId="ADAL" clId="{E5D08044-1CB5-4278-B281-73BF71E13B0A}" dt="2025-12-15T23:44:06.274" v="98" actId="207"/>
        <pc:sldMkLst>
          <pc:docMk/>
          <pc:sldMk cId="2130555548" sldId="2147481730"/>
        </pc:sldMkLst>
        <pc:spChg chg="mod">
          <ac:chgData name="이희원(HEEWON LEE)[heewon98]/선임/제조DX.제조DX솔루션.셀추적기술팀" userId="8f304cbb-bc09-4a19-abe9-f7657ad9f80a" providerId="ADAL" clId="{E5D08044-1CB5-4278-B281-73BF71E13B0A}" dt="2025-12-15T23:43:34.049" v="2" actId="20577"/>
          <ac:spMkLst>
            <pc:docMk/>
            <pc:sldMk cId="2130555548" sldId="2147481730"/>
            <ac:spMk id="19" creationId="{ADF5974A-A7FA-4655-ABC5-EE48FEFF31B0}"/>
          </ac:spMkLst>
        </pc:spChg>
        <pc:spChg chg="mod">
          <ac:chgData name="이희원(HEEWON LEE)[heewon98]/선임/제조DX.제조DX솔루션.셀추적기술팀" userId="8f304cbb-bc09-4a19-abe9-f7657ad9f80a" providerId="ADAL" clId="{E5D08044-1CB5-4278-B281-73BF71E13B0A}" dt="2025-12-15T23:44:06.274" v="98" actId="207"/>
          <ac:spMkLst>
            <pc:docMk/>
            <pc:sldMk cId="2130555548" sldId="2147481730"/>
            <ac:spMk id="21" creationId="{4C3181BD-8769-4C0D-8973-C9F2BE0DC598}"/>
          </ac:spMkLst>
        </pc:spChg>
      </pc:sldChg>
    </pc:docChg>
  </pc:docChgLst>
  <pc:docChgLst>
    <pc:chgData name="박소영 " userId="dc270099-6f2c-44e3-856c-ca44e2079083" providerId="ADAL" clId="{F09D797D-2C96-4E18-91FB-527A92C3D779}"/>
    <pc:docChg chg="undo custSel modSld">
      <pc:chgData name="박소영 " userId="dc270099-6f2c-44e3-856c-ca44e2079083" providerId="ADAL" clId="{F09D797D-2C96-4E18-91FB-527A92C3D779}" dt="2025-11-19T00:22:52.184" v="256" actId="20577"/>
      <pc:docMkLst>
        <pc:docMk/>
      </pc:docMkLst>
      <pc:sldChg chg="modSp">
        <pc:chgData name="박소영 " userId="dc270099-6f2c-44e3-856c-ca44e2079083" providerId="ADAL" clId="{F09D797D-2C96-4E18-91FB-527A92C3D779}" dt="2025-11-18T08:54:29.410" v="253" actId="1038"/>
        <pc:sldMkLst>
          <pc:docMk/>
          <pc:sldMk cId="360237742" sldId="2147481816"/>
        </pc:sldMkLst>
        <pc:spChg chg="mod">
          <ac:chgData name="박소영 " userId="dc270099-6f2c-44e3-856c-ca44e2079083" providerId="ADAL" clId="{F09D797D-2C96-4E18-91FB-527A92C3D779}" dt="2025-11-18T08:53:58.109" v="245" actId="20577"/>
          <ac:spMkLst>
            <pc:docMk/>
            <pc:sldMk cId="360237742" sldId="2147481816"/>
            <ac:spMk id="30" creationId="{841F260E-2446-4BD2-9C2C-4CD7B0E3EB2C}"/>
          </ac:spMkLst>
        </pc:spChg>
        <pc:grpChg chg="mod">
          <ac:chgData name="박소영 " userId="dc270099-6f2c-44e3-856c-ca44e2079083" providerId="ADAL" clId="{F09D797D-2C96-4E18-91FB-527A92C3D779}" dt="2025-11-18T08:54:15.768" v="250" actId="1035"/>
          <ac:grpSpMkLst>
            <pc:docMk/>
            <pc:sldMk cId="360237742" sldId="2147481816"/>
            <ac:grpSpMk id="43" creationId="{20E1E280-E49F-4D84-8C99-F911AE0B1153}"/>
          </ac:grpSpMkLst>
        </pc:grpChg>
        <pc:grpChg chg="mod">
          <ac:chgData name="박소영 " userId="dc270099-6f2c-44e3-856c-ca44e2079083" providerId="ADAL" clId="{F09D797D-2C96-4E18-91FB-527A92C3D779}" dt="2025-11-18T08:54:29.410" v="253" actId="1038"/>
          <ac:grpSpMkLst>
            <pc:docMk/>
            <pc:sldMk cId="360237742" sldId="2147481816"/>
            <ac:grpSpMk id="46" creationId="{F5961107-5A4C-4298-A3B3-6DDF81572673}"/>
          </ac:grpSpMkLst>
        </pc:grpChg>
        <pc:graphicFrameChg chg="mod modGraphic">
          <ac:chgData name="박소영 " userId="dc270099-6f2c-44e3-856c-ca44e2079083" providerId="ADAL" clId="{F09D797D-2C96-4E18-91FB-527A92C3D779}" dt="2025-11-18T08:53:45.658" v="243" actId="113"/>
          <ac:graphicFrameMkLst>
            <pc:docMk/>
            <pc:sldMk cId="360237742" sldId="2147481816"/>
            <ac:graphicFrameMk id="25" creationId="{B9FC4490-45A8-4756-A39B-D7F6BB8FB2BE}"/>
          </ac:graphicFrameMkLst>
        </pc:graphicFrameChg>
        <pc:graphicFrameChg chg="modGraphic">
          <ac:chgData name="박소영 " userId="dc270099-6f2c-44e3-856c-ca44e2079083" providerId="ADAL" clId="{F09D797D-2C96-4E18-91FB-527A92C3D779}" dt="2025-11-18T08:54:08.893" v="246" actId="20577"/>
          <ac:graphicFrameMkLst>
            <pc:docMk/>
            <pc:sldMk cId="360237742" sldId="2147481816"/>
            <ac:graphicFrameMk id="42" creationId="{C5A97D0D-A6FC-4588-93AA-E7679582C9D3}"/>
          </ac:graphicFrameMkLst>
        </pc:graphicFrameChg>
      </pc:sldChg>
      <pc:sldChg chg="modSp">
        <pc:chgData name="박소영 " userId="dc270099-6f2c-44e3-856c-ca44e2079083" providerId="ADAL" clId="{F09D797D-2C96-4E18-91FB-527A92C3D779}" dt="2025-11-18T08:53:06.941" v="229" actId="20577"/>
        <pc:sldMkLst>
          <pc:docMk/>
          <pc:sldMk cId="3355826466" sldId="2147481908"/>
        </pc:sldMkLst>
        <pc:spChg chg="mod">
          <ac:chgData name="박소영 " userId="dc270099-6f2c-44e3-856c-ca44e2079083" providerId="ADAL" clId="{F09D797D-2C96-4E18-91FB-527A92C3D779}" dt="2025-11-18T08:47:13.164" v="0" actId="207"/>
          <ac:spMkLst>
            <pc:docMk/>
            <pc:sldMk cId="3355826466" sldId="2147481908"/>
            <ac:spMk id="19" creationId="{5352E5F4-D151-4C3D-9E5F-99A1B7FDF265}"/>
          </ac:spMkLst>
        </pc:spChg>
        <pc:graphicFrameChg chg="mod modGraphic">
          <ac:chgData name="박소영 " userId="dc270099-6f2c-44e3-856c-ca44e2079083" providerId="ADAL" clId="{F09D797D-2C96-4E18-91FB-527A92C3D779}" dt="2025-11-18T08:53:06.941" v="229" actId="20577"/>
          <ac:graphicFrameMkLst>
            <pc:docMk/>
            <pc:sldMk cId="3355826466" sldId="2147481908"/>
            <ac:graphicFrameMk id="22" creationId="{87B4D5F0-BF4D-4C5D-9F6A-CB9792895DFC}"/>
          </ac:graphicFrameMkLst>
        </pc:graphicFrameChg>
      </pc:sldChg>
      <pc:sldChg chg="modSp">
        <pc:chgData name="박소영 " userId="dc270099-6f2c-44e3-856c-ca44e2079083" providerId="ADAL" clId="{F09D797D-2C96-4E18-91FB-527A92C3D779}" dt="2025-11-19T00:22:52.184" v="256" actId="20577"/>
        <pc:sldMkLst>
          <pc:docMk/>
          <pc:sldMk cId="1439661179" sldId="2147481935"/>
        </pc:sldMkLst>
        <pc:spChg chg="mod">
          <ac:chgData name="박소영 " userId="dc270099-6f2c-44e3-856c-ca44e2079083" providerId="ADAL" clId="{F09D797D-2C96-4E18-91FB-527A92C3D779}" dt="2025-11-19T00:22:52.184" v="256" actId="20577"/>
          <ac:spMkLst>
            <pc:docMk/>
            <pc:sldMk cId="1439661179" sldId="2147481935"/>
            <ac:spMk id="22" creationId="{81B17DB2-3DCC-4A8F-9347-F9695BEF8B6D}"/>
          </ac:spMkLst>
        </pc:spChg>
        <pc:graphicFrameChg chg="modGraphic">
          <ac:chgData name="박소영 " userId="dc270099-6f2c-44e3-856c-ca44e2079083" providerId="ADAL" clId="{F09D797D-2C96-4E18-91FB-527A92C3D779}" dt="2025-11-19T00:22:48.840" v="254" actId="207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</pc:docChg>
  </pc:docChgLst>
  <pc:docChgLst>
    <pc:chgData name="박태욱(TAEWOOK PARK)[ptw0425]/선임/제조DX.제조DX솔루션.데이터통합분석팀" userId="18db157e-00fe-4d5a-8b38-02cf359aca36" providerId="ADAL" clId="{1FD9033A-7420-41FB-937E-DE871098D900}"/>
    <pc:docChg chg="undo redo custSel modSld">
      <pc:chgData name="박태욱(TAEWOOK PARK)[ptw0425]/선임/제조DX.제조DX솔루션.데이터통합분석팀" userId="18db157e-00fe-4d5a-8b38-02cf359aca36" providerId="ADAL" clId="{1FD9033A-7420-41FB-937E-DE871098D900}" dt="2025-11-12T16:30:33.480" v="2098" actId="1035"/>
      <pc:docMkLst>
        <pc:docMk/>
      </pc:docMkLst>
      <pc:sldChg chg="modSp">
        <pc:chgData name="박태욱(TAEWOOK PARK)[ptw0425]/선임/제조DX.제조DX솔루션.데이터통합분석팀" userId="18db157e-00fe-4d5a-8b38-02cf359aca36" providerId="ADAL" clId="{1FD9033A-7420-41FB-937E-DE871098D900}" dt="2025-11-12T15:40:09.804" v="265" actId="20577"/>
        <pc:sldMkLst>
          <pc:docMk/>
          <pc:sldMk cId="3942421698" sldId="2147481945"/>
        </pc:sldMkLst>
        <pc:spChg chg="mod">
          <ac:chgData name="박태욱(TAEWOOK PARK)[ptw0425]/선임/제조DX.제조DX솔루션.데이터통합분석팀" userId="18db157e-00fe-4d5a-8b38-02cf359aca36" providerId="ADAL" clId="{1FD9033A-7420-41FB-937E-DE871098D900}" dt="2025-11-12T15:39:30.941" v="261" actId="20577"/>
          <ac:spMkLst>
            <pc:docMk/>
            <pc:sldMk cId="3942421698" sldId="2147481945"/>
            <ac:spMk id="12" creationId="{701DBD41-0962-47BC-BF85-0E3D71312932}"/>
          </ac:spMkLst>
        </pc:spChg>
        <pc:spChg chg="mod">
          <ac:chgData name="박태욱(TAEWOOK PARK)[ptw0425]/선임/제조DX.제조DX솔루션.데이터통합분석팀" userId="18db157e-00fe-4d5a-8b38-02cf359aca36" providerId="ADAL" clId="{1FD9033A-7420-41FB-937E-DE871098D900}" dt="2025-11-12T15:18:59.382" v="69" actId="20577"/>
          <ac:spMkLst>
            <pc:docMk/>
            <pc:sldMk cId="3942421698" sldId="2147481945"/>
            <ac:spMk id="200" creationId="{F3DEC844-6E83-41DB-A5CE-C4AB2DC10747}"/>
          </ac:spMkLst>
        </pc:spChg>
        <pc:spChg chg="mod">
          <ac:chgData name="박태욱(TAEWOOK PARK)[ptw0425]/선임/제조DX.제조DX솔루션.데이터통합분석팀" userId="18db157e-00fe-4d5a-8b38-02cf359aca36" providerId="ADAL" clId="{1FD9033A-7420-41FB-937E-DE871098D900}" dt="2025-11-12T15:19:04.788" v="73" actId="20577"/>
          <ac:spMkLst>
            <pc:docMk/>
            <pc:sldMk cId="3942421698" sldId="2147481945"/>
            <ac:spMk id="205" creationId="{E10F678C-8D5E-4C24-A8B2-EC2A4E3F9485}"/>
          </ac:spMkLst>
        </pc:spChg>
        <pc:spChg chg="mod">
          <ac:chgData name="박태욱(TAEWOOK PARK)[ptw0425]/선임/제조DX.제조DX솔루션.데이터통합분석팀" userId="18db157e-00fe-4d5a-8b38-02cf359aca36" providerId="ADAL" clId="{1FD9033A-7420-41FB-937E-DE871098D900}" dt="2025-11-12T15:22:33.781" v="119" actId="20577"/>
          <ac:spMkLst>
            <pc:docMk/>
            <pc:sldMk cId="3942421698" sldId="2147481945"/>
            <ac:spMk id="206" creationId="{ACFDFB86-7559-4A05-960F-CF25959572A1}"/>
          </ac:spMkLst>
        </pc:spChg>
        <pc:spChg chg="mod">
          <ac:chgData name="박태욱(TAEWOOK PARK)[ptw0425]/선임/제조DX.제조DX솔루션.데이터통합분석팀" userId="18db157e-00fe-4d5a-8b38-02cf359aca36" providerId="ADAL" clId="{1FD9033A-7420-41FB-937E-DE871098D900}" dt="2025-11-12T15:23:03.190" v="131" actId="20577"/>
          <ac:spMkLst>
            <pc:docMk/>
            <pc:sldMk cId="3942421698" sldId="2147481945"/>
            <ac:spMk id="207" creationId="{4FFF88C8-2F81-4E72-A301-0C2B5334B8B8}"/>
          </ac:spMkLst>
        </pc:spChg>
        <pc:grpChg chg="mod">
          <ac:chgData name="박태욱(TAEWOOK PARK)[ptw0425]/선임/제조DX.제조DX솔루션.데이터통합분석팀" userId="18db157e-00fe-4d5a-8b38-02cf359aca36" providerId="ADAL" clId="{1FD9033A-7420-41FB-937E-DE871098D900}" dt="2025-11-12T15:16:43.291" v="40" actId="1076"/>
          <ac:grpSpMkLst>
            <pc:docMk/>
            <pc:sldMk cId="3942421698" sldId="2147481945"/>
            <ac:grpSpMk id="184" creationId="{F2DFE0D2-4F6C-46A6-B88F-2B35BDDDA18E}"/>
          </ac:grpSpMkLst>
        </pc:grpChg>
        <pc:graphicFrameChg chg="modGraphic">
          <ac:chgData name="박태욱(TAEWOOK PARK)[ptw0425]/선임/제조DX.제조DX솔루션.데이터통합분석팀" userId="18db157e-00fe-4d5a-8b38-02cf359aca36" providerId="ADAL" clId="{1FD9033A-7420-41FB-937E-DE871098D900}" dt="2025-11-12T15:40:09.804" v="265" actId="20577"/>
          <ac:graphicFrameMkLst>
            <pc:docMk/>
            <pc:sldMk cId="3942421698" sldId="2147481945"/>
            <ac:graphicFrameMk id="19" creationId="{3E86696F-E35A-4B06-9B46-63A4A6A986C1}"/>
          </ac:graphicFrameMkLst>
        </pc:graphicFrameChg>
        <pc:graphicFrameChg chg="modGraphic">
          <ac:chgData name="박태욱(TAEWOOK PARK)[ptw0425]/선임/제조DX.제조DX솔루션.데이터통합분석팀" userId="18db157e-00fe-4d5a-8b38-02cf359aca36" providerId="ADAL" clId="{1FD9033A-7420-41FB-937E-DE871098D900}" dt="2025-11-12T15:19:26.602" v="79" actId="20577"/>
          <ac:graphicFrameMkLst>
            <pc:docMk/>
            <pc:sldMk cId="3942421698" sldId="2147481945"/>
            <ac:graphicFrameMk id="194" creationId="{EF584CD6-CEC7-4651-BA19-6526E7899803}"/>
          </ac:graphicFrameMkLst>
        </pc:graphicFrameChg>
      </pc:sldChg>
      <pc:sldChg chg="addSp modSp">
        <pc:chgData name="박태욱(TAEWOOK PARK)[ptw0425]/선임/제조DX.제조DX솔루션.데이터통합분석팀" userId="18db157e-00fe-4d5a-8b38-02cf359aca36" providerId="ADAL" clId="{1FD9033A-7420-41FB-937E-DE871098D900}" dt="2025-11-12T16:13:09.733" v="1163" actId="1076"/>
        <pc:sldMkLst>
          <pc:docMk/>
          <pc:sldMk cId="1581856275" sldId="2147482000"/>
        </pc:sldMkLst>
        <pc:spChg chg="mod">
          <ac:chgData name="박태욱(TAEWOOK PARK)[ptw0425]/선임/제조DX.제조DX솔루션.데이터통합분석팀" userId="18db157e-00fe-4d5a-8b38-02cf359aca36" providerId="ADAL" clId="{1FD9033A-7420-41FB-937E-DE871098D900}" dt="2025-11-12T15:39:17.765" v="259" actId="20577"/>
          <ac:spMkLst>
            <pc:docMk/>
            <pc:sldMk cId="1581856275" sldId="2147482000"/>
            <ac:spMk id="12" creationId="{7FB6881A-B9CA-FAA9-B570-5210A8A2FFCF}"/>
          </ac:spMkLst>
        </pc:spChg>
        <pc:spChg chg="mod">
          <ac:chgData name="박태욱(TAEWOOK PARK)[ptw0425]/선임/제조DX.제조DX솔루션.데이터통합분석팀" userId="18db157e-00fe-4d5a-8b38-02cf359aca36" providerId="ADAL" clId="{1FD9033A-7420-41FB-937E-DE871098D900}" dt="2025-11-12T15:25:37.685" v="175" actId="20577"/>
          <ac:spMkLst>
            <pc:docMk/>
            <pc:sldMk cId="1581856275" sldId="2147482000"/>
            <ac:spMk id="24" creationId="{48A2806F-1558-4FE0-9EEF-3F4C82EBF8C2}"/>
          </ac:spMkLst>
        </pc:spChg>
        <pc:spChg chg="add mod">
          <ac:chgData name="박태욱(TAEWOOK PARK)[ptw0425]/선임/제조DX.제조DX솔루션.데이터통합분석팀" userId="18db157e-00fe-4d5a-8b38-02cf359aca36" providerId="ADAL" clId="{1FD9033A-7420-41FB-937E-DE871098D900}" dt="2025-11-12T16:12:51.477" v="1141" actId="20577"/>
          <ac:spMkLst>
            <pc:docMk/>
            <pc:sldMk cId="1581856275" sldId="2147482000"/>
            <ac:spMk id="28" creationId="{D7E7A623-5D45-469E-9C09-7CEDB05378BD}"/>
          </ac:spMkLst>
        </pc:spChg>
        <pc:spChg chg="add mod">
          <ac:chgData name="박태욱(TAEWOOK PARK)[ptw0425]/선임/제조DX.제조DX솔루션.데이터통합분석팀" userId="18db157e-00fe-4d5a-8b38-02cf359aca36" providerId="ADAL" clId="{1FD9033A-7420-41FB-937E-DE871098D900}" dt="2025-11-12T16:13:09.733" v="1163" actId="1076"/>
          <ac:spMkLst>
            <pc:docMk/>
            <pc:sldMk cId="1581856275" sldId="2147482000"/>
            <ac:spMk id="31" creationId="{3250D339-52C0-4249-B0FD-E0F6141B4873}"/>
          </ac:spMkLst>
        </pc:spChg>
        <pc:graphicFrameChg chg="mod modGraphic">
          <ac:chgData name="박태욱(TAEWOOK PARK)[ptw0425]/선임/제조DX.제조DX솔루션.데이터통합분석팀" userId="18db157e-00fe-4d5a-8b38-02cf359aca36" providerId="ADAL" clId="{1FD9033A-7420-41FB-937E-DE871098D900}" dt="2025-11-12T16:12:35.180" v="1135" actId="20577"/>
          <ac:graphicFrameMkLst>
            <pc:docMk/>
            <pc:sldMk cId="1581856275" sldId="2147482000"/>
            <ac:graphicFrameMk id="19" creationId="{4485889C-7C23-1E44-3F44-63DAC7688EA0}"/>
          </ac:graphicFrameMkLst>
        </pc:graphicFrameChg>
      </pc:sldChg>
      <pc:sldChg chg="delSp modSp">
        <pc:chgData name="박태욱(TAEWOOK PARK)[ptw0425]/선임/제조DX.제조DX솔루션.데이터통합분석팀" userId="18db157e-00fe-4d5a-8b38-02cf359aca36" providerId="ADAL" clId="{1FD9033A-7420-41FB-937E-DE871098D900}" dt="2025-11-12T15:39:00.052" v="256"/>
        <pc:sldMkLst>
          <pc:docMk/>
          <pc:sldMk cId="918579543" sldId="2147482001"/>
        </pc:sldMkLst>
        <pc:spChg chg="mod">
          <ac:chgData name="박태욱(TAEWOOK PARK)[ptw0425]/선임/제조DX.제조DX솔루션.데이터통합분석팀" userId="18db157e-00fe-4d5a-8b38-02cf359aca36" providerId="ADAL" clId="{1FD9033A-7420-41FB-937E-DE871098D900}" dt="2025-11-12T15:38:19.074" v="218" actId="20577"/>
          <ac:spMkLst>
            <pc:docMk/>
            <pc:sldMk cId="918579543" sldId="2147482001"/>
            <ac:spMk id="12" creationId="{17B4C47B-4276-802F-F579-F1CE154A1A37}"/>
          </ac:spMkLst>
        </pc:spChg>
        <pc:spChg chg="del">
          <ac:chgData name="박태욱(TAEWOOK PARK)[ptw0425]/선임/제조DX.제조DX솔루션.데이터통합분석팀" userId="18db157e-00fe-4d5a-8b38-02cf359aca36" providerId="ADAL" clId="{1FD9033A-7420-41FB-937E-DE871098D900}" dt="2025-11-12T15:36:25.545" v="180" actId="478"/>
          <ac:spMkLst>
            <pc:docMk/>
            <pc:sldMk cId="918579543" sldId="2147482001"/>
            <ac:spMk id="28" creationId="{E6EC5CAE-5162-4D13-9BD0-CCE47ABE4954}"/>
          </ac:spMkLst>
        </pc:spChg>
        <pc:spChg chg="mod">
          <ac:chgData name="박태욱(TAEWOOK PARK)[ptw0425]/선임/제조DX.제조DX솔루션.데이터통합분석팀" userId="18db157e-00fe-4d5a-8b38-02cf359aca36" providerId="ADAL" clId="{1FD9033A-7420-41FB-937E-DE871098D900}" dt="2025-11-12T15:38:13.945" v="215" actId="1036"/>
          <ac:spMkLst>
            <pc:docMk/>
            <pc:sldMk cId="918579543" sldId="2147482001"/>
            <ac:spMk id="35" creationId="{4E7308BF-6130-4AC5-AB24-D49591A00832}"/>
          </ac:spMkLst>
        </pc:spChg>
        <pc:graphicFrameChg chg="mod modGraphic">
          <ac:chgData name="박태욱(TAEWOOK PARK)[ptw0425]/선임/제조DX.제조DX솔루션.데이터통합분석팀" userId="18db157e-00fe-4d5a-8b38-02cf359aca36" providerId="ADAL" clId="{1FD9033A-7420-41FB-937E-DE871098D900}" dt="2025-11-12T15:39:00.052" v="256"/>
          <ac:graphicFrameMkLst>
            <pc:docMk/>
            <pc:sldMk cId="918579543" sldId="2147482001"/>
            <ac:graphicFrameMk id="19" creationId="{74A97E53-4B3E-7B1D-6455-30F66AF12773}"/>
          </ac:graphicFrameMkLst>
        </pc:graphicFrameChg>
        <pc:graphicFrameChg chg="mod">
          <ac:chgData name="박태욱(TAEWOOK PARK)[ptw0425]/선임/제조DX.제조DX솔루션.데이터통합분석팀" userId="18db157e-00fe-4d5a-8b38-02cf359aca36" providerId="ADAL" clId="{1FD9033A-7420-41FB-937E-DE871098D900}" dt="2025-11-12T15:38:13.945" v="215" actId="1036"/>
          <ac:graphicFrameMkLst>
            <pc:docMk/>
            <pc:sldMk cId="918579543" sldId="2147482001"/>
            <ac:graphicFrameMk id="38" creationId="{BE9908DE-ED09-43DE-BF4F-8EA7FCBF34B3}"/>
          </ac:graphicFrameMkLst>
        </pc:graphicFrameChg>
      </pc:sldChg>
      <pc:sldChg chg="addSp modSp">
        <pc:chgData name="박태욱(TAEWOOK PARK)[ptw0425]/선임/제조DX.제조DX솔루션.데이터통합분석팀" userId="18db157e-00fe-4d5a-8b38-02cf359aca36" providerId="ADAL" clId="{1FD9033A-7420-41FB-937E-DE871098D900}" dt="2025-11-12T16:14:02.054" v="1179" actId="20577"/>
        <pc:sldMkLst>
          <pc:docMk/>
          <pc:sldMk cId="312166392" sldId="2147482002"/>
        </pc:sldMkLst>
        <pc:spChg chg="mod">
          <ac:chgData name="박태욱(TAEWOOK PARK)[ptw0425]/선임/제조DX.제조DX솔루션.데이터통합분석팀" userId="18db157e-00fe-4d5a-8b38-02cf359aca36" providerId="ADAL" clId="{1FD9033A-7420-41FB-937E-DE871098D900}" dt="2025-11-12T15:57:36.870" v="529" actId="1076"/>
          <ac:spMkLst>
            <pc:docMk/>
            <pc:sldMk cId="312166392" sldId="2147482002"/>
            <ac:spMk id="26" creationId="{E3C769AB-2D27-4FCC-9CEA-0BAC3D918831}"/>
          </ac:spMkLst>
        </pc:spChg>
        <pc:spChg chg="mod">
          <ac:chgData name="박태욱(TAEWOOK PARK)[ptw0425]/선임/제조DX.제조DX솔루션.데이터통합분석팀" userId="18db157e-00fe-4d5a-8b38-02cf359aca36" providerId="ADAL" clId="{1FD9033A-7420-41FB-937E-DE871098D900}" dt="2025-11-12T15:55:39.824" v="490" actId="1037"/>
          <ac:spMkLst>
            <pc:docMk/>
            <pc:sldMk cId="312166392" sldId="2147482002"/>
            <ac:spMk id="27" creationId="{B6A8BBAB-5653-48FE-8819-DADF4B70F57D}"/>
          </ac:spMkLst>
        </pc:spChg>
        <pc:spChg chg="mod">
          <ac:chgData name="박태욱(TAEWOOK PARK)[ptw0425]/선임/제조DX.제조DX솔루션.데이터통합분석팀" userId="18db157e-00fe-4d5a-8b38-02cf359aca36" providerId="ADAL" clId="{1FD9033A-7420-41FB-937E-DE871098D900}" dt="2025-11-12T15:57:58.653" v="554" actId="1076"/>
          <ac:spMkLst>
            <pc:docMk/>
            <pc:sldMk cId="312166392" sldId="2147482002"/>
            <ac:spMk id="29" creationId="{8A5BE810-3D84-4FEC-9B95-82791A8BCB43}"/>
          </ac:spMkLst>
        </pc:spChg>
        <pc:spChg chg="add mod">
          <ac:chgData name="박태욱(TAEWOOK PARK)[ptw0425]/선임/제조DX.제조DX솔루션.데이터통합분석팀" userId="18db157e-00fe-4d5a-8b38-02cf359aca36" providerId="ADAL" clId="{1FD9033A-7420-41FB-937E-DE871098D900}" dt="2025-11-12T15:57:54.161" v="553" actId="1076"/>
          <ac:spMkLst>
            <pc:docMk/>
            <pc:sldMk cId="312166392" sldId="2147482002"/>
            <ac:spMk id="30" creationId="{AF5D302B-F0FA-4F20-8A49-38C8CF22A96C}"/>
          </ac:spMkLst>
        </pc:spChg>
        <pc:spChg chg="add mod">
          <ac:chgData name="박태욱(TAEWOOK PARK)[ptw0425]/선임/제조DX.제조DX솔루션.데이터통합분석팀" userId="18db157e-00fe-4d5a-8b38-02cf359aca36" providerId="ADAL" clId="{1FD9033A-7420-41FB-937E-DE871098D900}" dt="2025-11-12T15:58:33.144" v="570" actId="1076"/>
          <ac:spMkLst>
            <pc:docMk/>
            <pc:sldMk cId="312166392" sldId="2147482002"/>
            <ac:spMk id="32" creationId="{501187A7-1906-4D6B-A521-A81484904AA8}"/>
          </ac:spMkLst>
        </pc:spChg>
        <pc:spChg chg="mod">
          <ac:chgData name="박태욱(TAEWOOK PARK)[ptw0425]/선임/제조DX.제조DX솔루션.데이터통합분석팀" userId="18db157e-00fe-4d5a-8b38-02cf359aca36" providerId="ADAL" clId="{1FD9033A-7420-41FB-937E-DE871098D900}" dt="2025-11-12T15:57:33.889" v="528" actId="1076"/>
          <ac:spMkLst>
            <pc:docMk/>
            <pc:sldMk cId="312166392" sldId="2147482002"/>
            <ac:spMk id="39" creationId="{02D21486-C6F4-40F7-9985-058EF1BFC7DF}"/>
          </ac:spMkLst>
        </pc:spChg>
        <pc:spChg chg="mod">
          <ac:chgData name="박태욱(TAEWOOK PARK)[ptw0425]/선임/제조DX.제조DX솔루션.데이터통합분석팀" userId="18db157e-00fe-4d5a-8b38-02cf359aca36" providerId="ADAL" clId="{1FD9033A-7420-41FB-937E-DE871098D900}" dt="2025-11-12T15:56:39.091" v="514" actId="1076"/>
          <ac:spMkLst>
            <pc:docMk/>
            <pc:sldMk cId="312166392" sldId="2147482002"/>
            <ac:spMk id="45" creationId="{812D0328-CADA-422D-9A82-99CBFFA5D4AB}"/>
          </ac:spMkLst>
        </pc:spChg>
        <pc:spChg chg="mod">
          <ac:chgData name="박태욱(TAEWOOK PARK)[ptw0425]/선임/제조DX.제조DX솔루션.데이터통합분석팀" userId="18db157e-00fe-4d5a-8b38-02cf359aca36" providerId="ADAL" clId="{1FD9033A-7420-41FB-937E-DE871098D900}" dt="2025-11-12T15:57:29.124" v="527" actId="1076"/>
          <ac:spMkLst>
            <pc:docMk/>
            <pc:sldMk cId="312166392" sldId="2147482002"/>
            <ac:spMk id="46" creationId="{997ADC17-4579-416F-82BC-E915E5DE6166}"/>
          </ac:spMkLst>
        </pc:spChg>
        <pc:spChg chg="mod">
          <ac:chgData name="박태욱(TAEWOOK PARK)[ptw0425]/선임/제조DX.제조DX솔루션.데이터통합분석팀" userId="18db157e-00fe-4d5a-8b38-02cf359aca36" providerId="ADAL" clId="{1FD9033A-7420-41FB-937E-DE871098D900}" dt="2025-11-12T15:57:25.852" v="526" actId="1076"/>
          <ac:spMkLst>
            <pc:docMk/>
            <pc:sldMk cId="312166392" sldId="2147482002"/>
            <ac:spMk id="47" creationId="{67F9B96C-26F6-41FF-88EB-78DAD2F00133}"/>
          </ac:spMkLst>
        </pc:spChg>
        <pc:spChg chg="mod">
          <ac:chgData name="박태욱(TAEWOOK PARK)[ptw0425]/선임/제조DX.제조DX솔루션.데이터통합분석팀" userId="18db157e-00fe-4d5a-8b38-02cf359aca36" providerId="ADAL" clId="{1FD9033A-7420-41FB-937E-DE871098D900}" dt="2025-11-12T15:57:21.517" v="525" actId="1076"/>
          <ac:spMkLst>
            <pc:docMk/>
            <pc:sldMk cId="312166392" sldId="2147482002"/>
            <ac:spMk id="48" creationId="{4F76E618-81BE-402C-8B1F-99E17332DE9F}"/>
          </ac:spMkLst>
        </pc:spChg>
        <pc:spChg chg="mod">
          <ac:chgData name="박태욱(TAEWOOK PARK)[ptw0425]/선임/제조DX.제조DX솔루션.데이터통합분석팀" userId="18db157e-00fe-4d5a-8b38-02cf359aca36" providerId="ADAL" clId="{1FD9033A-7420-41FB-937E-DE871098D900}" dt="2025-11-12T15:57:43.406" v="536" actId="1037"/>
          <ac:spMkLst>
            <pc:docMk/>
            <pc:sldMk cId="312166392" sldId="2147482002"/>
            <ac:spMk id="49" creationId="{5253611E-91CE-41D6-BAC9-7E1CCF9FC5BF}"/>
          </ac:spMkLst>
        </pc:spChg>
        <pc:spChg chg="mod">
          <ac:chgData name="박태욱(TAEWOOK PARK)[ptw0425]/선임/제조DX.제조DX솔루션.데이터통합분석팀" userId="18db157e-00fe-4d5a-8b38-02cf359aca36" providerId="ADAL" clId="{1FD9033A-7420-41FB-937E-DE871098D900}" dt="2025-11-12T15:58:21.461" v="560" actId="1076"/>
          <ac:spMkLst>
            <pc:docMk/>
            <pc:sldMk cId="312166392" sldId="2147482002"/>
            <ac:spMk id="50" creationId="{35FADD7C-FBB2-4460-AB22-4C95C715FA94}"/>
          </ac:spMkLst>
        </pc:spChg>
        <pc:spChg chg="mod">
          <ac:chgData name="박태욱(TAEWOOK PARK)[ptw0425]/선임/제조DX.제조DX솔루션.데이터통합분석팀" userId="18db157e-00fe-4d5a-8b38-02cf359aca36" providerId="ADAL" clId="{1FD9033A-7420-41FB-937E-DE871098D900}" dt="2025-11-12T15:58:24.147" v="561" actId="1076"/>
          <ac:spMkLst>
            <pc:docMk/>
            <pc:sldMk cId="312166392" sldId="2147482002"/>
            <ac:spMk id="51" creationId="{456DCBD2-DBA6-49A1-9E16-AB4F1A90BCCF}"/>
          </ac:spMkLst>
        </pc:spChg>
        <pc:spChg chg="mod">
          <ac:chgData name="박태욱(TAEWOOK PARK)[ptw0425]/선임/제조DX.제조DX솔루션.데이터통합분석팀" userId="18db157e-00fe-4d5a-8b38-02cf359aca36" providerId="ADAL" clId="{1FD9033A-7420-41FB-937E-DE871098D900}" dt="2025-11-12T15:58:13.615" v="558" actId="1076"/>
          <ac:spMkLst>
            <pc:docMk/>
            <pc:sldMk cId="312166392" sldId="2147482002"/>
            <ac:spMk id="52" creationId="{F5085A94-E520-49F9-84E8-F0E805003D7F}"/>
          </ac:spMkLst>
        </pc:spChg>
        <pc:spChg chg="mod">
          <ac:chgData name="박태욱(TAEWOOK PARK)[ptw0425]/선임/제조DX.제조DX솔루션.데이터통합분석팀" userId="18db157e-00fe-4d5a-8b38-02cf359aca36" providerId="ADAL" clId="{1FD9033A-7420-41FB-937E-DE871098D900}" dt="2025-11-12T15:57:14.897" v="523" actId="20577"/>
          <ac:spMkLst>
            <pc:docMk/>
            <pc:sldMk cId="312166392" sldId="2147482002"/>
            <ac:spMk id="54" creationId="{77804A08-00C2-4345-9D9B-8B992EC7D8C8}"/>
          </ac:spMkLst>
        </pc:spChg>
        <pc:graphicFrameChg chg="mod modGraphic">
          <ac:chgData name="박태욱(TAEWOOK PARK)[ptw0425]/선임/제조DX.제조DX솔루션.데이터통합분석팀" userId="18db157e-00fe-4d5a-8b38-02cf359aca36" providerId="ADAL" clId="{1FD9033A-7420-41FB-937E-DE871098D900}" dt="2025-11-12T16:14:02.054" v="1179" actId="20577"/>
          <ac:graphicFrameMkLst>
            <pc:docMk/>
            <pc:sldMk cId="312166392" sldId="2147482002"/>
            <ac:graphicFrameMk id="19" creationId="{54728183-150A-36AF-E666-2145F7FF2814}"/>
          </ac:graphicFrameMkLst>
        </pc:graphicFrameChg>
        <pc:graphicFrameChg chg="mod modGraphic">
          <ac:chgData name="박태욱(TAEWOOK PARK)[ptw0425]/선임/제조DX.제조DX솔루션.데이터통합분석팀" userId="18db157e-00fe-4d5a-8b38-02cf359aca36" providerId="ADAL" clId="{1FD9033A-7420-41FB-937E-DE871098D900}" dt="2025-11-12T15:55:34.508" v="484" actId="20577"/>
          <ac:graphicFrameMkLst>
            <pc:docMk/>
            <pc:sldMk cId="312166392" sldId="2147482002"/>
            <ac:graphicFrameMk id="31" creationId="{52B29498-600E-4C61-A390-CBDE748E9B42}"/>
          </ac:graphicFrameMkLst>
        </pc:graphicFrameChg>
      </pc:sldChg>
      <pc:sldChg chg="addSp delSp modSp">
        <pc:chgData name="박태욱(TAEWOOK PARK)[ptw0425]/선임/제조DX.제조DX솔루션.데이터통합분석팀" userId="18db157e-00fe-4d5a-8b38-02cf359aca36" providerId="ADAL" clId="{1FD9033A-7420-41FB-937E-DE871098D900}" dt="2025-11-12T16:30:33.480" v="2098" actId="1035"/>
        <pc:sldMkLst>
          <pc:docMk/>
          <pc:sldMk cId="3422623579" sldId="2147482052"/>
        </pc:sldMkLst>
        <pc:spChg chg="mod">
          <ac:chgData name="박태욱(TAEWOOK PARK)[ptw0425]/선임/제조DX.제조DX솔루션.데이터통합분석팀" userId="18db157e-00fe-4d5a-8b38-02cf359aca36" providerId="ADAL" clId="{1FD9033A-7420-41FB-937E-DE871098D900}" dt="2025-11-12T16:30:17.395" v="2095" actId="207"/>
          <ac:spMkLst>
            <pc:docMk/>
            <pc:sldMk cId="3422623579" sldId="2147482052"/>
            <ac:spMk id="5" creationId="{6BC9B294-291A-D23F-C381-45EA6FDC28AB}"/>
          </ac:spMkLst>
        </pc:spChg>
        <pc:spChg chg="add del mod">
          <ac:chgData name="박태욱(TAEWOOK PARK)[ptw0425]/선임/제조DX.제조DX솔루션.데이터통합분석팀" userId="18db157e-00fe-4d5a-8b38-02cf359aca36" providerId="ADAL" clId="{1FD9033A-7420-41FB-937E-DE871098D900}" dt="2025-11-12T16:30:20.389" v="2096" actId="478"/>
          <ac:spMkLst>
            <pc:docMk/>
            <pc:sldMk cId="3422623579" sldId="2147482052"/>
            <ac:spMk id="6" creationId="{1D60D966-894D-46E0-A2A1-FF7F592A245E}"/>
          </ac:spMkLst>
        </pc:spChg>
        <pc:spChg chg="mod">
          <ac:chgData name="박태욱(TAEWOOK PARK)[ptw0425]/선임/제조DX.제조DX솔루션.데이터통합분석팀" userId="18db157e-00fe-4d5a-8b38-02cf359aca36" providerId="ADAL" clId="{1FD9033A-7420-41FB-937E-DE871098D900}" dt="2025-11-12T16:30:33.480" v="2098" actId="1035"/>
          <ac:spMkLst>
            <pc:docMk/>
            <pc:sldMk cId="3422623579" sldId="2147482052"/>
            <ac:spMk id="12" creationId="{6692D194-EAA7-4A30-B79B-2E6BD596C9C1}"/>
          </ac:spMkLst>
        </pc:spChg>
        <pc:spChg chg="mod">
          <ac:chgData name="박태욱(TAEWOOK PARK)[ptw0425]/선임/제조DX.제조DX솔루션.데이터통합분석팀" userId="18db157e-00fe-4d5a-8b38-02cf359aca36" providerId="ADAL" clId="{1FD9033A-7420-41FB-937E-DE871098D900}" dt="2025-11-12T16:30:33.480" v="2098" actId="1035"/>
          <ac:spMkLst>
            <pc:docMk/>
            <pc:sldMk cId="3422623579" sldId="2147482052"/>
            <ac:spMk id="14" creationId="{FF3B58DF-5463-4003-B574-D2C07836F890}"/>
          </ac:spMkLst>
        </pc:spChg>
        <pc:spChg chg="mod">
          <ac:chgData name="박태욱(TAEWOOK PARK)[ptw0425]/선임/제조DX.제조DX솔루션.데이터통합분석팀" userId="18db157e-00fe-4d5a-8b38-02cf359aca36" providerId="ADAL" clId="{1FD9033A-7420-41FB-937E-DE871098D900}" dt="2025-11-12T16:30:33.480" v="2098" actId="1035"/>
          <ac:spMkLst>
            <pc:docMk/>
            <pc:sldMk cId="3422623579" sldId="2147482052"/>
            <ac:spMk id="15" creationId="{1347EB15-DE53-4F8D-A41D-C25B54697F69}"/>
          </ac:spMkLst>
        </pc:spChg>
        <pc:spChg chg="mod">
          <ac:chgData name="박태욱(TAEWOOK PARK)[ptw0425]/선임/제조DX.제조DX솔루션.데이터통합분석팀" userId="18db157e-00fe-4d5a-8b38-02cf359aca36" providerId="ADAL" clId="{1FD9033A-7420-41FB-937E-DE871098D900}" dt="2025-11-12T16:30:33.480" v="2098" actId="1035"/>
          <ac:spMkLst>
            <pc:docMk/>
            <pc:sldMk cId="3422623579" sldId="2147482052"/>
            <ac:spMk id="18" creationId="{B039936C-EA9E-4773-B7D0-A42716E92176}"/>
          </ac:spMkLst>
        </pc:spChg>
        <pc:spChg chg="mod">
          <ac:chgData name="박태욱(TAEWOOK PARK)[ptw0425]/선임/제조DX.제조DX솔루션.데이터통합분석팀" userId="18db157e-00fe-4d5a-8b38-02cf359aca36" providerId="ADAL" clId="{1FD9033A-7420-41FB-937E-DE871098D900}" dt="2025-11-12T16:30:33.480" v="2098" actId="1035"/>
          <ac:spMkLst>
            <pc:docMk/>
            <pc:sldMk cId="3422623579" sldId="2147482052"/>
            <ac:spMk id="19" creationId="{47237EF7-60B2-4748-A9B6-B8972E1054A8}"/>
          </ac:spMkLst>
        </pc:spChg>
        <pc:spChg chg="mod">
          <ac:chgData name="박태욱(TAEWOOK PARK)[ptw0425]/선임/제조DX.제조DX솔루션.데이터통합분석팀" userId="18db157e-00fe-4d5a-8b38-02cf359aca36" providerId="ADAL" clId="{1FD9033A-7420-41FB-937E-DE871098D900}" dt="2025-11-12T16:30:33.480" v="2098" actId="1035"/>
          <ac:spMkLst>
            <pc:docMk/>
            <pc:sldMk cId="3422623579" sldId="2147482052"/>
            <ac:spMk id="20" creationId="{3F2F36C2-F626-42D6-AE61-D4F0D42979D7}"/>
          </ac:spMkLst>
        </pc:spChg>
        <pc:graphicFrameChg chg="mod">
          <ac:chgData name="박태욱(TAEWOOK PARK)[ptw0425]/선임/제조DX.제조DX솔루션.데이터통합분석팀" userId="18db157e-00fe-4d5a-8b38-02cf359aca36" providerId="ADAL" clId="{1FD9033A-7420-41FB-937E-DE871098D900}" dt="2025-11-12T16:30:33.480" v="2098" actId="1035"/>
          <ac:graphicFrameMkLst>
            <pc:docMk/>
            <pc:sldMk cId="3422623579" sldId="2147482052"/>
            <ac:graphicFrameMk id="8" creationId="{9F593721-68A0-50F6-F9A2-24B7FD3C4A98}"/>
          </ac:graphicFrameMkLst>
        </pc:graphicFrameChg>
        <pc:graphicFrameChg chg="mod modGraphic">
          <ac:chgData name="박태욱(TAEWOOK PARK)[ptw0425]/선임/제조DX.제조DX솔루션.데이터통합분석팀" userId="18db157e-00fe-4d5a-8b38-02cf359aca36" providerId="ADAL" clId="{1FD9033A-7420-41FB-937E-DE871098D900}" dt="2025-11-12T16:30:33.480" v="2098" actId="1035"/>
          <ac:graphicFrameMkLst>
            <pc:docMk/>
            <pc:sldMk cId="3422623579" sldId="2147482052"/>
            <ac:graphicFrameMk id="16" creationId="{613F9ABA-5239-42FE-8096-8438F8CEB7F0}"/>
          </ac:graphicFrameMkLst>
        </pc:graphicFrameChg>
      </pc:sldChg>
      <pc:sldChg chg="modSp">
        <pc:chgData name="박태욱(TAEWOOK PARK)[ptw0425]/선임/제조DX.제조DX솔루션.데이터통합분석팀" userId="18db157e-00fe-4d5a-8b38-02cf359aca36" providerId="ADAL" clId="{1FD9033A-7420-41FB-937E-DE871098D900}" dt="2025-11-12T15:40:29.442" v="280" actId="207"/>
        <pc:sldMkLst>
          <pc:docMk/>
          <pc:sldMk cId="2384569951" sldId="2147482053"/>
        </pc:sldMkLst>
        <pc:graphicFrameChg chg="mod modGraphic">
          <ac:chgData name="박태욱(TAEWOOK PARK)[ptw0425]/선임/제조DX.제조DX솔루션.데이터통합분석팀" userId="18db157e-00fe-4d5a-8b38-02cf359aca36" providerId="ADAL" clId="{1FD9033A-7420-41FB-937E-DE871098D900}" dt="2025-11-12T15:40:29.442" v="280" actId="207"/>
          <ac:graphicFrameMkLst>
            <pc:docMk/>
            <pc:sldMk cId="2384569951" sldId="2147482053"/>
            <ac:graphicFrameMk id="19" creationId="{3E86696F-E35A-4B06-9B46-63A4A6A986C1}"/>
          </ac:graphicFrameMkLst>
        </pc:graphicFrameChg>
      </pc:sldChg>
    </pc:docChg>
  </pc:docChgLst>
  <pc:docChgLst>
    <pc:chgData name="김종우(JONG WOO KIM)[jongwoo_kim]/선임/제조DX.제조DX솔루션.데이터통합분석팀" userId="S::jongwoo_kim@lgensol.com::724af6f9-8cbb-4db2-a128-c90de53c6762" providerId="AD" clId="Web-{FEACB535-C1B4-46B6-A3F9-05DA579497EE}"/>
    <pc:docChg chg="modSld">
      <pc:chgData name="김종우(JONG WOO KIM)[jongwoo_kim]/선임/제조DX.제조DX솔루션.데이터통합분석팀" userId="S::jongwoo_kim@lgensol.com::724af6f9-8cbb-4db2-a128-c90de53c6762" providerId="AD" clId="Web-{FEACB535-C1B4-46B6-A3F9-05DA579497EE}" dt="2025-11-12T10:01:39.021" v="408"/>
      <pc:docMkLst>
        <pc:docMk/>
      </pc:docMkLst>
      <pc:sldChg chg="modSp">
        <pc:chgData name="김종우(JONG WOO KIM)[jongwoo_kim]/선임/제조DX.제조DX솔루션.데이터통합분석팀" userId="S::jongwoo_kim@lgensol.com::724af6f9-8cbb-4db2-a128-c90de53c6762" providerId="AD" clId="Web-{FEACB535-C1B4-46B6-A3F9-05DA579497EE}" dt="2025-11-12T10:01:39.021" v="408"/>
        <pc:sldMkLst>
          <pc:docMk/>
          <pc:sldMk cId="312166392" sldId="2147482002"/>
        </pc:sldMkLst>
        <pc:graphicFrameChg chg="mod modGraphic">
          <ac:chgData name="김종우(JONG WOO KIM)[jongwoo_kim]/선임/제조DX.제조DX솔루션.데이터통합분석팀" userId="S::jongwoo_kim@lgensol.com::724af6f9-8cbb-4db2-a128-c90de53c6762" providerId="AD" clId="Web-{FEACB535-C1B4-46B6-A3F9-05DA579497EE}" dt="2025-11-12T10:01:39.021" v="408"/>
          <ac:graphicFrameMkLst>
            <pc:docMk/>
            <pc:sldMk cId="312166392" sldId="2147482002"/>
            <ac:graphicFrameMk id="19" creationId="{54728183-150A-36AF-E666-2145F7FF2814}"/>
          </ac:graphicFrameMkLst>
        </pc:graphicFrameChg>
      </pc:sldChg>
      <pc:sldChg chg="modSp">
        <pc:chgData name="김종우(JONG WOO KIM)[jongwoo_kim]/선임/제조DX.제조DX솔루션.데이터통합분석팀" userId="S::jongwoo_kim@lgensol.com::724af6f9-8cbb-4db2-a128-c90de53c6762" providerId="AD" clId="Web-{FEACB535-C1B4-46B6-A3F9-05DA579497EE}" dt="2025-11-12T09:42:52.133" v="28"/>
        <pc:sldMkLst>
          <pc:docMk/>
          <pc:sldMk cId="2384569951" sldId="2147482053"/>
        </pc:sldMkLst>
        <pc:graphicFrameChg chg="mod modGraphic">
          <ac:chgData name="김종우(JONG WOO KIM)[jongwoo_kim]/선임/제조DX.제조DX솔루션.데이터통합분석팀" userId="S::jongwoo_kim@lgensol.com::724af6f9-8cbb-4db2-a128-c90de53c6762" providerId="AD" clId="Web-{FEACB535-C1B4-46B6-A3F9-05DA579497EE}" dt="2025-11-12T09:42:38.461" v="19"/>
          <ac:graphicFrameMkLst>
            <pc:docMk/>
            <pc:sldMk cId="2384569951" sldId="2147482053"/>
            <ac:graphicFrameMk id="16" creationId="{7875A772-4F25-40B9-AA42-B91161887E9F}"/>
          </ac:graphicFrameMkLst>
        </pc:graphicFrameChg>
        <pc:graphicFrameChg chg="mod modGraphic">
          <ac:chgData name="김종우(JONG WOO KIM)[jongwoo_kim]/선임/제조DX.제조DX솔루션.데이터통합분석팀" userId="S::jongwoo_kim@lgensol.com::724af6f9-8cbb-4db2-a128-c90de53c6762" providerId="AD" clId="Web-{FEACB535-C1B4-46B6-A3F9-05DA579497EE}" dt="2025-11-12T09:42:52.133" v="28"/>
          <ac:graphicFrameMkLst>
            <pc:docMk/>
            <pc:sldMk cId="2384569951" sldId="2147482053"/>
            <ac:graphicFrameMk id="28" creationId="{8E57A695-D268-4688-9478-372B05ABC3E9}"/>
          </ac:graphicFrameMkLst>
        </pc:graphicFrameChg>
      </pc:sldChg>
    </pc:docChg>
  </pc:docChgLst>
  <pc:docChgLst>
    <pc:chgData name="최재호(JAE HO CHOI)[jaeho_c]/사원/제조DX.제조DX솔루션.데이터통합분석팀" userId="e6d80de8-376d-47c4-b6ee-7d3a37679110" providerId="ADAL" clId="{EB7727ED-E002-4EFB-B02B-F6AB2E5DCB9A}"/>
    <pc:docChg chg="custSel modSld">
      <pc:chgData name="최재호(JAE HO CHOI)[jaeho_c]/사원/제조DX.제조DX솔루션.데이터통합분석팀" userId="e6d80de8-376d-47c4-b6ee-7d3a37679110" providerId="ADAL" clId="{EB7727ED-E002-4EFB-B02B-F6AB2E5DCB9A}" dt="2025-10-29T01:24:33.246" v="766"/>
      <pc:docMkLst>
        <pc:docMk/>
      </pc:docMkLst>
      <pc:sldChg chg="modSp mod">
        <pc:chgData name="최재호(JAE HO CHOI)[jaeho_c]/사원/제조DX.제조DX솔루션.데이터통합분석팀" userId="e6d80de8-376d-47c4-b6ee-7d3a37679110" providerId="ADAL" clId="{EB7727ED-E002-4EFB-B02B-F6AB2E5DCB9A}" dt="2025-10-29T01:21:21.147" v="69" actId="207"/>
        <pc:sldMkLst>
          <pc:docMk/>
          <pc:sldMk cId="1836933339" sldId="2147481967"/>
        </pc:sldMkLst>
        <pc:spChg chg="mod">
          <ac:chgData name="최재호(JAE HO CHOI)[jaeho_c]/사원/제조DX.제조DX솔루션.데이터통합분석팀" userId="e6d80de8-376d-47c4-b6ee-7d3a37679110" providerId="ADAL" clId="{EB7727ED-E002-4EFB-B02B-F6AB2E5DCB9A}" dt="2025-10-29T01:21:04.990" v="31" actId="20577"/>
          <ac:spMkLst>
            <pc:docMk/>
            <pc:sldMk cId="1836933339" sldId="2147481967"/>
            <ac:spMk id="3" creationId="{8F2E0B2C-C282-4F8C-9665-16016B36AE34}"/>
          </ac:spMkLst>
        </pc:spChg>
        <pc:graphicFrameChg chg="mod modGraphic">
          <ac:chgData name="최재호(JAE HO CHOI)[jaeho_c]/사원/제조DX.제조DX솔루션.데이터통합분석팀" userId="e6d80de8-376d-47c4-b6ee-7d3a37679110" providerId="ADAL" clId="{EB7727ED-E002-4EFB-B02B-F6AB2E5DCB9A}" dt="2025-10-29T01:21:21.147" v="69" actId="207"/>
          <ac:graphicFrameMkLst>
            <pc:docMk/>
            <pc:sldMk cId="1836933339" sldId="2147481967"/>
            <ac:graphicFrameMk id="2" creationId="{7AEF2CFF-477B-47DA-8339-6D17E423C984}"/>
          </ac:graphicFrameMkLst>
        </pc:graphicFrameChg>
      </pc:sldChg>
      <pc:sldChg chg="modSp mod">
        <pc:chgData name="최재호(JAE HO CHOI)[jaeho_c]/사원/제조DX.제조DX솔루션.데이터통합분석팀" userId="e6d80de8-376d-47c4-b6ee-7d3a37679110" providerId="ADAL" clId="{EB7727ED-E002-4EFB-B02B-F6AB2E5DCB9A}" dt="2025-10-29T01:20:48.006" v="25" actId="207"/>
        <pc:sldMkLst>
          <pc:docMk/>
          <pc:sldMk cId="2187038781" sldId="2147482019"/>
        </pc:sldMkLst>
        <pc:spChg chg="mod">
          <ac:chgData name="최재호(JAE HO CHOI)[jaeho_c]/사원/제조DX.제조DX솔루션.데이터통합분석팀" userId="e6d80de8-376d-47c4-b6ee-7d3a37679110" providerId="ADAL" clId="{EB7727ED-E002-4EFB-B02B-F6AB2E5DCB9A}" dt="2025-10-29T01:20:40.068" v="7" actId="20577"/>
          <ac:spMkLst>
            <pc:docMk/>
            <pc:sldMk cId="2187038781" sldId="2147482019"/>
            <ac:spMk id="9" creationId="{00000000-0000-0000-0000-000000000000}"/>
          </ac:spMkLst>
        </pc:spChg>
        <pc:graphicFrameChg chg="mod modGraphic">
          <ac:chgData name="최재호(JAE HO CHOI)[jaeho_c]/사원/제조DX.제조DX솔루션.데이터통합분석팀" userId="e6d80de8-376d-47c4-b6ee-7d3a37679110" providerId="ADAL" clId="{EB7727ED-E002-4EFB-B02B-F6AB2E5DCB9A}" dt="2025-10-29T01:20:48.006" v="25" actId="207"/>
          <ac:graphicFrameMkLst>
            <pc:docMk/>
            <pc:sldMk cId="2187038781" sldId="2147482019"/>
            <ac:graphicFrameMk id="19" creationId="{3E86696F-E35A-4B06-9B46-63A4A6A986C1}"/>
          </ac:graphicFrameMkLst>
        </pc:graphicFrameChg>
      </pc:sldChg>
    </pc:docChg>
  </pc:docChgLst>
  <pc:docChgLst>
    <pc:chgData name="김종우(JONG WOO KIM)[jongwoo_kim]/선임/제조DX.제조DX솔루션.데이터통합분석팀" userId="S::jongwoo_kim@lgensol.com::724af6f9-8cbb-4db2-a128-c90de53c6762" providerId="AD" clId="Web-{2EFB8C7E-64EC-4A0D-A52F-6BFE018BA8A1}"/>
    <pc:docChg chg="modSld">
      <pc:chgData name="김종우(JONG WOO KIM)[jongwoo_kim]/선임/제조DX.제조DX솔루션.데이터통합분석팀" userId="S::jongwoo_kim@lgensol.com::724af6f9-8cbb-4db2-a128-c90de53c6762" providerId="AD" clId="Web-{2EFB8C7E-64EC-4A0D-A52F-6BFE018BA8A1}" dt="2025-10-15T02:26:10.487" v="18" actId="20577"/>
      <pc:docMkLst>
        <pc:docMk/>
      </pc:docMkLst>
    </pc:docChg>
  </pc:docChgLst>
  <pc:docChgLst>
    <pc:chgData name="최이범(EEBEOM CHOI)[doublebeom]/팀장/제조DX.제조DX솔루션.롤맵기술팀" userId="50343a84-4243-4043-8b92-761bb93d09e0" providerId="ADAL" clId="{7656AF36-CAB0-4165-AE35-E1866FD4C4F5}"/>
    <pc:docChg chg="custSel modSld sldOrd">
      <pc:chgData name="최이범(EEBEOM CHOI)[doublebeom]/팀장/제조DX.제조DX솔루션.롤맵기술팀" userId="50343a84-4243-4043-8b92-761bb93d09e0" providerId="ADAL" clId="{7656AF36-CAB0-4165-AE35-E1866FD4C4F5}" dt="2025-11-13T00:05:31.142" v="834" actId="20577"/>
      <pc:docMkLst>
        <pc:docMk/>
      </pc:docMkLst>
      <pc:sldChg chg="ord">
        <pc:chgData name="최이범(EEBEOM CHOI)[doublebeom]/팀장/제조DX.제조DX솔루션.롤맵기술팀" userId="50343a84-4243-4043-8b92-761bb93d09e0" providerId="ADAL" clId="{7656AF36-CAB0-4165-AE35-E1866FD4C4F5}" dt="2025-11-12T23:29:52.015" v="1"/>
        <pc:sldMkLst>
          <pc:docMk/>
          <pc:sldMk cId="2838777384" sldId="1924"/>
        </pc:sldMkLst>
      </pc:sldChg>
      <pc:sldChg chg="addSp delSp modSp mod">
        <pc:chgData name="최이범(EEBEOM CHOI)[doublebeom]/팀장/제조DX.제조DX솔루션.롤맵기술팀" userId="50343a84-4243-4043-8b92-761bb93d09e0" providerId="ADAL" clId="{7656AF36-CAB0-4165-AE35-E1866FD4C4F5}" dt="2025-11-13T00:05:31.142" v="834" actId="20577"/>
        <pc:sldMkLst>
          <pc:docMk/>
          <pc:sldMk cId="3266697761" sldId="2278"/>
        </pc:sldMkLst>
        <pc:spChg chg="del">
          <ac:chgData name="최이범(EEBEOM CHOI)[doublebeom]/팀장/제조DX.제조DX솔루션.롤맵기술팀" userId="50343a84-4243-4043-8b92-761bb93d09e0" providerId="ADAL" clId="{7656AF36-CAB0-4165-AE35-E1866FD4C4F5}" dt="2025-11-12T23:33:32.450" v="9" actId="478"/>
          <ac:spMkLst>
            <pc:docMk/>
            <pc:sldMk cId="3266697761" sldId="2278"/>
            <ac:spMk id="2" creationId="{506C6D58-28F9-41A2-A6AC-9020A04CFA33}"/>
          </ac:spMkLst>
        </pc:spChg>
        <pc:spChg chg="add del mod">
          <ac:chgData name="최이범(EEBEOM CHOI)[doublebeom]/팀장/제조DX.제조DX솔루션.롤맵기술팀" userId="50343a84-4243-4043-8b92-761bb93d09e0" providerId="ADAL" clId="{7656AF36-CAB0-4165-AE35-E1866FD4C4F5}" dt="2025-11-12T23:51:49.950" v="558" actId="478"/>
          <ac:spMkLst>
            <pc:docMk/>
            <pc:sldMk cId="3266697761" sldId="2278"/>
            <ac:spMk id="3" creationId="{9A53A428-1021-B7D7-0C72-0F50E36D4079}"/>
          </ac:spMkLst>
        </pc:spChg>
        <pc:spChg chg="add mod ord">
          <ac:chgData name="최이범(EEBEOM CHOI)[doublebeom]/팀장/제조DX.제조DX솔루션.롤맵기술팀" userId="50343a84-4243-4043-8b92-761bb93d09e0" providerId="ADAL" clId="{7656AF36-CAB0-4165-AE35-E1866FD4C4F5}" dt="2025-11-12T23:55:03.155" v="786" actId="947"/>
          <ac:spMkLst>
            <pc:docMk/>
            <pc:sldMk cId="3266697761" sldId="2278"/>
            <ac:spMk id="4" creationId="{8930AE97-A768-8E32-ABD2-5390712E93A2}"/>
          </ac:spMkLst>
        </pc:spChg>
        <pc:spChg chg="del">
          <ac:chgData name="최이범(EEBEOM CHOI)[doublebeom]/팀장/제조DX.제조DX솔루션.롤맵기술팀" userId="50343a84-4243-4043-8b92-761bb93d09e0" providerId="ADAL" clId="{7656AF36-CAB0-4165-AE35-E1866FD4C4F5}" dt="2025-11-12T23:33:32.450" v="9" actId="478"/>
          <ac:spMkLst>
            <pc:docMk/>
            <pc:sldMk cId="3266697761" sldId="2278"/>
            <ac:spMk id="8" creationId="{05C4A7F4-F001-46F7-BEDB-D855660EC700}"/>
          </ac:spMkLst>
        </pc:spChg>
        <pc:spChg chg="del">
          <ac:chgData name="최이범(EEBEOM CHOI)[doublebeom]/팀장/제조DX.제조DX솔루션.롤맵기술팀" userId="50343a84-4243-4043-8b92-761bb93d09e0" providerId="ADAL" clId="{7656AF36-CAB0-4165-AE35-E1866FD4C4F5}" dt="2025-11-12T23:33:32.450" v="9" actId="478"/>
          <ac:spMkLst>
            <pc:docMk/>
            <pc:sldMk cId="3266697761" sldId="2278"/>
            <ac:spMk id="12" creationId="{A55C9F8E-D57B-4C6A-B1D0-A040DDED3152}"/>
          </ac:spMkLst>
        </pc:spChg>
        <pc:spChg chg="mod">
          <ac:chgData name="최이범(EEBEOM CHOI)[doublebeom]/팀장/제조DX.제조DX솔루션.롤맵기술팀" userId="50343a84-4243-4043-8b92-761bb93d09e0" providerId="ADAL" clId="{7656AF36-CAB0-4165-AE35-E1866FD4C4F5}" dt="2025-11-12T23:55:03.155" v="786" actId="947"/>
          <ac:spMkLst>
            <pc:docMk/>
            <pc:sldMk cId="3266697761" sldId="2278"/>
            <ac:spMk id="14" creationId="{661DC4CD-B9B1-4F75-9655-BC70E4C0C44C}"/>
          </ac:spMkLst>
        </pc:spChg>
        <pc:spChg chg="mod">
          <ac:chgData name="최이범(EEBEOM CHOI)[doublebeom]/팀장/제조DX.제조DX솔루션.롤맵기술팀" userId="50343a84-4243-4043-8b92-761bb93d09e0" providerId="ADAL" clId="{7656AF36-CAB0-4165-AE35-E1866FD4C4F5}" dt="2025-11-12T23:55:03.155" v="786" actId="947"/>
          <ac:spMkLst>
            <pc:docMk/>
            <pc:sldMk cId="3266697761" sldId="2278"/>
            <ac:spMk id="16" creationId="{64103116-79E6-4EAD-A94F-CA5060A46E07}"/>
          </ac:spMkLst>
        </pc:spChg>
        <pc:spChg chg="mod ord">
          <ac:chgData name="최이범(EEBEOM CHOI)[doublebeom]/팀장/제조DX.제조DX솔루션.롤맵기술팀" userId="50343a84-4243-4043-8b92-761bb93d09e0" providerId="ADAL" clId="{7656AF36-CAB0-4165-AE35-E1866FD4C4F5}" dt="2025-11-13T00:05:31.142" v="834" actId="20577"/>
          <ac:spMkLst>
            <pc:docMk/>
            <pc:sldMk cId="3266697761" sldId="2278"/>
            <ac:spMk id="18" creationId="{FC55D7C3-19BB-417C-88D2-249E3D408DED}"/>
          </ac:spMkLst>
        </pc:spChg>
        <pc:spChg chg="del">
          <ac:chgData name="최이범(EEBEOM CHOI)[doublebeom]/팀장/제조DX.제조DX솔루션.롤맵기술팀" userId="50343a84-4243-4043-8b92-761bb93d09e0" providerId="ADAL" clId="{7656AF36-CAB0-4165-AE35-E1866FD4C4F5}" dt="2025-11-12T23:33:29.742" v="8" actId="478"/>
          <ac:spMkLst>
            <pc:docMk/>
            <pc:sldMk cId="3266697761" sldId="2278"/>
            <ac:spMk id="21" creationId="{26326757-31D5-4FF4-94A4-F43259A931C5}"/>
          </ac:spMkLst>
        </pc:spChg>
        <pc:spChg chg="mod">
          <ac:chgData name="최이범(EEBEOM CHOI)[doublebeom]/팀장/제조DX.제조DX솔루션.롤맵기술팀" userId="50343a84-4243-4043-8b92-761bb93d09e0" providerId="ADAL" clId="{7656AF36-CAB0-4165-AE35-E1866FD4C4F5}" dt="2025-11-12T23:55:03.155" v="786" actId="947"/>
          <ac:spMkLst>
            <pc:docMk/>
            <pc:sldMk cId="3266697761" sldId="2278"/>
            <ac:spMk id="64" creationId="{00000000-0000-0000-0000-000000000000}"/>
          </ac:spMkLst>
        </pc:spChg>
        <pc:graphicFrameChg chg="del">
          <ac:chgData name="최이범(EEBEOM CHOI)[doublebeom]/팀장/제조DX.제조DX솔루션.롤맵기술팀" userId="50343a84-4243-4043-8b92-761bb93d09e0" providerId="ADAL" clId="{7656AF36-CAB0-4165-AE35-E1866FD4C4F5}" dt="2025-11-12T23:33:32.450" v="9" actId="478"/>
          <ac:graphicFrameMkLst>
            <pc:docMk/>
            <pc:sldMk cId="3266697761" sldId="2278"/>
            <ac:graphicFrameMk id="15" creationId="{983FF06C-EC1A-43E9-962D-2CABAF29A135}"/>
          </ac:graphicFrameMkLst>
        </pc:graphicFrameChg>
        <pc:graphicFrameChg chg="del">
          <ac:chgData name="최이범(EEBEOM CHOI)[doublebeom]/팀장/제조DX.제조DX솔루션.롤맵기술팀" userId="50343a84-4243-4043-8b92-761bb93d09e0" providerId="ADAL" clId="{7656AF36-CAB0-4165-AE35-E1866FD4C4F5}" dt="2025-11-12T23:33:27.632" v="7" actId="478"/>
          <ac:graphicFrameMkLst>
            <pc:docMk/>
            <pc:sldMk cId="3266697761" sldId="2278"/>
            <ac:graphicFrameMk id="20" creationId="{3AA654FA-BEF2-4843-9D63-D40C28CFD850}"/>
          </ac:graphicFrameMkLst>
        </pc:graphicFrameChg>
        <pc:graphicFrameChg chg="del">
          <ac:chgData name="최이범(EEBEOM CHOI)[doublebeom]/팀장/제조DX.제조DX솔루션.롤맵기술팀" userId="50343a84-4243-4043-8b92-761bb93d09e0" providerId="ADAL" clId="{7656AF36-CAB0-4165-AE35-E1866FD4C4F5}" dt="2025-11-12T23:33:32.450" v="9" actId="478"/>
          <ac:graphicFrameMkLst>
            <pc:docMk/>
            <pc:sldMk cId="3266697761" sldId="2278"/>
            <ac:graphicFrameMk id="25" creationId="{FE9A63F5-A38C-4AFF-AD96-E7281EB32484}"/>
          </ac:graphicFrameMkLst>
        </pc:graphicFrameChg>
      </pc:sldChg>
      <pc:sldChg chg="modSp mod">
        <pc:chgData name="최이범(EEBEOM CHOI)[doublebeom]/팀장/제조DX.제조DX솔루션.롤맵기술팀" userId="50343a84-4243-4043-8b92-761bb93d09e0" providerId="ADAL" clId="{7656AF36-CAB0-4165-AE35-E1866FD4C4F5}" dt="2025-11-12T23:30:26.694" v="3" actId="20577"/>
        <pc:sldMkLst>
          <pc:docMk/>
          <pc:sldMk cId="197830340" sldId="2147481920"/>
        </pc:sldMkLst>
        <pc:graphicFrameChg chg="modGraphic">
          <ac:chgData name="최이범(EEBEOM CHOI)[doublebeom]/팀장/제조DX.제조DX솔루션.롤맵기술팀" userId="50343a84-4243-4043-8b92-761bb93d09e0" providerId="ADAL" clId="{7656AF36-CAB0-4165-AE35-E1866FD4C4F5}" dt="2025-11-12T23:30:26.694" v="3" actId="20577"/>
          <ac:graphicFrameMkLst>
            <pc:docMk/>
            <pc:sldMk cId="197830340" sldId="2147481920"/>
            <ac:graphicFrameMk id="3" creationId="{3E86696F-E35A-4B06-9B46-63A4A6A986C1}"/>
          </ac:graphicFrameMkLst>
        </pc:graphicFrameChg>
      </pc:sldChg>
    </pc:docChg>
  </pc:docChgLst>
  <pc:docChgLst>
    <pc:chgData name="최성민(SEONGMIN CHOI)[choi.sm]/책임/제조DX.제조DX솔루션.셀추적기술팀" userId="07d78882-1949-43a5-b27f-5851f4ea844b" providerId="ADAL" clId="{85370255-FCF0-4272-8FB0-DA4A540CA8BB}"/>
    <pc:docChg chg="custSel modSld">
      <pc:chgData name="최성민(SEONGMIN CHOI)[choi.sm]/책임/제조DX.제조DX솔루션.셀추적기술팀" userId="07d78882-1949-43a5-b27f-5851f4ea844b" providerId="ADAL" clId="{85370255-FCF0-4272-8FB0-DA4A540CA8BB}" dt="2025-11-05T01:54:12.878" v="2544" actId="20577"/>
      <pc:docMkLst>
        <pc:docMk/>
      </pc:docMkLst>
      <pc:sldChg chg="modSp mod">
        <pc:chgData name="최성민(SEONGMIN CHOI)[choi.sm]/책임/제조DX.제조DX솔루션.셀추적기술팀" userId="07d78882-1949-43a5-b27f-5851f4ea844b" providerId="ADAL" clId="{85370255-FCF0-4272-8FB0-DA4A540CA8BB}" dt="2025-11-05T01:54:12.878" v="2544" actId="20577"/>
        <pc:sldMkLst>
          <pc:docMk/>
          <pc:sldMk cId="3247425241" sldId="2209"/>
        </pc:sldMkLst>
        <pc:spChg chg="mod">
          <ac:chgData name="최성민(SEONGMIN CHOI)[choi.sm]/책임/제조DX.제조DX솔루션.셀추적기술팀" userId="07d78882-1949-43a5-b27f-5851f4ea844b" providerId="ADAL" clId="{85370255-FCF0-4272-8FB0-DA4A540CA8BB}" dt="2025-11-05T00:29:39.867" v="1294" actId="20577"/>
          <ac:spMkLst>
            <pc:docMk/>
            <pc:sldMk cId="3247425241" sldId="2209"/>
            <ac:spMk id="13" creationId="{F31D3F01-C2A3-4167-99AE-5DFFB76739EF}"/>
          </ac:spMkLst>
        </pc:spChg>
        <pc:graphicFrameChg chg="mod modGraphic">
          <ac:chgData name="최성민(SEONGMIN CHOI)[choi.sm]/책임/제조DX.제조DX솔루션.셀추적기술팀" userId="07d78882-1949-43a5-b27f-5851f4ea844b" providerId="ADAL" clId="{85370255-FCF0-4272-8FB0-DA4A540CA8BB}" dt="2025-11-05T01:54:12.878" v="2544" actId="20577"/>
          <ac:graphicFrameMkLst>
            <pc:docMk/>
            <pc:sldMk cId="3247425241" sldId="2209"/>
            <ac:graphicFrameMk id="8" creationId="{9F08069D-5B4A-465A-8030-49E7C89804D9}"/>
          </ac:graphicFrameMkLst>
        </pc:graphicFrameChg>
        <pc:graphicFrameChg chg="mod modGraphic">
          <ac:chgData name="최성민(SEONGMIN CHOI)[choi.sm]/책임/제조DX.제조DX솔루션.셀추적기술팀" userId="07d78882-1949-43a5-b27f-5851f4ea844b" providerId="ADAL" clId="{85370255-FCF0-4272-8FB0-DA4A540CA8BB}" dt="2025-11-05T01:18:36.591" v="2526" actId="20577"/>
          <ac:graphicFrameMkLst>
            <pc:docMk/>
            <pc:sldMk cId="3247425241" sldId="2209"/>
            <ac:graphicFrameMk id="10" creationId="{3D87BC00-A29B-4E58-92C4-9B66C49D399C}"/>
          </ac:graphicFrameMkLst>
        </pc:graphicFrameChg>
      </pc:sldChg>
      <pc:sldChg chg="modSp mod">
        <pc:chgData name="최성민(SEONGMIN CHOI)[choi.sm]/책임/제조DX.제조DX솔루션.셀추적기술팀" userId="07d78882-1949-43a5-b27f-5851f4ea844b" providerId="ADAL" clId="{85370255-FCF0-4272-8FB0-DA4A540CA8BB}" dt="2025-11-05T01:14:16.545" v="2514"/>
        <pc:sldMkLst>
          <pc:docMk/>
          <pc:sldMk cId="2458212547" sldId="2147481747"/>
        </pc:sldMkLst>
        <pc:spChg chg="mod">
          <ac:chgData name="최성민(SEONGMIN CHOI)[choi.sm]/책임/제조DX.제조DX솔루션.셀추적기술팀" userId="07d78882-1949-43a5-b27f-5851f4ea844b" providerId="ADAL" clId="{85370255-FCF0-4272-8FB0-DA4A540CA8BB}" dt="2025-11-05T00:48:39.112" v="2147" actId="20577"/>
          <ac:spMkLst>
            <pc:docMk/>
            <pc:sldMk cId="2458212547" sldId="2147481747"/>
            <ac:spMk id="19" creationId="{ADF5974A-A7FA-4655-ABC5-EE48FEFF31B0}"/>
          </ac:spMkLst>
        </pc:spChg>
        <pc:spChg chg="mod">
          <ac:chgData name="최성민(SEONGMIN CHOI)[choi.sm]/책임/제조DX.제조DX솔루션.셀추적기술팀" userId="07d78882-1949-43a5-b27f-5851f4ea844b" providerId="ADAL" clId="{85370255-FCF0-4272-8FB0-DA4A540CA8BB}" dt="2025-11-05T01:14:16.545" v="2514"/>
          <ac:spMkLst>
            <pc:docMk/>
            <pc:sldMk cId="2458212547" sldId="2147481747"/>
            <ac:spMk id="21" creationId="{4C3181BD-8769-4C0D-8973-C9F2BE0DC598}"/>
          </ac:spMkLst>
        </pc:spChg>
        <pc:graphicFrameChg chg="modGraphic">
          <ac:chgData name="최성민(SEONGMIN CHOI)[choi.sm]/책임/제조DX.제조DX솔루션.셀추적기술팀" userId="07d78882-1949-43a5-b27f-5851f4ea844b" providerId="ADAL" clId="{85370255-FCF0-4272-8FB0-DA4A540CA8BB}" dt="2025-11-05T00:30:22.175" v="1295" actId="207"/>
          <ac:graphicFrameMkLst>
            <pc:docMk/>
            <pc:sldMk cId="2458212547" sldId="2147481747"/>
            <ac:graphicFrameMk id="39" creationId="{286EDF74-AECA-43E7-9D66-390717A56BAA}"/>
          </ac:graphicFrameMkLst>
        </pc:graphicFrameChg>
      </pc:sldChg>
    </pc:docChg>
  </pc:docChgLst>
  <pc:docChgLst>
    <pc:chgData name="정재호(JAEHO JUNG)[jaehojung]/책임/제조DX.제조DX솔루션.롤맵기술팀" userId="aa3d0302-b3a4-4200-bac8-b06cc4c0365e" providerId="ADAL" clId="{41ACBEBE-9B94-49BE-B6AA-CFB637F8E8CC}"/>
    <pc:docChg chg="undo redo custSel modSld">
      <pc:chgData name="정재호(JAEHO JUNG)[jaehojung]/책임/제조DX.제조DX솔루션.롤맵기술팀" userId="aa3d0302-b3a4-4200-bac8-b06cc4c0365e" providerId="ADAL" clId="{41ACBEBE-9B94-49BE-B6AA-CFB637F8E8CC}" dt="2025-12-03T05:01:25.433" v="199" actId="20577"/>
      <pc:docMkLst>
        <pc:docMk/>
      </pc:docMkLst>
      <pc:sldChg chg="modSp mod">
        <pc:chgData name="정재호(JAEHO JUNG)[jaehojung]/책임/제조DX.제조DX솔루션.롤맵기술팀" userId="aa3d0302-b3a4-4200-bac8-b06cc4c0365e" providerId="ADAL" clId="{41ACBEBE-9B94-49BE-B6AA-CFB637F8E8CC}" dt="2025-12-02T01:28:54.951" v="4" actId="20577"/>
        <pc:sldMkLst>
          <pc:docMk/>
          <pc:sldMk cId="2751367990" sldId="746"/>
        </pc:sldMkLst>
        <pc:spChg chg="mod">
          <ac:chgData name="정재호(JAEHO JUNG)[jaehojung]/책임/제조DX.제조DX솔루션.롤맵기술팀" userId="aa3d0302-b3a4-4200-bac8-b06cc4c0365e" providerId="ADAL" clId="{41ACBEBE-9B94-49BE-B6AA-CFB637F8E8CC}" dt="2025-12-02T01:28:54.951" v="4" actId="20577"/>
          <ac:spMkLst>
            <pc:docMk/>
            <pc:sldMk cId="2751367990" sldId="746"/>
            <ac:spMk id="19" creationId="{00000000-0000-0000-0000-000000000000}"/>
          </ac:spMkLst>
        </pc:sp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4:01.497" v="67" actId="207"/>
        <pc:sldMkLst>
          <pc:docMk/>
          <pc:sldMk cId="2105941167" sldId="2117"/>
        </pc:sldMkLst>
        <pc:spChg chg="mod">
          <ac:chgData name="정재호(JAEHO JUNG)[jaehojung]/책임/제조DX.제조DX솔루션.롤맵기술팀" userId="aa3d0302-b3a4-4200-bac8-b06cc4c0365e" providerId="ADAL" clId="{41ACBEBE-9B94-49BE-B6AA-CFB637F8E8CC}" dt="2025-12-02T01:33:58.982" v="66" actId="207"/>
          <ac:spMkLst>
            <pc:docMk/>
            <pc:sldMk cId="2105941167" sldId="2117"/>
            <ac:spMk id="8" creationId="{70A94D58-5027-D320-EE76-FD27E9679973}"/>
          </ac:spMkLst>
        </pc:spChg>
        <pc:spChg chg="mod">
          <ac:chgData name="정재호(JAEHO JUNG)[jaehojung]/책임/제조DX.제조DX솔루션.롤맵기술팀" userId="aa3d0302-b3a4-4200-bac8-b06cc4c0365e" providerId="ADAL" clId="{41ACBEBE-9B94-49BE-B6AA-CFB637F8E8CC}" dt="2025-12-02T01:33:49.014" v="63" actId="207"/>
          <ac:spMkLst>
            <pc:docMk/>
            <pc:sldMk cId="2105941167" sldId="2117"/>
            <ac:spMk id="13" creationId="{0FA86D35-D83A-A5E0-8085-222507C9BDD6}"/>
          </ac:spMkLst>
        </pc:spChg>
        <pc:spChg chg="mod">
          <ac:chgData name="정재호(JAEHO JUNG)[jaehojung]/책임/제조DX.제조DX솔루션.롤맵기술팀" userId="aa3d0302-b3a4-4200-bac8-b06cc4c0365e" providerId="ADAL" clId="{41ACBEBE-9B94-49BE-B6AA-CFB637F8E8CC}" dt="2025-12-02T01:34:01.497" v="67" actId="207"/>
          <ac:spMkLst>
            <pc:docMk/>
            <pc:sldMk cId="2105941167" sldId="2117"/>
            <ac:spMk id="20" creationId="{1F77AB37-8C63-5037-102F-06B39FEEF737}"/>
          </ac:spMkLst>
        </pc:spChg>
        <pc:spChg chg="mod">
          <ac:chgData name="정재호(JAEHO JUNG)[jaehojung]/책임/제조DX.제조DX솔루션.롤맵기술팀" userId="aa3d0302-b3a4-4200-bac8-b06cc4c0365e" providerId="ADAL" clId="{41ACBEBE-9B94-49BE-B6AA-CFB637F8E8CC}" dt="2025-12-02T01:33:45.076" v="62" actId="207"/>
          <ac:spMkLst>
            <pc:docMk/>
            <pc:sldMk cId="2105941167" sldId="2117"/>
            <ac:spMk id="30" creationId="{FD4D3045-34BD-117A-1D13-E43E6A69988C}"/>
          </ac:spMkLst>
        </pc:sp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3128345894" sldId="2181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3128345894" sldId="2181"/>
            <ac:graphicFrameMk id="19" creationId="{27E2D345-B6CE-4ADC-A147-DCFDEFBE886E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4:27.214" v="73" actId="207"/>
        <pc:sldMkLst>
          <pc:docMk/>
          <pc:sldMk cId="3247425241" sldId="2209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4:27.214" v="73" actId="207"/>
          <ac:graphicFrameMkLst>
            <pc:docMk/>
            <pc:sldMk cId="3247425241" sldId="2209"/>
            <ac:graphicFrameMk id="10" creationId="{3D87BC00-A29B-4E58-92C4-9B66C49D399C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5:54.204" v="93" actId="207"/>
        <pc:sldMkLst>
          <pc:docMk/>
          <pc:sldMk cId="4054304740" sldId="2213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5:54.204" v="93" actId="207"/>
          <ac:graphicFrameMkLst>
            <pc:docMk/>
            <pc:sldMk cId="4054304740" sldId="2213"/>
            <ac:graphicFrameMk id="18" creationId="{ACD91870-1828-466F-AE38-B03A708B4440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5:29.765" v="85" actId="207"/>
        <pc:sldMkLst>
          <pc:docMk/>
          <pc:sldMk cId="2197542616" sldId="2241"/>
        </pc:sldMkLst>
        <pc:spChg chg="mod">
          <ac:chgData name="정재호(JAEHO JUNG)[jaehojung]/책임/제조DX.제조DX솔루션.롤맵기술팀" userId="aa3d0302-b3a4-4200-bac8-b06cc4c0365e" providerId="ADAL" clId="{41ACBEBE-9B94-49BE-B6AA-CFB637F8E8CC}" dt="2025-12-02T01:35:21.771" v="82" actId="207"/>
          <ac:spMkLst>
            <pc:docMk/>
            <pc:sldMk cId="2197542616" sldId="2241"/>
            <ac:spMk id="24" creationId="{9E88BCD6-65AC-474C-9E19-A37722C332DC}"/>
          </ac:spMkLst>
        </pc:spChg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5:29.765" v="85" actId="207"/>
          <ac:graphicFrameMkLst>
            <pc:docMk/>
            <pc:sldMk cId="2197542616" sldId="2241"/>
            <ac:graphicFrameMk id="23" creationId="{5C18F150-F800-4366-B81F-1DDA815C713E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29:14.971" v="6" actId="207"/>
        <pc:sldMkLst>
          <pc:docMk/>
          <pc:sldMk cId="3266697761" sldId="2278"/>
        </pc:sldMkLst>
        <pc:spChg chg="mod">
          <ac:chgData name="정재호(JAEHO JUNG)[jaehojung]/책임/제조DX.제조DX솔루션.롤맵기술팀" userId="aa3d0302-b3a4-4200-bac8-b06cc4c0365e" providerId="ADAL" clId="{41ACBEBE-9B94-49BE-B6AA-CFB637F8E8CC}" dt="2025-12-02T01:29:14.971" v="6" actId="207"/>
          <ac:spMkLst>
            <pc:docMk/>
            <pc:sldMk cId="3266697761" sldId="2278"/>
            <ac:spMk id="16" creationId="{64103116-79E6-4EAD-A94F-CA5060A46E07}"/>
          </ac:spMkLst>
        </pc:spChg>
        <pc:spChg chg="mod">
          <ac:chgData name="정재호(JAEHO JUNG)[jaehojung]/책임/제조DX.제조DX솔루션.롤맵기술팀" userId="aa3d0302-b3a4-4200-bac8-b06cc4c0365e" providerId="ADAL" clId="{41ACBEBE-9B94-49BE-B6AA-CFB637F8E8CC}" dt="2025-12-02T01:29:10.782" v="5" actId="207"/>
          <ac:spMkLst>
            <pc:docMk/>
            <pc:sldMk cId="3266697761" sldId="2278"/>
            <ac:spMk id="18" creationId="{FC55D7C3-19BB-417C-88D2-249E3D408DED}"/>
          </ac:spMkLst>
        </pc:sp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5:38.124" v="88" actId="207"/>
        <pc:sldMkLst>
          <pc:docMk/>
          <pc:sldMk cId="2130555548" sldId="2147481730"/>
        </pc:sldMkLst>
        <pc:spChg chg="mod">
          <ac:chgData name="정재호(JAEHO JUNG)[jaehojung]/책임/제조DX.제조DX솔루션.롤맵기술팀" userId="aa3d0302-b3a4-4200-bac8-b06cc4c0365e" providerId="ADAL" clId="{41ACBEBE-9B94-49BE-B6AA-CFB637F8E8CC}" dt="2025-12-02T01:35:38.124" v="88" actId="207"/>
          <ac:spMkLst>
            <pc:docMk/>
            <pc:sldMk cId="2130555548" sldId="2147481730"/>
            <ac:spMk id="21" creationId="{4C3181BD-8769-4C0D-8973-C9F2BE0DC598}"/>
          </ac:spMkLst>
        </pc:spChg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2130555548" sldId="2147481730"/>
            <ac:graphicFrameMk id="13" creationId="{F757E1E4-6685-4945-A4F6-DAED56351FBF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5:49.761" v="92" actId="207"/>
        <pc:sldMkLst>
          <pc:docMk/>
          <pc:sldMk cId="2458212547" sldId="2147481747"/>
        </pc:sldMkLst>
        <pc:spChg chg="mod">
          <ac:chgData name="정재호(JAEHO JUNG)[jaehojung]/책임/제조DX.제조DX솔루션.롤맵기술팀" userId="aa3d0302-b3a4-4200-bac8-b06cc4c0365e" providerId="ADAL" clId="{41ACBEBE-9B94-49BE-B6AA-CFB637F8E8CC}" dt="2025-12-02T01:35:49.761" v="92" actId="207"/>
          <ac:spMkLst>
            <pc:docMk/>
            <pc:sldMk cId="2458212547" sldId="2147481747"/>
            <ac:spMk id="21" creationId="{4C3181BD-8769-4C0D-8973-C9F2BE0DC598}"/>
          </ac:spMkLst>
        </pc:spChg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2458212547" sldId="2147481747"/>
            <ac:graphicFrameMk id="13" creationId="{F757E1E4-6685-4945-A4F6-DAED56351FBF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823201166" sldId="2147481777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823201166" sldId="2147481777"/>
            <ac:graphicFrameMk id="18" creationId="{55131CA1-94C5-4119-9FFA-B59478564C56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1939008890" sldId="2147481782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1939008890" sldId="2147481782"/>
            <ac:graphicFrameMk id="12" creationId="{C3023DD0-7C43-4203-B5A2-FEE1D52EE026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2448533226" sldId="2147481784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2448533226" sldId="2147481784"/>
            <ac:graphicFrameMk id="12" creationId="{C3023DD0-7C43-4203-B5A2-FEE1D52EE026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8:38.500" v="123" actId="207"/>
        <pc:sldMkLst>
          <pc:docMk/>
          <pc:sldMk cId="921970639" sldId="2147481788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8:38.500" v="123" actId="207"/>
          <ac:graphicFrameMkLst>
            <pc:docMk/>
            <pc:sldMk cId="921970639" sldId="2147481788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2775106084" sldId="2147481796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2775106084" sldId="2147481796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4:20.563" v="71" actId="207"/>
        <pc:sldMkLst>
          <pc:docMk/>
          <pc:sldMk cId="360237742" sldId="2147481816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4:20.563" v="71" actId="207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317861486" sldId="2147481830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317861486" sldId="2147481830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5:43.061" v="90" actId="207"/>
        <pc:sldMkLst>
          <pc:docMk/>
          <pc:sldMk cId="2808239855" sldId="2147481841"/>
        </pc:sldMkLst>
        <pc:spChg chg="mod">
          <ac:chgData name="정재호(JAEHO JUNG)[jaehojung]/책임/제조DX.제조DX솔루션.롤맵기술팀" userId="aa3d0302-b3a4-4200-bac8-b06cc4c0365e" providerId="ADAL" clId="{41ACBEBE-9B94-49BE-B6AA-CFB637F8E8CC}" dt="2025-12-02T01:35:43.061" v="90" actId="207"/>
          <ac:spMkLst>
            <pc:docMk/>
            <pc:sldMk cId="2808239855" sldId="2147481841"/>
            <ac:spMk id="21" creationId="{4C3181BD-8769-4C0D-8973-C9F2BE0DC598}"/>
          </ac:spMkLst>
        </pc:spChg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2808239855" sldId="2147481841"/>
            <ac:graphicFrameMk id="13" creationId="{F757E1E4-6685-4945-A4F6-DAED56351FBF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5:59.352" v="94" actId="207"/>
        <pc:sldMkLst>
          <pc:docMk/>
          <pc:sldMk cId="3485727604" sldId="2147481872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5:59.352" v="94" actId="207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4:16.076" v="70" actId="207"/>
        <pc:sldMkLst>
          <pc:docMk/>
          <pc:sldMk cId="1726257096" sldId="2147481882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4:16.076" v="70" actId="20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3560242218" sldId="2147481893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3560242218" sldId="2147481893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2847513058" sldId="2147481898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2847513058" sldId="2147481898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4156727770" sldId="2147481900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4156727770" sldId="2147481900"/>
            <ac:graphicFrameMk id="128" creationId="{BBF379D4-99A2-4D31-9CB5-2BDACF36F890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4:05.301" v="68" actId="207"/>
        <pc:sldMkLst>
          <pc:docMk/>
          <pc:sldMk cId="3355826466" sldId="2147481908"/>
        </pc:sldMkLst>
        <pc:spChg chg="mod">
          <ac:chgData name="정재호(JAEHO JUNG)[jaehojung]/책임/제조DX.제조DX솔루션.롤맵기술팀" userId="aa3d0302-b3a4-4200-bac8-b06cc4c0365e" providerId="ADAL" clId="{41ACBEBE-9B94-49BE-B6AA-CFB637F8E8CC}" dt="2025-12-02T01:34:05.301" v="68" actId="207"/>
          <ac:spMkLst>
            <pc:docMk/>
            <pc:sldMk cId="3355826466" sldId="2147481908"/>
            <ac:spMk id="19" creationId="{5352E5F4-D151-4C3D-9E5F-99A1B7FDF265}"/>
          </ac:spMkLst>
        </pc:spChg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3355826466" sldId="2147481908"/>
            <ac:graphicFrameMk id="22" creationId="{87B4D5F0-BF4D-4C5D-9F6A-CB9792895DFC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4145388933" sldId="2147481913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4145388933" sldId="214748191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760095899" sldId="2147481914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760095899" sldId="2147481914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31248691" sldId="2147481916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31248691" sldId="2147481916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1894137771" sldId="2147481918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1894137771" sldId="2147481918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0:47.097" v="21" actId="207"/>
        <pc:sldMkLst>
          <pc:docMk/>
          <pc:sldMk cId="1357868518" sldId="2147481919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0:47.097" v="21" actId="207"/>
          <ac:graphicFrameMkLst>
            <pc:docMk/>
            <pc:sldMk cId="1357868518" sldId="2147481919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0:52.508" v="23" actId="207"/>
        <pc:sldMkLst>
          <pc:docMk/>
          <pc:sldMk cId="197830340" sldId="2147481920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0:52.508" v="23" actId="207"/>
          <ac:graphicFrameMkLst>
            <pc:docMk/>
            <pc:sldMk cId="197830340" sldId="2147481920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1:01.560" v="26" actId="207"/>
        <pc:sldMkLst>
          <pc:docMk/>
          <pc:sldMk cId="3590236053" sldId="2147481921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1:01.560" v="26" actId="207"/>
          <ac:graphicFrameMkLst>
            <pc:docMk/>
            <pc:sldMk cId="3590236053" sldId="2147481921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1:19.302" v="31" actId="207"/>
        <pc:sldMkLst>
          <pc:docMk/>
          <pc:sldMk cId="1825793658" sldId="2147481922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1:19.302" v="31" actId="207"/>
          <ac:graphicFrameMkLst>
            <pc:docMk/>
            <pc:sldMk cId="1825793658" sldId="2147481922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3T05:01:25.433" v="199" actId="20577"/>
        <pc:sldMkLst>
          <pc:docMk/>
          <pc:sldMk cId="170204060" sldId="2147481923"/>
        </pc:sldMkLst>
        <pc:spChg chg="mod">
          <ac:chgData name="정재호(JAEHO JUNG)[jaehojung]/책임/제조DX.제조DX솔루션.롤맵기술팀" userId="aa3d0302-b3a4-4200-bac8-b06cc4c0365e" providerId="ADAL" clId="{41ACBEBE-9B94-49BE-B6AA-CFB637F8E8CC}" dt="2025-12-03T05:00:13.413" v="152" actId="20577"/>
          <ac:spMkLst>
            <pc:docMk/>
            <pc:sldMk cId="170204060" sldId="2147481923"/>
            <ac:spMk id="18" creationId="{72943F47-EAEA-4391-A2BC-C7C33A8E8CFD}"/>
          </ac:spMkLst>
        </pc:spChg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3T05:01:25.433" v="199" actId="20577"/>
          <ac:graphicFrameMkLst>
            <pc:docMk/>
            <pc:sldMk cId="170204060" sldId="2147481923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2:21.202" v="36" actId="207"/>
        <pc:sldMkLst>
          <pc:docMk/>
          <pc:sldMk cId="1214419362" sldId="2147481924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2:21.202" v="36" actId="207"/>
          <ac:graphicFrameMkLst>
            <pc:docMk/>
            <pc:sldMk cId="1214419362" sldId="2147481924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2:26.994" v="38" actId="207"/>
        <pc:sldMkLst>
          <pc:docMk/>
          <pc:sldMk cId="662252130" sldId="2147481925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2:26.994" v="38" actId="207"/>
          <ac:graphicFrameMkLst>
            <pc:docMk/>
            <pc:sldMk cId="662252130" sldId="2147481925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2:29.873" v="39" actId="207"/>
        <pc:sldMkLst>
          <pc:docMk/>
          <pc:sldMk cId="2994820085" sldId="2147481926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2:29.873" v="39" actId="207"/>
          <ac:graphicFrameMkLst>
            <pc:docMk/>
            <pc:sldMk cId="2994820085" sldId="2147481926"/>
            <ac:graphicFrameMk id="11" creationId="{C66F9B45-D343-4DF8-ABA9-D48571FAC964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3301325517" sldId="2147481928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3301325517" sldId="2147481928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2:37.370" v="41" actId="207"/>
        <pc:sldMkLst>
          <pc:docMk/>
          <pc:sldMk cId="2750834388" sldId="2147481930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2:37.370" v="41" actId="207"/>
          <ac:graphicFrameMkLst>
            <pc:docMk/>
            <pc:sldMk cId="2750834388" sldId="2147481930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5:18.318" v="81" actId="207"/>
        <pc:sldMkLst>
          <pc:docMk/>
          <pc:sldMk cId="1439661179" sldId="2147481935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5:18.318" v="81" actId="207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2827412370" sldId="2147481939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2827412370" sldId="2147481939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2:57.457" v="46" actId="207"/>
        <pc:sldMkLst>
          <pc:docMk/>
          <pc:sldMk cId="3218446010" sldId="2147481940"/>
        </pc:sldMkLst>
        <pc:graphicFrameChg chg="modGraphic">
          <ac:chgData name="정재호(JAEHO JUNG)[jaehojung]/책임/제조DX.제조DX솔루션.롤맵기술팀" userId="aa3d0302-b3a4-4200-bac8-b06cc4c0365e" providerId="ADAL" clId="{41ACBEBE-9B94-49BE-B6AA-CFB637F8E8CC}" dt="2025-12-02T01:32:57.457" v="46" actId="207"/>
          <ac:graphicFrameMkLst>
            <pc:docMk/>
            <pc:sldMk cId="3218446010" sldId="2147481940"/>
            <ac:graphicFrameMk id="30" creationId="{FD723AF4-8C6A-45D2-91AF-E831F6E1C5CD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5:04.330" v="80" actId="207"/>
        <pc:sldMkLst>
          <pc:docMk/>
          <pc:sldMk cId="1007887036" sldId="2147481943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5:04.330" v="80" actId="207"/>
          <ac:graphicFrameMkLst>
            <pc:docMk/>
            <pc:sldMk cId="1007887036" sldId="2147481943"/>
            <ac:graphicFrameMk id="7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6:30.315" v="104" actId="207"/>
        <pc:sldMkLst>
          <pc:docMk/>
          <pc:sldMk cId="2559780372" sldId="2147481944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6:30.315" v="104" actId="207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40:16.215" v="142" actId="207"/>
        <pc:sldMkLst>
          <pc:docMk/>
          <pc:sldMk cId="3942421698" sldId="2147481945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40:16.215" v="142" actId="207"/>
          <ac:graphicFrameMkLst>
            <pc:docMk/>
            <pc:sldMk cId="3942421698" sldId="2147481945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8:51.879" v="128" actId="207"/>
        <pc:sldMkLst>
          <pc:docMk/>
          <pc:sldMk cId="1625678813" sldId="2147481949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8:51.879" v="128" actId="207"/>
          <ac:graphicFrameMkLst>
            <pc:docMk/>
            <pc:sldMk cId="1625678813" sldId="214748194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231687253" sldId="2147481951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231687253" sldId="2147481951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7:19.384" v="111" actId="207"/>
        <pc:sldMkLst>
          <pc:docMk/>
          <pc:sldMk cId="2230191528" sldId="2147481954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7:19.384" v="111" actId="207"/>
          <ac:graphicFrameMkLst>
            <pc:docMk/>
            <pc:sldMk cId="2230191528" sldId="214748195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4208823273" sldId="2147481955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4208823273" sldId="2147481955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1325916645" sldId="2147481957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1325916645" sldId="2147481957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7:56.871" v="114" actId="207"/>
        <pc:sldMkLst>
          <pc:docMk/>
          <pc:sldMk cId="216908218" sldId="2147481958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7:56.871" v="114" actId="207"/>
          <ac:graphicFrameMkLst>
            <pc:docMk/>
            <pc:sldMk cId="216908218" sldId="2147481958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309422038" sldId="2147481959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309422038" sldId="2147481959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3979644057" sldId="2147481961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3979644057" sldId="2147481961"/>
            <ac:graphicFrameMk id="7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1:24.924" v="33" actId="207"/>
        <pc:sldMkLst>
          <pc:docMk/>
          <pc:sldMk cId="3019991654" sldId="2147481963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1:24.924" v="33" actId="207"/>
          <ac:graphicFrameMkLst>
            <pc:docMk/>
            <pc:sldMk cId="3019991654" sldId="2147481963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8:05.503" v="117" actId="207"/>
        <pc:sldMkLst>
          <pc:docMk/>
          <pc:sldMk cId="1836933339" sldId="2147481967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8:05.503" v="117" actId="207"/>
          <ac:graphicFrameMkLst>
            <pc:docMk/>
            <pc:sldMk cId="1836933339" sldId="2147481967"/>
            <ac:graphicFrameMk id="2" creationId="{7AEF2CFF-477B-47DA-8339-6D17E423C984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120050373" sldId="2147481971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120050373" sldId="214748197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2437512027" sldId="2147481974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2437512027" sldId="2147481974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3944531596" sldId="2147481982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3944531596" sldId="2147481982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2039431435" sldId="2147481998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2039431435" sldId="2147481998"/>
            <ac:graphicFrameMk id="19" creationId="{6372799A-6D2F-CAB9-A28D-9AE207E27A5D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40:28.109" v="144" actId="207"/>
        <pc:sldMkLst>
          <pc:docMk/>
          <pc:sldMk cId="1581856275" sldId="2147482000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40:28.109" v="144" actId="207"/>
          <ac:graphicFrameMkLst>
            <pc:docMk/>
            <pc:sldMk cId="1581856275" sldId="2147482000"/>
            <ac:graphicFrameMk id="19" creationId="{4485889C-7C23-1E44-3F44-63DAC7688EA0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918579543" sldId="2147482001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918579543" sldId="2147482001"/>
            <ac:graphicFrameMk id="19" creationId="{74A97E53-4B3E-7B1D-6455-30F66AF12773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40:42.938" v="147" actId="207"/>
        <pc:sldMkLst>
          <pc:docMk/>
          <pc:sldMk cId="312166392" sldId="2147482002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40:42.938" v="147" actId="207"/>
          <ac:graphicFrameMkLst>
            <pc:docMk/>
            <pc:sldMk cId="312166392" sldId="2147482002"/>
            <ac:graphicFrameMk id="19" creationId="{54728183-150A-36AF-E666-2145F7FF2814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523953427" sldId="2147482003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523953427" sldId="2147482003"/>
            <ac:graphicFrameMk id="19" creationId="{19848739-F2DD-2D37-126B-F820F44BF33F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3544279689" sldId="2147482010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3544279689" sldId="214748201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2187038781" sldId="2147482019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2187038781" sldId="2147482019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5:32.796" v="86" actId="207"/>
        <pc:sldMkLst>
          <pc:docMk/>
          <pc:sldMk cId="1840780179" sldId="2147482020"/>
        </pc:sldMkLst>
        <pc:spChg chg="mod">
          <ac:chgData name="정재호(JAEHO JUNG)[jaehojung]/책임/제조DX.제조DX솔루션.롤맵기술팀" userId="aa3d0302-b3a4-4200-bac8-b06cc4c0365e" providerId="ADAL" clId="{41ACBEBE-9B94-49BE-B6AA-CFB637F8E8CC}" dt="2025-12-02T01:35:32.796" v="86" actId="207"/>
          <ac:spMkLst>
            <pc:docMk/>
            <pc:sldMk cId="1840780179" sldId="2147482020"/>
            <ac:spMk id="24" creationId="{9E88BCD6-65AC-474C-9E19-A37722C332DC}"/>
          </ac:spMkLst>
        </pc:spChg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1840780179" sldId="2147482020"/>
            <ac:graphicFrameMk id="23" creationId="{5C18F150-F800-4366-B81F-1DDA815C713E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3413456565" sldId="2147482030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3413456565" sldId="2147482030"/>
            <ac:graphicFrameMk id="7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6:20.715" v="102" actId="207"/>
        <pc:sldMkLst>
          <pc:docMk/>
          <pc:sldMk cId="863012316" sldId="2147482046"/>
        </pc:sldMkLst>
        <pc:graphicFrameChg chg="modGraphic">
          <ac:chgData name="정재호(JAEHO JUNG)[jaehojung]/책임/제조DX.제조DX솔루션.롤맵기술팀" userId="aa3d0302-b3a4-4200-bac8-b06cc4c0365e" providerId="ADAL" clId="{41ACBEBE-9B94-49BE-B6AA-CFB637F8E8CC}" dt="2025-12-02T01:36:20.715" v="102" actId="207"/>
          <ac:graphicFrameMkLst>
            <pc:docMk/>
            <pc:sldMk cId="863012316" sldId="2147482046"/>
            <ac:graphicFrameMk id="7" creationId="{3E86696F-E35A-4B06-9B46-63A4A6A986C1}"/>
          </ac:graphicFrameMkLst>
        </pc:graphicFrameChg>
        <pc:graphicFrameChg chg="modGraphic">
          <ac:chgData name="정재호(JAEHO JUNG)[jaehojung]/책임/제조DX.제조DX솔루션.롤맵기술팀" userId="aa3d0302-b3a4-4200-bac8-b06cc4c0365e" providerId="ADAL" clId="{41ACBEBE-9B94-49BE-B6AA-CFB637F8E8CC}" dt="2025-12-02T01:36:19.377" v="100" actId="207"/>
          <ac:graphicFrameMkLst>
            <pc:docMk/>
            <pc:sldMk cId="863012316" sldId="2147482046"/>
            <ac:graphicFrameMk id="60" creationId="{499311D7-9307-4912-8265-D228438D7B30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6:51.499" v="105" actId="207"/>
        <pc:sldMkLst>
          <pc:docMk/>
          <pc:sldMk cId="3422623579" sldId="2147482052"/>
        </pc:sldMkLst>
        <pc:spChg chg="mod">
          <ac:chgData name="정재호(JAEHO JUNG)[jaehojung]/책임/제조DX.제조DX솔루션.롤맵기술팀" userId="aa3d0302-b3a4-4200-bac8-b06cc4c0365e" providerId="ADAL" clId="{41ACBEBE-9B94-49BE-B6AA-CFB637F8E8CC}" dt="2025-12-02T01:36:51.499" v="105" actId="207"/>
          <ac:spMkLst>
            <pc:docMk/>
            <pc:sldMk cId="3422623579" sldId="2147482052"/>
            <ac:spMk id="5" creationId="{6BC9B294-291A-D23F-C381-45EA6FDC28AB}"/>
          </ac:spMkLst>
        </pc:sp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40:12.504" v="141" actId="207"/>
        <pc:sldMkLst>
          <pc:docMk/>
          <pc:sldMk cId="2384569951" sldId="2147482053"/>
        </pc:sldMkLst>
        <pc:graphicFrameChg chg="modGraphic">
          <ac:chgData name="정재호(JAEHO JUNG)[jaehojung]/책임/제조DX.제조DX솔루션.롤맵기술팀" userId="aa3d0302-b3a4-4200-bac8-b06cc4c0365e" providerId="ADAL" clId="{41ACBEBE-9B94-49BE-B6AA-CFB637F8E8CC}" dt="2025-12-02T01:40:12.504" v="141" actId="207"/>
          <ac:graphicFrameMkLst>
            <pc:docMk/>
            <pc:sldMk cId="2384569951" sldId="2147482053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6:57.977" v="106" actId="207"/>
        <pc:sldMkLst>
          <pc:docMk/>
          <pc:sldMk cId="3572448725" sldId="2147482058"/>
        </pc:sldMkLst>
        <pc:spChg chg="mod">
          <ac:chgData name="정재호(JAEHO JUNG)[jaehojung]/책임/제조DX.제조DX솔루션.롤맵기술팀" userId="aa3d0302-b3a4-4200-bac8-b06cc4c0365e" providerId="ADAL" clId="{41ACBEBE-9B94-49BE-B6AA-CFB637F8E8CC}" dt="2025-12-02T01:36:57.977" v="106" actId="207"/>
          <ac:spMkLst>
            <pc:docMk/>
            <pc:sldMk cId="3572448725" sldId="2147482058"/>
            <ac:spMk id="20" creationId="{BB178E88-B809-4A0C-AEDB-08EDDEFC3101}"/>
          </ac:spMkLst>
        </pc:sp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0:40.794" v="19" actId="207"/>
        <pc:sldMkLst>
          <pc:docMk/>
          <pc:sldMk cId="2781412765" sldId="2147482059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0:40.794" v="19" actId="207"/>
          <ac:graphicFrameMkLst>
            <pc:docMk/>
            <pc:sldMk cId="2781412765" sldId="2147482059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8:55.141" v="129" actId="207"/>
        <pc:sldMkLst>
          <pc:docMk/>
          <pc:sldMk cId="122266075" sldId="2147482060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8:55.141" v="129" actId="207"/>
          <ac:graphicFrameMkLst>
            <pc:docMk/>
            <pc:sldMk cId="122266075" sldId="214748206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1403505765" sldId="2147482062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1403505765" sldId="2147482062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3206166957" sldId="2147482063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3206166957" sldId="214748206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525295630" sldId="2147482064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525295630" sldId="2147482064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9:08.739" v="131" actId="207"/>
        <pc:sldMkLst>
          <pc:docMk/>
          <pc:sldMk cId="710661984" sldId="2147482065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9:08.739" v="131" actId="207"/>
          <ac:graphicFrameMkLst>
            <pc:docMk/>
            <pc:sldMk cId="710661984" sldId="2147482065"/>
            <ac:graphicFrameMk id="27" creationId="{C0FBC9B7-527F-49F4-9D3C-676F45B49387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2510186531" sldId="2147482066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2510186531" sldId="214748206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906537507" sldId="2147482067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906537507" sldId="2147482067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1:14.462" v="30" actId="207"/>
        <pc:sldMkLst>
          <pc:docMk/>
          <pc:sldMk cId="3052076470" sldId="2147482071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1:14.462" v="30" actId="207"/>
          <ac:graphicFrameMkLst>
            <pc:docMk/>
            <pc:sldMk cId="3052076470" sldId="2147482071"/>
            <ac:graphicFrameMk id="11" creationId="{C66F9B45-D343-4DF8-ABA9-D48571FAC964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2065805413" sldId="2147482074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2065805413" sldId="214748207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3379836515" sldId="2147482076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3379836515" sldId="2147482076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681262127" sldId="2147482091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681262127" sldId="2147482091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2:50.125" v="44" actId="207"/>
        <pc:sldMkLst>
          <pc:docMk/>
          <pc:sldMk cId="645500483" sldId="2147482092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2:50.125" v="44" actId="207"/>
          <ac:graphicFrameMkLst>
            <pc:docMk/>
            <pc:sldMk cId="645500483" sldId="2147482092"/>
            <ac:graphicFrameMk id="2" creationId="{AA655E7B-33D1-41F9-B470-4F20832661EB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2:42.120" v="42" actId="207"/>
        <pc:sldMkLst>
          <pc:docMk/>
          <pc:sldMk cId="1623035640" sldId="2147482093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2:42.120" v="42" actId="207"/>
          <ac:graphicFrameMkLst>
            <pc:docMk/>
            <pc:sldMk cId="1623035640" sldId="2147482093"/>
            <ac:graphicFrameMk id="3" creationId="{688BD945-555D-E069-F619-02973A6A481F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2:53.865" v="45" actId="207"/>
        <pc:sldMkLst>
          <pc:docMk/>
          <pc:sldMk cId="1480914234" sldId="2147482094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2:53.865" v="45" actId="207"/>
          <ac:graphicFrameMkLst>
            <pc:docMk/>
            <pc:sldMk cId="1480914234" sldId="2147482094"/>
            <ac:graphicFrameMk id="2" creationId="{BF944F8E-1F62-4F7E-B1C6-632F29AA10BD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1:32.596" v="35" actId="207"/>
        <pc:sldMkLst>
          <pc:docMk/>
          <pc:sldMk cId="2069960929" sldId="2147482097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1:32.596" v="35" actId="207"/>
          <ac:graphicFrameMkLst>
            <pc:docMk/>
            <pc:sldMk cId="2069960929" sldId="2147482097"/>
            <ac:graphicFrameMk id="2" creationId="{534EE123-7406-4F16-AB1D-7380FC4446F3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1:07.805" v="29" actId="207"/>
        <pc:sldMkLst>
          <pc:docMk/>
          <pc:sldMk cId="1159326832" sldId="2147482102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1:07.805" v="29" actId="207"/>
          <ac:graphicFrameMkLst>
            <pc:docMk/>
            <pc:sldMk cId="1159326832" sldId="2147482102"/>
            <ac:graphicFrameMk id="3" creationId="{FD6B18E8-DEC2-01A8-175D-70F1A4B3682F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4004658893" sldId="2147482110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4004658893" sldId="214748211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1578263784" sldId="2147482114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1578263784" sldId="214748211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1843005666" sldId="2147482119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1843005666" sldId="2147482119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7:11.540" v="109" actId="207"/>
        <pc:sldMkLst>
          <pc:docMk/>
          <pc:sldMk cId="1631578392" sldId="2147482120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7:11.540" v="109" actId="207"/>
          <ac:graphicFrameMkLst>
            <pc:docMk/>
            <pc:sldMk cId="1631578392" sldId="214748212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3164116880" sldId="2147482121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3164116880" sldId="2147482121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7:15.765" v="110" actId="207"/>
        <pc:sldMkLst>
          <pc:docMk/>
          <pc:sldMk cId="199823846" sldId="2147482123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7:15.765" v="110" actId="207"/>
          <ac:graphicFrameMkLst>
            <pc:docMk/>
            <pc:sldMk cId="199823846" sldId="214748212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1017769001" sldId="2147482124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1017769001" sldId="2147482124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9:50.849" v="137" actId="207"/>
        <pc:sldMkLst>
          <pc:docMk/>
          <pc:sldMk cId="2878646389" sldId="2147482127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9:50.849" v="137" actId="207"/>
          <ac:graphicFrameMkLst>
            <pc:docMk/>
            <pc:sldMk cId="2878646389" sldId="2147482127"/>
            <ac:graphicFrameMk id="24" creationId="{CB1E1DE9-356B-4185-A911-636EBB59988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9:59.516" v="139" actId="207"/>
        <pc:sldMkLst>
          <pc:docMk/>
          <pc:sldMk cId="3645708370" sldId="2147482131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9:59.516" v="139" actId="207"/>
          <ac:graphicFrameMkLst>
            <pc:docMk/>
            <pc:sldMk cId="3645708370" sldId="214748213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2637692209" sldId="2147482139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2637692209" sldId="2147482139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2:46.631" v="43" actId="207"/>
        <pc:sldMkLst>
          <pc:docMk/>
          <pc:sldMk cId="24529797" sldId="2147482142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2:46.631" v="43" actId="207"/>
          <ac:graphicFrameMkLst>
            <pc:docMk/>
            <pc:sldMk cId="24529797" sldId="2147482142"/>
            <ac:graphicFrameMk id="3" creationId="{688BD945-555D-E069-F619-02973A6A481F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8:48.821" v="127" actId="207"/>
        <pc:sldMkLst>
          <pc:docMk/>
          <pc:sldMk cId="622379998" sldId="2147482147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8:48.821" v="127" actId="207"/>
          <ac:graphicFrameMkLst>
            <pc:docMk/>
            <pc:sldMk cId="622379998" sldId="2147482147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3:04.074" v="48" actId="207"/>
        <pc:sldMkLst>
          <pc:docMk/>
          <pc:sldMk cId="1357361098" sldId="2147482154"/>
        </pc:sldMkLst>
        <pc:graphicFrameChg chg="modGraphic">
          <ac:chgData name="정재호(JAEHO JUNG)[jaehojung]/책임/제조DX.제조DX솔루션.롤맵기술팀" userId="aa3d0302-b3a4-4200-bac8-b06cc4c0365e" providerId="ADAL" clId="{41ACBEBE-9B94-49BE-B6AA-CFB637F8E8CC}" dt="2025-12-02T01:33:04.074" v="48" actId="207"/>
          <ac:graphicFrameMkLst>
            <pc:docMk/>
            <pc:sldMk cId="1357361098" sldId="2147482154"/>
            <ac:graphicFrameMk id="22" creationId="{800175D4-D7D2-4E39-BE37-BF38446744A7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3:10.085" v="50" actId="207"/>
        <pc:sldMkLst>
          <pc:docMk/>
          <pc:sldMk cId="2756542074" sldId="2147482155"/>
        </pc:sldMkLst>
        <pc:graphicFrameChg chg="modGraphic">
          <ac:chgData name="정재호(JAEHO JUNG)[jaehojung]/책임/제조DX.제조DX솔루션.롤맵기술팀" userId="aa3d0302-b3a4-4200-bac8-b06cc4c0365e" providerId="ADAL" clId="{41ACBEBE-9B94-49BE-B6AA-CFB637F8E8CC}" dt="2025-12-02T01:33:10.085" v="50" actId="207"/>
          <ac:graphicFrameMkLst>
            <pc:docMk/>
            <pc:sldMk cId="2756542074" sldId="2147482155"/>
            <ac:graphicFrameMk id="30" creationId="{FD723AF4-8C6A-45D2-91AF-E831F6E1C5CD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3:14.855" v="51" actId="207"/>
        <pc:sldMkLst>
          <pc:docMk/>
          <pc:sldMk cId="1685760430" sldId="2147482156"/>
        </pc:sldMkLst>
        <pc:graphicFrameChg chg="modGraphic">
          <ac:chgData name="정재호(JAEHO JUNG)[jaehojung]/책임/제조DX.제조DX솔루션.롤맵기술팀" userId="aa3d0302-b3a4-4200-bac8-b06cc4c0365e" providerId="ADAL" clId="{41ACBEBE-9B94-49BE-B6AA-CFB637F8E8CC}" dt="2025-12-02T01:33:14.855" v="51" actId="207"/>
          <ac:graphicFrameMkLst>
            <pc:docMk/>
            <pc:sldMk cId="1685760430" sldId="2147482156"/>
            <ac:graphicFrameMk id="30" creationId="{FD723AF4-8C6A-45D2-91AF-E831F6E1C5CD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3:20.346" v="53" actId="207"/>
        <pc:sldMkLst>
          <pc:docMk/>
          <pc:sldMk cId="1270712381" sldId="2147482157"/>
        </pc:sldMkLst>
        <pc:graphicFrameChg chg="modGraphic">
          <ac:chgData name="정재호(JAEHO JUNG)[jaehojung]/책임/제조DX.제조DX솔루션.롤맵기술팀" userId="aa3d0302-b3a4-4200-bac8-b06cc4c0365e" providerId="ADAL" clId="{41ACBEBE-9B94-49BE-B6AA-CFB637F8E8CC}" dt="2025-12-02T01:33:20.346" v="53" actId="207"/>
          <ac:graphicFrameMkLst>
            <pc:docMk/>
            <pc:sldMk cId="1270712381" sldId="2147482157"/>
            <ac:graphicFrameMk id="30" creationId="{FD723AF4-8C6A-45D2-91AF-E831F6E1C5CD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3:22.883" v="54" actId="207"/>
        <pc:sldMkLst>
          <pc:docMk/>
          <pc:sldMk cId="3468524003" sldId="2147482158"/>
        </pc:sldMkLst>
        <pc:graphicFrameChg chg="modGraphic">
          <ac:chgData name="정재호(JAEHO JUNG)[jaehojung]/책임/제조DX.제조DX솔루션.롤맵기술팀" userId="aa3d0302-b3a4-4200-bac8-b06cc4c0365e" providerId="ADAL" clId="{41ACBEBE-9B94-49BE-B6AA-CFB637F8E8CC}" dt="2025-12-02T01:33:22.883" v="54" actId="207"/>
          <ac:graphicFrameMkLst>
            <pc:docMk/>
            <pc:sldMk cId="3468524003" sldId="2147482158"/>
            <ac:graphicFrameMk id="30" creationId="{FD723AF4-8C6A-45D2-91AF-E831F6E1C5CD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3:28.726" v="57" actId="207"/>
        <pc:sldMkLst>
          <pc:docMk/>
          <pc:sldMk cId="3982393149" sldId="2147482159"/>
        </pc:sldMkLst>
        <pc:graphicFrameChg chg="modGraphic">
          <ac:chgData name="정재호(JAEHO JUNG)[jaehojung]/책임/제조DX.제조DX솔루션.롤맵기술팀" userId="aa3d0302-b3a4-4200-bac8-b06cc4c0365e" providerId="ADAL" clId="{41ACBEBE-9B94-49BE-B6AA-CFB637F8E8CC}" dt="2025-12-02T01:33:28.726" v="57" actId="207"/>
          <ac:graphicFrameMkLst>
            <pc:docMk/>
            <pc:sldMk cId="3982393149" sldId="2147482159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2212638310" sldId="2147482164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2212638310" sldId="214748216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1009432166" sldId="2147482165"/>
        </pc:sldMkLst>
        <pc:graphicFrameChg chg="mod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1009432166" sldId="2147482165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0:30.825" v="16"/>
        <pc:sldMkLst>
          <pc:docMk/>
          <pc:sldMk cId="2657352785" sldId="2147482166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0:30.825" v="16"/>
          <ac:graphicFrameMkLst>
            <pc:docMk/>
            <pc:sldMk cId="2657352785" sldId="2147482166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9:43.932" v="136" actId="207"/>
        <pc:sldMkLst>
          <pc:docMk/>
          <pc:sldMk cId="316395411" sldId="2147482169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9:43.932" v="136" actId="207"/>
          <ac:graphicFrameMkLst>
            <pc:docMk/>
            <pc:sldMk cId="316395411" sldId="2147482169"/>
            <ac:graphicFrameMk id="19" creationId="{4485889C-7C23-1E44-3F44-63DAC7688EA0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8:32.956" v="122" actId="207"/>
        <pc:sldMkLst>
          <pc:docMk/>
          <pc:sldMk cId="1233649719" sldId="2147482170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8:32.956" v="122" actId="207"/>
          <ac:graphicFrameMkLst>
            <pc:docMk/>
            <pc:sldMk cId="1233649719" sldId="2147482170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7:28.880" v="113" actId="207"/>
        <pc:sldMkLst>
          <pc:docMk/>
          <pc:sldMk cId="2449185649" sldId="2147482171"/>
        </pc:sldMkLst>
        <pc:spChg chg="mod">
          <ac:chgData name="정재호(JAEHO JUNG)[jaehojung]/책임/제조DX.제조DX솔루션.롤맵기술팀" userId="aa3d0302-b3a4-4200-bac8-b06cc4c0365e" providerId="ADAL" clId="{41ACBEBE-9B94-49BE-B6AA-CFB637F8E8CC}" dt="2025-12-02T01:37:28.880" v="113" actId="207"/>
          <ac:spMkLst>
            <pc:docMk/>
            <pc:sldMk cId="2449185649" sldId="2147482171"/>
            <ac:spMk id="46" creationId="{FC3B12BE-4589-4397-8B71-019FF34AA35E}"/>
          </ac:spMkLst>
        </pc:spChg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7:23.813" v="112" actId="207"/>
          <ac:graphicFrameMkLst>
            <pc:docMk/>
            <pc:sldMk cId="2449185649" sldId="2147482171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4:50.753" v="78" actId="207"/>
        <pc:sldMkLst>
          <pc:docMk/>
          <pc:sldMk cId="3076224187" sldId="2147482174"/>
        </pc:sldMkLst>
        <pc:graphicFrameChg chg="modGraphic">
          <ac:chgData name="정재호(JAEHO JUNG)[jaehojung]/책임/제조DX.제조DX솔루션.롤맵기술팀" userId="aa3d0302-b3a4-4200-bac8-b06cc4c0365e" providerId="ADAL" clId="{41ACBEBE-9B94-49BE-B6AA-CFB637F8E8CC}" dt="2025-12-02T01:34:50.753" v="78" actId="207"/>
          <ac:graphicFrameMkLst>
            <pc:docMk/>
            <pc:sldMk cId="3076224187" sldId="2147482174"/>
            <ac:graphicFrameMk id="39" creationId="{36D09815-1974-4BCF-A55B-BBF74D36A8E4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5:35.586" v="87" actId="207"/>
        <pc:sldMkLst>
          <pc:docMk/>
          <pc:sldMk cId="1818380487" sldId="2147482175"/>
        </pc:sldMkLst>
        <pc:spChg chg="mod">
          <ac:chgData name="정재호(JAEHO JUNG)[jaehojung]/책임/제조DX.제조DX솔루션.롤맵기술팀" userId="aa3d0302-b3a4-4200-bac8-b06cc4c0365e" providerId="ADAL" clId="{41ACBEBE-9B94-49BE-B6AA-CFB637F8E8CC}" dt="2025-12-02T01:35:35.586" v="87" actId="207"/>
          <ac:spMkLst>
            <pc:docMk/>
            <pc:sldMk cId="1818380487" sldId="2147482175"/>
            <ac:spMk id="28" creationId="{9DCBE425-F1D5-4BFC-B873-4EE260231385}"/>
          </ac:spMkLst>
        </pc:sp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40:05.601" v="140" actId="207"/>
        <pc:sldMkLst>
          <pc:docMk/>
          <pc:sldMk cId="4090368207" sldId="2147482176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40:05.601" v="140" actId="207"/>
          <ac:graphicFrameMkLst>
            <pc:docMk/>
            <pc:sldMk cId="4090368207" sldId="2147482176"/>
            <ac:graphicFrameMk id="24" creationId="{CB1E1DE9-356B-4185-A911-636EBB59988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41ACBEBE-9B94-49BE-B6AA-CFB637F8E8CC}" dt="2025-12-02T01:39:23.402" v="135" actId="207"/>
        <pc:sldMkLst>
          <pc:docMk/>
          <pc:sldMk cId="3397328042" sldId="2147482177"/>
        </pc:sldMkLst>
        <pc:graphicFrameChg chg="mod modGraphic">
          <ac:chgData name="정재호(JAEHO JUNG)[jaehojung]/책임/제조DX.제조DX솔루션.롤맵기술팀" userId="aa3d0302-b3a4-4200-bac8-b06cc4c0365e" providerId="ADAL" clId="{41ACBEBE-9B94-49BE-B6AA-CFB637F8E8CC}" dt="2025-12-02T01:39:23.402" v="135" actId="207"/>
          <ac:graphicFrameMkLst>
            <pc:docMk/>
            <pc:sldMk cId="3397328042" sldId="2147482177"/>
            <ac:graphicFrameMk id="19" creationId="{3E86696F-E35A-4B06-9B46-63A4A6A986C1}"/>
          </ac:graphicFrameMkLst>
        </pc:graphicFrameChg>
      </pc:sldChg>
    </pc:docChg>
  </pc:docChgLst>
  <pc:docChgLst>
    <pc:chgData name="박영헌(YEONGHEON PARK)[heny611]/선임/제조DX.제조DX솔루션.셀추적기술팀" userId="7ee3e3b4-d5a5-4456-8b15-18422cf3fd5b" providerId="ADAL" clId="{40C3FB1D-E5D9-4A53-8779-3D719AC1A88D}"/>
    <pc:docChg chg="modSld">
      <pc:chgData name="박영헌(YEONGHEON PARK)[heny611]/선임/제조DX.제조DX솔루션.셀추적기술팀" userId="7ee3e3b4-d5a5-4456-8b15-18422cf3fd5b" providerId="ADAL" clId="{40C3FB1D-E5D9-4A53-8779-3D719AC1A88D}" dt="2025-10-22T08:13:37.058" v="42" actId="20577"/>
      <pc:docMkLst>
        <pc:docMk/>
      </pc:docMkLst>
    </pc:docChg>
  </pc:docChgLst>
  <pc:docChgLst>
    <pc:chgData name="박영헌(YEONGHEON PARK)[heny611]/선임/제조DX.제조DX솔루션.셀추적기술팀" userId="7ee3e3b4-d5a5-4456-8b15-18422cf3fd5b" providerId="ADAL" clId="{19741A6B-2B88-4B8E-A900-AF3E5C93259F}"/>
    <pc:docChg chg="delSld modSld modSection">
      <pc:chgData name="박영헌(YEONGHEON PARK)[heny611]/선임/제조DX.제조DX솔루션.셀추적기술팀" userId="7ee3e3b4-d5a5-4456-8b15-18422cf3fd5b" providerId="ADAL" clId="{19741A6B-2B88-4B8E-A900-AF3E5C93259F}" dt="2025-12-16T02:31:26.555" v="46" actId="1036"/>
      <pc:docMkLst>
        <pc:docMk/>
      </pc:docMkLst>
      <pc:sldChg chg="del">
        <pc:chgData name="박영헌(YEONGHEON PARK)[heny611]/선임/제조DX.제조DX솔루션.셀추적기술팀" userId="7ee3e3b4-d5a5-4456-8b15-18422cf3fd5b" providerId="ADAL" clId="{19741A6B-2B88-4B8E-A900-AF3E5C93259F}" dt="2025-12-16T02:30:06.914" v="27" actId="47"/>
        <pc:sldMkLst>
          <pc:docMk/>
          <pc:sldMk cId="116437091" sldId="2147482180"/>
        </pc:sldMkLst>
      </pc:sldChg>
      <pc:sldChg chg="addSp modSp mod">
        <pc:chgData name="박영헌(YEONGHEON PARK)[heny611]/선임/제조DX.제조DX솔루션.셀추적기술팀" userId="7ee3e3b4-d5a5-4456-8b15-18422cf3fd5b" providerId="ADAL" clId="{19741A6B-2B88-4B8E-A900-AF3E5C93259F}" dt="2025-12-16T02:29:40.715" v="26" actId="1076"/>
        <pc:sldMkLst>
          <pc:docMk/>
          <pc:sldMk cId="1018146487" sldId="2147482182"/>
        </pc:sldMkLst>
        <pc:spChg chg="mod">
          <ac:chgData name="박영헌(YEONGHEON PARK)[heny611]/선임/제조DX.제조DX솔루션.셀추적기술팀" userId="7ee3e3b4-d5a5-4456-8b15-18422cf3fd5b" providerId="ADAL" clId="{19741A6B-2B88-4B8E-A900-AF3E5C93259F}" dt="2025-12-16T02:29:13.228" v="15" actId="1036"/>
          <ac:spMkLst>
            <pc:docMk/>
            <pc:sldMk cId="1018146487" sldId="2147482182"/>
            <ac:spMk id="2" creationId="{1649140D-235D-25B8-3009-AF8B7ACFE853}"/>
          </ac:spMkLst>
        </pc:spChg>
        <pc:spChg chg="add mod">
          <ac:chgData name="박영헌(YEONGHEON PARK)[heny611]/선임/제조DX.제조DX솔루션.셀추적기술팀" userId="7ee3e3b4-d5a5-4456-8b15-18422cf3fd5b" providerId="ADAL" clId="{19741A6B-2B88-4B8E-A900-AF3E5C93259F}" dt="2025-12-16T02:29:40.715" v="26" actId="1076"/>
          <ac:spMkLst>
            <pc:docMk/>
            <pc:sldMk cId="1018146487" sldId="2147482182"/>
            <ac:spMk id="4" creationId="{6042BFB2-6233-B76D-13EA-2BEAF15FF361}"/>
          </ac:spMkLst>
        </pc:spChg>
        <pc:spChg chg="mod">
          <ac:chgData name="박영헌(YEONGHEON PARK)[heny611]/선임/제조DX.제조DX솔루션.셀추적기술팀" userId="7ee3e3b4-d5a5-4456-8b15-18422cf3fd5b" providerId="ADAL" clId="{19741A6B-2B88-4B8E-A900-AF3E5C93259F}" dt="2025-12-16T02:29:25.972" v="24" actId="1035"/>
          <ac:spMkLst>
            <pc:docMk/>
            <pc:sldMk cId="1018146487" sldId="2147482182"/>
            <ac:spMk id="8" creationId="{6DC77A34-68C3-02EE-7496-23497E220A50}"/>
          </ac:spMkLst>
        </pc:spChg>
        <pc:spChg chg="mod">
          <ac:chgData name="박영헌(YEONGHEON PARK)[heny611]/선임/제조DX.제조DX솔루션.셀추적기술팀" userId="7ee3e3b4-d5a5-4456-8b15-18422cf3fd5b" providerId="ADAL" clId="{19741A6B-2B88-4B8E-A900-AF3E5C93259F}" dt="2025-12-16T02:28:59.633" v="6" actId="6549"/>
          <ac:spMkLst>
            <pc:docMk/>
            <pc:sldMk cId="1018146487" sldId="2147482182"/>
            <ac:spMk id="9" creationId="{B0E5E94E-3A91-B278-232A-6ED6ABD3893A}"/>
          </ac:spMkLst>
        </pc:spChg>
      </pc:sldChg>
      <pc:sldChg chg="del">
        <pc:chgData name="박영헌(YEONGHEON PARK)[heny611]/선임/제조DX.제조DX솔루션.셀추적기술팀" userId="7ee3e3b4-d5a5-4456-8b15-18422cf3fd5b" providerId="ADAL" clId="{19741A6B-2B88-4B8E-A900-AF3E5C93259F}" dt="2025-12-16T02:30:37.888" v="41" actId="47"/>
        <pc:sldMkLst>
          <pc:docMk/>
          <pc:sldMk cId="1637776987" sldId="2147482184"/>
        </pc:sldMkLst>
      </pc:sldChg>
      <pc:sldChg chg="del">
        <pc:chgData name="박영헌(YEONGHEON PARK)[heny611]/선임/제조DX.제조DX솔루션.셀추적기술팀" userId="7ee3e3b4-d5a5-4456-8b15-18422cf3fd5b" providerId="ADAL" clId="{19741A6B-2B88-4B8E-A900-AF3E5C93259F}" dt="2025-12-16T02:30:52.462" v="42" actId="47"/>
        <pc:sldMkLst>
          <pc:docMk/>
          <pc:sldMk cId="289896215" sldId="2147482185"/>
        </pc:sldMkLst>
      </pc:sldChg>
      <pc:sldChg chg="modSp mod">
        <pc:chgData name="박영헌(YEONGHEON PARK)[heny611]/선임/제조DX.제조DX솔루션.셀추적기술팀" userId="7ee3e3b4-d5a5-4456-8b15-18422cf3fd5b" providerId="ADAL" clId="{19741A6B-2B88-4B8E-A900-AF3E5C93259F}" dt="2025-12-16T02:30:18.936" v="40" actId="20577"/>
        <pc:sldMkLst>
          <pc:docMk/>
          <pc:sldMk cId="765530318" sldId="2147482186"/>
        </pc:sldMkLst>
        <pc:graphicFrameChg chg="mod modGraphic">
          <ac:chgData name="박영헌(YEONGHEON PARK)[heny611]/선임/제조DX.제조DX솔루션.셀추적기술팀" userId="7ee3e3b4-d5a5-4456-8b15-18422cf3fd5b" providerId="ADAL" clId="{19741A6B-2B88-4B8E-A900-AF3E5C93259F}" dt="2025-12-16T02:30:18.936" v="40" actId="20577"/>
          <ac:graphicFrameMkLst>
            <pc:docMk/>
            <pc:sldMk cId="765530318" sldId="2147482186"/>
            <ac:graphicFrameMk id="39" creationId="{36D09815-1974-4BCF-A55B-BBF74D36A8E4}"/>
          </ac:graphicFrameMkLst>
        </pc:graphicFrameChg>
      </pc:sldChg>
      <pc:sldChg chg="modSp mod">
        <pc:chgData name="박영헌(YEONGHEON PARK)[heny611]/선임/제조DX.제조DX솔루션.셀추적기술팀" userId="7ee3e3b4-d5a5-4456-8b15-18422cf3fd5b" providerId="ADAL" clId="{19741A6B-2B88-4B8E-A900-AF3E5C93259F}" dt="2025-12-16T02:31:26.555" v="46" actId="1036"/>
        <pc:sldMkLst>
          <pc:docMk/>
          <pc:sldMk cId="1969703136" sldId="2147482188"/>
        </pc:sldMkLst>
        <pc:spChg chg="mod">
          <ac:chgData name="박영헌(YEONGHEON PARK)[heny611]/선임/제조DX.제조DX솔루션.셀추적기술팀" userId="7ee3e3b4-d5a5-4456-8b15-18422cf3fd5b" providerId="ADAL" clId="{19741A6B-2B88-4B8E-A900-AF3E5C93259F}" dt="2025-12-16T02:31:26.555" v="46" actId="1036"/>
          <ac:spMkLst>
            <pc:docMk/>
            <pc:sldMk cId="1969703136" sldId="2147482188"/>
            <ac:spMk id="245" creationId="{9B518572-CD10-3D5C-45E7-2AEA351528AE}"/>
          </ac:spMkLst>
        </pc:spChg>
        <pc:spChg chg="mod">
          <ac:chgData name="박영헌(YEONGHEON PARK)[heny611]/선임/제조DX.제조DX솔루션.셀추적기술팀" userId="7ee3e3b4-d5a5-4456-8b15-18422cf3fd5b" providerId="ADAL" clId="{19741A6B-2B88-4B8E-A900-AF3E5C93259F}" dt="2025-12-16T02:31:26.555" v="46" actId="1036"/>
          <ac:spMkLst>
            <pc:docMk/>
            <pc:sldMk cId="1969703136" sldId="2147482188"/>
            <ac:spMk id="247" creationId="{97651F41-B4E6-B9AB-C7DE-A90D9FF66FBB}"/>
          </ac:spMkLst>
        </pc:spChg>
        <pc:spChg chg="mod">
          <ac:chgData name="박영헌(YEONGHEON PARK)[heny611]/선임/제조DX.제조DX솔루션.셀추적기술팀" userId="7ee3e3b4-d5a5-4456-8b15-18422cf3fd5b" providerId="ADAL" clId="{19741A6B-2B88-4B8E-A900-AF3E5C93259F}" dt="2025-12-16T02:31:26.555" v="46" actId="1036"/>
          <ac:spMkLst>
            <pc:docMk/>
            <pc:sldMk cId="1969703136" sldId="2147482188"/>
            <ac:spMk id="251" creationId="{32BF06E3-F86A-454F-1757-087B00C71E06}"/>
          </ac:spMkLst>
        </pc:spChg>
        <pc:spChg chg="mod">
          <ac:chgData name="박영헌(YEONGHEON PARK)[heny611]/선임/제조DX.제조DX솔루션.셀추적기술팀" userId="7ee3e3b4-d5a5-4456-8b15-18422cf3fd5b" providerId="ADAL" clId="{19741A6B-2B88-4B8E-A900-AF3E5C93259F}" dt="2025-12-16T02:31:26.555" v="46" actId="1036"/>
          <ac:spMkLst>
            <pc:docMk/>
            <pc:sldMk cId="1969703136" sldId="2147482188"/>
            <ac:spMk id="255" creationId="{E594DC22-25E3-04FD-81E5-86CE2539952F}"/>
          </ac:spMkLst>
        </pc:spChg>
        <pc:spChg chg="mod">
          <ac:chgData name="박영헌(YEONGHEON PARK)[heny611]/선임/제조DX.제조DX솔루션.셀추적기술팀" userId="7ee3e3b4-d5a5-4456-8b15-18422cf3fd5b" providerId="ADAL" clId="{19741A6B-2B88-4B8E-A900-AF3E5C93259F}" dt="2025-12-16T02:31:26.555" v="46" actId="1036"/>
          <ac:spMkLst>
            <pc:docMk/>
            <pc:sldMk cId="1969703136" sldId="2147482188"/>
            <ac:spMk id="259" creationId="{1B5AF976-860E-453E-5612-496560E055E6}"/>
          </ac:spMkLst>
        </pc:spChg>
      </pc:sldChg>
    </pc:docChg>
  </pc:docChgLst>
  <pc:docChgLst>
    <pc:chgData name="전기영(GIYEONG JEON)[jeongy]/책임/제조DX.제조DX솔루션.롤맵기술팀" userId="9bc6f0c3-3ae2-4a3b-ab31-c290bb6ed01a" providerId="ADAL" clId="{3216288A-6C81-4DCE-A578-7420EF73A264}"/>
    <pc:docChg chg="undo custSel modSld">
      <pc:chgData name="전기영(GIYEONG JEON)[jeongy]/책임/제조DX.제조DX솔루션.롤맵기술팀" userId="9bc6f0c3-3ae2-4a3b-ab31-c290bb6ed01a" providerId="ADAL" clId="{3216288A-6C81-4DCE-A578-7420EF73A264}" dt="2025-10-29T17:27:08.076" v="1519" actId="207"/>
      <pc:docMkLst>
        <pc:docMk/>
      </pc:docMkLst>
      <pc:sldChg chg="modSp">
        <pc:chgData name="전기영(GIYEONG JEON)[jeongy]/책임/제조DX.제조DX솔루션.롤맵기술팀" userId="9bc6f0c3-3ae2-4a3b-ab31-c290bb6ed01a" providerId="ADAL" clId="{3216288A-6C81-4DCE-A578-7420EF73A264}" dt="2025-10-28T14:05:18.329" v="2" actId="20577"/>
        <pc:sldMkLst>
          <pc:docMk/>
          <pc:sldMk cId="2838777384" sldId="1924"/>
        </pc:sldMkLst>
        <pc:spChg chg="mod">
          <ac:chgData name="전기영(GIYEONG JEON)[jeongy]/책임/제조DX.제조DX솔루션.롤맵기술팀" userId="9bc6f0c3-3ae2-4a3b-ab31-c290bb6ed01a" providerId="ADAL" clId="{3216288A-6C81-4DCE-A578-7420EF73A264}" dt="2025-10-28T14:05:18.329" v="2" actId="20577"/>
          <ac:spMkLst>
            <pc:docMk/>
            <pc:sldMk cId="2838777384" sldId="1924"/>
            <ac:spMk id="26" creationId="{4B851281-5337-41CE-8F52-BF731257E53C}"/>
          </ac:spMkLst>
        </pc:spChg>
      </pc:sldChg>
      <pc:sldChg chg="modSp">
        <pc:chgData name="전기영(GIYEONG JEON)[jeongy]/책임/제조DX.제조DX솔루션.롤맵기술팀" userId="9bc6f0c3-3ae2-4a3b-ab31-c290bb6ed01a" providerId="ADAL" clId="{3216288A-6C81-4DCE-A578-7420EF73A264}" dt="2025-10-28T14:05:13.730" v="1" actId="20577"/>
        <pc:sldMkLst>
          <pc:docMk/>
          <pc:sldMk cId="2387407934" sldId="2147481881"/>
        </pc:sldMkLst>
        <pc:spChg chg="mod">
          <ac:chgData name="전기영(GIYEONG JEON)[jeongy]/책임/제조DX.제조DX솔루션.롤맵기술팀" userId="9bc6f0c3-3ae2-4a3b-ab31-c290bb6ed01a" providerId="ADAL" clId="{3216288A-6C81-4DCE-A578-7420EF73A264}" dt="2025-10-28T14:05:13.730" v="1" actId="20577"/>
          <ac:spMkLst>
            <pc:docMk/>
            <pc:sldMk cId="2387407934" sldId="2147481881"/>
            <ac:spMk id="82" creationId="{6E629A8E-DFC1-46F5-86E9-DF516FCEBFAD}"/>
          </ac:spMkLst>
        </pc:spChg>
      </pc:sldChg>
      <pc:sldChg chg="modSp">
        <pc:chgData name="전기영(GIYEONG JEON)[jeongy]/책임/제조DX.제조DX솔루션.롤맵기술팀" userId="9bc6f0c3-3ae2-4a3b-ab31-c290bb6ed01a" providerId="ADAL" clId="{3216288A-6C81-4DCE-A578-7420EF73A264}" dt="2025-10-28T14:11:19.228" v="160" actId="207"/>
        <pc:sldMkLst>
          <pc:docMk/>
          <pc:sldMk cId="1825793658" sldId="2147481922"/>
        </pc:sldMkLst>
        <pc:spChg chg="mod">
          <ac:chgData name="전기영(GIYEONG JEON)[jeongy]/책임/제조DX.제조DX솔루션.롤맵기술팀" userId="9bc6f0c3-3ae2-4a3b-ab31-c290bb6ed01a" providerId="ADAL" clId="{3216288A-6C81-4DCE-A578-7420EF73A264}" dt="2025-10-28T14:11:13.150" v="159" actId="20577"/>
          <ac:spMkLst>
            <pc:docMk/>
            <pc:sldMk cId="1825793658" sldId="2147481922"/>
            <ac:spMk id="18" creationId="{72943F47-EAEA-4391-A2BC-C7C33A8E8CFD}"/>
          </ac:spMkLst>
        </pc:spChg>
        <pc:graphicFrameChg chg="mod modGraphic">
          <ac:chgData name="전기영(GIYEONG JEON)[jeongy]/책임/제조DX.제조DX솔루션.롤맵기술팀" userId="9bc6f0c3-3ae2-4a3b-ab31-c290bb6ed01a" providerId="ADAL" clId="{3216288A-6C81-4DCE-A578-7420EF73A264}" dt="2025-10-28T14:11:19.228" v="160" actId="207"/>
          <ac:graphicFrameMkLst>
            <pc:docMk/>
            <pc:sldMk cId="1825793658" sldId="2147481922"/>
            <ac:graphicFrameMk id="3" creationId="{3E86696F-E35A-4B06-9B46-63A4A6A986C1}"/>
          </ac:graphicFrameMkLst>
        </pc:graphicFrameChg>
      </pc:sldChg>
      <pc:sldChg chg="addSp modSp">
        <pc:chgData name="전기영(GIYEONG JEON)[jeongy]/책임/제조DX.제조DX솔루션.롤맵기술팀" userId="9bc6f0c3-3ae2-4a3b-ab31-c290bb6ed01a" providerId="ADAL" clId="{3216288A-6C81-4DCE-A578-7420EF73A264}" dt="2025-10-28T14:23:22.107" v="1385" actId="20577"/>
        <pc:sldMkLst>
          <pc:docMk/>
          <pc:sldMk cId="3019991654" sldId="2147481963"/>
        </pc:sldMkLst>
        <pc:spChg chg="add mod">
          <ac:chgData name="전기영(GIYEONG JEON)[jeongy]/책임/제조DX.제조DX솔루션.롤맵기술팀" userId="9bc6f0c3-3ae2-4a3b-ab31-c290bb6ed01a" providerId="ADAL" clId="{3216288A-6C81-4DCE-A578-7420EF73A264}" dt="2025-10-28T14:17:56.969" v="609" actId="20577"/>
          <ac:spMkLst>
            <pc:docMk/>
            <pc:sldMk cId="3019991654" sldId="2147481963"/>
            <ac:spMk id="2" creationId="{FA3F8657-BD69-41B3-B4AA-1F3B16F85410}"/>
          </ac:spMkLst>
        </pc:spChg>
        <pc:spChg chg="mod">
          <ac:chgData name="전기영(GIYEONG JEON)[jeongy]/책임/제조DX.제조DX솔루션.롤맵기술팀" userId="9bc6f0c3-3ae2-4a3b-ab31-c290bb6ed01a" providerId="ADAL" clId="{3216288A-6C81-4DCE-A578-7420EF73A264}" dt="2025-10-28T14:14:31.174" v="163" actId="20577"/>
          <ac:spMkLst>
            <pc:docMk/>
            <pc:sldMk cId="3019991654" sldId="2147481963"/>
            <ac:spMk id="18" creationId="{72943F47-EAEA-4391-A2BC-C7C33A8E8CFD}"/>
          </ac:spMkLst>
        </pc:spChg>
        <pc:graphicFrameChg chg="mod modGraphic">
          <ac:chgData name="전기영(GIYEONG JEON)[jeongy]/책임/제조DX.제조DX솔루션.롤맵기술팀" userId="9bc6f0c3-3ae2-4a3b-ab31-c290bb6ed01a" providerId="ADAL" clId="{3216288A-6C81-4DCE-A578-7420EF73A264}" dt="2025-10-28T14:23:22.107" v="1385" actId="20577"/>
          <ac:graphicFrameMkLst>
            <pc:docMk/>
            <pc:sldMk cId="3019991654" sldId="2147481963"/>
            <ac:graphicFrameMk id="3" creationId="{3E86696F-E35A-4B06-9B46-63A4A6A986C1}"/>
          </ac:graphicFrameMkLst>
        </pc:graphicFrameChg>
      </pc:sldChg>
      <pc:sldChg chg="modSp">
        <pc:chgData name="전기영(GIYEONG JEON)[jeongy]/책임/제조DX.제조DX솔루션.롤맵기술팀" userId="9bc6f0c3-3ae2-4a3b-ab31-c290bb6ed01a" providerId="ADAL" clId="{3216288A-6C81-4DCE-A578-7420EF73A264}" dt="2025-10-28T14:05:23.931" v="3" actId="20577"/>
        <pc:sldMkLst>
          <pc:docMk/>
          <pc:sldMk cId="2260942690" sldId="2147481980"/>
        </pc:sldMkLst>
        <pc:spChg chg="mod">
          <ac:chgData name="전기영(GIYEONG JEON)[jeongy]/책임/제조DX.제조DX솔루션.롤맵기술팀" userId="9bc6f0c3-3ae2-4a3b-ab31-c290bb6ed01a" providerId="ADAL" clId="{3216288A-6C81-4DCE-A578-7420EF73A264}" dt="2025-10-28T14:05:23.931" v="3" actId="20577"/>
          <ac:spMkLst>
            <pc:docMk/>
            <pc:sldMk cId="2260942690" sldId="2147481980"/>
            <ac:spMk id="32" creationId="{1B2F6CE2-670B-40AF-B5DB-D7558578C8A2}"/>
          </ac:spMkLst>
        </pc:spChg>
      </pc:sldChg>
      <pc:sldChg chg="modSp">
        <pc:chgData name="전기영(GIYEONG JEON)[jeongy]/책임/제조DX.제조DX솔루션.롤맵기술팀" userId="9bc6f0c3-3ae2-4a3b-ab31-c290bb6ed01a" providerId="ADAL" clId="{3216288A-6C81-4DCE-A578-7420EF73A264}" dt="2025-10-28T14:26:05.995" v="1518" actId="400"/>
        <pc:sldMkLst>
          <pc:docMk/>
          <pc:sldMk cId="2069960929" sldId="2147482097"/>
        </pc:sldMkLst>
        <pc:spChg chg="mod">
          <ac:chgData name="전기영(GIYEONG JEON)[jeongy]/책임/제조DX.제조DX솔루션.롤맵기술팀" userId="9bc6f0c3-3ae2-4a3b-ab31-c290bb6ed01a" providerId="ADAL" clId="{3216288A-6C81-4DCE-A578-7420EF73A264}" dt="2025-10-28T14:24:18.972" v="1492" actId="20577"/>
          <ac:spMkLst>
            <pc:docMk/>
            <pc:sldMk cId="2069960929" sldId="2147482097"/>
            <ac:spMk id="5" creationId="{1BA4416D-28F9-470C-B9CE-A95FA731A2E2}"/>
          </ac:spMkLst>
        </pc:spChg>
        <pc:graphicFrameChg chg="mod modGraphic">
          <ac:chgData name="전기영(GIYEONG JEON)[jeongy]/책임/제조DX.제조DX솔루션.롤맵기술팀" userId="9bc6f0c3-3ae2-4a3b-ab31-c290bb6ed01a" providerId="ADAL" clId="{3216288A-6C81-4DCE-A578-7420EF73A264}" dt="2025-10-28T14:26:05.995" v="1518" actId="400"/>
          <ac:graphicFrameMkLst>
            <pc:docMk/>
            <pc:sldMk cId="2069960929" sldId="2147482097"/>
            <ac:graphicFrameMk id="2" creationId="{534EE123-7406-4F16-AB1D-7380FC4446F3}"/>
          </ac:graphicFrameMkLst>
        </pc:graphicFrameChg>
      </pc:sldChg>
      <pc:sldChg chg="modSp">
        <pc:chgData name="전기영(GIYEONG JEON)[jeongy]/책임/제조DX.제조DX솔루션.롤맵기술팀" userId="9bc6f0c3-3ae2-4a3b-ab31-c290bb6ed01a" providerId="ADAL" clId="{3216288A-6C81-4DCE-A578-7420EF73A264}" dt="2025-10-29T17:27:08.076" v="1519" actId="207"/>
        <pc:sldMkLst>
          <pc:docMk/>
          <pc:sldMk cId="1270712381" sldId="2147482157"/>
        </pc:sldMkLst>
        <pc:graphicFrameChg chg="modGraphic">
          <ac:chgData name="전기영(GIYEONG JEON)[jeongy]/책임/제조DX.제조DX솔루션.롤맵기술팀" userId="9bc6f0c3-3ae2-4a3b-ab31-c290bb6ed01a" providerId="ADAL" clId="{3216288A-6C81-4DCE-A578-7420EF73A264}" dt="2025-10-29T17:27:08.076" v="1519" actId="207"/>
          <ac:graphicFrameMkLst>
            <pc:docMk/>
            <pc:sldMk cId="1270712381" sldId="2147482157"/>
            <ac:graphicFrameMk id="30" creationId="{FD723AF4-8C6A-45D2-91AF-E831F6E1C5CD}"/>
          </ac:graphicFrameMkLst>
        </pc:graphicFrameChg>
      </pc:sldChg>
    </pc:docChg>
  </pc:docChgLst>
  <pc:docChgLst>
    <pc:chgData name="이희원(HEEWON LEE)[heewon98]/선임/제조DX.제조DX솔루션.셀추적기술팀" userId="S::heewon98@lgensol.com::8f304cbb-bc09-4a19-abe9-f7657ad9f80a" providerId="AD" clId="Web-{920FF679-3C11-1805-0B1A-6AC976779D2A}"/>
    <pc:docChg chg="modSld sldOrd">
      <pc:chgData name="이희원(HEEWON LEE)[heewon98]/선임/제조DX.제조DX솔루션.셀추적기술팀" userId="S::heewon98@lgensol.com::8f304cbb-bc09-4a19-abe9-f7657ad9f80a" providerId="AD" clId="Web-{920FF679-3C11-1805-0B1A-6AC976779D2A}" dt="2025-10-22T00:04:43.947" v="37"/>
      <pc:docMkLst>
        <pc:docMk/>
      </pc:docMkLst>
      <pc:sldChg chg="modSp">
        <pc:chgData name="이희원(HEEWON LEE)[heewon98]/선임/제조DX.제조DX솔루션.셀추적기술팀" userId="S::heewon98@lgensol.com::8f304cbb-bc09-4a19-abe9-f7657ad9f80a" providerId="AD" clId="Web-{920FF679-3C11-1805-0B1A-6AC976779D2A}" dt="2025-10-22T00:03:08.679" v="33"/>
        <pc:sldMkLst>
          <pc:docMk/>
          <pc:sldMk cId="2130555548" sldId="2147481730"/>
        </pc:sldMkLst>
        <pc:spChg chg="mod">
          <ac:chgData name="이희원(HEEWON LEE)[heewon98]/선임/제조DX.제조DX솔루션.셀추적기술팀" userId="S::heewon98@lgensol.com::8f304cbb-bc09-4a19-abe9-f7657ad9f80a" providerId="AD" clId="Web-{920FF679-3C11-1805-0B1A-6AC976779D2A}" dt="2025-10-22T00:02:16.677" v="15" actId="20577"/>
          <ac:spMkLst>
            <pc:docMk/>
            <pc:sldMk cId="2130555548" sldId="2147481730"/>
            <ac:spMk id="19" creationId="{ADF5974A-A7FA-4655-ABC5-EE48FEFF31B0}"/>
          </ac:spMkLst>
        </pc:spChg>
        <pc:spChg chg="mod">
          <ac:chgData name="이희원(HEEWON LEE)[heewon98]/선임/제조DX.제조DX솔루션.셀추적기술팀" userId="S::heewon98@lgensol.com::8f304cbb-bc09-4a19-abe9-f7657ad9f80a" providerId="AD" clId="Web-{920FF679-3C11-1805-0B1A-6AC976779D2A}" dt="2025-10-22T00:02:10.708" v="9" actId="20577"/>
          <ac:spMkLst>
            <pc:docMk/>
            <pc:sldMk cId="2130555548" sldId="2147481730"/>
            <ac:spMk id="21" creationId="{4C3181BD-8769-4C0D-8973-C9F2BE0DC598}"/>
          </ac:spMkLst>
        </pc:spChg>
        <pc:graphicFrameChg chg="mod modGraphic">
          <ac:chgData name="이희원(HEEWON LEE)[heewon98]/선임/제조DX.제조DX솔루션.셀추적기술팀" userId="S::heewon98@lgensol.com::8f304cbb-bc09-4a19-abe9-f7657ad9f80a" providerId="AD" clId="Web-{920FF679-3C11-1805-0B1A-6AC976779D2A}" dt="2025-10-22T00:03:08.679" v="33"/>
          <ac:graphicFrameMkLst>
            <pc:docMk/>
            <pc:sldMk cId="2130555548" sldId="2147481730"/>
            <ac:graphicFrameMk id="13" creationId="{F757E1E4-6685-4945-A4F6-DAED56351FBF}"/>
          </ac:graphicFrameMkLst>
        </pc:graphicFrameChg>
      </pc:sldChg>
      <pc:sldChg chg="mod ord modShow">
        <pc:chgData name="이희원(HEEWON LEE)[heewon98]/선임/제조DX.제조DX솔루션.셀추적기술팀" userId="S::heewon98@lgensol.com::8f304cbb-bc09-4a19-abe9-f7657ad9f80a" providerId="AD" clId="Web-{920FF679-3C11-1805-0B1A-6AC976779D2A}" dt="2025-10-22T00:04:43.947" v="37"/>
        <pc:sldMkLst>
          <pc:docMk/>
          <pc:sldMk cId="1939008890" sldId="2147481782"/>
        </pc:sldMkLst>
      </pc:sldChg>
      <pc:sldChg chg="mod ord modShow">
        <pc:chgData name="이희원(HEEWON LEE)[heewon98]/선임/제조DX.제조DX솔루션.셀추적기술팀" userId="S::heewon98@lgensol.com::8f304cbb-bc09-4a19-abe9-f7657ad9f80a" providerId="AD" clId="Web-{920FF679-3C11-1805-0B1A-6AC976779D2A}" dt="2025-10-22T00:04:34.228" v="36"/>
        <pc:sldMkLst>
          <pc:docMk/>
          <pc:sldMk cId="4156727770" sldId="2147481900"/>
        </pc:sldMkLst>
      </pc:sldChg>
    </pc:docChg>
  </pc:docChgLst>
  <pc:docChgLst>
    <pc:chgData name="김석중(SEOKJUNG KIM)[ksj_0420]/사원/제조DX.제조DX솔루션.롤맵기술팀" userId="4e10f057-622c-4bad-88ca-d96f01a66173" providerId="ADAL" clId="{37ACA5D4-DE15-4DC6-B6F5-3C6F0F576BA2}"/>
    <pc:docChg chg="custSel modSld">
      <pc:chgData name="김석중(SEOKJUNG KIM)[ksj_0420]/사원/제조DX.제조DX솔루션.롤맵기술팀" userId="4e10f057-622c-4bad-88ca-d96f01a66173" providerId="ADAL" clId="{37ACA5D4-DE15-4DC6-B6F5-3C6F0F576BA2}" dt="2025-11-05T07:56:21.008" v="1138" actId="20577"/>
      <pc:docMkLst>
        <pc:docMk/>
      </pc:docMkLst>
      <pc:sldChg chg="modSp">
        <pc:chgData name="김석중(SEOKJUNG KIM)[ksj_0420]/사원/제조DX.제조DX솔루션.롤맵기술팀" userId="4e10f057-622c-4bad-88ca-d96f01a66173" providerId="ADAL" clId="{37ACA5D4-DE15-4DC6-B6F5-3C6F0F576BA2}" dt="2025-11-05T07:56:21.008" v="1138" actId="20577"/>
        <pc:sldMkLst>
          <pc:docMk/>
          <pc:sldMk cId="31248691" sldId="2147481916"/>
        </pc:sldMkLst>
        <pc:spChg chg="mod">
          <ac:chgData name="김석중(SEOKJUNG KIM)[ksj_0420]/사원/제조DX.제조DX솔루션.롤맵기술팀" userId="4e10f057-622c-4bad-88ca-d96f01a66173" providerId="ADAL" clId="{37ACA5D4-DE15-4DC6-B6F5-3C6F0F576BA2}" dt="2025-11-05T07:50:32.350" v="248" actId="20577"/>
          <ac:spMkLst>
            <pc:docMk/>
            <pc:sldMk cId="31248691" sldId="2147481916"/>
            <ac:spMk id="18" creationId="{72943F47-EAEA-4391-A2BC-C7C33A8E8CFD}"/>
          </ac:spMkLst>
        </pc:spChg>
        <pc:graphicFrameChg chg="mod modGraphic">
          <ac:chgData name="김석중(SEOKJUNG KIM)[ksj_0420]/사원/제조DX.제조DX솔루션.롤맵기술팀" userId="4e10f057-622c-4bad-88ca-d96f01a66173" providerId="ADAL" clId="{37ACA5D4-DE15-4DC6-B6F5-3C6F0F576BA2}" dt="2025-11-05T07:56:21.008" v="1138" actId="20577"/>
          <ac:graphicFrameMkLst>
            <pc:docMk/>
            <pc:sldMk cId="31248691" sldId="2147481916"/>
            <ac:graphicFrameMk id="3" creationId="{3E86696F-E35A-4B06-9B46-63A4A6A986C1}"/>
          </ac:graphicFrameMkLst>
        </pc:graphicFrameChg>
      </pc:sldChg>
      <pc:sldChg chg="modSp">
        <pc:chgData name="김석중(SEOKJUNG KIM)[ksj_0420]/사원/제조DX.제조DX솔루션.롤맵기술팀" userId="4e10f057-622c-4bad-88ca-d96f01a66173" providerId="ADAL" clId="{37ACA5D4-DE15-4DC6-B6F5-3C6F0F576BA2}" dt="2025-11-05T07:55:15.394" v="937" actId="20577"/>
        <pc:sldMkLst>
          <pc:docMk/>
          <pc:sldMk cId="2827412370" sldId="2147481939"/>
        </pc:sldMkLst>
        <pc:spChg chg="mod">
          <ac:chgData name="김석중(SEOKJUNG KIM)[ksj_0420]/사원/제조DX.제조DX솔루션.롤맵기술팀" userId="4e10f057-622c-4bad-88ca-d96f01a66173" providerId="ADAL" clId="{37ACA5D4-DE15-4DC6-B6F5-3C6F0F576BA2}" dt="2025-11-05T07:55:05.094" v="899" actId="20577"/>
          <ac:spMkLst>
            <pc:docMk/>
            <pc:sldMk cId="2827412370" sldId="2147481939"/>
            <ac:spMk id="18" creationId="{72943F47-EAEA-4391-A2BC-C7C33A8E8CFD}"/>
          </ac:spMkLst>
        </pc:spChg>
        <pc:graphicFrameChg chg="mod modGraphic">
          <ac:chgData name="김석중(SEOKJUNG KIM)[ksj_0420]/사원/제조DX.제조DX솔루션.롤맵기술팀" userId="4e10f057-622c-4bad-88ca-d96f01a66173" providerId="ADAL" clId="{37ACA5D4-DE15-4DC6-B6F5-3C6F0F576BA2}" dt="2025-11-05T07:55:15.394" v="937" actId="20577"/>
          <ac:graphicFrameMkLst>
            <pc:docMk/>
            <pc:sldMk cId="2827412370" sldId="2147481939"/>
            <ac:graphicFrameMk id="3" creationId="{3E86696F-E35A-4B06-9B46-63A4A6A986C1}"/>
          </ac:graphicFrameMkLst>
        </pc:graphicFrameChg>
      </pc:sldChg>
      <pc:sldChg chg="modSp">
        <pc:chgData name="김석중(SEOKJUNG KIM)[ksj_0420]/사원/제조DX.제조DX솔루션.롤맵기술팀" userId="4e10f057-622c-4bad-88ca-d96f01a66173" providerId="ADAL" clId="{37ACA5D4-DE15-4DC6-B6F5-3C6F0F576BA2}" dt="2025-11-05T07:54:59.461" v="894" actId="20577"/>
        <pc:sldMkLst>
          <pc:docMk/>
          <pc:sldMk cId="120050373" sldId="2147481971"/>
        </pc:sldMkLst>
        <pc:spChg chg="mod">
          <ac:chgData name="김석중(SEOKJUNG KIM)[ksj_0420]/사원/제조DX.제조DX솔루션.롤맵기술팀" userId="4e10f057-622c-4bad-88ca-d96f01a66173" providerId="ADAL" clId="{37ACA5D4-DE15-4DC6-B6F5-3C6F0F576BA2}" dt="2025-11-05T07:54:59.461" v="894" actId="20577"/>
          <ac:spMkLst>
            <pc:docMk/>
            <pc:sldMk cId="120050373" sldId="2147481971"/>
            <ac:spMk id="18" creationId="{72943F47-EAEA-4391-A2BC-C7C33A8E8CFD}"/>
          </ac:spMkLst>
        </pc:spChg>
      </pc:sldChg>
    </pc:docChg>
  </pc:docChgLst>
  <pc:docChgLst>
    <pc:chgData name="이성규 " userId="98dcb10c-4041-40a2-af36-ccf93803936b" providerId="ADAL" clId="{9201BA57-55D7-448E-B61C-8EA724D5D639}"/>
    <pc:docChg chg="undo custSel modSld">
      <pc:chgData name="이성규 " userId="98dcb10c-4041-40a2-af36-ccf93803936b" providerId="ADAL" clId="{9201BA57-55D7-448E-B61C-8EA724D5D639}" dt="2025-10-16T01:54:30.390" v="410" actId="20577"/>
      <pc:docMkLst>
        <pc:docMk/>
      </pc:docMkLst>
      <pc:sldChg chg="modSp">
        <pc:chgData name="이성규 " userId="98dcb10c-4041-40a2-af36-ccf93803936b" providerId="ADAL" clId="{9201BA57-55D7-448E-B61C-8EA724D5D639}" dt="2025-10-16T01:54:30.390" v="410" actId="20577"/>
        <pc:sldMkLst>
          <pc:docMk/>
          <pc:sldMk cId="1007887036" sldId="2147481943"/>
        </pc:sldMkLst>
        <pc:spChg chg="mod">
          <ac:chgData name="이성규 " userId="98dcb10c-4041-40a2-af36-ccf93803936b" providerId="ADAL" clId="{9201BA57-55D7-448E-B61C-8EA724D5D639}" dt="2025-10-15T00:00:02.069" v="63" actId="1076"/>
          <ac:spMkLst>
            <pc:docMk/>
            <pc:sldMk cId="1007887036" sldId="2147481943"/>
            <ac:spMk id="13" creationId="{0201E0CF-7D81-4105-AB33-6E6CD408BB1E}"/>
          </ac:spMkLst>
        </pc:spChg>
        <pc:spChg chg="mod">
          <ac:chgData name="이성규 " userId="98dcb10c-4041-40a2-af36-ccf93803936b" providerId="ADAL" clId="{9201BA57-55D7-448E-B61C-8EA724D5D639}" dt="2025-10-14T23:58:50.867" v="2" actId="20577"/>
          <ac:spMkLst>
            <pc:docMk/>
            <pc:sldMk cId="1007887036" sldId="2147481943"/>
            <ac:spMk id="22" creationId="{81B17DB2-3DCC-4A8F-9347-F9695BEF8B6D}"/>
          </ac:spMkLst>
        </pc:spChg>
        <pc:graphicFrameChg chg="modGraphic">
          <ac:chgData name="이성규 " userId="98dcb10c-4041-40a2-af36-ccf93803936b" providerId="ADAL" clId="{9201BA57-55D7-448E-B61C-8EA724D5D639}" dt="2025-10-15T00:01:04.013" v="98" actId="20577"/>
          <ac:graphicFrameMkLst>
            <pc:docMk/>
            <pc:sldMk cId="1007887036" sldId="2147481943"/>
            <ac:graphicFrameMk id="2" creationId="{C71CE0D6-01CC-4FCA-BCC0-69BDDE1CF5E4}"/>
          </ac:graphicFrameMkLst>
        </pc:graphicFrameChg>
        <pc:graphicFrameChg chg="mod modGraphic">
          <ac:chgData name="이성규 " userId="98dcb10c-4041-40a2-af36-ccf93803936b" providerId="ADAL" clId="{9201BA57-55D7-448E-B61C-8EA724D5D639}" dt="2025-10-15T00:05:05.654" v="363"/>
          <ac:graphicFrameMkLst>
            <pc:docMk/>
            <pc:sldMk cId="1007887036" sldId="2147481943"/>
            <ac:graphicFrameMk id="3" creationId="{2AFD5F15-67A7-4DE0-B97B-E94C6F9E69D9}"/>
          </ac:graphicFrameMkLst>
        </pc:graphicFrameChg>
        <pc:graphicFrameChg chg="mod modGraphic">
          <ac:chgData name="이성규 " userId="98dcb10c-4041-40a2-af36-ccf93803936b" providerId="ADAL" clId="{9201BA57-55D7-448E-B61C-8EA724D5D639}" dt="2025-10-16T01:54:30.390" v="410" actId="20577"/>
          <ac:graphicFrameMkLst>
            <pc:docMk/>
            <pc:sldMk cId="1007887036" sldId="2147481943"/>
            <ac:graphicFrameMk id="7" creationId="{3E86696F-E35A-4B06-9B46-63A4A6A986C1}"/>
          </ac:graphicFrameMkLst>
        </pc:graphicFrameChg>
      </pc:sldChg>
    </pc:docChg>
  </pc:docChgLst>
  <pc:docChgLst>
    <pc:chgData name="박위대(WI DAE PARK)[widae]/팀장/제조DX.제조DX솔루션.데이터통합분석팀" userId="3cfa7188-e76a-49be-bfbb-63c3f45a9cc3" providerId="ADAL" clId="{AB569B3C-7251-4678-913B-17AD6D623FB3}"/>
    <pc:docChg chg="undo custSel modSld">
      <pc:chgData name="박위대(WI DAE PARK)[widae]/팀장/제조DX.제조DX솔루션.데이터통합분석팀" userId="3cfa7188-e76a-49be-bfbb-63c3f45a9cc3" providerId="ADAL" clId="{AB569B3C-7251-4678-913B-17AD6D623FB3}" dt="2025-11-06T01:32:25.419" v="44" actId="207"/>
      <pc:docMkLst>
        <pc:docMk/>
      </pc:docMkLst>
      <pc:sldChg chg="delSp modSp mod">
        <pc:chgData name="박위대(WI DAE PARK)[widae]/팀장/제조DX.제조DX솔루션.데이터통합분석팀" userId="3cfa7188-e76a-49be-bfbb-63c3f45a9cc3" providerId="ADAL" clId="{AB569B3C-7251-4678-913B-17AD6D623FB3}" dt="2025-11-06T01:32:25.419" v="44" actId="207"/>
        <pc:sldMkLst>
          <pc:docMk/>
          <pc:sldMk cId="3422623579" sldId="2147482052"/>
        </pc:sldMkLst>
        <pc:spChg chg="mod">
          <ac:chgData name="박위대(WI DAE PARK)[widae]/팀장/제조DX.제조DX솔루션.데이터통합분석팀" userId="3cfa7188-e76a-49be-bfbb-63c3f45a9cc3" providerId="ADAL" clId="{AB569B3C-7251-4678-913B-17AD6D623FB3}" dt="2025-11-06T01:32:25.419" v="44" actId="207"/>
          <ac:spMkLst>
            <pc:docMk/>
            <pc:sldMk cId="3422623579" sldId="2147482052"/>
            <ac:spMk id="5" creationId="{6BC9B294-291A-D23F-C381-45EA6FDC28AB}"/>
          </ac:spMkLst>
        </pc:spChg>
        <pc:spChg chg="mod">
          <ac:chgData name="박위대(WI DAE PARK)[widae]/팀장/제조DX.제조DX솔루션.데이터통합분석팀" userId="3cfa7188-e76a-49be-bfbb-63c3f45a9cc3" providerId="ADAL" clId="{AB569B3C-7251-4678-913B-17AD6D623FB3}" dt="2025-11-06T01:31:28.575" v="32" actId="1035"/>
          <ac:spMkLst>
            <pc:docMk/>
            <pc:sldMk cId="3422623579" sldId="2147482052"/>
            <ac:spMk id="12" creationId="{6692D194-EAA7-4A30-B79B-2E6BD596C9C1}"/>
          </ac:spMkLst>
        </pc:spChg>
        <pc:spChg chg="mod">
          <ac:chgData name="박위대(WI DAE PARK)[widae]/팀장/제조DX.제조DX솔루션.데이터통합분석팀" userId="3cfa7188-e76a-49be-bfbb-63c3f45a9cc3" providerId="ADAL" clId="{AB569B3C-7251-4678-913B-17AD6D623FB3}" dt="2025-11-06T01:31:28.575" v="32" actId="1035"/>
          <ac:spMkLst>
            <pc:docMk/>
            <pc:sldMk cId="3422623579" sldId="2147482052"/>
            <ac:spMk id="14" creationId="{FF3B58DF-5463-4003-B574-D2C07836F890}"/>
          </ac:spMkLst>
        </pc:spChg>
        <pc:spChg chg="mod">
          <ac:chgData name="박위대(WI DAE PARK)[widae]/팀장/제조DX.제조DX솔루션.데이터통합분석팀" userId="3cfa7188-e76a-49be-bfbb-63c3f45a9cc3" providerId="ADAL" clId="{AB569B3C-7251-4678-913B-17AD6D623FB3}" dt="2025-11-06T01:31:28.575" v="32" actId="1035"/>
          <ac:spMkLst>
            <pc:docMk/>
            <pc:sldMk cId="3422623579" sldId="2147482052"/>
            <ac:spMk id="15" creationId="{1347EB15-DE53-4F8D-A41D-C25B54697F69}"/>
          </ac:spMkLst>
        </pc:spChg>
        <pc:spChg chg="mod">
          <ac:chgData name="박위대(WI DAE PARK)[widae]/팀장/제조DX.제조DX솔루션.데이터통합분석팀" userId="3cfa7188-e76a-49be-bfbb-63c3f45a9cc3" providerId="ADAL" clId="{AB569B3C-7251-4678-913B-17AD6D623FB3}" dt="2025-11-06T01:31:28.575" v="32" actId="1035"/>
          <ac:spMkLst>
            <pc:docMk/>
            <pc:sldMk cId="3422623579" sldId="2147482052"/>
            <ac:spMk id="18" creationId="{B039936C-EA9E-4773-B7D0-A42716E92176}"/>
          </ac:spMkLst>
        </pc:spChg>
        <pc:spChg chg="mod">
          <ac:chgData name="박위대(WI DAE PARK)[widae]/팀장/제조DX.제조DX솔루션.데이터통합분석팀" userId="3cfa7188-e76a-49be-bfbb-63c3f45a9cc3" providerId="ADAL" clId="{AB569B3C-7251-4678-913B-17AD6D623FB3}" dt="2025-11-06T01:31:28.575" v="32" actId="1035"/>
          <ac:spMkLst>
            <pc:docMk/>
            <pc:sldMk cId="3422623579" sldId="2147482052"/>
            <ac:spMk id="19" creationId="{47237EF7-60B2-4748-A9B6-B8972E1054A8}"/>
          </ac:spMkLst>
        </pc:spChg>
        <pc:spChg chg="mod">
          <ac:chgData name="박위대(WI DAE PARK)[widae]/팀장/제조DX.제조DX솔루션.데이터통합분석팀" userId="3cfa7188-e76a-49be-bfbb-63c3f45a9cc3" providerId="ADAL" clId="{AB569B3C-7251-4678-913B-17AD6D623FB3}" dt="2025-11-06T01:31:28.575" v="32" actId="1035"/>
          <ac:spMkLst>
            <pc:docMk/>
            <pc:sldMk cId="3422623579" sldId="2147482052"/>
            <ac:spMk id="20" creationId="{3F2F36C2-F626-42D6-AE61-D4F0D42979D7}"/>
          </ac:spMkLst>
        </pc:spChg>
        <pc:graphicFrameChg chg="mod modGraphic">
          <ac:chgData name="박위대(WI DAE PARK)[widae]/팀장/제조DX.제조DX솔루션.데이터통합분석팀" userId="3cfa7188-e76a-49be-bfbb-63c3f45a9cc3" providerId="ADAL" clId="{AB569B3C-7251-4678-913B-17AD6D623FB3}" dt="2025-11-06T01:31:28.575" v="32" actId="1035"/>
          <ac:graphicFrameMkLst>
            <pc:docMk/>
            <pc:sldMk cId="3422623579" sldId="2147482052"/>
            <ac:graphicFrameMk id="8" creationId="{9F593721-68A0-50F6-F9A2-24B7FD3C4A98}"/>
          </ac:graphicFrameMkLst>
        </pc:graphicFrameChg>
        <pc:graphicFrameChg chg="mod">
          <ac:chgData name="박위대(WI DAE PARK)[widae]/팀장/제조DX.제조DX솔루션.데이터통합분석팀" userId="3cfa7188-e76a-49be-bfbb-63c3f45a9cc3" providerId="ADAL" clId="{AB569B3C-7251-4678-913B-17AD6D623FB3}" dt="2025-11-06T01:31:28.575" v="32" actId="1035"/>
          <ac:graphicFrameMkLst>
            <pc:docMk/>
            <pc:sldMk cId="3422623579" sldId="2147482052"/>
            <ac:graphicFrameMk id="16" creationId="{613F9ABA-5239-42FE-8096-8438F8CEB7F0}"/>
          </ac:graphicFrameMkLst>
        </pc:graphicFrameChg>
      </pc:sldChg>
      <pc:sldChg chg="delSp modSp mod">
        <pc:chgData name="박위대(WI DAE PARK)[widae]/팀장/제조DX.제조DX솔루션.데이터통합분석팀" userId="3cfa7188-e76a-49be-bfbb-63c3f45a9cc3" providerId="ADAL" clId="{AB569B3C-7251-4678-913B-17AD6D623FB3}" dt="2025-11-06T01:28:41.574" v="5" actId="2166"/>
        <pc:sldMkLst>
          <pc:docMk/>
          <pc:sldMk cId="2878646389" sldId="2147482127"/>
        </pc:sldMkLst>
        <pc:graphicFrameChg chg="modGraphic">
          <ac:chgData name="박위대(WI DAE PARK)[widae]/팀장/제조DX.제조DX솔루션.데이터통합분석팀" userId="3cfa7188-e76a-49be-bfbb-63c3f45a9cc3" providerId="ADAL" clId="{AB569B3C-7251-4678-913B-17AD6D623FB3}" dt="2025-11-06T01:28:41.574" v="5" actId="2166"/>
          <ac:graphicFrameMkLst>
            <pc:docMk/>
            <pc:sldMk cId="2878646389" sldId="2147482127"/>
            <ac:graphicFrameMk id="16" creationId="{40624006-7D72-4DB6-90AE-E15DF73D115C}"/>
          </ac:graphicFrameMkLst>
        </pc:graphicFrameChg>
      </pc:sldChg>
    </pc:docChg>
  </pc:docChgLst>
  <pc:docChgLst>
    <pc:chgData name="강주예(JUYE KANG)[juyekang]/사원/제조DX.제조DX솔루션.데이터통합분석팀" userId="95b90ab0-d72b-4b5f-a979-51e7fc1ad660" providerId="ADAL" clId="{6F55B422-0939-4864-A320-13C8533D0403}"/>
    <pc:docChg chg="undo custSel modSld">
      <pc:chgData name="강주예(JUYE KANG)[juyekang]/사원/제조DX.제조DX솔루션.데이터통합분석팀" userId="95b90ab0-d72b-4b5f-a979-51e7fc1ad660" providerId="ADAL" clId="{6F55B422-0939-4864-A320-13C8533D0403}" dt="2025-12-10T02:20:16.967" v="2161" actId="20577"/>
      <pc:docMkLst>
        <pc:docMk/>
      </pc:docMkLst>
      <pc:sldChg chg="modSp mod modShow">
        <pc:chgData name="강주예(JUYE KANG)[juyekang]/사원/제조DX.제조DX솔루션.데이터통합분석팀" userId="95b90ab0-d72b-4b5f-a979-51e7fc1ad660" providerId="ADAL" clId="{6F55B422-0939-4864-A320-13C8533D0403}" dt="2025-12-10T01:52:20.097" v="311" actId="20577"/>
        <pc:sldMkLst>
          <pc:docMk/>
          <pc:sldMk cId="1325916645" sldId="2147481957"/>
        </pc:sldMkLst>
        <pc:spChg chg="mod">
          <ac:chgData name="강주예(JUYE KANG)[juyekang]/사원/제조DX.제조DX솔루션.데이터통합분석팀" userId="95b90ab0-d72b-4b5f-a979-51e7fc1ad660" providerId="ADAL" clId="{6F55B422-0939-4864-A320-13C8533D0403}" dt="2025-12-10T01:51:29.628" v="135" actId="20577"/>
          <ac:spMkLst>
            <pc:docMk/>
            <pc:sldMk cId="1325916645" sldId="2147481957"/>
            <ac:spMk id="9" creationId="{00000000-0000-0000-0000-000000000000}"/>
          </ac:spMkLst>
        </pc:spChg>
        <pc:graphicFrameChg chg="mod modGraphic">
          <ac:chgData name="강주예(JUYE KANG)[juyekang]/사원/제조DX.제조DX솔루션.데이터통합분석팀" userId="95b90ab0-d72b-4b5f-a979-51e7fc1ad660" providerId="ADAL" clId="{6F55B422-0939-4864-A320-13C8533D0403}" dt="2025-12-10T01:52:20.097" v="311" actId="20577"/>
          <ac:graphicFrameMkLst>
            <pc:docMk/>
            <pc:sldMk cId="1325916645" sldId="2147481957"/>
            <ac:graphicFrameMk id="19" creationId="{3E86696F-E35A-4B06-9B46-63A4A6A986C1}"/>
          </ac:graphicFrameMkLst>
        </pc:graphicFrameChg>
      </pc:sldChg>
      <pc:sldChg chg="addSp delSp modSp mod">
        <pc:chgData name="강주예(JUYE KANG)[juyekang]/사원/제조DX.제조DX솔루션.데이터통합분석팀" userId="95b90ab0-d72b-4b5f-a979-51e7fc1ad660" providerId="ADAL" clId="{6F55B422-0939-4864-A320-13C8533D0403}" dt="2025-12-10T02:19:29.524" v="2126" actId="20577"/>
        <pc:sldMkLst>
          <pc:docMk/>
          <pc:sldMk cId="622379998" sldId="2147482147"/>
        </pc:sldMkLst>
        <pc:graphicFrameChg chg="mod modGraphic">
          <ac:chgData name="강주예(JUYE KANG)[juyekang]/사원/제조DX.제조DX솔루션.데이터통합분석팀" userId="95b90ab0-d72b-4b5f-a979-51e7fc1ad660" providerId="ADAL" clId="{6F55B422-0939-4864-A320-13C8533D0403}" dt="2025-12-10T02:09:23.024" v="1479" actId="20577"/>
          <ac:graphicFrameMkLst>
            <pc:docMk/>
            <pc:sldMk cId="622379998" sldId="2147482147"/>
            <ac:graphicFrameMk id="4" creationId="{0472E171-D1D3-400C-B416-93D7B68E3795}"/>
          </ac:graphicFrameMkLst>
        </pc:graphicFrameChg>
        <pc:graphicFrameChg chg="mod modGraphic">
          <ac:chgData name="강주예(JUYE KANG)[juyekang]/사원/제조DX.제조DX솔루션.데이터통합분석팀" userId="95b90ab0-d72b-4b5f-a979-51e7fc1ad660" providerId="ADAL" clId="{6F55B422-0939-4864-A320-13C8533D0403}" dt="2025-12-10T02:16:01.823" v="1861" actId="20577"/>
          <ac:graphicFrameMkLst>
            <pc:docMk/>
            <pc:sldMk cId="622379998" sldId="2147482147"/>
            <ac:graphicFrameMk id="14" creationId="{C3470D81-2A51-44B3-A6BB-CD8CA0F3C09D}"/>
          </ac:graphicFrameMkLst>
        </pc:graphicFrameChg>
        <pc:graphicFrameChg chg="mod modGraphic">
          <ac:chgData name="강주예(JUYE KANG)[juyekang]/사원/제조DX.제조DX솔루션.데이터통합분석팀" userId="95b90ab0-d72b-4b5f-a979-51e7fc1ad660" providerId="ADAL" clId="{6F55B422-0939-4864-A320-13C8533D0403}" dt="2025-12-10T02:13:21.615" v="1781" actId="20577"/>
          <ac:graphicFrameMkLst>
            <pc:docMk/>
            <pc:sldMk cId="622379998" sldId="2147482147"/>
            <ac:graphicFrameMk id="17" creationId="{13E32185-611D-4FB9-A8E7-E49F2D59E1E0}"/>
          </ac:graphicFrameMkLst>
        </pc:graphicFrameChg>
        <pc:graphicFrameChg chg="mod modGraphic">
          <ac:chgData name="강주예(JUYE KANG)[juyekang]/사원/제조DX.제조DX솔루션.데이터통합분석팀" userId="95b90ab0-d72b-4b5f-a979-51e7fc1ad660" providerId="ADAL" clId="{6F55B422-0939-4864-A320-13C8533D0403}" dt="2025-12-10T02:19:29.524" v="2126" actId="20577"/>
          <ac:graphicFrameMkLst>
            <pc:docMk/>
            <pc:sldMk cId="622379998" sldId="2147482147"/>
            <ac:graphicFrameMk id="19" creationId="{3E86696F-E35A-4B06-9B46-63A4A6A986C1}"/>
          </ac:graphicFrameMkLst>
        </pc:graphicFrameChg>
        <pc:picChg chg="del">
          <ac:chgData name="강주예(JUYE KANG)[juyekang]/사원/제조DX.제조DX솔루션.데이터통합분석팀" userId="95b90ab0-d72b-4b5f-a979-51e7fc1ad660" providerId="ADAL" clId="{6F55B422-0939-4864-A320-13C8533D0403}" dt="2025-12-10T02:11:35.270" v="1742" actId="478"/>
          <ac:picMkLst>
            <pc:docMk/>
            <pc:sldMk cId="622379998" sldId="2147482147"/>
            <ac:picMk id="3" creationId="{767D76A4-2FB8-6614-7719-059AD43780E4}"/>
          </ac:picMkLst>
        </pc:picChg>
        <pc:picChg chg="add mod">
          <ac:chgData name="강주예(JUYE KANG)[juyekang]/사원/제조DX.제조DX솔루션.데이터통합분석팀" userId="95b90ab0-d72b-4b5f-a979-51e7fc1ad660" providerId="ADAL" clId="{6F55B422-0939-4864-A320-13C8533D0403}" dt="2025-12-10T02:18:52.897" v="2123" actId="1076"/>
          <ac:picMkLst>
            <pc:docMk/>
            <pc:sldMk cId="622379998" sldId="2147482147"/>
            <ac:picMk id="5" creationId="{D02D5801-7057-D20A-8416-F02A0C8B9E08}"/>
          </ac:picMkLst>
        </pc:picChg>
        <pc:picChg chg="del">
          <ac:chgData name="강주예(JUYE KANG)[juyekang]/사원/제조DX.제조DX솔루션.데이터통합분석팀" userId="95b90ab0-d72b-4b5f-a979-51e7fc1ad660" providerId="ADAL" clId="{6F55B422-0939-4864-A320-13C8533D0403}" dt="2025-12-10T02:11:35.845" v="1743" actId="478"/>
          <ac:picMkLst>
            <pc:docMk/>
            <pc:sldMk cId="622379998" sldId="2147482147"/>
            <ac:picMk id="6" creationId="{66C5C850-483E-7483-48F8-4BDB137227A4}"/>
          </ac:picMkLst>
        </pc:picChg>
        <pc:picChg chg="add mod">
          <ac:chgData name="강주예(JUYE KANG)[juyekang]/사원/제조DX.제조DX솔루션.데이터통합분석팀" userId="95b90ab0-d72b-4b5f-a979-51e7fc1ad660" providerId="ADAL" clId="{6F55B422-0939-4864-A320-13C8533D0403}" dt="2025-12-10T02:14:24.557" v="1808" actId="14100"/>
          <ac:picMkLst>
            <pc:docMk/>
            <pc:sldMk cId="622379998" sldId="2147482147"/>
            <ac:picMk id="8" creationId="{7F97D382-BF9F-24E5-3754-77214BD6620A}"/>
          </ac:picMkLst>
        </pc:picChg>
        <pc:picChg chg="del">
          <ac:chgData name="강주예(JUYE KANG)[juyekang]/사원/제조DX.제조DX솔루션.데이터통합분석팀" userId="95b90ab0-d72b-4b5f-a979-51e7fc1ad660" providerId="ADAL" clId="{6F55B422-0939-4864-A320-13C8533D0403}" dt="2025-12-10T02:14:04.828" v="1803" actId="478"/>
          <ac:picMkLst>
            <pc:docMk/>
            <pc:sldMk cId="622379998" sldId="2147482147"/>
            <ac:picMk id="13" creationId="{1A03E43E-86EF-43A0-93B3-1B2801F6DE17}"/>
          </ac:picMkLst>
        </pc:picChg>
        <pc:picChg chg="del">
          <ac:chgData name="강주예(JUYE KANG)[juyekang]/사원/제조DX.제조DX솔루션.데이터통합분석팀" userId="95b90ab0-d72b-4b5f-a979-51e7fc1ad660" providerId="ADAL" clId="{6F55B422-0939-4864-A320-13C8533D0403}" dt="2025-12-10T02:14:05.340" v="1804" actId="478"/>
          <ac:picMkLst>
            <pc:docMk/>
            <pc:sldMk cId="622379998" sldId="2147482147"/>
            <ac:picMk id="16" creationId="{25039498-0747-44E0-87E2-B10A7C6B77D3}"/>
          </ac:picMkLst>
        </pc:picChg>
        <pc:picChg chg="add mod">
          <ac:chgData name="강주예(JUYE KANG)[juyekang]/사원/제조DX.제조DX솔루션.데이터통합분석팀" userId="95b90ab0-d72b-4b5f-a979-51e7fc1ad660" providerId="ADAL" clId="{6F55B422-0939-4864-A320-13C8533D0403}" dt="2025-12-10T02:14:51.207" v="1813" actId="1076"/>
          <ac:picMkLst>
            <pc:docMk/>
            <pc:sldMk cId="622379998" sldId="2147482147"/>
            <ac:picMk id="18" creationId="{8E0E6C3A-E61A-FCE5-B7AA-2916427E4B21}"/>
          </ac:picMkLst>
        </pc:picChg>
        <pc:picChg chg="del">
          <ac:chgData name="강주예(JUYE KANG)[juyekang]/사원/제조DX.제조DX솔루션.데이터통합분석팀" userId="95b90ab0-d72b-4b5f-a979-51e7fc1ad660" providerId="ADAL" clId="{6F55B422-0939-4864-A320-13C8533D0403}" dt="2025-12-10T02:18:17.621" v="2116" actId="478"/>
          <ac:picMkLst>
            <pc:docMk/>
            <pc:sldMk cId="622379998" sldId="2147482147"/>
            <ac:picMk id="20" creationId="{7CCD25C5-EFBD-B41D-518D-60D25A81CAEB}"/>
          </ac:picMkLst>
        </pc:picChg>
        <pc:picChg chg="add mod">
          <ac:chgData name="강주예(JUYE KANG)[juyekang]/사원/제조DX.제조DX솔루션.데이터통합분석팀" userId="95b90ab0-d72b-4b5f-a979-51e7fc1ad660" providerId="ADAL" clId="{6F55B422-0939-4864-A320-13C8533D0403}" dt="2025-12-10T02:18:57.219" v="2124" actId="14100"/>
          <ac:picMkLst>
            <pc:docMk/>
            <pc:sldMk cId="622379998" sldId="2147482147"/>
            <ac:picMk id="22" creationId="{B0D6E99C-6598-89C7-9FBE-02D88D768241}"/>
          </ac:picMkLst>
        </pc:picChg>
      </pc:sldChg>
      <pc:sldChg chg="modSp mod modShow">
        <pc:chgData name="강주예(JUYE KANG)[juyekang]/사원/제조DX.제조DX솔루션.데이터통합분석팀" userId="95b90ab0-d72b-4b5f-a979-51e7fc1ad660" providerId="ADAL" clId="{6F55B422-0939-4864-A320-13C8533D0403}" dt="2025-12-10T02:20:16.967" v="2161" actId="20577"/>
        <pc:sldMkLst>
          <pc:docMk/>
          <pc:sldMk cId="316395411" sldId="2147482169"/>
        </pc:sldMkLst>
        <pc:graphicFrameChg chg="mod modGraphic">
          <ac:chgData name="강주예(JUYE KANG)[juyekang]/사원/제조DX.제조DX솔루션.데이터통합분석팀" userId="95b90ab0-d72b-4b5f-a979-51e7fc1ad660" providerId="ADAL" clId="{6F55B422-0939-4864-A320-13C8533D0403}" dt="2025-12-10T02:20:16.967" v="2161" actId="20577"/>
          <ac:graphicFrameMkLst>
            <pc:docMk/>
            <pc:sldMk cId="316395411" sldId="2147482169"/>
            <ac:graphicFrameMk id="19" creationId="{4485889C-7C23-1E44-3F44-63DAC7688EA0}"/>
          </ac:graphicFrameMkLst>
        </pc:graphicFrameChg>
      </pc:sldChg>
      <pc:sldChg chg="addSp delSp modSp mod">
        <pc:chgData name="강주예(JUYE KANG)[juyekang]/사원/제조DX.제조DX솔루션.데이터통합분석팀" userId="95b90ab0-d72b-4b5f-a979-51e7fc1ad660" providerId="ADAL" clId="{6F55B422-0939-4864-A320-13C8533D0403}" dt="2025-12-10T02:09:45.696" v="1489" actId="20577"/>
        <pc:sldMkLst>
          <pc:docMk/>
          <pc:sldMk cId="1233649719" sldId="2147482170"/>
        </pc:sldMkLst>
        <pc:spChg chg="mod">
          <ac:chgData name="강주예(JUYE KANG)[juyekang]/사원/제조DX.제조DX솔루션.데이터통합분석팀" userId="95b90ab0-d72b-4b5f-a979-51e7fc1ad660" providerId="ADAL" clId="{6F55B422-0939-4864-A320-13C8533D0403}" dt="2025-12-10T01:52:37.100" v="320" actId="20577"/>
          <ac:spMkLst>
            <pc:docMk/>
            <pc:sldMk cId="1233649719" sldId="2147482170"/>
            <ac:spMk id="9" creationId="{00000000-0000-0000-0000-000000000000}"/>
          </ac:spMkLst>
        </pc:spChg>
        <pc:graphicFrameChg chg="modGraphic">
          <ac:chgData name="강주예(JUYE KANG)[juyekang]/사원/제조DX.제조DX솔루션.데이터통합분석팀" userId="95b90ab0-d72b-4b5f-a979-51e7fc1ad660" providerId="ADAL" clId="{6F55B422-0939-4864-A320-13C8533D0403}" dt="2025-12-10T01:54:25.154" v="395" actId="20577"/>
          <ac:graphicFrameMkLst>
            <pc:docMk/>
            <pc:sldMk cId="1233649719" sldId="2147482170"/>
            <ac:graphicFrameMk id="4" creationId="{0472E171-D1D3-400C-B416-93D7B68E3795}"/>
          </ac:graphicFrameMkLst>
        </pc:graphicFrameChg>
        <pc:graphicFrameChg chg="mod modGraphic">
          <ac:chgData name="강주예(JUYE KANG)[juyekang]/사원/제조DX.제조DX솔루션.데이터통합분석팀" userId="95b90ab0-d72b-4b5f-a979-51e7fc1ad660" providerId="ADAL" clId="{6F55B422-0939-4864-A320-13C8533D0403}" dt="2025-12-10T02:03:45.271" v="1214"/>
          <ac:graphicFrameMkLst>
            <pc:docMk/>
            <pc:sldMk cId="1233649719" sldId="2147482170"/>
            <ac:graphicFrameMk id="14" creationId="{C3470D81-2A51-44B3-A6BB-CD8CA0F3C09D}"/>
          </ac:graphicFrameMkLst>
        </pc:graphicFrameChg>
        <pc:graphicFrameChg chg="mod modGraphic">
          <ac:chgData name="강주예(JUYE KANG)[juyekang]/사원/제조DX.제조DX솔루션.데이터통합분석팀" userId="95b90ab0-d72b-4b5f-a979-51e7fc1ad660" providerId="ADAL" clId="{6F55B422-0939-4864-A320-13C8533D0403}" dt="2025-12-10T01:58:43.383" v="691" actId="20577"/>
          <ac:graphicFrameMkLst>
            <pc:docMk/>
            <pc:sldMk cId="1233649719" sldId="2147482170"/>
            <ac:graphicFrameMk id="17" creationId="{13E32185-611D-4FB9-A8E7-E49F2D59E1E0}"/>
          </ac:graphicFrameMkLst>
        </pc:graphicFrameChg>
        <pc:graphicFrameChg chg="mod modGraphic">
          <ac:chgData name="강주예(JUYE KANG)[juyekang]/사원/제조DX.제조DX솔루션.데이터통합분석팀" userId="95b90ab0-d72b-4b5f-a979-51e7fc1ad660" providerId="ADAL" clId="{6F55B422-0939-4864-A320-13C8533D0403}" dt="2025-12-10T02:09:45.696" v="1489" actId="20577"/>
          <ac:graphicFrameMkLst>
            <pc:docMk/>
            <pc:sldMk cId="1233649719" sldId="2147482170"/>
            <ac:graphicFrameMk id="19" creationId="{3E86696F-E35A-4B06-9B46-63A4A6A986C1}"/>
          </ac:graphicFrameMkLst>
        </pc:graphicFrameChg>
        <pc:picChg chg="del">
          <ac:chgData name="강주예(JUYE KANG)[juyekang]/사원/제조DX.제조DX솔루션.데이터통합분석팀" userId="95b90ab0-d72b-4b5f-a979-51e7fc1ad660" providerId="ADAL" clId="{6F55B422-0939-4864-A320-13C8533D0403}" dt="2025-12-10T01:55:11.450" v="466" actId="478"/>
          <ac:picMkLst>
            <pc:docMk/>
            <pc:sldMk cId="1233649719" sldId="2147482170"/>
            <ac:picMk id="3" creationId="{D18A3541-96CD-C6A9-5AB0-CB872CDD7564}"/>
          </ac:picMkLst>
        </pc:picChg>
        <pc:picChg chg="add mod">
          <ac:chgData name="강주예(JUYE KANG)[juyekang]/사원/제조DX.제조DX솔루션.데이터통합분석팀" userId="95b90ab0-d72b-4b5f-a979-51e7fc1ad660" providerId="ADAL" clId="{6F55B422-0939-4864-A320-13C8533D0403}" dt="2025-12-10T02:01:04.650" v="1008" actId="1076"/>
          <ac:picMkLst>
            <pc:docMk/>
            <pc:sldMk cId="1233649719" sldId="2147482170"/>
            <ac:picMk id="5" creationId="{516E4FAD-75B8-4310-7E96-3AFB883DA22E}"/>
          </ac:picMkLst>
        </pc:picChg>
        <pc:picChg chg="add mod">
          <ac:chgData name="강주예(JUYE KANG)[juyekang]/사원/제조DX.제조DX솔루션.데이터통합분석팀" userId="95b90ab0-d72b-4b5f-a979-51e7fc1ad660" providerId="ADAL" clId="{6F55B422-0939-4864-A320-13C8533D0403}" dt="2025-12-10T02:01:06.697" v="1009" actId="1076"/>
          <ac:picMkLst>
            <pc:docMk/>
            <pc:sldMk cId="1233649719" sldId="2147482170"/>
            <ac:picMk id="7" creationId="{B309B86C-A190-7EBD-91F5-52E06997535E}"/>
          </ac:picMkLst>
        </pc:picChg>
        <pc:picChg chg="del">
          <ac:chgData name="강주예(JUYE KANG)[juyekang]/사원/제조DX.제조DX솔루션.데이터통합분석팀" userId="95b90ab0-d72b-4b5f-a979-51e7fc1ad660" providerId="ADAL" clId="{6F55B422-0939-4864-A320-13C8533D0403}" dt="2025-12-10T02:00:33.558" v="1004" actId="478"/>
          <ac:picMkLst>
            <pc:docMk/>
            <pc:sldMk cId="1233649719" sldId="2147482170"/>
            <ac:picMk id="12" creationId="{6348B6B1-A242-1BD4-EF9B-6B4E67F51FE8}"/>
          </ac:picMkLst>
        </pc:picChg>
        <pc:picChg chg="add mod">
          <ac:chgData name="강주예(JUYE KANG)[juyekang]/사원/제조DX.제조DX솔루션.데이터통합분석팀" userId="95b90ab0-d72b-4b5f-a979-51e7fc1ad660" providerId="ADAL" clId="{6F55B422-0939-4864-A320-13C8533D0403}" dt="2025-12-10T02:06:30.520" v="1450" actId="14100"/>
          <ac:picMkLst>
            <pc:docMk/>
            <pc:sldMk cId="1233649719" sldId="2147482170"/>
            <ac:picMk id="13" creationId="{8B25E722-E607-ACE5-AB65-BDC04C739870}"/>
          </ac:picMkLst>
        </pc:picChg>
        <pc:picChg chg="del">
          <ac:chgData name="강주예(JUYE KANG)[juyekang]/사원/제조DX.제조DX솔루션.데이터통합분석팀" userId="95b90ab0-d72b-4b5f-a979-51e7fc1ad660" providerId="ADAL" clId="{6F55B422-0939-4864-A320-13C8533D0403}" dt="2025-12-10T02:05:36.244" v="1444" actId="478"/>
          <ac:picMkLst>
            <pc:docMk/>
            <pc:sldMk cId="1233649719" sldId="2147482170"/>
            <ac:picMk id="16" creationId="{B2A79F92-0A28-FC2B-14BE-EFED3666FC9D}"/>
          </ac:picMkLst>
        </pc:picChg>
      </pc:sldChg>
    </pc:docChg>
  </pc:docChgLst>
  <pc:docChgLst>
    <pc:chgData name="강규택 " userId="0ef37451-361f-489e-8f72-3bb72ffceb72" providerId="ADAL" clId="{1FE6CB22-D5CD-4993-BC4C-16E0A8E2BA54}"/>
    <pc:docChg chg="undo custSel modSld">
      <pc:chgData name="강규택 " userId="0ef37451-361f-489e-8f72-3bb72ffceb72" providerId="ADAL" clId="{1FE6CB22-D5CD-4993-BC4C-16E0A8E2BA54}" dt="2025-11-26T06:10:58.963" v="1404"/>
      <pc:docMkLst>
        <pc:docMk/>
      </pc:docMkLst>
      <pc:sldChg chg="modSp">
        <pc:chgData name="강규택 " userId="0ef37451-361f-489e-8f72-3bb72ffceb72" providerId="ADAL" clId="{1FE6CB22-D5CD-4993-BC4C-16E0A8E2BA54}" dt="2025-11-26T05:37:14.086" v="1239"/>
        <pc:sldMkLst>
          <pc:docMk/>
          <pc:sldMk cId="760095899" sldId="2147481914"/>
        </pc:sldMkLst>
        <pc:spChg chg="mod">
          <ac:chgData name="강규택 " userId="0ef37451-361f-489e-8f72-3bb72ffceb72" providerId="ADAL" clId="{1FE6CB22-D5CD-4993-BC4C-16E0A8E2BA54}" dt="2025-11-26T05:32:11.070" v="968" actId="20577"/>
          <ac:spMkLst>
            <pc:docMk/>
            <pc:sldMk cId="760095899" sldId="2147481914"/>
            <ac:spMk id="18" creationId="{72943F47-EAEA-4391-A2BC-C7C33A8E8CFD}"/>
          </ac:spMkLst>
        </pc:spChg>
        <pc:graphicFrameChg chg="mod modGraphic">
          <ac:chgData name="강규택 " userId="0ef37451-361f-489e-8f72-3bb72ffceb72" providerId="ADAL" clId="{1FE6CB22-D5CD-4993-BC4C-16E0A8E2BA54}" dt="2025-11-26T05:37:14.086" v="1239"/>
          <ac:graphicFrameMkLst>
            <pc:docMk/>
            <pc:sldMk cId="760095899" sldId="2147481914"/>
            <ac:graphicFrameMk id="3" creationId="{3E86696F-E35A-4B06-9B46-63A4A6A986C1}"/>
          </ac:graphicFrameMkLst>
        </pc:graphicFrameChg>
      </pc:sldChg>
      <pc:sldChg chg="modSp">
        <pc:chgData name="강규택 " userId="0ef37451-361f-489e-8f72-3bb72ffceb72" providerId="ADAL" clId="{1FE6CB22-D5CD-4993-BC4C-16E0A8E2BA54}" dt="2025-11-26T05:41:42.962" v="1388" actId="20577"/>
        <pc:sldMkLst>
          <pc:docMk/>
          <pc:sldMk cId="197830340" sldId="2147481920"/>
        </pc:sldMkLst>
        <pc:spChg chg="mod">
          <ac:chgData name="강규택 " userId="0ef37451-361f-489e-8f72-3bb72ffceb72" providerId="ADAL" clId="{1FE6CB22-D5CD-4993-BC4C-16E0A8E2BA54}" dt="2025-11-26T05:40:35.532" v="1318" actId="20577"/>
          <ac:spMkLst>
            <pc:docMk/>
            <pc:sldMk cId="197830340" sldId="2147481920"/>
            <ac:spMk id="11" creationId="{67F1B651-D06A-4EEC-A09C-7F9D9CBFDA37}"/>
          </ac:spMkLst>
        </pc:spChg>
        <pc:graphicFrameChg chg="mod modGraphic">
          <ac:chgData name="강규택 " userId="0ef37451-361f-489e-8f72-3bb72ffceb72" providerId="ADAL" clId="{1FE6CB22-D5CD-4993-BC4C-16E0A8E2BA54}" dt="2025-11-26T05:41:42.962" v="1388" actId="20577"/>
          <ac:graphicFrameMkLst>
            <pc:docMk/>
            <pc:sldMk cId="197830340" sldId="2147481920"/>
            <ac:graphicFrameMk id="3" creationId="{3E86696F-E35A-4B06-9B46-63A4A6A986C1}"/>
          </ac:graphicFrameMkLst>
        </pc:graphicFrameChg>
      </pc:sldChg>
      <pc:sldChg chg="modSp">
        <pc:chgData name="강규택 " userId="0ef37451-361f-489e-8f72-3bb72ffceb72" providerId="ADAL" clId="{1FE6CB22-D5CD-4993-BC4C-16E0A8E2BA54}" dt="2025-11-26T06:09:47.907" v="1395" actId="20577"/>
        <pc:sldMkLst>
          <pc:docMk/>
          <pc:sldMk cId="3218446010" sldId="2147481940"/>
        </pc:sldMkLst>
        <pc:graphicFrameChg chg="modGraphic">
          <ac:chgData name="강규택 " userId="0ef37451-361f-489e-8f72-3bb72ffceb72" providerId="ADAL" clId="{1FE6CB22-D5CD-4993-BC4C-16E0A8E2BA54}" dt="2025-11-26T06:09:47.907" v="1395" actId="20577"/>
          <ac:graphicFrameMkLst>
            <pc:docMk/>
            <pc:sldMk cId="3218446010" sldId="2147481940"/>
            <ac:graphicFrameMk id="18" creationId="{BAF0B2EF-E0A9-4EBE-8B41-8BAD7EC3E9EB}"/>
          </ac:graphicFrameMkLst>
        </pc:graphicFrameChg>
        <pc:graphicFrameChg chg="modGraphic">
          <ac:chgData name="강규택 " userId="0ef37451-361f-489e-8f72-3bb72ffceb72" providerId="ADAL" clId="{1FE6CB22-D5CD-4993-BC4C-16E0A8E2BA54}" dt="2025-11-19T08:13:08.838" v="901" actId="207"/>
          <ac:graphicFrameMkLst>
            <pc:docMk/>
            <pc:sldMk cId="3218446010" sldId="2147481940"/>
            <ac:graphicFrameMk id="21" creationId="{B17BC81E-4040-4B89-BFD6-444CE79E9A52}"/>
          </ac:graphicFrameMkLst>
        </pc:graphicFrameChg>
      </pc:sldChg>
      <pc:sldChg chg="modSp">
        <pc:chgData name="강규택 " userId="0ef37451-361f-489e-8f72-3bb72ffceb72" providerId="ADAL" clId="{1FE6CB22-D5CD-4993-BC4C-16E0A8E2BA54}" dt="2025-11-26T06:10:13.287" v="1396"/>
        <pc:sldMkLst>
          <pc:docMk/>
          <pc:sldMk cId="4216273303" sldId="2147482152"/>
        </pc:sldMkLst>
        <pc:graphicFrameChg chg="mod">
          <ac:chgData name="강규택 " userId="0ef37451-361f-489e-8f72-3bb72ffceb72" providerId="ADAL" clId="{1FE6CB22-D5CD-4993-BC4C-16E0A8E2BA54}" dt="2025-11-26T06:10:13.287" v="1396"/>
          <ac:graphicFrameMkLst>
            <pc:docMk/>
            <pc:sldMk cId="4216273303" sldId="2147482152"/>
            <ac:graphicFrameMk id="78" creationId="{44A34F13-DC54-4478-BF19-C0C49834DFA6}"/>
          </ac:graphicFrameMkLst>
        </pc:graphicFrameChg>
      </pc:sldChg>
      <pc:sldChg chg="modSp">
        <pc:chgData name="강규택 " userId="0ef37451-361f-489e-8f72-3bb72ffceb72" providerId="ADAL" clId="{1FE6CB22-D5CD-4993-BC4C-16E0A8E2BA54}" dt="2025-11-26T06:10:16.744" v="1397"/>
        <pc:sldMkLst>
          <pc:docMk/>
          <pc:sldMk cId="719476191" sldId="2147482153"/>
        </pc:sldMkLst>
        <pc:graphicFrameChg chg="modGraphic">
          <ac:chgData name="강규택 " userId="0ef37451-361f-489e-8f72-3bb72ffceb72" providerId="ADAL" clId="{1FE6CB22-D5CD-4993-BC4C-16E0A8E2BA54}" dt="2025-11-19T08:13:04.558" v="900" actId="207"/>
          <ac:graphicFrameMkLst>
            <pc:docMk/>
            <pc:sldMk cId="719476191" sldId="2147482153"/>
            <ac:graphicFrameMk id="24" creationId="{DA9720D5-9E5D-4270-AD52-B8674BAB70D6}"/>
          </ac:graphicFrameMkLst>
        </pc:graphicFrameChg>
        <pc:graphicFrameChg chg="mod">
          <ac:chgData name="강규택 " userId="0ef37451-361f-489e-8f72-3bb72ffceb72" providerId="ADAL" clId="{1FE6CB22-D5CD-4993-BC4C-16E0A8E2BA54}" dt="2025-11-26T06:10:16.744" v="1397"/>
          <ac:graphicFrameMkLst>
            <pc:docMk/>
            <pc:sldMk cId="719476191" sldId="2147482153"/>
            <ac:graphicFrameMk id="62" creationId="{239E462D-4198-4727-8EA5-CC59B0C74700}"/>
          </ac:graphicFrameMkLst>
        </pc:graphicFrameChg>
      </pc:sldChg>
      <pc:sldChg chg="modSp">
        <pc:chgData name="강규택 " userId="0ef37451-361f-489e-8f72-3bb72ffceb72" providerId="ADAL" clId="{1FE6CB22-D5CD-4993-BC4C-16E0A8E2BA54}" dt="2025-11-26T06:10:21.343" v="1398"/>
        <pc:sldMkLst>
          <pc:docMk/>
          <pc:sldMk cId="1357361098" sldId="2147482154"/>
        </pc:sldMkLst>
        <pc:graphicFrameChg chg="modGraphic">
          <ac:chgData name="강규택 " userId="0ef37451-361f-489e-8f72-3bb72ffceb72" providerId="ADAL" clId="{1FE6CB22-D5CD-4993-BC4C-16E0A8E2BA54}" dt="2025-11-19T08:13:01.487" v="899" actId="207"/>
          <ac:graphicFrameMkLst>
            <pc:docMk/>
            <pc:sldMk cId="1357361098" sldId="2147482154"/>
            <ac:graphicFrameMk id="20" creationId="{4D0A5B9B-816F-4E0A-A314-C8D20D26917B}"/>
          </ac:graphicFrameMkLst>
        </pc:graphicFrameChg>
        <pc:graphicFrameChg chg="mod">
          <ac:chgData name="강규택 " userId="0ef37451-361f-489e-8f72-3bb72ffceb72" providerId="ADAL" clId="{1FE6CB22-D5CD-4993-BC4C-16E0A8E2BA54}" dt="2025-11-26T06:10:21.343" v="1398"/>
          <ac:graphicFrameMkLst>
            <pc:docMk/>
            <pc:sldMk cId="1357361098" sldId="2147482154"/>
            <ac:graphicFrameMk id="61" creationId="{D74D922B-6390-4658-8B44-87E34F5AEA53}"/>
          </ac:graphicFrameMkLst>
        </pc:graphicFrameChg>
      </pc:sldChg>
      <pc:sldChg chg="modSp">
        <pc:chgData name="강규택 " userId="0ef37451-361f-489e-8f72-3bb72ffceb72" providerId="ADAL" clId="{1FE6CB22-D5CD-4993-BC4C-16E0A8E2BA54}" dt="2025-11-26T06:10:33.075" v="1399"/>
        <pc:sldMkLst>
          <pc:docMk/>
          <pc:sldMk cId="2756542074" sldId="2147482155"/>
        </pc:sldMkLst>
        <pc:graphicFrameChg chg="modGraphic">
          <ac:chgData name="강규택 " userId="0ef37451-361f-489e-8f72-3bb72ffceb72" providerId="ADAL" clId="{1FE6CB22-D5CD-4993-BC4C-16E0A8E2BA54}" dt="2025-11-19T08:12:56.432" v="898" actId="207"/>
          <ac:graphicFrameMkLst>
            <pc:docMk/>
            <pc:sldMk cId="2756542074" sldId="2147482155"/>
            <ac:graphicFrameMk id="20" creationId="{C29AEFF0-7244-4E41-A5B8-902A91A671C8}"/>
          </ac:graphicFrameMkLst>
        </pc:graphicFrameChg>
        <pc:graphicFrameChg chg="mod">
          <ac:chgData name="강규택 " userId="0ef37451-361f-489e-8f72-3bb72ffceb72" providerId="ADAL" clId="{1FE6CB22-D5CD-4993-BC4C-16E0A8E2BA54}" dt="2025-11-26T06:10:33.075" v="1399"/>
          <ac:graphicFrameMkLst>
            <pc:docMk/>
            <pc:sldMk cId="2756542074" sldId="2147482155"/>
            <ac:graphicFrameMk id="59" creationId="{8C8C781A-BCD2-43B6-8EC6-253AC330EA34}"/>
          </ac:graphicFrameMkLst>
        </pc:graphicFrameChg>
      </pc:sldChg>
      <pc:sldChg chg="modSp">
        <pc:chgData name="강규택 " userId="0ef37451-361f-489e-8f72-3bb72ffceb72" providerId="ADAL" clId="{1FE6CB22-D5CD-4993-BC4C-16E0A8E2BA54}" dt="2025-11-26T06:10:37.618" v="1400"/>
        <pc:sldMkLst>
          <pc:docMk/>
          <pc:sldMk cId="1685760430" sldId="2147482156"/>
        </pc:sldMkLst>
        <pc:graphicFrameChg chg="modGraphic">
          <ac:chgData name="강규택 " userId="0ef37451-361f-489e-8f72-3bb72ffceb72" providerId="ADAL" clId="{1FE6CB22-D5CD-4993-BC4C-16E0A8E2BA54}" dt="2025-11-19T08:12:52.656" v="897" actId="207"/>
          <ac:graphicFrameMkLst>
            <pc:docMk/>
            <pc:sldMk cId="1685760430" sldId="2147482156"/>
            <ac:graphicFrameMk id="19" creationId="{197AC351-9B94-4151-9F3E-1F17E57ED62B}"/>
          </ac:graphicFrameMkLst>
        </pc:graphicFrameChg>
        <pc:graphicFrameChg chg="mod">
          <ac:chgData name="강규택 " userId="0ef37451-361f-489e-8f72-3bb72ffceb72" providerId="ADAL" clId="{1FE6CB22-D5CD-4993-BC4C-16E0A8E2BA54}" dt="2025-11-26T06:10:37.618" v="1400"/>
          <ac:graphicFrameMkLst>
            <pc:docMk/>
            <pc:sldMk cId="1685760430" sldId="2147482156"/>
            <ac:graphicFrameMk id="59" creationId="{2AD5FA6F-897F-4D14-B8F9-49179AD9A341}"/>
          </ac:graphicFrameMkLst>
        </pc:graphicFrameChg>
      </pc:sldChg>
      <pc:sldChg chg="modSp">
        <pc:chgData name="강규택 " userId="0ef37451-361f-489e-8f72-3bb72ffceb72" providerId="ADAL" clId="{1FE6CB22-D5CD-4993-BC4C-16E0A8E2BA54}" dt="2025-11-26T06:10:42.664" v="1401"/>
        <pc:sldMkLst>
          <pc:docMk/>
          <pc:sldMk cId="1270712381" sldId="2147482157"/>
        </pc:sldMkLst>
        <pc:graphicFrameChg chg="modGraphic">
          <ac:chgData name="강규택 " userId="0ef37451-361f-489e-8f72-3bb72ffceb72" providerId="ADAL" clId="{1FE6CB22-D5CD-4993-BC4C-16E0A8E2BA54}" dt="2025-11-19T08:12:48.937" v="896" actId="207"/>
          <ac:graphicFrameMkLst>
            <pc:docMk/>
            <pc:sldMk cId="1270712381" sldId="2147482157"/>
            <ac:graphicFrameMk id="19" creationId="{57F9DB81-8AAF-42BC-806B-D07D80EC3A48}"/>
          </ac:graphicFrameMkLst>
        </pc:graphicFrameChg>
        <pc:graphicFrameChg chg="mod">
          <ac:chgData name="강규택 " userId="0ef37451-361f-489e-8f72-3bb72ffceb72" providerId="ADAL" clId="{1FE6CB22-D5CD-4993-BC4C-16E0A8E2BA54}" dt="2025-11-26T06:10:42.664" v="1401"/>
          <ac:graphicFrameMkLst>
            <pc:docMk/>
            <pc:sldMk cId="1270712381" sldId="2147482157"/>
            <ac:graphicFrameMk id="59" creationId="{2E232787-EA51-4857-8E03-A51235055CB5}"/>
          </ac:graphicFrameMkLst>
        </pc:graphicFrameChg>
      </pc:sldChg>
      <pc:sldChg chg="modSp">
        <pc:chgData name="강규택 " userId="0ef37451-361f-489e-8f72-3bb72ffceb72" providerId="ADAL" clId="{1FE6CB22-D5CD-4993-BC4C-16E0A8E2BA54}" dt="2025-11-26T06:10:49.838" v="1402"/>
        <pc:sldMkLst>
          <pc:docMk/>
          <pc:sldMk cId="3468524003" sldId="2147482158"/>
        </pc:sldMkLst>
        <pc:graphicFrameChg chg="modGraphic">
          <ac:chgData name="강규택 " userId="0ef37451-361f-489e-8f72-3bb72ffceb72" providerId="ADAL" clId="{1FE6CB22-D5CD-4993-BC4C-16E0A8E2BA54}" dt="2025-11-19T08:12:46.395" v="895" actId="207"/>
          <ac:graphicFrameMkLst>
            <pc:docMk/>
            <pc:sldMk cId="3468524003" sldId="2147482158"/>
            <ac:graphicFrameMk id="19" creationId="{BBA4D3A6-B372-42DE-9842-8CC4E02BD613}"/>
          </ac:graphicFrameMkLst>
        </pc:graphicFrameChg>
        <pc:graphicFrameChg chg="mod">
          <ac:chgData name="강규택 " userId="0ef37451-361f-489e-8f72-3bb72ffceb72" providerId="ADAL" clId="{1FE6CB22-D5CD-4993-BC4C-16E0A8E2BA54}" dt="2025-11-26T06:10:49.838" v="1402"/>
          <ac:graphicFrameMkLst>
            <pc:docMk/>
            <pc:sldMk cId="3468524003" sldId="2147482158"/>
            <ac:graphicFrameMk id="59" creationId="{3264E41B-0111-4A50-8165-2F7834A1A1CA}"/>
          </ac:graphicFrameMkLst>
        </pc:graphicFrameChg>
      </pc:sldChg>
      <pc:sldChg chg="modSp">
        <pc:chgData name="강규택 " userId="0ef37451-361f-489e-8f72-3bb72ffceb72" providerId="ADAL" clId="{1FE6CB22-D5CD-4993-BC4C-16E0A8E2BA54}" dt="2025-11-26T06:10:54.465" v="1403"/>
        <pc:sldMkLst>
          <pc:docMk/>
          <pc:sldMk cId="3982393149" sldId="2147482159"/>
        </pc:sldMkLst>
        <pc:graphicFrameChg chg="modGraphic">
          <ac:chgData name="강규택 " userId="0ef37451-361f-489e-8f72-3bb72ffceb72" providerId="ADAL" clId="{1FE6CB22-D5CD-4993-BC4C-16E0A8E2BA54}" dt="2025-11-19T08:12:44.063" v="894" actId="207"/>
          <ac:graphicFrameMkLst>
            <pc:docMk/>
            <pc:sldMk cId="3982393149" sldId="2147482159"/>
            <ac:graphicFrameMk id="19" creationId="{9C1806C0-446E-47C8-944A-06A94EA73D8F}"/>
          </ac:graphicFrameMkLst>
        </pc:graphicFrameChg>
        <pc:graphicFrameChg chg="mod">
          <ac:chgData name="강규택 " userId="0ef37451-361f-489e-8f72-3bb72ffceb72" providerId="ADAL" clId="{1FE6CB22-D5CD-4993-BC4C-16E0A8E2BA54}" dt="2025-11-26T06:10:54.465" v="1403"/>
          <ac:graphicFrameMkLst>
            <pc:docMk/>
            <pc:sldMk cId="3982393149" sldId="2147482159"/>
            <ac:graphicFrameMk id="59" creationId="{B7D712C6-35F8-4B25-878E-42A94EC3610E}"/>
          </ac:graphicFrameMkLst>
        </pc:graphicFrameChg>
      </pc:sldChg>
      <pc:sldChg chg="modSp">
        <pc:chgData name="강규택 " userId="0ef37451-361f-489e-8f72-3bb72ffceb72" providerId="ADAL" clId="{1FE6CB22-D5CD-4993-BC4C-16E0A8E2BA54}" dt="2025-11-26T06:10:58.963" v="1404"/>
        <pc:sldMkLst>
          <pc:docMk/>
          <pc:sldMk cId="4127400384" sldId="2147482160"/>
        </pc:sldMkLst>
        <pc:graphicFrameChg chg="mod modGraphic">
          <ac:chgData name="강규택 " userId="0ef37451-361f-489e-8f72-3bb72ffceb72" providerId="ADAL" clId="{1FE6CB22-D5CD-4993-BC4C-16E0A8E2BA54}" dt="2025-11-19T08:12:39.121" v="893" actId="207"/>
          <ac:graphicFrameMkLst>
            <pc:docMk/>
            <pc:sldMk cId="4127400384" sldId="2147482160"/>
            <ac:graphicFrameMk id="18" creationId="{D90C02AA-15F8-4E0D-BE1B-0BF9BF5A1C7F}"/>
          </ac:graphicFrameMkLst>
        </pc:graphicFrameChg>
        <pc:graphicFrameChg chg="mod modGraphic">
          <ac:chgData name="강규택 " userId="0ef37451-361f-489e-8f72-3bb72ffceb72" providerId="ADAL" clId="{1FE6CB22-D5CD-4993-BC4C-16E0A8E2BA54}" dt="2025-11-19T08:26:41.256" v="964" actId="207"/>
          <ac:graphicFrameMkLst>
            <pc:docMk/>
            <pc:sldMk cId="4127400384" sldId="2147482160"/>
            <ac:graphicFrameMk id="22" creationId="{800175D4-D7D2-4E39-BE37-BF38446744A7}"/>
          </ac:graphicFrameMkLst>
        </pc:graphicFrameChg>
        <pc:graphicFrameChg chg="mod">
          <ac:chgData name="강규택 " userId="0ef37451-361f-489e-8f72-3bb72ffceb72" providerId="ADAL" clId="{1FE6CB22-D5CD-4993-BC4C-16E0A8E2BA54}" dt="2025-11-26T06:10:58.963" v="1404"/>
          <ac:graphicFrameMkLst>
            <pc:docMk/>
            <pc:sldMk cId="4127400384" sldId="2147482160"/>
            <ac:graphicFrameMk id="58" creationId="{D1486B37-EB4E-4DBA-B192-32A9AE92E632}"/>
          </ac:graphicFrameMkLst>
        </pc:graphicFrameChg>
      </pc:sldChg>
    </pc:docChg>
  </pc:docChgLst>
  <pc:docChgLst>
    <pc:chgData name="조은지(EUNJI JO)[joeunji]/선임/제조DX.제조DX솔루션.데이터통합분석팀" userId="d82ce3d5-2c2f-4d6b-9fbb-477c92d9f333" providerId="ADAL" clId="{ADDC5F8C-46B8-4799-9146-C37BECDF8787}"/>
    <pc:docChg chg="undo custSel addSld delSld modSld modSection">
      <pc:chgData name="조은지(EUNJI JO)[joeunji]/선임/제조DX.제조DX솔루션.데이터통합분석팀" userId="d82ce3d5-2c2f-4d6b-9fbb-477c92d9f333" providerId="ADAL" clId="{ADDC5F8C-46B8-4799-9146-C37BECDF8787}" dt="2025-10-15T07:42:34.734" v="2608"/>
      <pc:docMkLst>
        <pc:docMk/>
      </pc:docMkLst>
      <pc:sldChg chg="modSp">
        <pc:chgData name="조은지(EUNJI JO)[joeunji]/선임/제조DX.제조DX솔루션.데이터통합분석팀" userId="d82ce3d5-2c2f-4d6b-9fbb-477c92d9f333" providerId="ADAL" clId="{ADDC5F8C-46B8-4799-9146-C37BECDF8787}" dt="2025-10-14T23:36:14.601" v="1" actId="207"/>
        <pc:sldMkLst>
          <pc:docMk/>
          <pc:sldMk cId="3544279689" sldId="2147482010"/>
        </pc:sldMkLst>
        <pc:spChg chg="mod">
          <ac:chgData name="조은지(EUNJI JO)[joeunji]/선임/제조DX.제조DX솔루션.데이터통합분석팀" userId="d82ce3d5-2c2f-4d6b-9fbb-477c92d9f333" providerId="ADAL" clId="{ADDC5F8C-46B8-4799-9146-C37BECDF8787}" dt="2025-10-14T23:36:04.007" v="0" actId="20577"/>
          <ac:spMkLst>
            <pc:docMk/>
            <pc:sldMk cId="3544279689" sldId="2147482010"/>
            <ac:spMk id="9" creationId="{00000000-0000-0000-0000-000000000000}"/>
          </ac:spMkLst>
        </pc:spChg>
        <pc:graphicFrameChg chg="modGraphic">
          <ac:chgData name="조은지(EUNJI JO)[joeunji]/선임/제조DX.제조DX솔루션.데이터통합분석팀" userId="d82ce3d5-2c2f-4d6b-9fbb-477c92d9f333" providerId="ADAL" clId="{ADDC5F8C-46B8-4799-9146-C37BECDF8787}" dt="2025-10-14T23:36:14.601" v="1" actId="207"/>
          <ac:graphicFrameMkLst>
            <pc:docMk/>
            <pc:sldMk cId="3544279689" sldId="2147482010"/>
            <ac:graphicFrameMk id="19" creationId="{3E86696F-E35A-4B06-9B46-63A4A6A986C1}"/>
          </ac:graphicFrameMkLst>
        </pc:graphicFrameChg>
      </pc:sldChg>
    </pc:docChg>
  </pc:docChgLst>
  <pc:docChgLst>
    <pc:chgData name="최이범(EEBEOM CHOI)[doublebeom]/팀장/제조DX.제조DX솔루션.롤맵기술팀" userId="50343a84-4243-4043-8b92-761bb93d09e0" providerId="ADAL" clId="{D6974089-16BF-4500-949C-00EFB0A3FC10}"/>
    <pc:docChg chg="custSel modSld">
      <pc:chgData name="최이범(EEBEOM CHOI)[doublebeom]/팀장/제조DX.제조DX솔루션.롤맵기술팀" userId="50343a84-4243-4043-8b92-761bb93d09e0" providerId="ADAL" clId="{D6974089-16BF-4500-949C-00EFB0A3FC10}" dt="2025-10-29T23:10:06.383" v="208" actId="167"/>
      <pc:docMkLst>
        <pc:docMk/>
      </pc:docMkLst>
      <pc:sldChg chg="modSp mod">
        <pc:chgData name="최이범(EEBEOM CHOI)[doublebeom]/팀장/제조DX.제조DX솔루션.롤맵기술팀" userId="50343a84-4243-4043-8b92-761bb93d09e0" providerId="ADAL" clId="{D6974089-16BF-4500-949C-00EFB0A3FC10}" dt="2025-10-29T09:37:08.368" v="70" actId="207"/>
        <pc:sldMkLst>
          <pc:docMk/>
          <pc:sldMk cId="1214419362" sldId="2147481924"/>
        </pc:sldMkLst>
        <pc:graphicFrameChg chg="mod modGraphic">
          <ac:chgData name="최이범(EEBEOM CHOI)[doublebeom]/팀장/제조DX.제조DX솔루션.롤맵기술팀" userId="50343a84-4243-4043-8b92-761bb93d09e0" providerId="ADAL" clId="{D6974089-16BF-4500-949C-00EFB0A3FC10}" dt="2025-10-29T09:37:08.368" v="70" actId="207"/>
          <ac:graphicFrameMkLst>
            <pc:docMk/>
            <pc:sldMk cId="1214419362" sldId="2147481924"/>
            <ac:graphicFrameMk id="3" creationId="{3E86696F-E35A-4B06-9B46-63A4A6A986C1}"/>
          </ac:graphicFrameMkLst>
        </pc:graphicFrameChg>
      </pc:sldChg>
      <pc:sldChg chg="modSp mod">
        <pc:chgData name="최이범(EEBEOM CHOI)[doublebeom]/팀장/제조DX.제조DX솔루션.롤맵기술팀" userId="50343a84-4243-4043-8b92-761bb93d09e0" providerId="ADAL" clId="{D6974089-16BF-4500-949C-00EFB0A3FC10}" dt="2025-10-29T09:37:42.979" v="200" actId="207"/>
        <pc:sldMkLst>
          <pc:docMk/>
          <pc:sldMk cId="662252130" sldId="2147481925"/>
        </pc:sldMkLst>
        <pc:graphicFrameChg chg="mod modGraphic">
          <ac:chgData name="최이범(EEBEOM CHOI)[doublebeom]/팀장/제조DX.제조DX솔루션.롤맵기술팀" userId="50343a84-4243-4043-8b92-761bb93d09e0" providerId="ADAL" clId="{D6974089-16BF-4500-949C-00EFB0A3FC10}" dt="2025-10-29T09:37:42.979" v="200" actId="207"/>
          <ac:graphicFrameMkLst>
            <pc:docMk/>
            <pc:sldMk cId="662252130" sldId="2147481925"/>
            <ac:graphicFrameMk id="3" creationId="{3E86696F-E35A-4B06-9B46-63A4A6A986C1}"/>
          </ac:graphicFrameMkLst>
        </pc:graphicFrameChg>
      </pc:sldChg>
    </pc:docChg>
  </pc:docChgLst>
  <pc:docChgLst>
    <pc:chgData name="이석훈(SEOKHUN LEE)[shlee92]/선임/제조DX.제조DX솔루션.셀추적기술팀" userId="ed8d7f7a-7732-4146-a631-b3af2ed9f832" providerId="ADAL" clId="{13B2D081-81CE-448A-9FDD-5D0A66B3D041}"/>
    <pc:docChg chg="custSel modSld">
      <pc:chgData name="이석훈(SEOKHUN LEE)[shlee92]/선임/제조DX.제조DX솔루션.셀추적기술팀" userId="ed8d7f7a-7732-4146-a631-b3af2ed9f832" providerId="ADAL" clId="{13B2D081-81CE-448A-9FDD-5D0A66B3D041}" dt="2025-11-25T03:26:10.437" v="584" actId="20577"/>
      <pc:docMkLst>
        <pc:docMk/>
      </pc:docMkLst>
      <pc:sldChg chg="modSp">
        <pc:chgData name="이석훈(SEOKHUN LEE)[shlee92]/선임/제조DX.제조DX솔루션.셀추적기술팀" userId="ed8d7f7a-7732-4146-a631-b3af2ed9f832" providerId="ADAL" clId="{13B2D081-81CE-448A-9FDD-5D0A66B3D041}" dt="2025-11-25T03:26:10.437" v="584" actId="20577"/>
        <pc:sldMkLst>
          <pc:docMk/>
          <pc:sldMk cId="1726257096" sldId="2147481882"/>
        </pc:sldMkLst>
        <pc:spChg chg="mod">
          <ac:chgData name="이석훈(SEOKHUN LEE)[shlee92]/선임/제조DX.제조DX솔루션.셀추적기술팀" userId="ed8d7f7a-7732-4146-a631-b3af2ed9f832" providerId="ADAL" clId="{13B2D081-81CE-448A-9FDD-5D0A66B3D041}" dt="2025-11-25T03:25:36.337" v="580" actId="20577"/>
          <ac:spMkLst>
            <pc:docMk/>
            <pc:sldMk cId="1726257096" sldId="2147481882"/>
            <ac:spMk id="33" creationId="{708B1D54-9D52-42CB-82CB-E5D69946BACE}"/>
          </ac:spMkLst>
        </pc:spChg>
        <pc:grpChg chg="mod">
          <ac:chgData name="이석훈(SEOKHUN LEE)[shlee92]/선임/제조DX.제조DX솔루션.셀추적기술팀" userId="ed8d7f7a-7732-4146-a631-b3af2ed9f832" providerId="ADAL" clId="{13B2D081-81CE-448A-9FDD-5D0A66B3D041}" dt="2025-11-25T03:22:50.893" v="341" actId="1036"/>
          <ac:grpSpMkLst>
            <pc:docMk/>
            <pc:sldMk cId="1726257096" sldId="2147481882"/>
            <ac:grpSpMk id="17" creationId="{AC6BF300-D2AF-4B5E-B0E9-8F5A166564DD}"/>
          </ac:grpSpMkLst>
        </pc:grpChg>
        <pc:graphicFrameChg chg="mod modGraphic">
          <ac:chgData name="이석훈(SEOKHUN LEE)[shlee92]/선임/제조DX.제조DX솔루션.셀추적기술팀" userId="ed8d7f7a-7732-4146-a631-b3af2ed9f832" providerId="ADAL" clId="{13B2D081-81CE-448A-9FDD-5D0A66B3D041}" dt="2025-11-25T03:26:10.437" v="584" actId="20577"/>
          <ac:graphicFrameMkLst>
            <pc:docMk/>
            <pc:sldMk cId="1726257096" sldId="2147481882"/>
            <ac:graphicFrameMk id="16" creationId="{4BFC913D-0803-4177-9C1D-6527949DA1F4}"/>
          </ac:graphicFrameMkLst>
        </pc:graphicFrameChg>
        <pc:graphicFrameChg chg="mod modGraphic">
          <ac:chgData name="이석훈(SEOKHUN LEE)[shlee92]/선임/제조DX.제조DX솔루션.셀추적기술팀" userId="ed8d7f7a-7732-4146-a631-b3af2ed9f832" providerId="ADAL" clId="{13B2D081-81CE-448A-9FDD-5D0A66B3D041}" dt="2025-11-25T03:25:03.304" v="560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  <pc:graphicFrameChg chg="modGraphic">
          <ac:chgData name="이석훈(SEOKHUN LEE)[shlee92]/선임/제조DX.제조DX솔루션.셀추적기술팀" userId="ed8d7f7a-7732-4146-a631-b3af2ed9f832" providerId="ADAL" clId="{13B2D081-81CE-448A-9FDD-5D0A66B3D041}" dt="2025-11-25T03:25:48.033" v="583" actId="207"/>
          <ac:graphicFrameMkLst>
            <pc:docMk/>
            <pc:sldMk cId="1726257096" sldId="2147481882"/>
            <ac:graphicFrameMk id="36" creationId="{66252906-857F-42C8-86CE-4F1F8E43E2F9}"/>
          </ac:graphicFrameMkLst>
        </pc:graphicFrameChg>
      </pc:sldChg>
    </pc:docChg>
  </pc:docChgLst>
  <pc:docChgLst>
    <pc:chgData name="박영헌(YEONGHEON PARK)[heny611]/선임/제조DX.제조DX솔루션.셀추적기술팀" userId="7ee3e3b4-d5a5-4456-8b15-18422cf3fd5b" providerId="ADAL" clId="{DDA209F8-919D-4754-9E41-8A1AE0E1E181}"/>
    <pc:docChg chg="custSel addSld delSld modSld modSection">
      <pc:chgData name="박영헌(YEONGHEON PARK)[heny611]/선임/제조DX.제조DX솔루션.셀추적기술팀" userId="7ee3e3b4-d5a5-4456-8b15-18422cf3fd5b" providerId="ADAL" clId="{DDA209F8-919D-4754-9E41-8A1AE0E1E181}" dt="2025-11-25T23:54:32.113" v="18"/>
      <pc:docMkLst>
        <pc:docMk/>
      </pc:docMkLst>
      <pc:sldChg chg="addSp delSp modSp mod">
        <pc:chgData name="박영헌(YEONGHEON PARK)[heny611]/선임/제조DX.제조DX솔루션.셀추적기술팀" userId="7ee3e3b4-d5a5-4456-8b15-18422cf3fd5b" providerId="ADAL" clId="{DDA209F8-919D-4754-9E41-8A1AE0E1E181}" dt="2025-11-25T23:54:32.113" v="18"/>
        <pc:sldMkLst>
          <pc:docMk/>
          <pc:sldMk cId="2105941167" sldId="2117"/>
        </pc:sldMkLst>
        <pc:spChg chg="del">
          <ac:chgData name="박영헌(YEONGHEON PARK)[heny611]/선임/제조DX.제조DX솔루션.셀추적기술팀" userId="7ee3e3b4-d5a5-4456-8b15-18422cf3fd5b" providerId="ADAL" clId="{DDA209F8-919D-4754-9E41-8A1AE0E1E181}" dt="2025-11-25T23:53:18.611" v="1" actId="478"/>
          <ac:spMkLst>
            <pc:docMk/>
            <pc:sldMk cId="2105941167" sldId="2117"/>
            <ac:spMk id="2" creationId="{5DDA66B0-187A-EB28-BF5F-18B9BC54EC78}"/>
          </ac:spMkLst>
        </pc:spChg>
        <pc:spChg chg="del">
          <ac:chgData name="박영헌(YEONGHEON PARK)[heny611]/선임/제조DX.제조DX솔루션.셀추적기술팀" userId="7ee3e3b4-d5a5-4456-8b15-18422cf3fd5b" providerId="ADAL" clId="{DDA209F8-919D-4754-9E41-8A1AE0E1E181}" dt="2025-11-25T23:53:18.611" v="1" actId="478"/>
          <ac:spMkLst>
            <pc:docMk/>
            <pc:sldMk cId="2105941167" sldId="2117"/>
            <ac:spMk id="4" creationId="{D2B619C6-E6F4-926E-0970-ED58E3935877}"/>
          </ac:spMkLst>
        </pc:spChg>
        <pc:spChg chg="del">
          <ac:chgData name="박영헌(YEONGHEON PARK)[heny611]/선임/제조DX.제조DX솔루션.셀추적기술팀" userId="7ee3e3b4-d5a5-4456-8b15-18422cf3fd5b" providerId="ADAL" clId="{DDA209F8-919D-4754-9E41-8A1AE0E1E181}" dt="2025-11-25T23:53:18.611" v="1" actId="478"/>
          <ac:spMkLst>
            <pc:docMk/>
            <pc:sldMk cId="2105941167" sldId="2117"/>
            <ac:spMk id="5" creationId="{BA5CB3F5-712E-F9EF-55B1-06E8DEBEDCBC}"/>
          </ac:spMkLst>
        </pc:spChg>
        <pc:spChg chg="del">
          <ac:chgData name="박영헌(YEONGHEON PARK)[heny611]/선임/제조DX.제조DX솔루션.셀추적기술팀" userId="7ee3e3b4-d5a5-4456-8b15-18422cf3fd5b" providerId="ADAL" clId="{DDA209F8-919D-4754-9E41-8A1AE0E1E181}" dt="2025-11-25T23:53:18.611" v="1" actId="478"/>
          <ac:spMkLst>
            <pc:docMk/>
            <pc:sldMk cId="2105941167" sldId="2117"/>
            <ac:spMk id="7" creationId="{4E48F925-563B-9DEF-7967-D571461ACAF0}"/>
          </ac:spMkLst>
        </pc:spChg>
        <pc:spChg chg="add mod">
          <ac:chgData name="박영헌(YEONGHEON PARK)[heny611]/선임/제조DX.제조DX솔루션.셀추적기술팀" userId="7ee3e3b4-d5a5-4456-8b15-18422cf3fd5b" providerId="ADAL" clId="{DDA209F8-919D-4754-9E41-8A1AE0E1E181}" dt="2025-11-25T23:53:25.799" v="2"/>
          <ac:spMkLst>
            <pc:docMk/>
            <pc:sldMk cId="2105941167" sldId="2117"/>
            <ac:spMk id="9" creationId="{A6AFEB37-0EBE-6A41-EA84-43BEBA5D61B6}"/>
          </ac:spMkLst>
        </pc:spChg>
        <pc:spChg chg="add mod">
          <ac:chgData name="박영헌(YEONGHEON PARK)[heny611]/선임/제조DX.제조DX솔루션.셀추적기술팀" userId="7ee3e3b4-d5a5-4456-8b15-18422cf3fd5b" providerId="ADAL" clId="{DDA209F8-919D-4754-9E41-8A1AE0E1E181}" dt="2025-11-25T23:53:25.799" v="2"/>
          <ac:spMkLst>
            <pc:docMk/>
            <pc:sldMk cId="2105941167" sldId="2117"/>
            <ac:spMk id="10" creationId="{8CDC2892-3874-27DA-E0E9-31DA94B9CEC2}"/>
          </ac:spMkLst>
        </pc:spChg>
        <pc:spChg chg="add mod">
          <ac:chgData name="박영헌(YEONGHEON PARK)[heny611]/선임/제조DX.제조DX솔루션.셀추적기술팀" userId="7ee3e3b4-d5a5-4456-8b15-18422cf3fd5b" providerId="ADAL" clId="{DDA209F8-919D-4754-9E41-8A1AE0E1E181}" dt="2025-11-25T23:53:25.799" v="2"/>
          <ac:spMkLst>
            <pc:docMk/>
            <pc:sldMk cId="2105941167" sldId="2117"/>
            <ac:spMk id="11" creationId="{C6B8FAE0-9988-BC96-ACCF-DF81F18C82E3}"/>
          </ac:spMkLst>
        </pc:spChg>
        <pc:spChg chg="add mod">
          <ac:chgData name="박영헌(YEONGHEON PARK)[heny611]/선임/제조DX.제조DX솔루션.셀추적기술팀" userId="7ee3e3b4-d5a5-4456-8b15-18422cf3fd5b" providerId="ADAL" clId="{DDA209F8-919D-4754-9E41-8A1AE0E1E181}" dt="2025-11-25T23:54:32.113" v="18"/>
          <ac:spMkLst>
            <pc:docMk/>
            <pc:sldMk cId="2105941167" sldId="2117"/>
            <ac:spMk id="13" creationId="{A4F9DE04-47A0-0AC0-0013-94D30C003957}"/>
          </ac:spMkLst>
        </pc:spChg>
        <pc:spChg chg="mod">
          <ac:chgData name="박영헌(YEONGHEON PARK)[heny611]/선임/제조DX.제조DX솔루션.셀추적기술팀" userId="7ee3e3b4-d5a5-4456-8b15-18422cf3fd5b" providerId="ADAL" clId="{DDA209F8-919D-4754-9E41-8A1AE0E1E181}" dt="2025-11-25T23:53:12.351" v="0"/>
          <ac:spMkLst>
            <pc:docMk/>
            <pc:sldMk cId="2105941167" sldId="2117"/>
            <ac:spMk id="16" creationId="{DF7584FD-2C9D-E56F-32ED-934B8778229E}"/>
          </ac:spMkLst>
        </pc:spChg>
        <pc:graphicFrameChg chg="del">
          <ac:chgData name="박영헌(YEONGHEON PARK)[heny611]/선임/제조DX.제조DX솔루션.셀추적기술팀" userId="7ee3e3b4-d5a5-4456-8b15-18422cf3fd5b" providerId="ADAL" clId="{DDA209F8-919D-4754-9E41-8A1AE0E1E181}" dt="2025-11-25T23:53:18.611" v="1" actId="478"/>
          <ac:graphicFrameMkLst>
            <pc:docMk/>
            <pc:sldMk cId="2105941167" sldId="2117"/>
            <ac:graphicFrameMk id="6" creationId="{EBE66123-7B2B-87B4-FBCE-B7C274AEA9CF}"/>
          </ac:graphicFrameMkLst>
        </pc:graphicFrameChg>
        <pc:graphicFrameChg chg="add mod">
          <ac:chgData name="박영헌(YEONGHEON PARK)[heny611]/선임/제조DX.제조DX솔루션.셀추적기술팀" userId="7ee3e3b4-d5a5-4456-8b15-18422cf3fd5b" providerId="ADAL" clId="{DDA209F8-919D-4754-9E41-8A1AE0E1E181}" dt="2025-11-25T23:53:25.799" v="2"/>
          <ac:graphicFrameMkLst>
            <pc:docMk/>
            <pc:sldMk cId="2105941167" sldId="2117"/>
            <ac:graphicFrameMk id="12" creationId="{A5E0FD24-4CCA-1666-A6DA-705D8A1AC529}"/>
          </ac:graphicFrameMkLst>
        </pc:graphicFrameChg>
      </pc:sldChg>
      <pc:sldChg chg="add">
        <pc:chgData name="박영헌(YEONGHEON PARK)[heny611]/선임/제조DX.제조DX솔루션.셀추적기술팀" userId="7ee3e3b4-d5a5-4456-8b15-18422cf3fd5b" providerId="ADAL" clId="{DDA209F8-919D-4754-9E41-8A1AE0E1E181}" dt="2025-11-25T23:53:37.846" v="5"/>
        <pc:sldMkLst>
          <pc:docMk/>
          <pc:sldMk cId="3076224187" sldId="2147482174"/>
        </pc:sldMkLst>
      </pc:sldChg>
      <pc:sldChg chg="add">
        <pc:chgData name="박영헌(YEONGHEON PARK)[heny611]/선임/제조DX.제조DX솔루션.셀추적기술팀" userId="7ee3e3b4-d5a5-4456-8b15-18422cf3fd5b" providerId="ADAL" clId="{DDA209F8-919D-4754-9E41-8A1AE0E1E181}" dt="2025-11-25T23:53:50.925" v="9"/>
        <pc:sldMkLst>
          <pc:docMk/>
          <pc:sldMk cId="1818380487" sldId="2147482175"/>
        </pc:sldMkLst>
      </pc:sldChg>
    </pc:docChg>
  </pc:docChgLst>
  <pc:docChgLst>
    <pc:chgData name="이희원(Heewon Lee)[heewon98]/사원/제조지능화.제조PI.지능화기반.기반구축2팀" userId="3c8978f5-4d1e-45e8-a8a8-dd1af33942b9" providerId="ADAL" clId="{784F125B-873B-4903-9BDB-A32C031184B7}"/>
    <pc:docChg chg="undo custSel addSld delSld modSld">
      <pc:chgData name="이희원(Heewon Lee)[heewon98]/사원/제조지능화.제조PI.지능화기반.기반구축2팀" userId="3c8978f5-4d1e-45e8-a8a8-dd1af33942b9" providerId="ADAL" clId="{784F125B-873B-4903-9BDB-A32C031184B7}" dt="2025-10-15T04:54:09.495" v="2955" actId="20577"/>
      <pc:docMkLst>
        <pc:docMk/>
      </pc:docMkLst>
      <pc:sldChg chg="modSp">
        <pc:chgData name="이희원(Heewon Lee)[heewon98]/사원/제조지능화.제조PI.지능화기반.기반구축2팀" userId="3c8978f5-4d1e-45e8-a8a8-dd1af33942b9" providerId="ADAL" clId="{784F125B-873B-4903-9BDB-A32C031184B7}" dt="2025-10-14T01:34:40.561" v="1487" actId="207"/>
        <pc:sldMkLst>
          <pc:docMk/>
          <pc:sldMk cId="2130555548" sldId="2147481730"/>
        </pc:sldMkLst>
        <pc:spChg chg="mod">
          <ac:chgData name="이희원(Heewon Lee)[heewon98]/사원/제조지능화.제조PI.지능화기반.기반구축2팀" userId="3c8978f5-4d1e-45e8-a8a8-dd1af33942b9" providerId="ADAL" clId="{784F125B-873B-4903-9BDB-A32C031184B7}" dt="2025-10-14T01:34:17.350" v="1486" actId="20577"/>
          <ac:spMkLst>
            <pc:docMk/>
            <pc:sldMk cId="2130555548" sldId="2147481730"/>
            <ac:spMk id="19" creationId="{ADF5974A-A7FA-4655-ABC5-EE48FEFF31B0}"/>
          </ac:spMkLst>
        </pc:spChg>
        <pc:spChg chg="mod">
          <ac:chgData name="이희원(Heewon Lee)[heewon98]/사원/제조지능화.제조PI.지능화기반.기반구축2팀" userId="3c8978f5-4d1e-45e8-a8a8-dd1af33942b9" providerId="ADAL" clId="{784F125B-873B-4903-9BDB-A32C031184B7}" dt="2025-10-14T01:32:03.262" v="1234" actId="207"/>
          <ac:spMkLst>
            <pc:docMk/>
            <pc:sldMk cId="2130555548" sldId="2147481730"/>
            <ac:spMk id="21" creationId="{4C3181BD-8769-4C0D-8973-C9F2BE0DC598}"/>
          </ac:spMkLst>
        </pc:spChg>
        <pc:graphicFrameChg chg="mod modGraphic">
          <ac:chgData name="이희원(Heewon Lee)[heewon98]/사원/제조지능화.제조PI.지능화기반.기반구축2팀" userId="3c8978f5-4d1e-45e8-a8a8-dd1af33942b9" providerId="ADAL" clId="{784F125B-873B-4903-9BDB-A32C031184B7}" dt="2025-10-14T01:34:40.561" v="1487" actId="207"/>
          <ac:graphicFrameMkLst>
            <pc:docMk/>
            <pc:sldMk cId="2130555548" sldId="2147481730"/>
            <ac:graphicFrameMk id="13" creationId="{F757E1E4-6685-4945-A4F6-DAED56351FBF}"/>
          </ac:graphicFrameMkLst>
        </pc:graphicFrameChg>
      </pc:sldChg>
      <pc:sldChg chg="modSp">
        <pc:chgData name="이희원(Heewon Lee)[heewon98]/사원/제조지능화.제조PI.지능화기반.기반구축2팀" userId="3c8978f5-4d1e-45e8-a8a8-dd1af33942b9" providerId="ADAL" clId="{784F125B-873B-4903-9BDB-A32C031184B7}" dt="2025-10-14T01:35:10.506" v="1503" actId="20577"/>
        <pc:sldMkLst>
          <pc:docMk/>
          <pc:sldMk cId="1939008890" sldId="2147481782"/>
        </pc:sldMkLst>
        <pc:spChg chg="mod">
          <ac:chgData name="이희원(Heewon Lee)[heewon98]/사원/제조지능화.제조PI.지능화기반.기반구축2팀" userId="3c8978f5-4d1e-45e8-a8a8-dd1af33942b9" providerId="ADAL" clId="{784F125B-873B-4903-9BDB-A32C031184B7}" dt="2025-10-14T01:35:10.506" v="1503" actId="20577"/>
          <ac:spMkLst>
            <pc:docMk/>
            <pc:sldMk cId="1939008890" sldId="2147481782"/>
            <ac:spMk id="19" creationId="{CD1808FA-2311-4DE7-933E-F986BA64E04F}"/>
          </ac:spMkLst>
        </pc:spChg>
        <pc:graphicFrameChg chg="modGraphic">
          <ac:chgData name="이희원(Heewon Lee)[heewon98]/사원/제조지능화.제조PI.지능화기반.기반구축2팀" userId="3c8978f5-4d1e-45e8-a8a8-dd1af33942b9" providerId="ADAL" clId="{784F125B-873B-4903-9BDB-A32C031184B7}" dt="2025-10-14T01:35:05.970" v="1490" actId="207"/>
          <ac:graphicFrameMkLst>
            <pc:docMk/>
            <pc:sldMk cId="1939008890" sldId="2147481782"/>
            <ac:graphicFrameMk id="12" creationId="{C3023DD0-7C43-4203-B5A2-FEE1D52EE026}"/>
          </ac:graphicFrameMkLst>
        </pc:graphicFrameChg>
      </pc:sldChg>
      <pc:sldChg chg="addSp modSp">
        <pc:chgData name="이희원(Heewon Lee)[heewon98]/사원/제조지능화.제조PI.지능화기반.기반구축2팀" userId="3c8978f5-4d1e-45e8-a8a8-dd1af33942b9" providerId="ADAL" clId="{784F125B-873B-4903-9BDB-A32C031184B7}" dt="2025-10-14T01:15:51.998" v="1231" actId="207"/>
        <pc:sldMkLst>
          <pc:docMk/>
          <pc:sldMk cId="2847513058" sldId="2147481898"/>
        </pc:sldMkLst>
        <pc:spChg chg="mod">
          <ac:chgData name="이희원(Heewon Lee)[heewon98]/사원/제조지능화.제조PI.지능화기반.기반구축2팀" userId="3c8978f5-4d1e-45e8-a8a8-dd1af33942b9" providerId="ADAL" clId="{784F125B-873B-4903-9BDB-A32C031184B7}" dt="2025-10-14T00:44:27.930" v="684" actId="1038"/>
          <ac:spMkLst>
            <pc:docMk/>
            <pc:sldMk cId="2847513058" sldId="2147481898"/>
            <ac:spMk id="6" creationId="{F79FBCA0-BFAC-4C9F-8852-4C65E619565C}"/>
          </ac:spMkLst>
        </pc:spChg>
        <pc:spChg chg="mod">
          <ac:chgData name="이희원(Heewon Lee)[heewon98]/사원/제조지능화.제조PI.지능화기반.기반구축2팀" userId="3c8978f5-4d1e-45e8-a8a8-dd1af33942b9" providerId="ADAL" clId="{784F125B-873B-4903-9BDB-A32C031184B7}" dt="2025-10-14T00:44:27.930" v="684" actId="1038"/>
          <ac:spMkLst>
            <pc:docMk/>
            <pc:sldMk cId="2847513058" sldId="2147481898"/>
            <ac:spMk id="8" creationId="{2AC922BB-E2CC-40E2-A359-8F86D9246C5F}"/>
          </ac:spMkLst>
        </pc:spChg>
        <pc:spChg chg="mod">
          <ac:chgData name="이희원(Heewon Lee)[heewon98]/사원/제조지능화.제조PI.지능화기반.기반구축2팀" userId="3c8978f5-4d1e-45e8-a8a8-dd1af33942b9" providerId="ADAL" clId="{784F125B-873B-4903-9BDB-A32C031184B7}" dt="2025-10-14T00:16:52.835" v="15" actId="20577"/>
          <ac:spMkLst>
            <pc:docMk/>
            <pc:sldMk cId="2847513058" sldId="2147481898"/>
            <ac:spMk id="10" creationId="{FED33F4D-E025-48E2-95AA-BF79E1C3DFD6}"/>
          </ac:spMkLst>
        </pc:spChg>
        <pc:graphicFrameChg chg="mod modGraphic">
          <ac:chgData name="이희원(Heewon Lee)[heewon98]/사원/제조지능화.제조PI.지능화기반.기반구축2팀" userId="3c8978f5-4d1e-45e8-a8a8-dd1af33942b9" providerId="ADAL" clId="{784F125B-873B-4903-9BDB-A32C031184B7}" dt="2025-10-14T01:15:35.825" v="1228" actId="207"/>
          <ac:graphicFrameMkLst>
            <pc:docMk/>
            <pc:sldMk cId="2847513058" sldId="2147481898"/>
            <ac:graphicFrameMk id="13" creationId="{AB683A59-EE75-4381-9691-5E781C900586}"/>
          </ac:graphicFrameMkLst>
        </pc:graphicFrameChg>
        <pc:graphicFrameChg chg="mod modGraphic">
          <ac:chgData name="이희원(Heewon Lee)[heewon98]/사원/제조지능화.제조PI.지능화기반.기반구축2팀" userId="3c8978f5-4d1e-45e8-a8a8-dd1af33942b9" providerId="ADAL" clId="{784F125B-873B-4903-9BDB-A32C031184B7}" dt="2025-10-14T01:15:51.998" v="1231" actId="207"/>
          <ac:graphicFrameMkLst>
            <pc:docMk/>
            <pc:sldMk cId="2847513058" sldId="2147481898"/>
            <ac:graphicFrameMk id="14" creationId="{6FC87DDF-ACA3-4032-96CA-AAB9625C9BD7}"/>
          </ac:graphicFrameMkLst>
        </pc:graphicFrameChg>
        <pc:graphicFrameChg chg="mod modGraphic">
          <ac:chgData name="이희원(Heewon Lee)[heewon98]/사원/제조지능화.제조PI.지능화기반.기반구축2팀" userId="3c8978f5-4d1e-45e8-a8a8-dd1af33942b9" providerId="ADAL" clId="{784F125B-873B-4903-9BDB-A32C031184B7}" dt="2025-10-14T01:13:40.099" v="1135" actId="113"/>
          <ac:graphicFrameMkLst>
            <pc:docMk/>
            <pc:sldMk cId="2847513058" sldId="2147481898"/>
            <ac:graphicFrameMk id="15" creationId="{5E58FC19-0873-487C-BE7D-3D3157207B88}"/>
          </ac:graphicFrameMkLst>
        </pc:graphicFrameChg>
        <pc:graphicFrameChg chg="mod ord modGraphic">
          <ac:chgData name="이희원(Heewon Lee)[heewon98]/사원/제조지능화.제조PI.지능화기반.기반구축2팀" userId="3c8978f5-4d1e-45e8-a8a8-dd1af33942b9" providerId="ADAL" clId="{784F125B-873B-4903-9BDB-A32C031184B7}" dt="2025-10-14T01:15:48.934" v="1230" actId="207"/>
          <ac:graphicFrameMkLst>
            <pc:docMk/>
            <pc:sldMk cId="2847513058" sldId="2147481898"/>
            <ac:graphicFrameMk id="16" creationId="{B25CC356-1EE1-4577-BCA0-736DC496DFA1}"/>
          </ac:graphicFrameMkLst>
        </pc:graphicFrameChg>
        <pc:graphicFrameChg chg="mod modGraphic">
          <ac:chgData name="이희원(Heewon Lee)[heewon98]/사원/제조지능화.제조PI.지능화기반.기반구축2팀" userId="3c8978f5-4d1e-45e8-a8a8-dd1af33942b9" providerId="ADAL" clId="{784F125B-873B-4903-9BDB-A32C031184B7}" dt="2025-10-14T01:15:10.521" v="1226" actId="207"/>
          <ac:graphicFrameMkLst>
            <pc:docMk/>
            <pc:sldMk cId="2847513058" sldId="2147481898"/>
            <ac:graphicFrameMk id="128" creationId="{BBF379D4-99A2-4D31-9CB5-2BDACF36F890}"/>
          </ac:graphicFrameMkLst>
        </pc:graphicFrameChg>
      </pc:sldChg>
      <pc:sldChg chg="modSp">
        <pc:chgData name="이희원(Heewon Lee)[heewon98]/사원/제조지능화.제조PI.지능화기반.기반구축2팀" userId="3c8978f5-4d1e-45e8-a8a8-dd1af33942b9" providerId="ADAL" clId="{784F125B-873B-4903-9BDB-A32C031184B7}" dt="2025-10-14T02:00:16.075" v="2177" actId="20577"/>
        <pc:sldMkLst>
          <pc:docMk/>
          <pc:sldMk cId="4156727770" sldId="2147481900"/>
        </pc:sldMkLst>
        <pc:spChg chg="mod">
          <ac:chgData name="이희원(Heewon Lee)[heewon98]/사원/제조지능화.제조PI.지능화기반.기반구축2팀" userId="3c8978f5-4d1e-45e8-a8a8-dd1af33942b9" providerId="ADAL" clId="{784F125B-873B-4903-9BDB-A32C031184B7}" dt="2025-10-14T01:35:22.701" v="1515" actId="20577"/>
          <ac:spMkLst>
            <pc:docMk/>
            <pc:sldMk cId="4156727770" sldId="2147481900"/>
            <ac:spMk id="10" creationId="{49A3330B-1352-4DDC-A3C0-ADC1C57EAB8C}"/>
          </ac:spMkLst>
        </pc:spChg>
        <pc:graphicFrameChg chg="mod modGraphic">
          <ac:chgData name="이희원(Heewon Lee)[heewon98]/사원/제조지능화.제조PI.지능화기반.기반구축2팀" userId="3c8978f5-4d1e-45e8-a8a8-dd1af33942b9" providerId="ADAL" clId="{784F125B-873B-4903-9BDB-A32C031184B7}" dt="2025-10-14T02:00:16.075" v="2177" actId="20577"/>
          <ac:graphicFrameMkLst>
            <pc:docMk/>
            <pc:sldMk cId="4156727770" sldId="2147481900"/>
            <ac:graphicFrameMk id="128" creationId="{BBF379D4-99A2-4D31-9CB5-2BDACF36F890}"/>
          </ac:graphicFrameMkLst>
        </pc:graphicFrameChg>
      </pc:sldChg>
    </pc:docChg>
  </pc:docChgLst>
  <pc:docChgLst>
    <pc:chgData name="이성규(SUNG GYU LEE)[sunggyulee]/선임/제조DX.제조DX솔루션.셀추적기술팀" userId="S::sunggyulee@lgensol.com::98dcb10c-4041-40a2-af36-ccf93803936b" providerId="AD" clId="Web-{6ADE5818-79D5-4370-C1D9-10B032220CD4}"/>
    <pc:docChg chg="modSld">
      <pc:chgData name="이성규(SUNG GYU LEE)[sunggyulee]/선임/제조DX.제조DX솔루션.셀추적기술팀" userId="S::sunggyulee@lgensol.com::98dcb10c-4041-40a2-af36-ccf93803936b" providerId="AD" clId="Web-{6ADE5818-79D5-4370-C1D9-10B032220CD4}" dt="2025-10-30T01:31:31.383" v="63"/>
      <pc:docMkLst>
        <pc:docMk/>
      </pc:docMkLst>
      <pc:sldChg chg="modSp">
        <pc:chgData name="이성규(SUNG GYU LEE)[sunggyulee]/선임/제조DX.제조DX솔루션.셀추적기술팀" userId="S::sunggyulee@lgensol.com::98dcb10c-4041-40a2-af36-ccf93803936b" providerId="AD" clId="Web-{6ADE5818-79D5-4370-C1D9-10B032220CD4}" dt="2025-10-30T01:31:31.383" v="63"/>
        <pc:sldMkLst>
          <pc:docMk/>
          <pc:sldMk cId="1007887036" sldId="2147481943"/>
        </pc:sldMkLst>
        <pc:graphicFrameChg chg="mod modGraphic">
          <ac:chgData name="이성규(SUNG GYU LEE)[sunggyulee]/선임/제조DX.제조DX솔루션.셀추적기술팀" userId="S::sunggyulee@lgensol.com::98dcb10c-4041-40a2-af36-ccf93803936b" providerId="AD" clId="Web-{6ADE5818-79D5-4370-C1D9-10B032220CD4}" dt="2025-10-30T01:31:31.383" v="63"/>
          <ac:graphicFrameMkLst>
            <pc:docMk/>
            <pc:sldMk cId="1007887036" sldId="2147481943"/>
            <ac:graphicFrameMk id="2" creationId="{C71CE0D6-01CC-4FCA-BCC0-69BDDE1CF5E4}"/>
          </ac:graphicFrameMkLst>
        </pc:graphicFrameChg>
        <pc:graphicFrameChg chg="mod modGraphic">
          <ac:chgData name="이성규(SUNG GYU LEE)[sunggyulee]/선임/제조DX.제조DX솔루션.셀추적기술팀" userId="S::sunggyulee@lgensol.com::98dcb10c-4041-40a2-af36-ccf93803936b" providerId="AD" clId="Web-{6ADE5818-79D5-4370-C1D9-10B032220CD4}" dt="2025-10-30T01:29:25.219" v="55"/>
          <ac:graphicFrameMkLst>
            <pc:docMk/>
            <pc:sldMk cId="1007887036" sldId="2147481943"/>
            <ac:graphicFrameMk id="7" creationId="{3E86696F-E35A-4B06-9B46-63A4A6A986C1}"/>
          </ac:graphicFrameMkLst>
        </pc:graphicFrameChg>
      </pc:sldChg>
    </pc:docChg>
  </pc:docChgLst>
  <pc:docChgLst>
    <pc:chgData name="서동민(DONGMIN SEO)[seodm]/책임/제조DX.제조DX솔루션.데이터통합분석팀" userId="76da3594-28f0-492a-8a77-a4d7231a6557" providerId="ADAL" clId="{AF10743D-474E-4EC3-B876-A3DD6224F3FD}"/>
    <pc:docChg chg="undo custSel modSld">
      <pc:chgData name="서동민(DONGMIN SEO)[seodm]/책임/제조DX.제조DX솔루션.데이터통합분석팀" userId="76da3594-28f0-492a-8a77-a4d7231a6557" providerId="ADAL" clId="{AF10743D-474E-4EC3-B876-A3DD6224F3FD}" dt="2025-11-05T13:40:28.271" v="6653" actId="20577"/>
      <pc:docMkLst>
        <pc:docMk/>
      </pc:docMkLst>
      <pc:sldChg chg="addSp delSp modSp">
        <pc:chgData name="서동민(DONGMIN SEO)[seodm]/책임/제조DX.제조DX솔루션.데이터통합분석팀" userId="76da3594-28f0-492a-8a77-a4d7231a6557" providerId="ADAL" clId="{AF10743D-474E-4EC3-B876-A3DD6224F3FD}" dt="2025-11-05T13:40:28.271" v="6653" actId="20577"/>
        <pc:sldMkLst>
          <pc:docMk/>
          <pc:sldMk cId="921970639" sldId="2147481788"/>
        </pc:sldMkLst>
        <pc:spChg chg="add mod">
          <ac:chgData name="서동민(DONGMIN SEO)[seodm]/책임/제조DX.제조DX솔루션.데이터통합분석팀" userId="76da3594-28f0-492a-8a77-a4d7231a6557" providerId="ADAL" clId="{AF10743D-474E-4EC3-B876-A3DD6224F3FD}" dt="2025-11-05T08:44:33.035" v="2615" actId="20577"/>
          <ac:spMkLst>
            <pc:docMk/>
            <pc:sldMk cId="921970639" sldId="2147481788"/>
            <ac:spMk id="2" creationId="{D16E1EBC-3C0B-4512-B95F-C16C65D801DF}"/>
          </ac:spMkLst>
        </pc:spChg>
        <pc:spChg chg="mod">
          <ac:chgData name="서동민(DONGMIN SEO)[seodm]/책임/제조DX.제조DX솔루션.데이터통합분석팀" userId="76da3594-28f0-492a-8a77-a4d7231a6557" providerId="ADAL" clId="{AF10743D-474E-4EC3-B876-A3DD6224F3FD}" dt="2025-11-05T05:51:39.402" v="2210" actId="20577"/>
          <ac:spMkLst>
            <pc:docMk/>
            <pc:sldMk cId="921970639" sldId="2147481788"/>
            <ac:spMk id="9" creationId="{00000000-0000-0000-0000-000000000000}"/>
          </ac:spMkLst>
        </pc:spChg>
        <pc:graphicFrameChg chg="mod modGraphic">
          <ac:chgData name="서동민(DONGMIN SEO)[seodm]/책임/제조DX.제조DX솔루션.데이터통합분석팀" userId="76da3594-28f0-492a-8a77-a4d7231a6557" providerId="ADAL" clId="{AF10743D-474E-4EC3-B876-A3DD6224F3FD}" dt="2025-11-05T13:40:28.271" v="6653" actId="20577"/>
          <ac:graphicFrameMkLst>
            <pc:docMk/>
            <pc:sldMk cId="921970639" sldId="2147481788"/>
            <ac:graphicFrameMk id="19" creationId="{3E86696F-E35A-4B06-9B46-63A4A6A986C1}"/>
          </ac:graphicFrameMkLst>
        </pc:graphicFrameChg>
      </pc:sldChg>
      <pc:sldChg chg="addSp">
        <pc:chgData name="서동민(DONGMIN SEO)[seodm]/책임/제조DX.제조DX솔루션.데이터통합분석팀" userId="76da3594-28f0-492a-8a77-a4d7231a6557" providerId="ADAL" clId="{AF10743D-474E-4EC3-B876-A3DD6224F3FD}" dt="2025-11-05T05:12:29.591" v="34"/>
        <pc:sldMkLst>
          <pc:docMk/>
          <pc:sldMk cId="317861486" sldId="2147481830"/>
        </pc:sldMkLst>
      </pc:sldChg>
      <pc:sldChg chg="addSp delSp modSp">
        <pc:chgData name="서동민(DONGMIN SEO)[seodm]/책임/제조DX.제조DX솔루션.데이터통합분석팀" userId="76da3594-28f0-492a-8a77-a4d7231a6557" providerId="ADAL" clId="{AF10743D-474E-4EC3-B876-A3DD6224F3FD}" dt="2025-11-05T13:40:22.505" v="6652" actId="20577"/>
        <pc:sldMkLst>
          <pc:docMk/>
          <pc:sldMk cId="1625678813" sldId="2147481949"/>
        </pc:sldMkLst>
        <pc:spChg chg="mod">
          <ac:chgData name="서동민(DONGMIN SEO)[seodm]/책임/제조DX.제조DX솔루션.데이터통합분석팀" userId="76da3594-28f0-492a-8a77-a4d7231a6557" providerId="ADAL" clId="{AF10743D-474E-4EC3-B876-A3DD6224F3FD}" dt="2025-11-05T05:14:51.529" v="89" actId="20577"/>
          <ac:spMkLst>
            <pc:docMk/>
            <pc:sldMk cId="1625678813" sldId="2147481949"/>
            <ac:spMk id="9" creationId="{00000000-0000-0000-0000-000000000000}"/>
          </ac:spMkLst>
        </pc:spChg>
        <pc:spChg chg="mod">
          <ac:chgData name="서동민(DONGMIN SEO)[seodm]/책임/제조DX.제조DX솔루션.데이터통합분석팀" userId="76da3594-28f0-492a-8a77-a4d7231a6557" providerId="ADAL" clId="{AF10743D-474E-4EC3-B876-A3DD6224F3FD}" dt="2025-11-05T05:16:52.343" v="151" actId="20577"/>
          <ac:spMkLst>
            <pc:docMk/>
            <pc:sldMk cId="1625678813" sldId="2147481949"/>
            <ac:spMk id="11" creationId="{86227DEB-244F-40D9-A14B-935F021B9AFB}"/>
          </ac:spMkLst>
        </pc:spChg>
        <pc:spChg chg="add">
          <ac:chgData name="서동민(DONGMIN SEO)[seodm]/책임/제조DX.제조DX솔루션.데이터통합분석팀" userId="76da3594-28f0-492a-8a77-a4d7231a6557" providerId="ADAL" clId="{AF10743D-474E-4EC3-B876-A3DD6224F3FD}" dt="2025-11-05T08:44:42.397" v="2616"/>
          <ac:spMkLst>
            <pc:docMk/>
            <pc:sldMk cId="1625678813" sldId="2147481949"/>
            <ac:spMk id="17" creationId="{4B833ED1-53D5-493E-A33D-3061FB7585B2}"/>
          </ac:spMkLst>
        </pc:spChg>
        <pc:graphicFrameChg chg="mod modGraphic">
          <ac:chgData name="서동민(DONGMIN SEO)[seodm]/책임/제조DX.제조DX솔루션.데이터통합분석팀" userId="76da3594-28f0-492a-8a77-a4d7231a6557" providerId="ADAL" clId="{AF10743D-474E-4EC3-B876-A3DD6224F3FD}" dt="2025-11-05T13:40:22.505" v="6652" actId="20577"/>
          <ac:graphicFrameMkLst>
            <pc:docMk/>
            <pc:sldMk cId="1625678813" sldId="2147481949"/>
            <ac:graphicFrameMk id="19" creationId="{3E86696F-E35A-4B06-9B46-63A4A6A986C1}"/>
          </ac:graphicFrameMkLst>
        </pc:graphicFrameChg>
      </pc:sldChg>
      <pc:sldChg chg="addSp modSp">
        <pc:chgData name="서동민(DONGMIN SEO)[seodm]/책임/제조DX.제조DX솔루션.데이터통합분석팀" userId="76da3594-28f0-492a-8a77-a4d7231a6557" providerId="ADAL" clId="{AF10743D-474E-4EC3-B876-A3DD6224F3FD}" dt="2025-11-05T05:12:05.903" v="33" actId="1076"/>
        <pc:sldMkLst>
          <pc:docMk/>
          <pc:sldMk cId="2230191528" sldId="2147481954"/>
        </pc:sldMkLst>
      </pc:sldChg>
      <pc:sldChg chg="modSp">
        <pc:chgData name="서동민(DONGMIN SEO)[seodm]/책임/제조DX.제조DX솔루션.데이터통합분석팀" userId="76da3594-28f0-492a-8a77-a4d7231a6557" providerId="ADAL" clId="{AF10743D-474E-4EC3-B876-A3DD6224F3FD}" dt="2025-11-05T07:58:35.583" v="2321"/>
        <pc:sldMkLst>
          <pc:docMk/>
          <pc:sldMk cId="1836933339" sldId="2147481967"/>
        </pc:sldMkLst>
        <pc:spChg chg="mod">
          <ac:chgData name="서동민(DONGMIN SEO)[seodm]/책임/제조DX.제조DX솔루션.데이터통합분석팀" userId="76da3594-28f0-492a-8a77-a4d7231a6557" providerId="ADAL" clId="{AF10743D-474E-4EC3-B876-A3DD6224F3FD}" dt="2025-11-05T07:58:35.583" v="2321"/>
          <ac:spMkLst>
            <pc:docMk/>
            <pc:sldMk cId="1836933339" sldId="2147481967"/>
            <ac:spMk id="3" creationId="{8F2E0B2C-C282-4F8C-9665-16016B36AE34}"/>
          </ac:spMkLst>
        </pc:spChg>
        <pc:graphicFrameChg chg="mod modGraphic">
          <ac:chgData name="서동민(DONGMIN SEO)[seodm]/책임/제조DX.제조DX솔루션.데이터통합분석팀" userId="76da3594-28f0-492a-8a77-a4d7231a6557" providerId="ADAL" clId="{AF10743D-474E-4EC3-B876-A3DD6224F3FD}" dt="2025-11-05T05:28:44.488" v="1171" actId="207"/>
          <ac:graphicFrameMkLst>
            <pc:docMk/>
            <pc:sldMk cId="1836933339" sldId="2147481967"/>
            <ac:graphicFrameMk id="2" creationId="{7AEF2CFF-477B-47DA-8339-6D17E423C984}"/>
          </ac:graphicFrameMkLst>
        </pc:graphicFrameChg>
      </pc:sldChg>
      <pc:sldChg chg="addSp modSp">
        <pc:chgData name="서동민(DONGMIN SEO)[seodm]/책임/제조DX.제조DX솔루션.데이터통합분석팀" userId="76da3594-28f0-492a-8a77-a4d7231a6557" providerId="ADAL" clId="{AF10743D-474E-4EC3-B876-A3DD6224F3FD}" dt="2025-11-05T08:46:28.473" v="2873" actId="14100"/>
        <pc:sldMkLst>
          <pc:docMk/>
          <pc:sldMk cId="918579543" sldId="2147482001"/>
        </pc:sldMkLst>
      </pc:sldChg>
      <pc:sldChg chg="addSp delSp modSp">
        <pc:chgData name="서동민(DONGMIN SEO)[seodm]/책임/제조DX.제조DX솔루션.데이터통합분석팀" userId="76da3594-28f0-492a-8a77-a4d7231a6557" providerId="ADAL" clId="{AF10743D-474E-4EC3-B876-A3DD6224F3FD}" dt="2025-11-05T13:37:43.910" v="6472" actId="20577"/>
        <pc:sldMkLst>
          <pc:docMk/>
          <pc:sldMk cId="3572448725" sldId="2147482058"/>
        </pc:sldMkLst>
        <pc:spChg chg="mod">
          <ac:chgData name="서동민(DONGMIN SEO)[seodm]/책임/제조DX.제조DX솔루션.데이터통합분석팀" userId="76da3594-28f0-492a-8a77-a4d7231a6557" providerId="ADAL" clId="{AF10743D-474E-4EC3-B876-A3DD6224F3FD}" dt="2025-11-05T13:37:43.910" v="6472" actId="20577"/>
          <ac:spMkLst>
            <pc:docMk/>
            <pc:sldMk cId="3572448725" sldId="2147482058"/>
            <ac:spMk id="20" creationId="{BB178E88-B809-4A0C-AEDB-08EDDEFC3101}"/>
          </ac:spMkLst>
        </pc:spChg>
        <pc:graphicFrameChg chg="modGraphic">
          <ac:chgData name="서동민(DONGMIN SEO)[seodm]/책임/제조DX.제조DX솔루션.데이터통합분석팀" userId="76da3594-28f0-492a-8a77-a4d7231a6557" providerId="ADAL" clId="{AF10743D-474E-4EC3-B876-A3DD6224F3FD}" dt="2025-11-05T05:48:06.703" v="1728" actId="207"/>
          <ac:graphicFrameMkLst>
            <pc:docMk/>
            <pc:sldMk cId="3572448725" sldId="2147482058"/>
            <ac:graphicFrameMk id="21" creationId="{239DA397-BD92-48EA-BEA6-985A3C26CD6F}"/>
          </ac:graphicFrameMkLst>
        </pc:graphicFrameChg>
      </pc:sldChg>
      <pc:sldChg chg="addSp modSp">
        <pc:chgData name="서동민(DONGMIN SEO)[seodm]/책임/제조DX.제조DX솔루션.데이터통합분석팀" userId="76da3594-28f0-492a-8a77-a4d7231a6557" providerId="ADAL" clId="{AF10743D-474E-4EC3-B876-A3DD6224F3FD}" dt="2025-11-05T08:45:31.785" v="2758" actId="14100"/>
        <pc:sldMkLst>
          <pc:docMk/>
          <pc:sldMk cId="710661984" sldId="2147482065"/>
        </pc:sldMkLst>
      </pc:sldChg>
      <pc:sldChg chg="delSp modSp">
        <pc:chgData name="서동민(DONGMIN SEO)[seodm]/책임/제조DX.제조DX솔루션.데이터통합분석팀" userId="76da3594-28f0-492a-8a77-a4d7231a6557" providerId="ADAL" clId="{AF10743D-474E-4EC3-B876-A3DD6224F3FD}" dt="2025-11-05T08:42:38.456" v="2499" actId="20577"/>
        <pc:sldMkLst>
          <pc:docMk/>
          <pc:sldMk cId="1843005666" sldId="2147482119"/>
        </pc:sldMkLst>
        <pc:spChg chg="mod">
          <ac:chgData name="서동민(DONGMIN SEO)[seodm]/책임/제조DX.제조DX솔루션.데이터통합분석팀" userId="76da3594-28f0-492a-8a77-a4d7231a6557" providerId="ADAL" clId="{AF10743D-474E-4EC3-B876-A3DD6224F3FD}" dt="2025-11-05T05:11:34.731" v="4" actId="20577"/>
          <ac:spMkLst>
            <pc:docMk/>
            <pc:sldMk cId="1843005666" sldId="2147482119"/>
            <ac:spMk id="3" creationId="{0CC39962-AED9-0FD6-7F0C-29A8FBE67A4F}"/>
          </ac:spMkLst>
        </pc:spChg>
        <pc:graphicFrameChg chg="mod modGraphic">
          <ac:chgData name="서동민(DONGMIN SEO)[seodm]/책임/제조DX.제조DX솔루션.데이터통합분석팀" userId="76da3594-28f0-492a-8a77-a4d7231a6557" providerId="ADAL" clId="{AF10743D-474E-4EC3-B876-A3DD6224F3FD}" dt="2025-11-05T08:42:38.456" v="2499" actId="20577"/>
          <ac:graphicFrameMkLst>
            <pc:docMk/>
            <pc:sldMk cId="1843005666" sldId="2147482119"/>
            <ac:graphicFrameMk id="9" creationId="{A3D61C03-D55B-4E21-8B1C-3A5E062F1415}"/>
          </ac:graphicFrameMkLst>
        </pc:graphicFrameChg>
      </pc:sldChg>
      <pc:sldChg chg="addSp delSp modSp">
        <pc:chgData name="서동민(DONGMIN SEO)[seodm]/책임/제조DX.제조DX솔루션.데이터통합분석팀" userId="76da3594-28f0-492a-8a77-a4d7231a6557" providerId="ADAL" clId="{AF10743D-474E-4EC3-B876-A3DD6224F3FD}" dt="2025-11-05T09:39:10.071" v="3569" actId="478"/>
        <pc:sldMkLst>
          <pc:docMk/>
          <pc:sldMk cId="1631578392" sldId="2147482120"/>
        </pc:sldMkLst>
        <pc:spChg chg="mod">
          <ac:chgData name="서동민(DONGMIN SEO)[seodm]/책임/제조DX.제조DX솔루션.데이터통합분석팀" userId="76da3594-28f0-492a-8a77-a4d7231a6557" providerId="ADAL" clId="{AF10743D-474E-4EC3-B876-A3DD6224F3FD}" dt="2025-11-05T09:35:53.513" v="2971" actId="1035"/>
          <ac:spMkLst>
            <pc:docMk/>
            <pc:sldMk cId="1631578392" sldId="2147482120"/>
            <ac:spMk id="6" creationId="{54429DA3-0688-4164-86FA-A5E7FE47B831}"/>
          </ac:spMkLst>
        </pc:spChg>
        <pc:spChg chg="mod">
          <ac:chgData name="서동민(DONGMIN SEO)[seodm]/책임/제조DX.제조DX솔루션.데이터통합분석팀" userId="76da3594-28f0-492a-8a77-a4d7231a6557" providerId="ADAL" clId="{AF10743D-474E-4EC3-B876-A3DD6224F3FD}" dt="2025-11-05T05:24:16.455" v="380" actId="20577"/>
          <ac:spMkLst>
            <pc:docMk/>
            <pc:sldMk cId="1631578392" sldId="2147482120"/>
            <ac:spMk id="9" creationId="{00000000-0000-0000-0000-000000000000}"/>
          </ac:spMkLst>
        </pc:spChg>
        <pc:graphicFrameChg chg="mod modGraphic">
          <ac:chgData name="서동민(DONGMIN SEO)[seodm]/책임/제조DX.제조DX솔루션.데이터통합분석팀" userId="76da3594-28f0-492a-8a77-a4d7231a6557" providerId="ADAL" clId="{AF10743D-474E-4EC3-B876-A3DD6224F3FD}" dt="2025-11-05T09:36:18.957" v="2975"/>
          <ac:graphicFrameMkLst>
            <pc:docMk/>
            <pc:sldMk cId="1631578392" sldId="2147482120"/>
            <ac:graphicFrameMk id="3" creationId="{24D9821D-E40C-4362-A605-161229E262A8}"/>
          </ac:graphicFrameMkLst>
        </pc:graphicFrameChg>
        <pc:graphicFrameChg chg="mod">
          <ac:chgData name="서동민(DONGMIN SEO)[seodm]/책임/제조DX.제조DX솔루션.데이터통합분석팀" userId="76da3594-28f0-492a-8a77-a4d7231a6557" providerId="ADAL" clId="{AF10743D-474E-4EC3-B876-A3DD6224F3FD}" dt="2025-11-05T09:35:42.873" v="2960" actId="1076"/>
          <ac:graphicFrameMkLst>
            <pc:docMk/>
            <pc:sldMk cId="1631578392" sldId="2147482120"/>
            <ac:graphicFrameMk id="5" creationId="{1F20F80F-86B8-4028-9A6B-1D3A94CC8E33}"/>
          </ac:graphicFrameMkLst>
        </pc:graphicFrameChg>
        <pc:graphicFrameChg chg="mod modGraphic">
          <ac:chgData name="서동민(DONGMIN SEO)[seodm]/책임/제조DX.제조DX솔루션.데이터통합분석팀" userId="76da3594-28f0-492a-8a77-a4d7231a6557" providerId="ADAL" clId="{AF10743D-474E-4EC3-B876-A3DD6224F3FD}" dt="2025-11-05T09:39:06.952" v="3568" actId="20577"/>
          <ac:graphicFrameMkLst>
            <pc:docMk/>
            <pc:sldMk cId="1631578392" sldId="2147482120"/>
            <ac:graphicFrameMk id="19" creationId="{3E86696F-E35A-4B06-9B46-63A4A6A986C1}"/>
          </ac:graphicFrameMkLst>
        </pc:graphicFrameChg>
      </pc:sldChg>
      <pc:sldChg chg="delSp modSp">
        <pc:chgData name="서동민(DONGMIN SEO)[seodm]/책임/제조DX.제조DX솔루션.데이터통합분석팀" userId="76da3594-28f0-492a-8a77-a4d7231a6557" providerId="ADAL" clId="{AF10743D-474E-4EC3-B876-A3DD6224F3FD}" dt="2025-11-05T07:58:20.552" v="2315" actId="478"/>
        <pc:sldMkLst>
          <pc:docMk/>
          <pc:sldMk cId="199823846" sldId="2147482123"/>
        </pc:sldMkLst>
        <pc:spChg chg="mod">
          <ac:chgData name="서동민(DONGMIN SEO)[seodm]/책임/제조DX.제조DX솔루션.데이터통합분석팀" userId="76da3594-28f0-492a-8a77-a4d7231a6557" providerId="ADAL" clId="{AF10743D-474E-4EC3-B876-A3DD6224F3FD}" dt="2025-11-05T05:24:40.167" v="385" actId="20577"/>
          <ac:spMkLst>
            <pc:docMk/>
            <pc:sldMk cId="199823846" sldId="2147482123"/>
            <ac:spMk id="14" creationId="{C637FE6F-3FE5-4466-894B-728BEC961433}"/>
          </ac:spMkLst>
        </pc:spChg>
        <pc:graphicFrameChg chg="mod modGraphic">
          <ac:chgData name="서동민(DONGMIN SEO)[seodm]/책임/제조DX.제조DX솔루션.데이터통합분석팀" userId="76da3594-28f0-492a-8a77-a4d7231a6557" providerId="ADAL" clId="{AF10743D-474E-4EC3-B876-A3DD6224F3FD}" dt="2025-11-05T07:58:18.036" v="2314"/>
          <ac:graphicFrameMkLst>
            <pc:docMk/>
            <pc:sldMk cId="199823846" sldId="2147482123"/>
            <ac:graphicFrameMk id="2" creationId="{906418C3-B267-4D15-9EEA-263A19B39D07}"/>
          </ac:graphicFrameMkLst>
        </pc:graphicFrameChg>
      </pc:sldChg>
      <pc:sldChg chg="addSp modSp">
        <pc:chgData name="서동민(DONGMIN SEO)[seodm]/책임/제조DX.제조DX솔루션.데이터통합분석팀" userId="76da3594-28f0-492a-8a77-a4d7231a6557" providerId="ADAL" clId="{AF10743D-474E-4EC3-B876-A3DD6224F3FD}" dt="2025-11-05T08:45:57.395" v="2819" actId="14100"/>
        <pc:sldMkLst>
          <pc:docMk/>
          <pc:sldMk cId="2878646389" sldId="2147482127"/>
        </pc:sldMkLst>
      </pc:sldChg>
    </pc:docChg>
  </pc:docChgLst>
  <pc:docChgLst>
    <pc:chgData name="김도원(DOWON KIM)[ehdnjs104]/사원/제조DX.제조DX솔루션.롤맵기술팀" userId="40903c55-8d7f-4a01-bcfb-534127f384e5" providerId="ADAL" clId="{FFB1FF1E-65BE-4752-93BF-7B027088BC58}"/>
    <pc:docChg chg="custSel modSld">
      <pc:chgData name="김도원(DOWON KIM)[ehdnjs104]/사원/제조DX.제조DX솔루션.롤맵기술팀" userId="40903c55-8d7f-4a01-bcfb-534127f384e5" providerId="ADAL" clId="{FFB1FF1E-65BE-4752-93BF-7B027088BC58}" dt="2025-11-26T00:39:35.966" v="1847" actId="207"/>
      <pc:docMkLst>
        <pc:docMk/>
      </pc:docMkLst>
      <pc:sldChg chg="modSp">
        <pc:chgData name="김도원(DOWON KIM)[ehdnjs104]/사원/제조DX.제조DX솔루션.롤맵기술팀" userId="40903c55-8d7f-4a01-bcfb-534127f384e5" providerId="ADAL" clId="{FFB1FF1E-65BE-4752-93BF-7B027088BC58}" dt="2025-11-25T09:28:25.628" v="23"/>
        <pc:sldMkLst>
          <pc:docMk/>
          <pc:sldMk cId="3266697761" sldId="2278"/>
        </pc:sldMkLst>
        <pc:spChg chg="mod">
          <ac:chgData name="김도원(DOWON KIM)[ehdnjs104]/사원/제조DX.제조DX솔루션.롤맵기술팀" userId="40903c55-8d7f-4a01-bcfb-534127f384e5" providerId="ADAL" clId="{FFB1FF1E-65BE-4752-93BF-7B027088BC58}" dt="2025-11-25T09:28:25.628" v="23"/>
          <ac:spMkLst>
            <pc:docMk/>
            <pc:sldMk cId="3266697761" sldId="2278"/>
            <ac:spMk id="18" creationId="{FC55D7C3-19BB-417C-88D2-249E3D408DED}"/>
          </ac:spMkLst>
        </pc:spChg>
      </pc:sldChg>
      <pc:sldChg chg="modSp">
        <pc:chgData name="김도원(DOWON KIM)[ehdnjs104]/사원/제조DX.제조DX솔루션.롤맵기술팀" userId="40903c55-8d7f-4a01-bcfb-534127f384e5" providerId="ADAL" clId="{FFB1FF1E-65BE-4752-93BF-7B027088BC58}" dt="2025-11-25T09:30:44.707" v="89" actId="20577"/>
        <pc:sldMkLst>
          <pc:docMk/>
          <pc:sldMk cId="2994820085" sldId="2147481926"/>
        </pc:sldMkLst>
        <pc:spChg chg="mod">
          <ac:chgData name="김도원(DOWON KIM)[ehdnjs104]/사원/제조DX.제조DX솔루션.롤맵기술팀" userId="40903c55-8d7f-4a01-bcfb-534127f384e5" providerId="ADAL" clId="{FFB1FF1E-65BE-4752-93BF-7B027088BC58}" dt="2025-11-25T09:30:44.707" v="89" actId="20577"/>
          <ac:spMkLst>
            <pc:docMk/>
            <pc:sldMk cId="2994820085" sldId="2147481926"/>
            <ac:spMk id="18" creationId="{72943F47-EAEA-4391-A2BC-C7C33A8E8CFD}"/>
          </ac:spMkLst>
        </pc:spChg>
        <pc:graphicFrameChg chg="modGraphic">
          <ac:chgData name="김도원(DOWON KIM)[ehdnjs104]/사원/제조DX.제조DX솔루션.롤맵기술팀" userId="40903c55-8d7f-4a01-bcfb-534127f384e5" providerId="ADAL" clId="{FFB1FF1E-65BE-4752-93BF-7B027088BC58}" dt="2025-11-25T09:28:59.253" v="26" actId="207"/>
          <ac:graphicFrameMkLst>
            <pc:docMk/>
            <pc:sldMk cId="2994820085" sldId="2147481926"/>
            <ac:graphicFrameMk id="11" creationId="{C66F9B45-D343-4DF8-ABA9-D48571FAC964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FFB1FF1E-65BE-4752-93BF-7B027088BC58}" dt="2025-11-26T00:39:35.966" v="1847" actId="207"/>
        <pc:sldMkLst>
          <pc:docMk/>
          <pc:sldMk cId="3218446010" sldId="2147481940"/>
        </pc:sldMkLst>
        <pc:graphicFrameChg chg="mod modGraphic">
          <ac:chgData name="김도원(DOWON KIM)[ehdnjs104]/사원/제조DX.제조DX솔루션.롤맵기술팀" userId="40903c55-8d7f-4a01-bcfb-534127f384e5" providerId="ADAL" clId="{FFB1FF1E-65BE-4752-93BF-7B027088BC58}" dt="2025-11-26T00:39:35.966" v="1847" actId="207"/>
          <ac:graphicFrameMkLst>
            <pc:docMk/>
            <pc:sldMk cId="3218446010" sldId="2147481940"/>
            <ac:graphicFrameMk id="21" creationId="{B17BC81E-4040-4B89-BFD6-444CE79E9A52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FFB1FF1E-65BE-4752-93BF-7B027088BC58}" dt="2025-11-25T09:30:37.441" v="85" actId="20577"/>
        <pc:sldMkLst>
          <pc:docMk/>
          <pc:sldMk cId="645500483" sldId="2147482092"/>
        </pc:sldMkLst>
        <pc:spChg chg="mod">
          <ac:chgData name="김도원(DOWON KIM)[ehdnjs104]/사원/제조DX.제조DX솔루션.롤맵기술팀" userId="40903c55-8d7f-4a01-bcfb-534127f384e5" providerId="ADAL" clId="{FFB1FF1E-65BE-4752-93BF-7B027088BC58}" dt="2025-11-25T09:30:37.441" v="85" actId="20577"/>
          <ac:spMkLst>
            <pc:docMk/>
            <pc:sldMk cId="645500483" sldId="2147482092"/>
            <ac:spMk id="6" creationId="{3E1F1638-F2C5-4E2F-ABED-94997FF8C926}"/>
          </ac:spMkLst>
        </pc:spChg>
        <pc:graphicFrameChg chg="modGraphic">
          <ac:chgData name="김도원(DOWON KIM)[ehdnjs104]/사원/제조DX.제조DX솔루션.롤맵기술팀" userId="40903c55-8d7f-4a01-bcfb-534127f384e5" providerId="ADAL" clId="{FFB1FF1E-65BE-4752-93BF-7B027088BC58}" dt="2025-11-25T09:29:15.581" v="29" actId="207"/>
          <ac:graphicFrameMkLst>
            <pc:docMk/>
            <pc:sldMk cId="645500483" sldId="2147482092"/>
            <ac:graphicFrameMk id="2" creationId="{AA655E7B-33D1-41F9-B470-4F20832661EB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FFB1FF1E-65BE-4752-93BF-7B027088BC58}" dt="2025-11-25T09:30:04.332" v="81" actId="20577"/>
        <pc:sldMkLst>
          <pc:docMk/>
          <pc:sldMk cId="1480914234" sldId="2147482094"/>
        </pc:sldMkLst>
        <pc:spChg chg="mod">
          <ac:chgData name="김도원(DOWON KIM)[ehdnjs104]/사원/제조DX.제조DX솔루션.롤맵기술팀" userId="40903c55-8d7f-4a01-bcfb-534127f384e5" providerId="ADAL" clId="{FFB1FF1E-65BE-4752-93BF-7B027088BC58}" dt="2025-11-25T09:30:04.332" v="81" actId="20577"/>
          <ac:spMkLst>
            <pc:docMk/>
            <pc:sldMk cId="1480914234" sldId="2147482094"/>
            <ac:spMk id="5" creationId="{D18B8649-3C81-4EDD-A9C5-061A9DC39666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FFB1FF1E-65BE-4752-93BF-7B027088BC58}" dt="2025-11-25T09:30:00.644" v="77" actId="207"/>
          <ac:graphicFrameMkLst>
            <pc:docMk/>
            <pc:sldMk cId="1480914234" sldId="2147482094"/>
            <ac:graphicFrameMk id="2" creationId="{BF944F8E-1F62-4F7E-B1C6-632F29AA10BD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FFB1FF1E-65BE-4752-93BF-7B027088BC58}" dt="2025-11-25T09:35:04.351" v="924" actId="20577"/>
        <pc:sldMkLst>
          <pc:docMk/>
          <pc:sldMk cId="1159326832" sldId="2147482102"/>
        </pc:sldMkLst>
        <pc:spChg chg="mod">
          <ac:chgData name="김도원(DOWON KIM)[ehdnjs104]/사원/제조DX.제조DX솔루션.롤맵기술팀" userId="40903c55-8d7f-4a01-bcfb-534127f384e5" providerId="ADAL" clId="{FFB1FF1E-65BE-4752-93BF-7B027088BC58}" dt="2025-11-25T09:32:29.255" v="279" actId="20577"/>
          <ac:spMkLst>
            <pc:docMk/>
            <pc:sldMk cId="1159326832" sldId="2147482102"/>
            <ac:spMk id="18" creationId="{1891B744-4803-4B69-1352-A6C4DA4EEE93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FFB1FF1E-65BE-4752-93BF-7B027088BC58}" dt="2025-11-25T09:35:04.351" v="924" actId="20577"/>
          <ac:graphicFrameMkLst>
            <pc:docMk/>
            <pc:sldMk cId="1159326832" sldId="2147482102"/>
            <ac:graphicFrameMk id="3" creationId="{FD6B18E8-DEC2-01A8-175D-70F1A4B3682F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FFB1FF1E-65BE-4752-93BF-7B027088BC58}" dt="2025-11-26T00:39:32.518" v="1845" actId="207"/>
        <pc:sldMkLst>
          <pc:docMk/>
          <pc:sldMk cId="4216273303" sldId="2147482152"/>
        </pc:sldMkLst>
        <pc:graphicFrameChg chg="mod modGraphic">
          <ac:chgData name="김도원(DOWON KIM)[ehdnjs104]/사원/제조DX.제조DX솔루션.롤맵기술팀" userId="40903c55-8d7f-4a01-bcfb-534127f384e5" providerId="ADAL" clId="{FFB1FF1E-65BE-4752-93BF-7B027088BC58}" dt="2025-11-26T00:39:32.518" v="1845" actId="207"/>
          <ac:graphicFrameMkLst>
            <pc:docMk/>
            <pc:sldMk cId="4216273303" sldId="2147482152"/>
            <ac:graphicFrameMk id="18" creationId="{E5337A66-4735-450F-BB05-1241FCE56139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FFB1FF1E-65BE-4752-93BF-7B027088BC58}" dt="2025-11-26T00:39:25.935" v="1843" actId="207"/>
        <pc:sldMkLst>
          <pc:docMk/>
          <pc:sldMk cId="719476191" sldId="2147482153"/>
        </pc:sldMkLst>
        <pc:graphicFrameChg chg="mod modGraphic">
          <ac:chgData name="김도원(DOWON KIM)[ehdnjs104]/사원/제조DX.제조DX솔루션.롤맵기술팀" userId="40903c55-8d7f-4a01-bcfb-534127f384e5" providerId="ADAL" clId="{FFB1FF1E-65BE-4752-93BF-7B027088BC58}" dt="2025-11-26T00:39:25.935" v="1843" actId="207"/>
          <ac:graphicFrameMkLst>
            <pc:docMk/>
            <pc:sldMk cId="719476191" sldId="2147482153"/>
            <ac:graphicFrameMk id="24" creationId="{DA9720D5-9E5D-4270-AD52-B8674BAB70D6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FFB1FF1E-65BE-4752-93BF-7B027088BC58}" dt="2025-11-26T00:39:19.513" v="1841" actId="207"/>
        <pc:sldMkLst>
          <pc:docMk/>
          <pc:sldMk cId="1357361098" sldId="2147482154"/>
        </pc:sldMkLst>
        <pc:graphicFrameChg chg="mod modGraphic">
          <ac:chgData name="김도원(DOWON KIM)[ehdnjs104]/사원/제조DX.제조DX솔루션.롤맵기술팀" userId="40903c55-8d7f-4a01-bcfb-534127f384e5" providerId="ADAL" clId="{FFB1FF1E-65BE-4752-93BF-7B027088BC58}" dt="2025-11-26T00:39:19.513" v="1841" actId="207"/>
          <ac:graphicFrameMkLst>
            <pc:docMk/>
            <pc:sldMk cId="1357361098" sldId="2147482154"/>
            <ac:graphicFrameMk id="20" creationId="{4D0A5B9B-816F-4E0A-A314-C8D20D26917B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FFB1FF1E-65BE-4752-93BF-7B027088BC58}" dt="2025-11-26T00:39:15.679" v="1839" actId="207"/>
        <pc:sldMkLst>
          <pc:docMk/>
          <pc:sldMk cId="2756542074" sldId="2147482155"/>
        </pc:sldMkLst>
        <pc:graphicFrameChg chg="mod modGraphic">
          <ac:chgData name="김도원(DOWON KIM)[ehdnjs104]/사원/제조DX.제조DX솔루션.롤맵기술팀" userId="40903c55-8d7f-4a01-bcfb-534127f384e5" providerId="ADAL" clId="{FFB1FF1E-65BE-4752-93BF-7B027088BC58}" dt="2025-11-26T00:39:15.679" v="1839" actId="207"/>
          <ac:graphicFrameMkLst>
            <pc:docMk/>
            <pc:sldMk cId="2756542074" sldId="2147482155"/>
            <ac:graphicFrameMk id="20" creationId="{C29AEFF0-7244-4E41-A5B8-902A91A671C8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FFB1FF1E-65BE-4752-93BF-7B027088BC58}" dt="2025-11-26T00:35:17.506" v="1250" actId="207"/>
        <pc:sldMkLst>
          <pc:docMk/>
          <pc:sldMk cId="1685760430" sldId="2147482156"/>
        </pc:sldMkLst>
        <pc:graphicFrameChg chg="modGraphic">
          <ac:chgData name="김도원(DOWON KIM)[ehdnjs104]/사원/제조DX.제조DX솔루션.롤맵기술팀" userId="40903c55-8d7f-4a01-bcfb-534127f384e5" providerId="ADAL" clId="{FFB1FF1E-65BE-4752-93BF-7B027088BC58}" dt="2025-11-26T00:35:17.506" v="1250" actId="207"/>
          <ac:graphicFrameMkLst>
            <pc:docMk/>
            <pc:sldMk cId="1685760430" sldId="2147482156"/>
            <ac:graphicFrameMk id="19" creationId="{197AC351-9B94-4151-9F3E-1F17E57ED62B}"/>
          </ac:graphicFrameMkLst>
        </pc:graphicFrameChg>
        <pc:graphicFrameChg chg="mod modGraphic">
          <ac:chgData name="김도원(DOWON KIM)[ehdnjs104]/사원/제조DX.제조DX솔루션.롤맵기술팀" userId="40903c55-8d7f-4a01-bcfb-534127f384e5" providerId="ADAL" clId="{FFB1FF1E-65BE-4752-93BF-7B027088BC58}" dt="2025-11-26T00:27:23.635" v="1198" actId="207"/>
          <ac:graphicFrameMkLst>
            <pc:docMk/>
            <pc:sldMk cId="1685760430" sldId="2147482156"/>
            <ac:graphicFrameMk id="30" creationId="{FD723AF4-8C6A-45D2-91AF-E831F6E1C5CD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FFB1FF1E-65BE-4752-93BF-7B027088BC58}" dt="2025-11-26T00:38:48.235" v="1831" actId="20577"/>
        <pc:sldMkLst>
          <pc:docMk/>
          <pc:sldMk cId="1270712381" sldId="2147482157"/>
        </pc:sldMkLst>
        <pc:graphicFrameChg chg="mod modGraphic">
          <ac:chgData name="김도원(DOWON KIM)[ehdnjs104]/사원/제조DX.제조DX솔루션.롤맵기술팀" userId="40903c55-8d7f-4a01-bcfb-534127f384e5" providerId="ADAL" clId="{FFB1FF1E-65BE-4752-93BF-7B027088BC58}" dt="2025-11-26T00:35:26.484" v="1252" actId="207"/>
          <ac:graphicFrameMkLst>
            <pc:docMk/>
            <pc:sldMk cId="1270712381" sldId="2147482157"/>
            <ac:graphicFrameMk id="19" creationId="{57F9DB81-8AAF-42BC-806B-D07D80EC3A48}"/>
          </ac:graphicFrameMkLst>
        </pc:graphicFrameChg>
        <pc:graphicFrameChg chg="mod modGraphic">
          <ac:chgData name="김도원(DOWON KIM)[ehdnjs104]/사원/제조DX.제조DX솔루션.롤맵기술팀" userId="40903c55-8d7f-4a01-bcfb-534127f384e5" providerId="ADAL" clId="{FFB1FF1E-65BE-4752-93BF-7B027088BC58}" dt="2025-11-26T00:38:48.235" v="1831" actId="20577"/>
          <ac:graphicFrameMkLst>
            <pc:docMk/>
            <pc:sldMk cId="1270712381" sldId="2147482157"/>
            <ac:graphicFrameMk id="30" creationId="{FD723AF4-8C6A-45D2-91AF-E831F6E1C5CD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FFB1FF1E-65BE-4752-93BF-7B027088BC58}" dt="2025-11-26T00:38:58.032" v="1833" actId="207"/>
        <pc:sldMkLst>
          <pc:docMk/>
          <pc:sldMk cId="3468524003" sldId="2147482158"/>
        </pc:sldMkLst>
        <pc:graphicFrameChg chg="mod modGraphic">
          <ac:chgData name="김도원(DOWON KIM)[ehdnjs104]/사원/제조DX.제조DX솔루션.롤맵기술팀" userId="40903c55-8d7f-4a01-bcfb-534127f384e5" providerId="ADAL" clId="{FFB1FF1E-65BE-4752-93BF-7B027088BC58}" dt="2025-11-26T00:38:58.032" v="1833" actId="207"/>
          <ac:graphicFrameMkLst>
            <pc:docMk/>
            <pc:sldMk cId="3468524003" sldId="2147482158"/>
            <ac:graphicFrameMk id="19" creationId="{BBA4D3A6-B372-42DE-9842-8CC4E02BD613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FFB1FF1E-65BE-4752-93BF-7B027088BC58}" dt="2025-11-26T00:39:02.651" v="1835" actId="207"/>
        <pc:sldMkLst>
          <pc:docMk/>
          <pc:sldMk cId="3982393149" sldId="2147482159"/>
        </pc:sldMkLst>
        <pc:graphicFrameChg chg="mod modGraphic">
          <ac:chgData name="김도원(DOWON KIM)[ehdnjs104]/사원/제조DX.제조DX솔루션.롤맵기술팀" userId="40903c55-8d7f-4a01-bcfb-534127f384e5" providerId="ADAL" clId="{FFB1FF1E-65BE-4752-93BF-7B027088BC58}" dt="2025-11-26T00:39:02.651" v="1835" actId="207"/>
          <ac:graphicFrameMkLst>
            <pc:docMk/>
            <pc:sldMk cId="3982393149" sldId="2147482159"/>
            <ac:graphicFrameMk id="19" creationId="{9C1806C0-446E-47C8-944A-06A94EA73D8F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FFB1FF1E-65BE-4752-93BF-7B027088BC58}" dt="2025-11-26T00:39:07.262" v="1837" actId="207"/>
        <pc:sldMkLst>
          <pc:docMk/>
          <pc:sldMk cId="4127400384" sldId="2147482160"/>
        </pc:sldMkLst>
        <pc:graphicFrameChg chg="mod modGraphic">
          <ac:chgData name="김도원(DOWON KIM)[ehdnjs104]/사원/제조DX.제조DX솔루션.롤맵기술팀" userId="40903c55-8d7f-4a01-bcfb-534127f384e5" providerId="ADAL" clId="{FFB1FF1E-65BE-4752-93BF-7B027088BC58}" dt="2025-11-26T00:39:07.262" v="1837" actId="207"/>
          <ac:graphicFrameMkLst>
            <pc:docMk/>
            <pc:sldMk cId="4127400384" sldId="2147482160"/>
            <ac:graphicFrameMk id="18" creationId="{D90C02AA-15F8-4E0D-BE1B-0BF9BF5A1C7F}"/>
          </ac:graphicFrameMkLst>
        </pc:graphicFrameChg>
      </pc:sldChg>
    </pc:docChg>
  </pc:docChgLst>
  <pc:docChgLst>
    <pc:chgData name="김지원(JIWON KIM)[jiwonkim]/사원/제조DX.제조DX솔루션.롤맵기술팀" userId="943d6483-24ce-443d-b7b2-0672c51f7cc5" providerId="ADAL" clId="{F4DE082D-027E-426D-9B97-561219164068}"/>
    <pc:docChg chg="custSel addSld delSld modSld modSection">
      <pc:chgData name="김지원(JIWON KIM)[jiwonkim]/사원/제조DX.제조DX솔루션.롤맵기술팀" userId="943d6483-24ce-443d-b7b2-0672c51f7cc5" providerId="ADAL" clId="{F4DE082D-027E-426D-9B97-561219164068}" dt="2025-10-29T08:20:35.936" v="349" actId="20577"/>
      <pc:docMkLst>
        <pc:docMk/>
      </pc:docMkLst>
    </pc:docChg>
  </pc:docChgLst>
  <pc:docChgLst>
    <pc:chgData name="박수완(SUWAN PARK)[jacob]/선임/제조DX.제조DX솔루션.롤맵기술팀" userId="0230ccc1-b16e-4889-91b5-b65c894d4b0b" providerId="ADAL" clId="{6348512E-A425-4407-9D68-A1F5633F75A0}"/>
    <pc:docChg chg="custSel modSld">
      <pc:chgData name="박수완(SUWAN PARK)[jacob]/선임/제조DX.제조DX솔루션.롤맵기술팀" userId="0230ccc1-b16e-4889-91b5-b65c894d4b0b" providerId="ADAL" clId="{6348512E-A425-4407-9D68-A1F5633F75A0}" dt="2025-12-10T10:16:45.783" v="3462" actId="14100"/>
      <pc:docMkLst>
        <pc:docMk/>
      </pc:docMkLst>
      <pc:sldChg chg="addSp delSp modSp mod">
        <pc:chgData name="박수완(SUWAN PARK)[jacob]/선임/제조DX.제조DX솔루션.롤맵기술팀" userId="0230ccc1-b16e-4889-91b5-b65c894d4b0b" providerId="ADAL" clId="{6348512E-A425-4407-9D68-A1F5633F75A0}" dt="2025-12-10T10:16:45.783" v="3462" actId="14100"/>
        <pc:sldMkLst>
          <pc:docMk/>
          <pc:sldMk cId="1214419362" sldId="2147481924"/>
        </pc:sldMkLst>
        <pc:spChg chg="add mod">
          <ac:chgData name="박수완(SUWAN PARK)[jacob]/선임/제조DX.제조DX솔루션.롤맵기술팀" userId="0230ccc1-b16e-4889-91b5-b65c894d4b0b" providerId="ADAL" clId="{6348512E-A425-4407-9D68-A1F5633F75A0}" dt="2025-12-10T10:11:28.155" v="2365" actId="113"/>
          <ac:spMkLst>
            <pc:docMk/>
            <pc:sldMk cId="1214419362" sldId="2147481924"/>
            <ac:spMk id="8" creationId="{34ED8B0A-A385-4CB1-D4A3-52603E99B679}"/>
          </ac:spMkLst>
        </pc:spChg>
        <pc:spChg chg="mod">
          <ac:chgData name="박수완(SUWAN PARK)[jacob]/선임/제조DX.제조DX솔루션.롤맵기술팀" userId="0230ccc1-b16e-4889-91b5-b65c894d4b0b" providerId="ADAL" clId="{6348512E-A425-4407-9D68-A1F5633F75A0}" dt="2025-12-10T10:07:28.004" v="2077" actId="20577"/>
          <ac:spMkLst>
            <pc:docMk/>
            <pc:sldMk cId="1214419362" sldId="2147481924"/>
            <ac:spMk id="18" creationId="{72943F47-EAEA-4391-A2BC-C7C33A8E8CFD}"/>
          </ac:spMkLst>
        </pc:spChg>
        <pc:spChg chg="mod">
          <ac:chgData name="박수완(SUWAN PARK)[jacob]/선임/제조DX.제조DX솔루션.롤맵기술팀" userId="0230ccc1-b16e-4889-91b5-b65c894d4b0b" providerId="ADAL" clId="{6348512E-A425-4407-9D68-A1F5633F75A0}" dt="2025-12-03T09:50:52.926" v="580"/>
          <ac:spMkLst>
            <pc:docMk/>
            <pc:sldMk cId="1214419362" sldId="2147481924"/>
            <ac:spMk id="19" creationId="{1CE4A1AF-5D49-43F9-9F31-E88EAE372D41}"/>
          </ac:spMkLst>
        </pc:spChg>
        <pc:graphicFrameChg chg="mod modGraphic">
          <ac:chgData name="박수완(SUWAN PARK)[jacob]/선임/제조DX.제조DX솔루션.롤맵기술팀" userId="0230ccc1-b16e-4889-91b5-b65c894d4b0b" providerId="ADAL" clId="{6348512E-A425-4407-9D68-A1F5633F75A0}" dt="2025-12-10T10:16:41.675" v="3461" actId="20577"/>
          <ac:graphicFrameMkLst>
            <pc:docMk/>
            <pc:sldMk cId="1214419362" sldId="2147481924"/>
            <ac:graphicFrameMk id="3" creationId="{3E86696F-E35A-4B06-9B46-63A4A6A986C1}"/>
          </ac:graphicFrameMkLst>
        </pc:graphicFrameChg>
        <pc:picChg chg="del mod">
          <ac:chgData name="박수완(SUWAN PARK)[jacob]/선임/제조DX.제조DX솔루션.롤맵기술팀" userId="0230ccc1-b16e-4889-91b5-b65c894d4b0b" providerId="ADAL" clId="{6348512E-A425-4407-9D68-A1F5633F75A0}" dt="2025-12-10T10:10:19.653" v="2255" actId="478"/>
          <ac:picMkLst>
            <pc:docMk/>
            <pc:sldMk cId="1214419362" sldId="2147481924"/>
            <ac:picMk id="6" creationId="{3464EE66-247C-45C8-9525-CD893673CBA2}"/>
          </ac:picMkLst>
        </pc:picChg>
        <pc:picChg chg="add mod">
          <ac:chgData name="박수완(SUWAN PARK)[jacob]/선임/제조DX.제조DX솔루션.롤맵기술팀" userId="0230ccc1-b16e-4889-91b5-b65c894d4b0b" providerId="ADAL" clId="{6348512E-A425-4407-9D68-A1F5633F75A0}" dt="2025-12-10T10:16:45.783" v="3462" actId="14100"/>
          <ac:picMkLst>
            <pc:docMk/>
            <pc:sldMk cId="1214419362" sldId="2147481924"/>
            <ac:picMk id="7" creationId="{51179735-0357-691B-3C06-6012039AC5CF}"/>
          </ac:picMkLst>
        </pc:picChg>
      </pc:sldChg>
      <pc:sldChg chg="modSp mod">
        <pc:chgData name="박수완(SUWAN PARK)[jacob]/선임/제조DX.제조DX솔루션.롤맵기술팀" userId="0230ccc1-b16e-4889-91b5-b65c894d4b0b" providerId="ADAL" clId="{6348512E-A425-4407-9D68-A1F5633F75A0}" dt="2025-12-10T10:14:48.706" v="3175" actId="207"/>
        <pc:sldMkLst>
          <pc:docMk/>
          <pc:sldMk cId="662252130" sldId="2147481925"/>
        </pc:sldMkLst>
        <pc:spChg chg="mod">
          <ac:chgData name="박수완(SUWAN PARK)[jacob]/선임/제조DX.제조DX솔루션.롤맵기술팀" userId="0230ccc1-b16e-4889-91b5-b65c894d4b0b" providerId="ADAL" clId="{6348512E-A425-4407-9D68-A1F5633F75A0}" dt="2025-12-10T10:12:02.909" v="2547" actId="20577"/>
          <ac:spMkLst>
            <pc:docMk/>
            <pc:sldMk cId="662252130" sldId="2147481925"/>
            <ac:spMk id="18" creationId="{72943F47-EAEA-4391-A2BC-C7C33A8E8CFD}"/>
          </ac:spMkLst>
        </pc:spChg>
        <pc:spChg chg="mod">
          <ac:chgData name="박수완(SUWAN PARK)[jacob]/선임/제조DX.제조DX솔루션.롤맵기술팀" userId="0230ccc1-b16e-4889-91b5-b65c894d4b0b" providerId="ADAL" clId="{6348512E-A425-4407-9D68-A1F5633F75A0}" dt="2025-12-03T09:55:36.217" v="1783"/>
          <ac:spMkLst>
            <pc:docMk/>
            <pc:sldMk cId="662252130" sldId="2147481925"/>
            <ac:spMk id="19" creationId="{1CE4A1AF-5D49-43F9-9F31-E88EAE372D41}"/>
          </ac:spMkLst>
        </pc:spChg>
        <pc:graphicFrameChg chg="mod modGraphic">
          <ac:chgData name="박수완(SUWAN PARK)[jacob]/선임/제조DX.제조DX솔루션.롤맵기술팀" userId="0230ccc1-b16e-4889-91b5-b65c894d4b0b" providerId="ADAL" clId="{6348512E-A425-4407-9D68-A1F5633F75A0}" dt="2025-12-10T10:14:48.706" v="3175" actId="207"/>
          <ac:graphicFrameMkLst>
            <pc:docMk/>
            <pc:sldMk cId="662252130" sldId="2147481925"/>
            <ac:graphicFrameMk id="3" creationId="{3E86696F-E35A-4B06-9B46-63A4A6A986C1}"/>
          </ac:graphicFrameMkLst>
        </pc:graphicFrameChg>
      </pc:sldChg>
      <pc:sldChg chg="modSp mod">
        <pc:chgData name="박수완(SUWAN PARK)[jacob]/선임/제조DX.제조DX솔루션.롤맵기술팀" userId="0230ccc1-b16e-4889-91b5-b65c894d4b0b" providerId="ADAL" clId="{6348512E-A425-4407-9D68-A1F5633F75A0}" dt="2025-12-03T09:56:13.696" v="1817" actId="20577"/>
        <pc:sldMkLst>
          <pc:docMk/>
          <pc:sldMk cId="2994820085" sldId="2147481926"/>
        </pc:sldMkLst>
        <pc:spChg chg="mod">
          <ac:chgData name="박수완(SUWAN PARK)[jacob]/선임/제조DX.제조DX솔루션.롤맵기술팀" userId="0230ccc1-b16e-4889-91b5-b65c894d4b0b" providerId="ADAL" clId="{6348512E-A425-4407-9D68-A1F5633F75A0}" dt="2025-12-03T09:56:06.830" v="1798" actId="20577"/>
          <ac:spMkLst>
            <pc:docMk/>
            <pc:sldMk cId="2994820085" sldId="2147481926"/>
            <ac:spMk id="18" creationId="{72943F47-EAEA-4391-A2BC-C7C33A8E8CFD}"/>
          </ac:spMkLst>
        </pc:spChg>
        <pc:spChg chg="mod">
          <ac:chgData name="박수완(SUWAN PARK)[jacob]/선임/제조DX.제조DX솔루션.롤맵기술팀" userId="0230ccc1-b16e-4889-91b5-b65c894d4b0b" providerId="ADAL" clId="{6348512E-A425-4407-9D68-A1F5633F75A0}" dt="2025-12-03T09:56:11.148" v="1815" actId="20577"/>
          <ac:spMkLst>
            <pc:docMk/>
            <pc:sldMk cId="2994820085" sldId="2147481926"/>
            <ac:spMk id="19" creationId="{1CE4A1AF-5D49-43F9-9F31-E88EAE372D41}"/>
          </ac:spMkLst>
        </pc:spChg>
        <pc:graphicFrameChg chg="modGraphic">
          <ac:chgData name="박수완(SUWAN PARK)[jacob]/선임/제조DX.제조DX솔루션.롤맵기술팀" userId="0230ccc1-b16e-4889-91b5-b65c894d4b0b" providerId="ADAL" clId="{6348512E-A425-4407-9D68-A1F5633F75A0}" dt="2025-12-03T09:56:13.696" v="1817" actId="20577"/>
          <ac:graphicFrameMkLst>
            <pc:docMk/>
            <pc:sldMk cId="2994820085" sldId="2147481926"/>
            <ac:graphicFrameMk id="11" creationId="{C66F9B45-D343-4DF8-ABA9-D48571FAC964}"/>
          </ac:graphicFrameMkLst>
        </pc:graphicFrameChg>
      </pc:sldChg>
      <pc:sldChg chg="modSp mod">
        <pc:chgData name="박수완(SUWAN PARK)[jacob]/선임/제조DX.제조DX솔루션.롤맵기술팀" userId="0230ccc1-b16e-4889-91b5-b65c894d4b0b" providerId="ADAL" clId="{6348512E-A425-4407-9D68-A1F5633F75A0}" dt="2025-12-03T10:00:38.189" v="1841" actId="207"/>
        <pc:sldMkLst>
          <pc:docMk/>
          <pc:sldMk cId="3218446010" sldId="2147481940"/>
        </pc:sldMkLst>
        <pc:graphicFrameChg chg="mod modGraphic">
          <ac:chgData name="박수완(SUWAN PARK)[jacob]/선임/제조DX.제조DX솔루션.롤맵기술팀" userId="0230ccc1-b16e-4889-91b5-b65c894d4b0b" providerId="ADAL" clId="{6348512E-A425-4407-9D68-A1F5633F75A0}" dt="2025-12-03T10:00:38.189" v="1841" actId="207"/>
          <ac:graphicFrameMkLst>
            <pc:docMk/>
            <pc:sldMk cId="3218446010" sldId="2147481940"/>
            <ac:graphicFrameMk id="18" creationId="{BAF0B2EF-E0A9-4EBE-8B41-8BAD7EC3E9EB}"/>
          </ac:graphicFrameMkLst>
        </pc:graphicFrameChg>
      </pc:sldChg>
      <pc:sldChg chg="modSp mod">
        <pc:chgData name="박수완(SUWAN PARK)[jacob]/선임/제조DX.제조DX솔루션.롤맵기술팀" userId="0230ccc1-b16e-4889-91b5-b65c894d4b0b" providerId="ADAL" clId="{6348512E-A425-4407-9D68-A1F5633F75A0}" dt="2025-12-03T09:57:14.609" v="1827" actId="20577"/>
        <pc:sldMkLst>
          <pc:docMk/>
          <pc:sldMk cId="645500483" sldId="2147482092"/>
        </pc:sldMkLst>
        <pc:spChg chg="mod">
          <ac:chgData name="박수완(SUWAN PARK)[jacob]/선임/제조DX.제조DX솔루션.롤맵기술팀" userId="0230ccc1-b16e-4889-91b5-b65c894d4b0b" providerId="ADAL" clId="{6348512E-A425-4407-9D68-A1F5633F75A0}" dt="2025-12-03T09:57:14.609" v="1827" actId="20577"/>
          <ac:spMkLst>
            <pc:docMk/>
            <pc:sldMk cId="645500483" sldId="2147482092"/>
            <ac:spMk id="6" creationId="{3E1F1638-F2C5-4E2F-ABED-94997FF8C926}"/>
          </ac:spMkLst>
        </pc:spChg>
        <pc:graphicFrameChg chg="modGraphic">
          <ac:chgData name="박수완(SUWAN PARK)[jacob]/선임/제조DX.제조DX솔루션.롤맵기술팀" userId="0230ccc1-b16e-4889-91b5-b65c894d4b0b" providerId="ADAL" clId="{6348512E-A425-4407-9D68-A1F5633F75A0}" dt="2025-12-03T09:57:09.480" v="1821" actId="207"/>
          <ac:graphicFrameMkLst>
            <pc:docMk/>
            <pc:sldMk cId="645500483" sldId="2147482092"/>
            <ac:graphicFrameMk id="2" creationId="{AA655E7B-33D1-41F9-B470-4F20832661EB}"/>
          </ac:graphicFrameMkLst>
        </pc:graphicFrameChg>
      </pc:sldChg>
      <pc:sldChg chg="modSp mod">
        <pc:chgData name="박수완(SUWAN PARK)[jacob]/선임/제조DX.제조DX솔루션.롤맵기술팀" userId="0230ccc1-b16e-4889-91b5-b65c894d4b0b" providerId="ADAL" clId="{6348512E-A425-4407-9D68-A1F5633F75A0}" dt="2025-12-03T09:56:42.146" v="1818" actId="207"/>
        <pc:sldMkLst>
          <pc:docMk/>
          <pc:sldMk cId="1623035640" sldId="2147482093"/>
        </pc:sldMkLst>
        <pc:graphicFrameChg chg="modGraphic">
          <ac:chgData name="박수완(SUWAN PARK)[jacob]/선임/제조DX.제조DX솔루션.롤맵기술팀" userId="0230ccc1-b16e-4889-91b5-b65c894d4b0b" providerId="ADAL" clId="{6348512E-A425-4407-9D68-A1F5633F75A0}" dt="2025-12-03T09:56:42.146" v="1818" actId="207"/>
          <ac:graphicFrameMkLst>
            <pc:docMk/>
            <pc:sldMk cId="1623035640" sldId="2147482093"/>
            <ac:graphicFrameMk id="3" creationId="{688BD945-555D-E069-F619-02973A6A481F}"/>
          </ac:graphicFrameMkLst>
        </pc:graphicFrameChg>
      </pc:sldChg>
      <pc:sldChg chg="modSp mod">
        <pc:chgData name="박수완(SUWAN PARK)[jacob]/선임/제조DX.제조DX솔루션.롤맵기술팀" userId="0230ccc1-b16e-4889-91b5-b65c894d4b0b" providerId="ADAL" clId="{6348512E-A425-4407-9D68-A1F5633F75A0}" dt="2025-12-03T09:57:42.352" v="1839" actId="207"/>
        <pc:sldMkLst>
          <pc:docMk/>
          <pc:sldMk cId="1480914234" sldId="2147482094"/>
        </pc:sldMkLst>
        <pc:spChg chg="mod">
          <ac:chgData name="박수완(SUWAN PARK)[jacob]/선임/제조DX.제조DX솔루션.롤맵기술팀" userId="0230ccc1-b16e-4889-91b5-b65c894d4b0b" providerId="ADAL" clId="{6348512E-A425-4407-9D68-A1F5633F75A0}" dt="2025-12-03T09:57:29.889" v="1837" actId="20577"/>
          <ac:spMkLst>
            <pc:docMk/>
            <pc:sldMk cId="1480914234" sldId="2147482094"/>
            <ac:spMk id="5" creationId="{D18B8649-3C81-4EDD-A9C5-061A9DC39666}"/>
          </ac:spMkLst>
        </pc:spChg>
        <pc:graphicFrameChg chg="modGraphic">
          <ac:chgData name="박수완(SUWAN PARK)[jacob]/선임/제조DX.제조DX솔루션.롤맵기술팀" userId="0230ccc1-b16e-4889-91b5-b65c894d4b0b" providerId="ADAL" clId="{6348512E-A425-4407-9D68-A1F5633F75A0}" dt="2025-12-03T09:57:42.352" v="1839" actId="207"/>
          <ac:graphicFrameMkLst>
            <pc:docMk/>
            <pc:sldMk cId="1480914234" sldId="2147482094"/>
            <ac:graphicFrameMk id="2" creationId="{BF944F8E-1F62-4F7E-B1C6-632F29AA10BD}"/>
          </ac:graphicFrameMkLst>
        </pc:graphicFrameChg>
      </pc:sldChg>
      <pc:sldChg chg="modSp mod">
        <pc:chgData name="박수완(SUWAN PARK)[jacob]/선임/제조DX.제조DX솔루션.롤맵기술팀" userId="0230ccc1-b16e-4889-91b5-b65c894d4b0b" providerId="ADAL" clId="{6348512E-A425-4407-9D68-A1F5633F75A0}" dt="2025-12-03T10:00:56.458" v="1851" actId="207"/>
        <pc:sldMkLst>
          <pc:docMk/>
          <pc:sldMk cId="4216273303" sldId="2147482152"/>
        </pc:sldMkLst>
        <pc:graphicFrameChg chg="mod modGraphic">
          <ac:chgData name="박수완(SUWAN PARK)[jacob]/선임/제조DX.제조DX솔루션.롤맵기술팀" userId="0230ccc1-b16e-4889-91b5-b65c894d4b0b" providerId="ADAL" clId="{6348512E-A425-4407-9D68-A1F5633F75A0}" dt="2025-12-03T10:00:56.458" v="1851" actId="207"/>
          <ac:graphicFrameMkLst>
            <pc:docMk/>
            <pc:sldMk cId="4216273303" sldId="2147482152"/>
            <ac:graphicFrameMk id="3" creationId="{55A2EC88-F3B0-A002-DFA9-90619547E8B9}"/>
          </ac:graphicFrameMkLst>
        </pc:graphicFrameChg>
      </pc:sldChg>
      <pc:sldChg chg="modSp mod">
        <pc:chgData name="박수완(SUWAN PARK)[jacob]/선임/제조DX.제조DX솔루션.롤맵기술팀" userId="0230ccc1-b16e-4889-91b5-b65c894d4b0b" providerId="ADAL" clId="{6348512E-A425-4407-9D68-A1F5633F75A0}" dt="2025-12-03T10:00:58.621" v="1852" actId="207"/>
        <pc:sldMkLst>
          <pc:docMk/>
          <pc:sldMk cId="719476191" sldId="2147482153"/>
        </pc:sldMkLst>
        <pc:graphicFrameChg chg="mod modGraphic">
          <ac:chgData name="박수완(SUWAN PARK)[jacob]/선임/제조DX.제조DX솔루션.롤맵기술팀" userId="0230ccc1-b16e-4889-91b5-b65c894d4b0b" providerId="ADAL" clId="{6348512E-A425-4407-9D68-A1F5633F75A0}" dt="2025-12-03T10:00:58.621" v="1852" actId="207"/>
          <ac:graphicFrameMkLst>
            <pc:docMk/>
            <pc:sldMk cId="719476191" sldId="2147482153"/>
            <ac:graphicFrameMk id="3" creationId="{8F047A01-9DFE-BEBE-79CA-7A10E5D9BCAF}"/>
          </ac:graphicFrameMkLst>
        </pc:graphicFrameChg>
      </pc:sldChg>
      <pc:sldChg chg="modSp mod">
        <pc:chgData name="박수완(SUWAN PARK)[jacob]/선임/제조DX.제조DX솔루션.롤맵기술팀" userId="0230ccc1-b16e-4889-91b5-b65c894d4b0b" providerId="ADAL" clId="{6348512E-A425-4407-9D68-A1F5633F75A0}" dt="2025-12-03T10:01:02.180" v="1853" actId="207"/>
        <pc:sldMkLst>
          <pc:docMk/>
          <pc:sldMk cId="1357361098" sldId="2147482154"/>
        </pc:sldMkLst>
        <pc:graphicFrameChg chg="mod modGraphic">
          <ac:chgData name="박수완(SUWAN PARK)[jacob]/선임/제조DX.제조DX솔루션.롤맵기술팀" userId="0230ccc1-b16e-4889-91b5-b65c894d4b0b" providerId="ADAL" clId="{6348512E-A425-4407-9D68-A1F5633F75A0}" dt="2025-12-03T10:01:02.180" v="1853" actId="207"/>
          <ac:graphicFrameMkLst>
            <pc:docMk/>
            <pc:sldMk cId="1357361098" sldId="2147482154"/>
            <ac:graphicFrameMk id="3" creationId="{5E5C6EF2-981C-FE16-5647-AA9751D051BA}"/>
          </ac:graphicFrameMkLst>
        </pc:graphicFrameChg>
      </pc:sldChg>
      <pc:sldChg chg="modSp mod">
        <pc:chgData name="박수완(SUWAN PARK)[jacob]/선임/제조DX.제조DX솔루션.롤맵기술팀" userId="0230ccc1-b16e-4889-91b5-b65c894d4b0b" providerId="ADAL" clId="{6348512E-A425-4407-9D68-A1F5633F75A0}" dt="2025-12-03T10:01:04.495" v="1854" actId="207"/>
        <pc:sldMkLst>
          <pc:docMk/>
          <pc:sldMk cId="2756542074" sldId="2147482155"/>
        </pc:sldMkLst>
        <pc:graphicFrameChg chg="mod modGraphic">
          <ac:chgData name="박수완(SUWAN PARK)[jacob]/선임/제조DX.제조DX솔루션.롤맵기술팀" userId="0230ccc1-b16e-4889-91b5-b65c894d4b0b" providerId="ADAL" clId="{6348512E-A425-4407-9D68-A1F5633F75A0}" dt="2025-12-03T10:01:04.495" v="1854" actId="207"/>
          <ac:graphicFrameMkLst>
            <pc:docMk/>
            <pc:sldMk cId="2756542074" sldId="2147482155"/>
            <ac:graphicFrameMk id="3" creationId="{B63C9CA1-2EBF-0A73-2173-A98FD4DCE7C5}"/>
          </ac:graphicFrameMkLst>
        </pc:graphicFrameChg>
      </pc:sldChg>
      <pc:sldChg chg="modSp mod">
        <pc:chgData name="박수완(SUWAN PARK)[jacob]/선임/제조DX.제조DX솔루션.롤맵기술팀" userId="0230ccc1-b16e-4889-91b5-b65c894d4b0b" providerId="ADAL" clId="{6348512E-A425-4407-9D68-A1F5633F75A0}" dt="2025-12-03T10:01:07.093" v="1855" actId="207"/>
        <pc:sldMkLst>
          <pc:docMk/>
          <pc:sldMk cId="1685760430" sldId="2147482156"/>
        </pc:sldMkLst>
        <pc:graphicFrameChg chg="mod modGraphic">
          <ac:chgData name="박수완(SUWAN PARK)[jacob]/선임/제조DX.제조DX솔루션.롤맵기술팀" userId="0230ccc1-b16e-4889-91b5-b65c894d4b0b" providerId="ADAL" clId="{6348512E-A425-4407-9D68-A1F5633F75A0}" dt="2025-12-03T10:01:07.093" v="1855" actId="207"/>
          <ac:graphicFrameMkLst>
            <pc:docMk/>
            <pc:sldMk cId="1685760430" sldId="2147482156"/>
            <ac:graphicFrameMk id="3" creationId="{A07F8D60-1ECC-7831-BC45-0C446BA12F90}"/>
          </ac:graphicFrameMkLst>
        </pc:graphicFrameChg>
      </pc:sldChg>
      <pc:sldChg chg="modSp mod">
        <pc:chgData name="박수완(SUWAN PARK)[jacob]/선임/제조DX.제조DX솔루션.롤맵기술팀" userId="0230ccc1-b16e-4889-91b5-b65c894d4b0b" providerId="ADAL" clId="{6348512E-A425-4407-9D68-A1F5633F75A0}" dt="2025-12-03T10:01:09.356" v="1856" actId="207"/>
        <pc:sldMkLst>
          <pc:docMk/>
          <pc:sldMk cId="1270712381" sldId="2147482157"/>
        </pc:sldMkLst>
        <pc:graphicFrameChg chg="mod modGraphic">
          <ac:chgData name="박수완(SUWAN PARK)[jacob]/선임/제조DX.제조DX솔루션.롤맵기술팀" userId="0230ccc1-b16e-4889-91b5-b65c894d4b0b" providerId="ADAL" clId="{6348512E-A425-4407-9D68-A1F5633F75A0}" dt="2025-12-03T10:01:09.356" v="1856" actId="207"/>
          <ac:graphicFrameMkLst>
            <pc:docMk/>
            <pc:sldMk cId="1270712381" sldId="2147482157"/>
            <ac:graphicFrameMk id="3" creationId="{E736DB3D-F097-89E6-FDE0-2DFECD04BB13}"/>
          </ac:graphicFrameMkLst>
        </pc:graphicFrameChg>
      </pc:sldChg>
      <pc:sldChg chg="modSp mod">
        <pc:chgData name="박수완(SUWAN PARK)[jacob]/선임/제조DX.제조DX솔루션.롤맵기술팀" userId="0230ccc1-b16e-4889-91b5-b65c894d4b0b" providerId="ADAL" clId="{6348512E-A425-4407-9D68-A1F5633F75A0}" dt="2025-12-03T10:01:12" v="1857" actId="207"/>
        <pc:sldMkLst>
          <pc:docMk/>
          <pc:sldMk cId="3468524003" sldId="2147482158"/>
        </pc:sldMkLst>
        <pc:graphicFrameChg chg="mod modGraphic">
          <ac:chgData name="박수완(SUWAN PARK)[jacob]/선임/제조DX.제조DX솔루션.롤맵기술팀" userId="0230ccc1-b16e-4889-91b5-b65c894d4b0b" providerId="ADAL" clId="{6348512E-A425-4407-9D68-A1F5633F75A0}" dt="2025-12-03T10:01:12" v="1857" actId="207"/>
          <ac:graphicFrameMkLst>
            <pc:docMk/>
            <pc:sldMk cId="3468524003" sldId="2147482158"/>
            <ac:graphicFrameMk id="3" creationId="{2C3E5F66-73E5-5EC6-5688-555B13F7BC8C}"/>
          </ac:graphicFrameMkLst>
        </pc:graphicFrameChg>
      </pc:sldChg>
      <pc:sldChg chg="modSp mod">
        <pc:chgData name="박수완(SUWAN PARK)[jacob]/선임/제조DX.제조DX솔루션.롤맵기술팀" userId="0230ccc1-b16e-4889-91b5-b65c894d4b0b" providerId="ADAL" clId="{6348512E-A425-4407-9D68-A1F5633F75A0}" dt="2025-12-03T10:01:14.622" v="1858" actId="207"/>
        <pc:sldMkLst>
          <pc:docMk/>
          <pc:sldMk cId="3982393149" sldId="2147482159"/>
        </pc:sldMkLst>
        <pc:graphicFrameChg chg="mod modGraphic">
          <ac:chgData name="박수완(SUWAN PARK)[jacob]/선임/제조DX.제조DX솔루션.롤맵기술팀" userId="0230ccc1-b16e-4889-91b5-b65c894d4b0b" providerId="ADAL" clId="{6348512E-A425-4407-9D68-A1F5633F75A0}" dt="2025-12-03T10:01:14.622" v="1858" actId="207"/>
          <ac:graphicFrameMkLst>
            <pc:docMk/>
            <pc:sldMk cId="3982393149" sldId="2147482159"/>
            <ac:graphicFrameMk id="3" creationId="{6669E264-4242-643C-442F-A93E73F950B8}"/>
          </ac:graphicFrameMkLst>
        </pc:graphicFrameChg>
      </pc:sldChg>
      <pc:sldChg chg="modSp mod">
        <pc:chgData name="박수완(SUWAN PARK)[jacob]/선임/제조DX.제조DX솔루션.롤맵기술팀" userId="0230ccc1-b16e-4889-91b5-b65c894d4b0b" providerId="ADAL" clId="{6348512E-A425-4407-9D68-A1F5633F75A0}" dt="2025-12-03T10:01:17.281" v="1859" actId="207"/>
        <pc:sldMkLst>
          <pc:docMk/>
          <pc:sldMk cId="4127400384" sldId="2147482160"/>
        </pc:sldMkLst>
        <pc:graphicFrameChg chg="mod modGraphic">
          <ac:chgData name="박수완(SUWAN PARK)[jacob]/선임/제조DX.제조DX솔루션.롤맵기술팀" userId="0230ccc1-b16e-4889-91b5-b65c894d4b0b" providerId="ADAL" clId="{6348512E-A425-4407-9D68-A1F5633F75A0}" dt="2025-12-03T10:01:17.281" v="1859" actId="207"/>
          <ac:graphicFrameMkLst>
            <pc:docMk/>
            <pc:sldMk cId="4127400384" sldId="2147482160"/>
            <ac:graphicFrameMk id="2" creationId="{BE142C29-357F-90F7-F4D6-0E9E4F8BF1FD}"/>
          </ac:graphicFrameMkLst>
        </pc:graphicFrameChg>
      </pc:sldChg>
    </pc:docChg>
  </pc:docChgLst>
  <pc:docChgLst>
    <pc:chgData name="이충성(CHOONGSUNG LEE)[lcs00306]/사원/제조DX.제조DX솔루션.셀추적기술팀" userId="6833e862-c7ef-4111-aa6a-70e79937b5ee" providerId="ADAL" clId="{09AC1B8E-1A7A-45C0-8BFA-D5C559BDE6CE}"/>
    <pc:docChg chg="custSel modSld">
      <pc:chgData name="이충성(CHOONGSUNG LEE)[lcs00306]/사원/제조DX.제조DX솔루션.셀추적기술팀" userId="6833e862-c7ef-4111-aa6a-70e79937b5ee" providerId="ADAL" clId="{09AC1B8E-1A7A-45C0-8BFA-D5C559BDE6CE}" dt="2025-12-03T06:51:58.163" v="390" actId="1036"/>
      <pc:docMkLst>
        <pc:docMk/>
      </pc:docMkLst>
      <pc:sldChg chg="modSp mod">
        <pc:chgData name="이충성(CHOONGSUNG LEE)[lcs00306]/사원/제조DX.제조DX솔루션.셀추적기술팀" userId="6833e862-c7ef-4111-aa6a-70e79937b5ee" providerId="ADAL" clId="{09AC1B8E-1A7A-45C0-8BFA-D5C559BDE6CE}" dt="2025-12-03T05:23:04.490" v="12" actId="207"/>
        <pc:sldMkLst>
          <pc:docMk/>
          <pc:sldMk cId="4054304740" sldId="2213"/>
        </pc:sldMkLst>
        <pc:spChg chg="mod">
          <ac:chgData name="이충성(CHOONGSUNG LEE)[lcs00306]/사원/제조DX.제조DX솔루션.셀추적기술팀" userId="6833e862-c7ef-4111-aa6a-70e79937b5ee" providerId="ADAL" clId="{09AC1B8E-1A7A-45C0-8BFA-D5C559BDE6CE}" dt="2025-12-03T05:22:55.658" v="9" actId="20577"/>
          <ac:spMkLst>
            <pc:docMk/>
            <pc:sldMk cId="4054304740" sldId="2213"/>
            <ac:spMk id="33" creationId="{708B1D54-9D52-42CB-82CB-E5D69946BACE}"/>
          </ac:spMkLst>
        </pc:spChg>
        <pc:graphicFrameChg chg="modGraphic">
          <ac:chgData name="이충성(CHOONGSUNG LEE)[lcs00306]/사원/제조DX.제조DX솔루션.셀추적기술팀" userId="6833e862-c7ef-4111-aa6a-70e79937b5ee" providerId="ADAL" clId="{09AC1B8E-1A7A-45C0-8BFA-D5C559BDE6CE}" dt="2025-12-03T05:23:04.490" v="12" actId="207"/>
          <ac:graphicFrameMkLst>
            <pc:docMk/>
            <pc:sldMk cId="4054304740" sldId="2213"/>
            <ac:graphicFrameMk id="18" creationId="{ACD91870-1828-466F-AE38-B03A708B4440}"/>
          </ac:graphicFrameMkLst>
        </pc:graphicFrameChg>
      </pc:sldChg>
      <pc:sldChg chg="modSp mod">
        <pc:chgData name="이충성(CHOONGSUNG LEE)[lcs00306]/사원/제조DX.제조DX솔루션.셀추적기술팀" userId="6833e862-c7ef-4111-aa6a-70e79937b5ee" providerId="ADAL" clId="{09AC1B8E-1A7A-45C0-8BFA-D5C559BDE6CE}" dt="2025-12-03T05:24:08.692" v="60" actId="20577"/>
        <pc:sldMkLst>
          <pc:docMk/>
          <pc:sldMk cId="3485727604" sldId="2147481872"/>
        </pc:sldMkLst>
        <pc:spChg chg="ord">
          <ac:chgData name="이충성(CHOONGSUNG LEE)[lcs00306]/사원/제조DX.제조DX솔루션.셀추적기술팀" userId="6833e862-c7ef-4111-aa6a-70e79937b5ee" providerId="ADAL" clId="{09AC1B8E-1A7A-45C0-8BFA-D5C559BDE6CE}" dt="2025-12-03T05:23:46.112" v="54" actId="166"/>
          <ac:spMkLst>
            <pc:docMk/>
            <pc:sldMk cId="3485727604" sldId="2147481872"/>
            <ac:spMk id="27" creationId="{33AF3AE4-DC50-4BAA-9E90-D42B3EA03081}"/>
          </ac:spMkLst>
        </pc:spChg>
        <pc:spChg chg="mod">
          <ac:chgData name="이충성(CHOONGSUNG LEE)[lcs00306]/사원/제조DX.제조DX솔루션.셀추적기술팀" userId="6833e862-c7ef-4111-aa6a-70e79937b5ee" providerId="ADAL" clId="{09AC1B8E-1A7A-45C0-8BFA-D5C559BDE6CE}" dt="2025-12-03T05:23:15.515" v="20" actId="20577"/>
          <ac:spMkLst>
            <pc:docMk/>
            <pc:sldMk cId="3485727604" sldId="2147481872"/>
            <ac:spMk id="33" creationId="{708B1D54-9D52-42CB-82CB-E5D69946BACE}"/>
          </ac:spMkLst>
        </pc:spChg>
        <pc:grpChg chg="mod">
          <ac:chgData name="이충성(CHOONGSUNG LEE)[lcs00306]/사원/제조DX.제조DX솔루션.셀추적기술팀" userId="6833e862-c7ef-4111-aa6a-70e79937b5ee" providerId="ADAL" clId="{09AC1B8E-1A7A-45C0-8BFA-D5C559BDE6CE}" dt="2025-12-03T05:23:41.792" v="53" actId="1038"/>
          <ac:grpSpMkLst>
            <pc:docMk/>
            <pc:sldMk cId="3485727604" sldId="2147481872"/>
            <ac:grpSpMk id="13" creationId="{43E22224-4BC7-4E1D-93C3-769FDC782523}"/>
          </ac:grpSpMkLst>
        </pc:grpChg>
        <pc:graphicFrameChg chg="modGraphic">
          <ac:chgData name="이충성(CHOONGSUNG LEE)[lcs00306]/사원/제조DX.제조DX솔루션.셀추적기술팀" userId="6833e862-c7ef-4111-aa6a-70e79937b5ee" providerId="ADAL" clId="{09AC1B8E-1A7A-45C0-8BFA-D5C559BDE6CE}" dt="2025-12-03T05:24:08.692" v="60" actId="20577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</pc:sldChg>
      <pc:sldChg chg="modSp mod">
        <pc:chgData name="이충성(CHOONGSUNG LEE)[lcs00306]/사원/제조DX.제조DX솔루션.셀추적기술팀" userId="6833e862-c7ef-4111-aa6a-70e79937b5ee" providerId="ADAL" clId="{09AC1B8E-1A7A-45C0-8BFA-D5C559BDE6CE}" dt="2025-12-03T06:51:58.163" v="390" actId="1036"/>
        <pc:sldMkLst>
          <pc:docMk/>
          <pc:sldMk cId="1840780179" sldId="2147482020"/>
        </pc:sldMkLst>
        <pc:spChg chg="mod">
          <ac:chgData name="이충성(CHOONGSUNG LEE)[lcs00306]/사원/제조DX.제조DX솔루션.셀추적기술팀" userId="6833e862-c7ef-4111-aa6a-70e79937b5ee" providerId="ADAL" clId="{09AC1B8E-1A7A-45C0-8BFA-D5C559BDE6CE}" dt="2025-12-03T06:51:58.163" v="390" actId="1036"/>
          <ac:spMkLst>
            <pc:docMk/>
            <pc:sldMk cId="1840780179" sldId="2147482020"/>
            <ac:spMk id="2" creationId="{A92C8B14-A333-AD4B-1BC1-6403A1330A54}"/>
          </ac:spMkLst>
        </pc:spChg>
        <pc:spChg chg="mod">
          <ac:chgData name="이충성(CHOONGSUNG LEE)[lcs00306]/사원/제조DX.제조DX솔루션.셀추적기술팀" userId="6833e862-c7ef-4111-aa6a-70e79937b5ee" providerId="ADAL" clId="{09AC1B8E-1A7A-45C0-8BFA-D5C559BDE6CE}" dt="2025-12-03T05:25:12.536" v="112" actId="1037"/>
          <ac:spMkLst>
            <pc:docMk/>
            <pc:sldMk cId="1840780179" sldId="2147482020"/>
            <ac:spMk id="11" creationId="{8A14CEFE-CB89-26D1-53B5-9857B538AEC6}"/>
          </ac:spMkLst>
        </pc:spChg>
        <pc:spChg chg="mod">
          <ac:chgData name="이충성(CHOONGSUNG LEE)[lcs00306]/사원/제조DX.제조DX솔루션.셀추적기술팀" userId="6833e862-c7ef-4111-aa6a-70e79937b5ee" providerId="ADAL" clId="{09AC1B8E-1A7A-45C0-8BFA-D5C559BDE6CE}" dt="2025-12-03T05:25:12.536" v="112" actId="1037"/>
          <ac:spMkLst>
            <pc:docMk/>
            <pc:sldMk cId="1840780179" sldId="2147482020"/>
            <ac:spMk id="13" creationId="{F42FD1F5-9019-2C54-12E8-457A3F32C668}"/>
          </ac:spMkLst>
        </pc:spChg>
        <pc:spChg chg="mod">
          <ac:chgData name="이충성(CHOONGSUNG LEE)[lcs00306]/사원/제조DX.제조DX솔루션.셀추적기술팀" userId="6833e862-c7ef-4111-aa6a-70e79937b5ee" providerId="ADAL" clId="{09AC1B8E-1A7A-45C0-8BFA-D5C559BDE6CE}" dt="2025-12-03T06:51:46.923" v="380" actId="1038"/>
          <ac:spMkLst>
            <pc:docMk/>
            <pc:sldMk cId="1840780179" sldId="2147482020"/>
            <ac:spMk id="16" creationId="{AD3C901B-E5AC-9F2D-0D9A-F06F2ABD72CE}"/>
          </ac:spMkLst>
        </pc:spChg>
        <pc:spChg chg="mod">
          <ac:chgData name="이충성(CHOONGSUNG LEE)[lcs00306]/사원/제조DX.제조DX솔루션.셀추적기술팀" userId="6833e862-c7ef-4111-aa6a-70e79937b5ee" providerId="ADAL" clId="{09AC1B8E-1A7A-45C0-8BFA-D5C559BDE6CE}" dt="2025-12-03T06:51:32.340" v="352" actId="20577"/>
          <ac:spMkLst>
            <pc:docMk/>
            <pc:sldMk cId="1840780179" sldId="2147482020"/>
            <ac:spMk id="24" creationId="{9E88BCD6-65AC-474C-9E19-A37722C332DC}"/>
          </ac:spMkLst>
        </pc:spChg>
        <pc:spChg chg="mod">
          <ac:chgData name="이충성(CHOONGSUNG LEE)[lcs00306]/사원/제조DX.제조DX솔루션.셀추적기술팀" userId="6833e862-c7ef-4111-aa6a-70e79937b5ee" providerId="ADAL" clId="{09AC1B8E-1A7A-45C0-8BFA-D5C559BDE6CE}" dt="2025-12-03T05:25:02.227" v="79" actId="20577"/>
          <ac:spMkLst>
            <pc:docMk/>
            <pc:sldMk cId="1840780179" sldId="2147482020"/>
            <ac:spMk id="28" creationId="{EAE9226F-F722-4CEF-AF1A-BC8DF22E007D}"/>
          </ac:spMkLst>
        </pc:spChg>
        <pc:spChg chg="mod">
          <ac:chgData name="이충성(CHOONGSUNG LEE)[lcs00306]/사원/제조DX.제조DX솔루션.셀추적기술팀" userId="6833e862-c7ef-4111-aa6a-70e79937b5ee" providerId="ADAL" clId="{09AC1B8E-1A7A-45C0-8BFA-D5C559BDE6CE}" dt="2025-12-03T06:51:46.923" v="380" actId="1038"/>
          <ac:spMkLst>
            <pc:docMk/>
            <pc:sldMk cId="1840780179" sldId="2147482020"/>
            <ac:spMk id="51" creationId="{17AEF8E7-931B-E3D8-4905-C65EFE4EF855}"/>
          </ac:spMkLst>
        </pc:spChg>
        <pc:spChg chg="mod">
          <ac:chgData name="이충성(CHOONGSUNG LEE)[lcs00306]/사원/제조DX.제조DX솔루션.셀추적기술팀" userId="6833e862-c7ef-4111-aa6a-70e79937b5ee" providerId="ADAL" clId="{09AC1B8E-1A7A-45C0-8BFA-D5C559BDE6CE}" dt="2025-12-03T06:51:46.923" v="380" actId="1038"/>
          <ac:spMkLst>
            <pc:docMk/>
            <pc:sldMk cId="1840780179" sldId="2147482020"/>
            <ac:spMk id="53" creationId="{6CF48B84-81A9-0816-7F69-778A3444944C}"/>
          </ac:spMkLst>
        </pc:spChg>
        <pc:spChg chg="mod">
          <ac:chgData name="이충성(CHOONGSUNG LEE)[lcs00306]/사원/제조DX.제조DX솔루션.셀추적기술팀" userId="6833e862-c7ef-4111-aa6a-70e79937b5ee" providerId="ADAL" clId="{09AC1B8E-1A7A-45C0-8BFA-D5C559BDE6CE}" dt="2025-12-03T06:51:58.163" v="390" actId="1036"/>
          <ac:spMkLst>
            <pc:docMk/>
            <pc:sldMk cId="1840780179" sldId="2147482020"/>
            <ac:spMk id="56" creationId="{F2EA9247-5163-43E1-3032-96D41AA1A0BD}"/>
          </ac:spMkLst>
        </pc:spChg>
        <pc:grpChg chg="mod">
          <ac:chgData name="이충성(CHOONGSUNG LEE)[lcs00306]/사원/제조DX.제조DX솔루션.셀추적기술팀" userId="6833e862-c7ef-4111-aa6a-70e79937b5ee" providerId="ADAL" clId="{09AC1B8E-1A7A-45C0-8BFA-D5C559BDE6CE}" dt="2025-12-03T06:51:46.923" v="380" actId="1038"/>
          <ac:grpSpMkLst>
            <pc:docMk/>
            <pc:sldMk cId="1840780179" sldId="2147482020"/>
            <ac:grpSpMk id="47" creationId="{1D827156-39B8-9ADA-EAAF-3FD2CEA6A66C}"/>
          </ac:grpSpMkLst>
        </pc:grpChg>
        <pc:grpChg chg="mod">
          <ac:chgData name="이충성(CHOONGSUNG LEE)[lcs00306]/사원/제조DX.제조DX솔루션.셀추적기술팀" userId="6833e862-c7ef-4111-aa6a-70e79937b5ee" providerId="ADAL" clId="{09AC1B8E-1A7A-45C0-8BFA-D5C559BDE6CE}" dt="2025-12-03T06:51:46.923" v="380" actId="1038"/>
          <ac:grpSpMkLst>
            <pc:docMk/>
            <pc:sldMk cId="1840780179" sldId="2147482020"/>
            <ac:grpSpMk id="48" creationId="{C8911A3E-253B-0611-8012-08E5F09519C2}"/>
          </ac:grpSpMkLst>
        </pc:grpChg>
        <pc:cxnChg chg="mod">
          <ac:chgData name="이충성(CHOONGSUNG LEE)[lcs00306]/사원/제조DX.제조DX솔루션.셀추적기술팀" userId="6833e862-c7ef-4111-aa6a-70e79937b5ee" providerId="ADAL" clId="{09AC1B8E-1A7A-45C0-8BFA-D5C559BDE6CE}" dt="2025-12-03T06:51:46.923" v="380" actId="1038"/>
          <ac:cxnSpMkLst>
            <pc:docMk/>
            <pc:sldMk cId="1840780179" sldId="2147482020"/>
            <ac:cxnSpMk id="52" creationId="{7398641A-00B7-4DD9-EE93-20BC417CFFE8}"/>
          </ac:cxnSpMkLst>
        </pc:cxnChg>
      </pc:sldChg>
    </pc:docChg>
  </pc:docChgLst>
  <pc:docChgLst>
    <pc:chgData name="윤병호(BYEONGHO YUN)[bhyun91]/선임/제조DX.제조DX솔루션.셀추적기술팀" userId="94db4b4c-14ac-4104-bc57-d99881f0b25d" providerId="ADAL" clId="{3DD33545-AB2D-4EBE-AB2A-5BC6BE3FD216}"/>
    <pc:docChg chg="modSld">
      <pc:chgData name="윤병호(BYEONGHO YUN)[bhyun91]/선임/제조DX.제조DX솔루션.셀추적기술팀" userId="94db4b4c-14ac-4104-bc57-d99881f0b25d" providerId="ADAL" clId="{3DD33545-AB2D-4EBE-AB2A-5BC6BE3FD216}" dt="2025-12-02T01:51:14.401" v="468" actId="1076"/>
      <pc:docMkLst>
        <pc:docMk/>
      </pc:docMkLst>
      <pc:sldChg chg="modSp mod">
        <pc:chgData name="윤병호(BYEONGHO YUN)[bhyun91]/선임/제조DX.제조DX솔루션.셀추적기술팀" userId="94db4b4c-14ac-4104-bc57-d99881f0b25d" providerId="ADAL" clId="{3DD33545-AB2D-4EBE-AB2A-5BC6BE3FD216}" dt="2025-12-02T01:51:14.401" v="468" actId="1076"/>
        <pc:sldMkLst>
          <pc:docMk/>
          <pc:sldMk cId="863012316" sldId="2147482046"/>
        </pc:sldMkLst>
        <pc:spChg chg="mod">
          <ac:chgData name="윤병호(BYEONGHO YUN)[bhyun91]/선임/제조DX.제조DX솔루션.셀추적기술팀" userId="94db4b4c-14ac-4104-bc57-d99881f0b25d" providerId="ADAL" clId="{3DD33545-AB2D-4EBE-AB2A-5BC6BE3FD216}" dt="2025-12-02T01:51:14.401" v="468" actId="1076"/>
          <ac:spMkLst>
            <pc:docMk/>
            <pc:sldMk cId="863012316" sldId="2147482046"/>
            <ac:spMk id="58" creationId="{F2331789-FEC8-45FE-8F7A-D6ABFF734719}"/>
          </ac:spMkLst>
        </pc:spChg>
        <pc:graphicFrameChg chg="mod modGraphic">
          <ac:chgData name="윤병호(BYEONGHO YUN)[bhyun91]/선임/제조DX.제조DX솔루션.셀추적기술팀" userId="94db4b4c-14ac-4104-bc57-d99881f0b25d" providerId="ADAL" clId="{3DD33545-AB2D-4EBE-AB2A-5BC6BE3FD216}" dt="2025-12-02T01:50:29.029" v="463" actId="20577"/>
          <ac:graphicFrameMkLst>
            <pc:docMk/>
            <pc:sldMk cId="863012316" sldId="2147482046"/>
            <ac:graphicFrameMk id="7" creationId="{3E86696F-E35A-4B06-9B46-63A4A6A986C1}"/>
          </ac:graphicFrameMkLst>
        </pc:graphicFrameChg>
        <pc:graphicFrameChg chg="modGraphic">
          <ac:chgData name="윤병호(BYEONGHO YUN)[bhyun91]/선임/제조DX.제조DX솔루션.셀추적기술팀" userId="94db4b4c-14ac-4104-bc57-d99881f0b25d" providerId="ADAL" clId="{3DD33545-AB2D-4EBE-AB2A-5BC6BE3FD216}" dt="2025-12-02T01:51:09.672" v="467" actId="14734"/>
          <ac:graphicFrameMkLst>
            <pc:docMk/>
            <pc:sldMk cId="863012316" sldId="2147482046"/>
            <ac:graphicFrameMk id="60" creationId="{499311D7-9307-4912-8265-D228438D7B30}"/>
          </ac:graphicFrameMkLst>
        </pc:graphicFrameChg>
      </pc:sldChg>
    </pc:docChg>
  </pc:docChgLst>
  <pc:docChgLst>
    <pc:chgData name="박종현(JONG HYUN PARK)[parkjonghyun]/책임/제조DX.제조DX솔루션.셀추적기술팀" userId="f3b7f3d1-27b9-4933-be47-7180105e3d2e" providerId="ADAL" clId="{2A02B999-F568-4870-9F48-A0B7B49833A1}"/>
    <pc:docChg chg="modSld">
      <pc:chgData name="박종현(JONG HYUN PARK)[parkjonghyun]/책임/제조DX.제조DX솔루션.셀추적기술팀" userId="f3b7f3d1-27b9-4933-be47-7180105e3d2e" providerId="ADAL" clId="{2A02B999-F568-4870-9F48-A0B7B49833A1}" dt="2025-10-15T04:46:17.068" v="943" actId="20577"/>
      <pc:docMkLst>
        <pc:docMk/>
      </pc:docMkLst>
      <pc:sldChg chg="modSp">
        <pc:chgData name="박종현(JONG HYUN PARK)[parkjonghyun]/책임/제조DX.제조DX솔루션.셀추적기술팀" userId="f3b7f3d1-27b9-4933-be47-7180105e3d2e" providerId="ADAL" clId="{2A02B999-F568-4870-9F48-A0B7B49833A1}" dt="2025-10-15T02:48:03.494" v="11" actId="207"/>
        <pc:sldMkLst>
          <pc:docMk/>
          <pc:sldMk cId="2197542616" sldId="2241"/>
        </pc:sldMkLst>
        <pc:spChg chg="mod">
          <ac:chgData name="박종현(JONG HYUN PARK)[parkjonghyun]/책임/제조DX.제조DX솔루션.셀추적기술팀" userId="f3b7f3d1-27b9-4933-be47-7180105e3d2e" providerId="ADAL" clId="{2A02B999-F568-4870-9F48-A0B7B49833A1}" dt="2025-10-15T02:48:03.494" v="11" actId="207"/>
          <ac:spMkLst>
            <pc:docMk/>
            <pc:sldMk cId="2197542616" sldId="2241"/>
            <ac:spMk id="28" creationId="{EAE9226F-F722-4CEF-AF1A-BC8DF22E007D}"/>
          </ac:spMkLst>
        </pc:spChg>
      </pc:sldChg>
    </pc:docChg>
  </pc:docChgLst>
  <pc:docChgLst>
    <pc:chgData name="서동민(DONGMIN SEO)[seodm]/책임/제조DX.제조DX솔루션.데이터통합분석팀" userId="76da3594-28f0-492a-8a77-a4d7231a6557" providerId="ADAL" clId="{4277F0E8-84D6-4F60-A4EA-056C90ED30E2}"/>
    <pc:docChg chg="undo custSel modSld">
      <pc:chgData name="서동민(DONGMIN SEO)[seodm]/책임/제조DX.제조DX솔루션.데이터통합분석팀" userId="76da3594-28f0-492a-8a77-a4d7231a6557" providerId="ADAL" clId="{4277F0E8-84D6-4F60-A4EA-056C90ED30E2}" dt="2025-10-15T07:33:36.519" v="2418" actId="20577"/>
      <pc:docMkLst>
        <pc:docMk/>
      </pc:docMkLst>
      <pc:sldChg chg="addSp modSp">
        <pc:chgData name="서동민(DONGMIN SEO)[seodm]/책임/제조DX.제조DX솔루션.데이터통합분석팀" userId="76da3594-28f0-492a-8a77-a4d7231a6557" providerId="ADAL" clId="{4277F0E8-84D6-4F60-A4EA-056C90ED30E2}" dt="2025-10-15T07:33:36.519" v="2418" actId="20577"/>
        <pc:sldMkLst>
          <pc:docMk/>
          <pc:sldMk cId="906537507" sldId="2147482067"/>
        </pc:sldMkLst>
      </pc:sldChg>
      <pc:sldChg chg="addSp delSp modSp">
        <pc:chgData name="서동민(DONGMIN SEO)[seodm]/책임/제조DX.제조DX솔루션.데이터통합분석팀" userId="76da3594-28f0-492a-8a77-a4d7231a6557" providerId="ADAL" clId="{4277F0E8-84D6-4F60-A4EA-056C90ED30E2}" dt="2025-10-15T04:59:03.681" v="1049" actId="20577"/>
        <pc:sldMkLst>
          <pc:docMk/>
          <pc:sldMk cId="1631578392" sldId="2147482120"/>
        </pc:sldMkLst>
        <pc:spChg chg="add mod">
          <ac:chgData name="서동민(DONGMIN SEO)[seodm]/책임/제조DX.제조DX솔루션.데이터통합분석팀" userId="76da3594-28f0-492a-8a77-a4d7231a6557" providerId="ADAL" clId="{4277F0E8-84D6-4F60-A4EA-056C90ED30E2}" dt="2025-10-15T04:42:45.530" v="842" actId="14100"/>
          <ac:spMkLst>
            <pc:docMk/>
            <pc:sldMk cId="1631578392" sldId="2147482120"/>
            <ac:spMk id="6" creationId="{54429DA3-0688-4164-86FA-A5E7FE47B831}"/>
          </ac:spMkLst>
        </pc:spChg>
        <pc:spChg chg="mod">
          <ac:chgData name="서동민(DONGMIN SEO)[seodm]/책임/제조DX.제조DX솔루션.데이터통합분석팀" userId="76da3594-28f0-492a-8a77-a4d7231a6557" providerId="ADAL" clId="{4277F0E8-84D6-4F60-A4EA-056C90ED30E2}" dt="2025-10-14T22:08:26.969" v="80" actId="20577"/>
          <ac:spMkLst>
            <pc:docMk/>
            <pc:sldMk cId="1631578392" sldId="2147482120"/>
            <ac:spMk id="9" creationId="{00000000-0000-0000-0000-000000000000}"/>
          </ac:spMkLst>
        </pc:spChg>
        <pc:graphicFrameChg chg="mod modGraphic">
          <ac:chgData name="서동민(DONGMIN SEO)[seodm]/책임/제조DX.제조DX솔루션.데이터통합분석팀" userId="76da3594-28f0-492a-8a77-a4d7231a6557" providerId="ADAL" clId="{4277F0E8-84D6-4F60-A4EA-056C90ED30E2}" dt="2025-10-15T04:41:57.280" v="772" actId="2162"/>
          <ac:graphicFrameMkLst>
            <pc:docMk/>
            <pc:sldMk cId="1631578392" sldId="2147482120"/>
            <ac:graphicFrameMk id="3" creationId="{24D9821D-E40C-4362-A605-161229E262A8}"/>
          </ac:graphicFrameMkLst>
        </pc:graphicFrameChg>
        <pc:graphicFrameChg chg="mod">
          <ac:chgData name="서동민(DONGMIN SEO)[seodm]/책임/제조DX.제조DX솔루션.데이터통합분석팀" userId="76da3594-28f0-492a-8a77-a4d7231a6557" providerId="ADAL" clId="{4277F0E8-84D6-4F60-A4EA-056C90ED30E2}" dt="2025-10-15T04:38:37.340" v="606" actId="1076"/>
          <ac:graphicFrameMkLst>
            <pc:docMk/>
            <pc:sldMk cId="1631578392" sldId="2147482120"/>
            <ac:graphicFrameMk id="5" creationId="{1F20F80F-86B8-4028-9A6B-1D3A94CC8E33}"/>
          </ac:graphicFrameMkLst>
        </pc:graphicFrameChg>
        <pc:graphicFrameChg chg="mod modGraphic">
          <ac:chgData name="서동민(DONGMIN SEO)[seodm]/책임/제조DX.제조DX솔루션.데이터통합분석팀" userId="76da3594-28f0-492a-8a77-a4d7231a6557" providerId="ADAL" clId="{4277F0E8-84D6-4F60-A4EA-056C90ED30E2}" dt="2025-10-15T04:59:03.681" v="1049" actId="20577"/>
          <ac:graphicFrameMkLst>
            <pc:docMk/>
            <pc:sldMk cId="1631578392" sldId="2147482120"/>
            <ac:graphicFrameMk id="19" creationId="{3E86696F-E35A-4B06-9B46-63A4A6A986C1}"/>
          </ac:graphicFrameMkLst>
        </pc:graphicFrameChg>
      </pc:sldChg>
      <pc:sldChg chg="modSp">
        <pc:chgData name="서동민(DONGMIN SEO)[seodm]/책임/제조DX.제조DX솔루션.데이터통합분석팀" userId="76da3594-28f0-492a-8a77-a4d7231a6557" providerId="ADAL" clId="{4277F0E8-84D6-4F60-A4EA-056C90ED30E2}" dt="2025-10-15T04:36:45.885" v="603" actId="207"/>
        <pc:sldMkLst>
          <pc:docMk/>
          <pc:sldMk cId="199823846" sldId="2147482123"/>
        </pc:sldMkLst>
        <pc:spChg chg="mod">
          <ac:chgData name="서동민(DONGMIN SEO)[seodm]/책임/제조DX.제조DX솔루션.데이터통합분석팀" userId="76da3594-28f0-492a-8a77-a4d7231a6557" providerId="ADAL" clId="{4277F0E8-84D6-4F60-A4EA-056C90ED30E2}" dt="2025-10-14T22:08:32.781" v="84" actId="20577"/>
          <ac:spMkLst>
            <pc:docMk/>
            <pc:sldMk cId="199823846" sldId="2147482123"/>
            <ac:spMk id="14" creationId="{C637FE6F-3FE5-4466-894B-728BEC961433}"/>
          </ac:spMkLst>
        </pc:spChg>
        <pc:graphicFrameChg chg="modGraphic">
          <ac:chgData name="서동민(DONGMIN SEO)[seodm]/책임/제조DX.제조DX솔루션.데이터통합분석팀" userId="76da3594-28f0-492a-8a77-a4d7231a6557" providerId="ADAL" clId="{4277F0E8-84D6-4F60-A4EA-056C90ED30E2}" dt="2025-10-15T04:36:45.885" v="603" actId="207"/>
          <ac:graphicFrameMkLst>
            <pc:docMk/>
            <pc:sldMk cId="199823846" sldId="2147482123"/>
            <ac:graphicFrameMk id="2" creationId="{906418C3-B267-4D15-9EEA-263A19B39D07}"/>
          </ac:graphicFrameMkLst>
        </pc:graphicFrameChg>
      </pc:sldChg>
    </pc:docChg>
  </pc:docChgLst>
  <pc:docChgLst>
    <pc:chgData name="김민희(MINHEE KIM)[kimminhee]/사원/제조DX.제조DX솔루션.데이터통합분석팀" userId="d494d07f-6512-440f-b92e-289b650ee4e9" providerId="ADAL" clId="{1EEDF81F-26CB-42D8-B72B-E0B06C624F73}"/>
    <pc:docChg chg="undo custSel modSld">
      <pc:chgData name="김민희(MINHEE KIM)[kimminhee]/사원/제조DX.제조DX솔루션.데이터통합분석팀" userId="d494d07f-6512-440f-b92e-289b650ee4e9" providerId="ADAL" clId="{1EEDF81F-26CB-42D8-B72B-E0B06C624F73}" dt="2025-12-09T08:38:10.814" v="35" actId="1037"/>
      <pc:docMkLst>
        <pc:docMk/>
      </pc:docMkLst>
      <pc:sldChg chg="addSp modSp mod">
        <pc:chgData name="김민희(MINHEE KIM)[kimminhee]/사원/제조DX.제조DX솔루션.데이터통합분석팀" userId="d494d07f-6512-440f-b92e-289b650ee4e9" providerId="ADAL" clId="{1EEDF81F-26CB-42D8-B72B-E0B06C624F73}" dt="2025-12-09T08:38:10.814" v="35" actId="1037"/>
        <pc:sldMkLst>
          <pc:docMk/>
          <pc:sldMk cId="1009432166" sldId="2147482165"/>
        </pc:sldMkLst>
        <pc:spChg chg="add mod">
          <ac:chgData name="김민희(MINHEE KIM)[kimminhee]/사원/제조DX.제조DX솔루션.데이터통합분석팀" userId="d494d07f-6512-440f-b92e-289b650ee4e9" providerId="ADAL" clId="{1EEDF81F-26CB-42D8-B72B-E0B06C624F73}" dt="2025-12-09T08:38:10.814" v="35" actId="1037"/>
          <ac:spMkLst>
            <pc:docMk/>
            <pc:sldMk cId="1009432166" sldId="2147482165"/>
            <ac:spMk id="3" creationId="{0D98BFB0-3F10-D2D8-A160-543919249332}"/>
          </ac:spMkLst>
        </pc:spChg>
        <pc:spChg chg="mod">
          <ac:chgData name="김민희(MINHEE KIM)[kimminhee]/사원/제조DX.제조DX솔루션.데이터통합분석팀" userId="d494d07f-6512-440f-b92e-289b650ee4e9" providerId="ADAL" clId="{1EEDF81F-26CB-42D8-B72B-E0B06C624F73}" dt="2025-12-09T08:34:33.925" v="3" actId="20577"/>
          <ac:spMkLst>
            <pc:docMk/>
            <pc:sldMk cId="1009432166" sldId="2147482165"/>
            <ac:spMk id="12" creationId="{701DBD41-0962-47BC-BF85-0E3D71312932}"/>
          </ac:spMkLst>
        </pc:spChg>
        <pc:graphicFrameChg chg="mod">
          <ac:chgData name="김민희(MINHEE KIM)[kimminhee]/사원/제조DX.제조DX솔루션.데이터통합분석팀" userId="d494d07f-6512-440f-b92e-289b650ee4e9" providerId="ADAL" clId="{1EEDF81F-26CB-42D8-B72B-E0B06C624F73}" dt="2025-12-09T08:34:22.235" v="0"/>
          <ac:graphicFrameMkLst>
            <pc:docMk/>
            <pc:sldMk cId="1009432166" sldId="2147482165"/>
            <ac:graphicFrameMk id="19" creationId="{3E86696F-E35A-4B06-9B46-63A4A6A986C1}"/>
          </ac:graphicFrameMkLst>
        </pc:graphicFrameChg>
        <pc:graphicFrameChg chg="mod modGraphic">
          <ac:chgData name="김민희(MINHEE KIM)[kimminhee]/사원/제조DX.제조DX솔루션.데이터통합분석팀" userId="d494d07f-6512-440f-b92e-289b650ee4e9" providerId="ADAL" clId="{1EEDF81F-26CB-42D8-B72B-E0B06C624F73}" dt="2025-12-09T08:38:06.318" v="30" actId="20577"/>
          <ac:graphicFrameMkLst>
            <pc:docMk/>
            <pc:sldMk cId="1009432166" sldId="2147482165"/>
            <ac:graphicFrameMk id="26" creationId="{6A5FBAE1-10A2-4649-B91B-5B75A88BCDF9}"/>
          </ac:graphicFrameMkLst>
        </pc:graphicFrameChg>
      </pc:sldChg>
    </pc:docChg>
  </pc:docChgLst>
  <pc:docChgLst>
    <pc:chgData name="김승필(SEUNGPIL KIM)[spkim]/책임/제조DX.제조DX솔루션.셀추적기술팀" userId="407f73c3-021a-44fd-b8e7-f3d9a6efd4ba" providerId="ADAL" clId="{0614895D-22C2-432F-8B0D-E20AFD81D121}"/>
    <pc:docChg chg="custSel modSld">
      <pc:chgData name="김승필(SEUNGPIL KIM)[spkim]/책임/제조DX.제조DX솔루션.셀추적기술팀" userId="407f73c3-021a-44fd-b8e7-f3d9a6efd4ba" providerId="ADAL" clId="{0614895D-22C2-432F-8B0D-E20AFD81D121}" dt="2025-12-09T05:46:17.715" v="1482" actId="20577"/>
      <pc:docMkLst>
        <pc:docMk/>
      </pc:docMkLst>
      <pc:sldChg chg="addSp delSp modSp mod">
        <pc:chgData name="김승필(SEUNGPIL KIM)[spkim]/책임/제조DX.제조DX솔루션.셀추적기술팀" userId="407f73c3-021a-44fd-b8e7-f3d9a6efd4ba" providerId="ADAL" clId="{0614895D-22C2-432F-8B0D-E20AFD81D121}" dt="2025-12-09T05:46:17.715" v="1482" actId="20577"/>
        <pc:sldMkLst>
          <pc:docMk/>
          <pc:sldMk cId="3485727604" sldId="2147481872"/>
        </pc:sldMkLst>
        <pc:spChg chg="del mod">
          <ac:chgData name="김승필(SEUNGPIL KIM)[spkim]/책임/제조DX.제조DX솔루션.셀추적기술팀" userId="407f73c3-021a-44fd-b8e7-f3d9a6efd4ba" providerId="ADAL" clId="{0614895D-22C2-432F-8B0D-E20AFD81D121}" dt="2025-12-08T07:23:34.844" v="713" actId="478"/>
          <ac:spMkLst>
            <pc:docMk/>
            <pc:sldMk cId="3485727604" sldId="2147481872"/>
            <ac:spMk id="2" creationId="{B0898DC4-89DC-4A37-7B19-599C1A4BB211}"/>
          </ac:spMkLst>
        </pc:spChg>
        <pc:spChg chg="add mod">
          <ac:chgData name="김승필(SEUNGPIL KIM)[spkim]/책임/제조DX.제조DX솔루션.셀추적기술팀" userId="407f73c3-021a-44fd-b8e7-f3d9a6efd4ba" providerId="ADAL" clId="{0614895D-22C2-432F-8B0D-E20AFD81D121}" dt="2025-12-09T04:39:56.032" v="1083" actId="1076"/>
          <ac:spMkLst>
            <pc:docMk/>
            <pc:sldMk cId="3485727604" sldId="2147481872"/>
            <ac:spMk id="8" creationId="{055EA986-C503-1045-205C-2E122A72BE75}"/>
          </ac:spMkLst>
        </pc:spChg>
        <pc:spChg chg="mod">
          <ac:chgData name="김승필(SEUNGPIL KIM)[spkim]/책임/제조DX.제조DX솔루션.셀추적기술팀" userId="407f73c3-021a-44fd-b8e7-f3d9a6efd4ba" providerId="ADAL" clId="{0614895D-22C2-432F-8B0D-E20AFD81D121}" dt="2025-12-09T05:34:57.897" v="1247" actId="20577"/>
          <ac:spMkLst>
            <pc:docMk/>
            <pc:sldMk cId="3485727604" sldId="2147481872"/>
            <ac:spMk id="33" creationId="{708B1D54-9D52-42CB-82CB-E5D69946BACE}"/>
          </ac:spMkLst>
        </pc:spChg>
        <pc:grpChg chg="mod">
          <ac:chgData name="김승필(SEUNGPIL KIM)[spkim]/책임/제조DX.제조DX솔루션.셀추적기술팀" userId="407f73c3-021a-44fd-b8e7-f3d9a6efd4ba" providerId="ADAL" clId="{0614895D-22C2-432F-8B0D-E20AFD81D121}" dt="2025-12-09T05:46:16.735" v="1481" actId="1076"/>
          <ac:grpSpMkLst>
            <pc:docMk/>
            <pc:sldMk cId="3485727604" sldId="2147481872"/>
            <ac:grpSpMk id="16" creationId="{F16C09B3-63CD-4A14-8968-9D6E761235E9}"/>
          </ac:grpSpMkLst>
        </pc:grpChg>
        <pc:graphicFrameChg chg="mod modGraphic">
          <ac:chgData name="김승필(SEUNGPIL KIM)[spkim]/책임/제조DX.제조DX솔루션.셀추적기술팀" userId="407f73c3-021a-44fd-b8e7-f3d9a6efd4ba" providerId="ADAL" clId="{0614895D-22C2-432F-8B0D-E20AFD81D121}" dt="2025-12-09T05:46:17.715" v="1482" actId="20577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  <pc:graphicFrameChg chg="modGraphic">
          <ac:chgData name="김승필(SEUNGPIL KIM)[spkim]/책임/제조DX.제조DX솔루션.셀추적기술팀" userId="407f73c3-021a-44fd-b8e7-f3d9a6efd4ba" providerId="ADAL" clId="{0614895D-22C2-432F-8B0D-E20AFD81D121}" dt="2025-12-09T04:40:39.190" v="1146" actId="207"/>
          <ac:graphicFrameMkLst>
            <pc:docMk/>
            <pc:sldMk cId="3485727604" sldId="2147481872"/>
            <ac:graphicFrameMk id="36" creationId="{66252906-857F-42C8-86CE-4F1F8E43E2F9}"/>
          </ac:graphicFrameMkLst>
        </pc:graphicFrameChg>
        <pc:picChg chg="add del mod">
          <ac:chgData name="김승필(SEUNGPIL KIM)[spkim]/책임/제조DX.제조DX솔루션.셀추적기술팀" userId="407f73c3-021a-44fd-b8e7-f3d9a6efd4ba" providerId="ADAL" clId="{0614895D-22C2-432F-8B0D-E20AFD81D121}" dt="2025-12-08T07:22:18.119" v="604" actId="478"/>
          <ac:picMkLst>
            <pc:docMk/>
            <pc:sldMk cId="3485727604" sldId="2147481872"/>
            <ac:picMk id="6" creationId="{47367844-2BB0-2AD3-8149-76A979CEF0C9}"/>
          </ac:picMkLst>
        </pc:picChg>
        <pc:picChg chg="add mod">
          <ac:chgData name="김승필(SEUNGPIL KIM)[spkim]/책임/제조DX.제조DX솔루션.셀추적기술팀" userId="407f73c3-021a-44fd-b8e7-f3d9a6efd4ba" providerId="ADAL" clId="{0614895D-22C2-432F-8B0D-E20AFD81D121}" dt="2025-12-09T04:39:56.032" v="1083" actId="1076"/>
          <ac:picMkLst>
            <pc:docMk/>
            <pc:sldMk cId="3485727604" sldId="2147481872"/>
            <ac:picMk id="7" creationId="{152ADA07-244C-B9A6-704F-1A97BF78046B}"/>
          </ac:picMkLst>
        </pc:picChg>
      </pc:sldChg>
      <pc:sldChg chg="modSp mod">
        <pc:chgData name="김승필(SEUNGPIL KIM)[spkim]/책임/제조DX.제조DX솔루션.셀추적기술팀" userId="407f73c3-021a-44fd-b8e7-f3d9a6efd4ba" providerId="ADAL" clId="{0614895D-22C2-432F-8B0D-E20AFD81D121}" dt="2025-12-09T05:44:47.280" v="1480" actId="20577"/>
        <pc:sldMkLst>
          <pc:docMk/>
          <pc:sldMk cId="2559780372" sldId="2147481944"/>
        </pc:sldMkLst>
        <pc:spChg chg="mod">
          <ac:chgData name="김승필(SEUNGPIL KIM)[spkim]/책임/제조DX.제조DX솔루션.셀추적기술팀" userId="407f73c3-021a-44fd-b8e7-f3d9a6efd4ba" providerId="ADAL" clId="{0614895D-22C2-432F-8B0D-E20AFD81D121}" dt="2025-12-09T05:44:45.397" v="1479"/>
          <ac:spMkLst>
            <pc:docMk/>
            <pc:sldMk cId="2559780372" sldId="2147481944"/>
            <ac:spMk id="20" creationId="{3C29B833-2C84-4243-9D4D-9B1D408F91DE}"/>
          </ac:spMkLst>
        </pc:spChg>
        <pc:spChg chg="mod">
          <ac:chgData name="김승필(SEUNGPIL KIM)[spkim]/책임/제조DX.제조DX솔루션.셀추적기술팀" userId="407f73c3-021a-44fd-b8e7-f3d9a6efd4ba" providerId="ADAL" clId="{0614895D-22C2-432F-8B0D-E20AFD81D121}" dt="2025-12-09T05:44:47.280" v="1480" actId="20577"/>
          <ac:spMkLst>
            <pc:docMk/>
            <pc:sldMk cId="2559780372" sldId="2147481944"/>
            <ac:spMk id="22" creationId="{81B17DB2-3DCC-4A8F-9347-F9695BEF8B6D}"/>
          </ac:spMkLst>
        </pc:spChg>
        <pc:graphicFrameChg chg="mod modGraphic">
          <ac:chgData name="김승필(SEUNGPIL KIM)[spkim]/책임/제조DX.제조DX솔루션.셀추적기술팀" userId="407f73c3-021a-44fd-b8e7-f3d9a6efd4ba" providerId="ADAL" clId="{0614895D-22C2-432F-8B0D-E20AFD81D121}" dt="2025-12-09T05:44:06.756" v="1447" actId="6549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</pc:sldChg>
      <pc:sldChg chg="delSp modSp mod">
        <pc:chgData name="김승필(SEUNGPIL KIM)[spkim]/책임/제조DX.제조DX솔루션.셀추적기술팀" userId="407f73c3-021a-44fd-b8e7-f3d9a6efd4ba" providerId="ADAL" clId="{0614895D-22C2-432F-8B0D-E20AFD81D121}" dt="2025-12-09T04:38:42.098" v="852" actId="20577"/>
        <pc:sldMkLst>
          <pc:docMk/>
          <pc:sldMk cId="1840780179" sldId="2147482020"/>
        </pc:sldMkLst>
        <pc:spChg chg="mod">
          <ac:chgData name="김승필(SEUNGPIL KIM)[spkim]/책임/제조DX.제조DX솔루션.셀추적기술팀" userId="407f73c3-021a-44fd-b8e7-f3d9a6efd4ba" providerId="ADAL" clId="{0614895D-22C2-432F-8B0D-E20AFD81D121}" dt="2025-12-08T07:17:49.015" v="108" actId="1076"/>
          <ac:spMkLst>
            <pc:docMk/>
            <pc:sldMk cId="1840780179" sldId="2147482020"/>
            <ac:spMk id="2" creationId="{A92C8B14-A333-AD4B-1BC1-6403A1330A54}"/>
          </ac:spMkLst>
        </pc:spChg>
        <pc:spChg chg="mod">
          <ac:chgData name="김승필(SEUNGPIL KIM)[spkim]/책임/제조DX.제조DX솔루션.셀추적기술팀" userId="407f73c3-021a-44fd-b8e7-f3d9a6efd4ba" providerId="ADAL" clId="{0614895D-22C2-432F-8B0D-E20AFD81D121}" dt="2025-12-08T07:17:44.532" v="107" actId="1076"/>
          <ac:spMkLst>
            <pc:docMk/>
            <pc:sldMk cId="1840780179" sldId="2147482020"/>
            <ac:spMk id="10" creationId="{A25F8F93-9E61-4598-ADB7-924C7BD0F82D}"/>
          </ac:spMkLst>
        </pc:spChg>
        <pc:spChg chg="del">
          <ac:chgData name="김승필(SEUNGPIL KIM)[spkim]/책임/제조DX.제조DX솔루션.셀추적기술팀" userId="407f73c3-021a-44fd-b8e7-f3d9a6efd4ba" providerId="ADAL" clId="{0614895D-22C2-432F-8B0D-E20AFD81D121}" dt="2025-12-08T07:18:04.662" v="122" actId="478"/>
          <ac:spMkLst>
            <pc:docMk/>
            <pc:sldMk cId="1840780179" sldId="2147482020"/>
            <ac:spMk id="16" creationId="{AD3C901B-E5AC-9F2D-0D9A-F06F2ABD72CE}"/>
          </ac:spMkLst>
        </pc:spChg>
        <pc:spChg chg="mod">
          <ac:chgData name="김승필(SEUNGPIL KIM)[spkim]/책임/제조DX.제조DX솔루션.셀추적기술팀" userId="407f73c3-021a-44fd-b8e7-f3d9a6efd4ba" providerId="ADAL" clId="{0614895D-22C2-432F-8B0D-E20AFD81D121}" dt="2025-12-09T04:38:42.098" v="852" actId="20577"/>
          <ac:spMkLst>
            <pc:docMk/>
            <pc:sldMk cId="1840780179" sldId="2147482020"/>
            <ac:spMk id="24" creationId="{9E88BCD6-65AC-474C-9E19-A37722C332DC}"/>
          </ac:spMkLst>
        </pc:spChg>
        <pc:spChg chg="mod">
          <ac:chgData name="김승필(SEUNGPIL KIM)[spkim]/책임/제조DX.제조DX솔루션.셀추적기술팀" userId="407f73c3-021a-44fd-b8e7-f3d9a6efd4ba" providerId="ADAL" clId="{0614895D-22C2-432F-8B0D-E20AFD81D121}" dt="2025-12-08T07:19:42.123" v="344" actId="20577"/>
          <ac:spMkLst>
            <pc:docMk/>
            <pc:sldMk cId="1840780179" sldId="2147482020"/>
            <ac:spMk id="28" creationId="{EAE9226F-F722-4CEF-AF1A-BC8DF22E007D}"/>
          </ac:spMkLst>
        </pc:spChg>
        <pc:spChg chg="del mod">
          <ac:chgData name="김승필(SEUNGPIL KIM)[spkim]/책임/제조DX.제조DX솔루션.셀추적기술팀" userId="407f73c3-021a-44fd-b8e7-f3d9a6efd4ba" providerId="ADAL" clId="{0614895D-22C2-432F-8B0D-E20AFD81D121}" dt="2025-12-08T07:18:02.444" v="121" actId="478"/>
          <ac:spMkLst>
            <pc:docMk/>
            <pc:sldMk cId="1840780179" sldId="2147482020"/>
            <ac:spMk id="51" creationId="{17AEF8E7-931B-E3D8-4905-C65EFE4EF855}"/>
          </ac:spMkLst>
        </pc:spChg>
        <pc:spChg chg="del mod">
          <ac:chgData name="김승필(SEUNGPIL KIM)[spkim]/책임/제조DX.제조DX솔루션.셀추적기술팀" userId="407f73c3-021a-44fd-b8e7-f3d9a6efd4ba" providerId="ADAL" clId="{0614895D-22C2-432F-8B0D-E20AFD81D121}" dt="2025-12-08T07:18:10.699" v="127" actId="478"/>
          <ac:spMkLst>
            <pc:docMk/>
            <pc:sldMk cId="1840780179" sldId="2147482020"/>
            <ac:spMk id="53" creationId="{6CF48B84-81A9-0816-7F69-778A3444944C}"/>
          </ac:spMkLst>
        </pc:spChg>
        <pc:spChg chg="mod">
          <ac:chgData name="김승필(SEUNGPIL KIM)[spkim]/책임/제조DX.제조DX솔루션.셀추적기술팀" userId="407f73c3-021a-44fd-b8e7-f3d9a6efd4ba" providerId="ADAL" clId="{0614895D-22C2-432F-8B0D-E20AFD81D121}" dt="2025-12-08T07:17:55.309" v="119" actId="1036"/>
          <ac:spMkLst>
            <pc:docMk/>
            <pc:sldMk cId="1840780179" sldId="2147482020"/>
            <ac:spMk id="56" creationId="{F2EA9247-5163-43E1-3032-96D41AA1A0BD}"/>
          </ac:spMkLst>
        </pc:spChg>
        <pc:grpChg chg="del mod">
          <ac:chgData name="김승필(SEUNGPIL KIM)[spkim]/책임/제조DX.제조DX솔루션.셀추적기술팀" userId="407f73c3-021a-44fd-b8e7-f3d9a6efd4ba" providerId="ADAL" clId="{0614895D-22C2-432F-8B0D-E20AFD81D121}" dt="2025-12-08T07:18:08.417" v="124" actId="478"/>
          <ac:grpSpMkLst>
            <pc:docMk/>
            <pc:sldMk cId="1840780179" sldId="2147482020"/>
            <ac:grpSpMk id="47" creationId="{1D827156-39B8-9ADA-EAAF-3FD2CEA6A66C}"/>
          </ac:grpSpMkLst>
        </pc:grpChg>
        <pc:grpChg chg="del mod">
          <ac:chgData name="김승필(SEUNGPIL KIM)[spkim]/책임/제조DX.제조DX솔루션.셀추적기술팀" userId="407f73c3-021a-44fd-b8e7-f3d9a6efd4ba" providerId="ADAL" clId="{0614895D-22C2-432F-8B0D-E20AFD81D121}" dt="2025-12-08T07:18:07.784" v="123" actId="478"/>
          <ac:grpSpMkLst>
            <pc:docMk/>
            <pc:sldMk cId="1840780179" sldId="2147482020"/>
            <ac:grpSpMk id="48" creationId="{C8911A3E-253B-0611-8012-08E5F09519C2}"/>
          </ac:grpSpMkLst>
        </pc:grpChg>
        <pc:cxnChg chg="del mod">
          <ac:chgData name="김승필(SEUNGPIL KIM)[spkim]/책임/제조DX.제조DX솔루션.셀추적기술팀" userId="407f73c3-021a-44fd-b8e7-f3d9a6efd4ba" providerId="ADAL" clId="{0614895D-22C2-432F-8B0D-E20AFD81D121}" dt="2025-12-08T07:18:09.505" v="126" actId="478"/>
          <ac:cxnSpMkLst>
            <pc:docMk/>
            <pc:sldMk cId="1840780179" sldId="2147482020"/>
            <ac:cxnSpMk id="52" creationId="{7398641A-00B7-4DD9-EE93-20BC417CFFE8}"/>
          </ac:cxnSpMkLst>
        </pc:cxnChg>
      </pc:sldChg>
    </pc:docChg>
  </pc:docChgLst>
  <pc:docChgLst>
    <pc:chgData name="정재호(JAEHO JUNG)[jaehojung]/책임/제조DX.제조DX솔루션.롤맵기술팀" userId="aa3d0302-b3a4-4200-bac8-b06cc4c0365e" providerId="ADAL" clId="{3BE60508-65B7-4841-86A1-B14ED79E3528}"/>
    <pc:docChg chg="undo custSel modSld">
      <pc:chgData name="정재호(JAEHO JUNG)[jaehojung]/책임/제조DX.제조DX솔루션.롤맵기술팀" userId="aa3d0302-b3a4-4200-bac8-b06cc4c0365e" providerId="ADAL" clId="{3BE60508-65B7-4841-86A1-B14ED79E3528}" dt="2025-12-10T02:25:17.949" v="1303" actId="207"/>
      <pc:docMkLst>
        <pc:docMk/>
      </pc:docMkLst>
      <pc:sldChg chg="modSp mod">
        <pc:chgData name="정재호(JAEHO JUNG)[jaehojung]/책임/제조DX.제조DX솔루션.롤맵기술팀" userId="aa3d0302-b3a4-4200-bac8-b06cc4c0365e" providerId="ADAL" clId="{3BE60508-65B7-4841-86A1-B14ED79E3528}" dt="2025-12-10T02:21:04.512" v="503" actId="20577"/>
        <pc:sldMkLst>
          <pc:docMk/>
          <pc:sldMk cId="2751367990" sldId="746"/>
        </pc:sldMkLst>
        <pc:spChg chg="mod">
          <ac:chgData name="정재호(JAEHO JUNG)[jaehojung]/책임/제조DX.제조DX솔루션.롤맵기술팀" userId="aa3d0302-b3a4-4200-bac8-b06cc4c0365e" providerId="ADAL" clId="{3BE60508-65B7-4841-86A1-B14ED79E3528}" dt="2025-12-10T02:21:04.512" v="503" actId="20577"/>
          <ac:spMkLst>
            <pc:docMk/>
            <pc:sldMk cId="2751367990" sldId="746"/>
            <ac:spMk id="19" creationId="{00000000-0000-0000-0000-000000000000}"/>
          </ac:spMkLst>
        </pc:sp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3128345894" sldId="2181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3128345894" sldId="2181"/>
            <ac:graphicFrameMk id="19" creationId="{27E2D345-B6CE-4ADC-A147-DCFDEFBE886E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823201166" sldId="2147481777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823201166" sldId="2147481777"/>
            <ac:graphicFrameMk id="18" creationId="{55131CA1-94C5-4119-9FFA-B59478564C56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939008890" sldId="2147481782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939008890" sldId="2147481782"/>
            <ac:graphicFrameMk id="12" creationId="{C3023DD0-7C43-4203-B5A2-FEE1D52EE026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2448533226" sldId="2147481784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2448533226" sldId="2147481784"/>
            <ac:graphicFrameMk id="12" creationId="{C3023DD0-7C43-4203-B5A2-FEE1D52EE026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921970639" sldId="2147481788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921970639" sldId="2147481788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2775106084" sldId="2147481796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2775106084" sldId="214748179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317861486" sldId="2147481830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317861486" sldId="214748183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3560242218" sldId="2147481893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3560242218" sldId="2147481893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2847513058" sldId="2147481898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2847513058" sldId="2147481898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4156727770" sldId="2147481900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4156727770" sldId="2147481900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4145388933" sldId="2147481913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4145388933" sldId="214748191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760095899" sldId="2147481914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760095899" sldId="214748191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31248691" sldId="2147481916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31248691" sldId="2147481916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894137771" sldId="2147481918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894137771" sldId="2147481918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357868518" sldId="2147481919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357868518" sldId="2147481919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97830340" sldId="2147481920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97830340" sldId="2147481920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3590236053" sldId="2147481921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3590236053" sldId="214748192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825793658" sldId="2147481922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825793658" sldId="2147481922"/>
            <ac:graphicFrameMk id="3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3BE60508-65B7-4841-86A1-B14ED79E3528}" dt="2025-12-10T02:25:17.949" v="1303" actId="207"/>
        <pc:sldMkLst>
          <pc:docMk/>
          <pc:sldMk cId="170204060" sldId="2147481923"/>
        </pc:sldMkLst>
        <pc:spChg chg="mod">
          <ac:chgData name="정재호(JAEHO JUNG)[jaehojung]/책임/제조DX.제조DX솔루션.롤맵기술팀" userId="aa3d0302-b3a4-4200-bac8-b06cc4c0365e" providerId="ADAL" clId="{3BE60508-65B7-4841-86A1-B14ED79E3528}" dt="2025-12-10T02:02:16.936" v="6" actId="20577"/>
          <ac:spMkLst>
            <pc:docMk/>
            <pc:sldMk cId="170204060" sldId="2147481923"/>
            <ac:spMk id="18" creationId="{72943F47-EAEA-4391-A2BC-C7C33A8E8CFD}"/>
          </ac:spMkLst>
        </pc:spChg>
        <pc:graphicFrameChg chg="mod modGraphic">
          <ac:chgData name="정재호(JAEHO JUNG)[jaehojung]/책임/제조DX.제조DX솔루션.롤맵기술팀" userId="aa3d0302-b3a4-4200-bac8-b06cc4c0365e" providerId="ADAL" clId="{3BE60508-65B7-4841-86A1-B14ED79E3528}" dt="2025-12-10T02:25:17.949" v="1303" actId="207"/>
          <ac:graphicFrameMkLst>
            <pc:docMk/>
            <pc:sldMk cId="170204060" sldId="214748192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214419362" sldId="2147481924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214419362" sldId="214748192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662252130" sldId="2147481925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662252130" sldId="2147481925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2994820085" sldId="2147481926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2994820085" sldId="2147481926"/>
            <ac:graphicFrameMk id="11" creationId="{C66F9B45-D343-4DF8-ABA9-D48571FAC964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3301325517" sldId="2147481928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3301325517" sldId="2147481928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2750834388" sldId="2147481930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2750834388" sldId="2147481930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2827412370" sldId="2147481939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2827412370" sldId="2147481939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007887036" sldId="2147481943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007887036" sldId="2147481943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3942421698" sldId="2147481945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3942421698" sldId="2147481945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625678813" sldId="2147481949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625678813" sldId="214748194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231687253" sldId="2147481951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231687253" sldId="214748195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2230191528" sldId="2147481954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2230191528" sldId="214748195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4208823273" sldId="2147481955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4208823273" sldId="2147481955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325916645" sldId="2147481957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325916645" sldId="2147481957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216908218" sldId="2147481958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216908218" sldId="2147481958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309422038" sldId="2147481959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309422038" sldId="2147481959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3979644057" sldId="2147481961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3979644057" sldId="2147481961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3019991654" sldId="2147481963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3019991654" sldId="214748196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836933339" sldId="2147481967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836933339" sldId="2147481967"/>
            <ac:graphicFrameMk id="2" creationId="{7AEF2CFF-477B-47DA-8339-6D17E423C984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20050373" sldId="2147481971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20050373" sldId="214748197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2437512027" sldId="2147481974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2437512027" sldId="2147481974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3944531596" sldId="2147481982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3944531596" sldId="2147481982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2039431435" sldId="2147481998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2039431435" sldId="2147481998"/>
            <ac:graphicFrameMk id="19" creationId="{6372799A-6D2F-CAB9-A28D-9AE207E27A5D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581856275" sldId="2147482000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581856275" sldId="2147482000"/>
            <ac:graphicFrameMk id="19" creationId="{4485889C-7C23-1E44-3F44-63DAC7688EA0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918579543" sldId="2147482001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918579543" sldId="2147482001"/>
            <ac:graphicFrameMk id="19" creationId="{74A97E53-4B3E-7B1D-6455-30F66AF12773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312166392" sldId="2147482002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312166392" sldId="2147482002"/>
            <ac:graphicFrameMk id="19" creationId="{54728183-150A-36AF-E666-2145F7FF2814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523953427" sldId="2147482003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523953427" sldId="2147482003"/>
            <ac:graphicFrameMk id="19" creationId="{19848739-F2DD-2D37-126B-F820F44BF33F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3544279689" sldId="2147482010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3544279689" sldId="214748201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2187038781" sldId="2147482019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2187038781" sldId="214748201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3413456565" sldId="2147482030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3413456565" sldId="2147482030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2781412765" sldId="2147482059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2781412765" sldId="2147482059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22266075" sldId="2147482060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22266075" sldId="214748206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403505765" sldId="2147482062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403505765" sldId="2147482062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3206166957" sldId="2147482063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3206166957" sldId="214748206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525295630" sldId="2147482064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525295630" sldId="214748206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710661984" sldId="2147482065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710661984" sldId="2147482065"/>
            <ac:graphicFrameMk id="27" creationId="{C0FBC9B7-527F-49F4-9D3C-676F45B49387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2510186531" sldId="2147482066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2510186531" sldId="214748206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906537507" sldId="2147482067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906537507" sldId="2147482067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3052076470" sldId="2147482071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3052076470" sldId="2147482071"/>
            <ac:graphicFrameMk id="11" creationId="{C66F9B45-D343-4DF8-ABA9-D48571FAC964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2065805413" sldId="2147482074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2065805413" sldId="214748207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3379836515" sldId="2147482076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3379836515" sldId="214748207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681262127" sldId="2147482091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681262127" sldId="214748209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645500483" sldId="2147482092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645500483" sldId="2147482092"/>
            <ac:graphicFrameMk id="2" creationId="{AA655E7B-33D1-41F9-B470-4F20832661EB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623035640" sldId="2147482093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623035640" sldId="2147482093"/>
            <ac:graphicFrameMk id="3" creationId="{688BD945-555D-E069-F619-02973A6A481F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480914234" sldId="2147482094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480914234" sldId="2147482094"/>
            <ac:graphicFrameMk id="2" creationId="{BF944F8E-1F62-4F7E-B1C6-632F29AA10BD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2069960929" sldId="2147482097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2069960929" sldId="2147482097"/>
            <ac:graphicFrameMk id="2" creationId="{534EE123-7406-4F16-AB1D-7380FC4446F3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159326832" sldId="2147482102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159326832" sldId="2147482102"/>
            <ac:graphicFrameMk id="3" creationId="{FD6B18E8-DEC2-01A8-175D-70F1A4B3682F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4004658893" sldId="2147482110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4004658893" sldId="214748211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578263784" sldId="2147482114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578263784" sldId="214748211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843005666" sldId="2147482119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843005666" sldId="214748211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631578392" sldId="2147482120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631578392" sldId="214748212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3164116880" sldId="2147482121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3164116880" sldId="214748212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99823846" sldId="2147482123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99823846" sldId="214748212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017769001" sldId="2147482124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017769001" sldId="214748212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2878646389" sldId="2147482127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2878646389" sldId="2147482127"/>
            <ac:graphicFrameMk id="24" creationId="{CB1E1DE9-356B-4185-A911-636EBB59988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3645708370" sldId="2147482131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3645708370" sldId="214748213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2637692209" sldId="2147482139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2637692209" sldId="214748213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24529797" sldId="2147482142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24529797" sldId="2147482142"/>
            <ac:graphicFrameMk id="3" creationId="{688BD945-555D-E069-F619-02973A6A481F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622379998" sldId="2147482147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622379998" sldId="2147482147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009432166" sldId="2147482165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009432166" sldId="2147482165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316395411" sldId="2147482169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316395411" sldId="2147482169"/>
            <ac:graphicFrameMk id="19" creationId="{4485889C-7C23-1E44-3F44-63DAC7688EA0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233649719" sldId="2147482170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233649719" sldId="214748217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2449185649" sldId="2147482171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2449185649" sldId="214748217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4090368207" sldId="2147482176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4090368207" sldId="2147482176"/>
            <ac:graphicFrameMk id="24" creationId="{CB1E1DE9-356B-4185-A911-636EBB59988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3397328042" sldId="2147482177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3397328042" sldId="2147482177"/>
            <ac:graphicFrameMk id="19" creationId="{3E86696F-E35A-4B06-9B46-63A4A6A986C1}"/>
          </ac:graphicFrameMkLst>
        </pc:graphicFrameChg>
      </pc:sldChg>
      <pc:sldChg chg="modSp mod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679489757" sldId="2147482178"/>
        </pc:sldMkLst>
        <pc:graphicFrameChg chg="mod modGraphic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679489757" sldId="2147482178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aa3d0302-b3a4-4200-bac8-b06cc4c0365e" providerId="ADAL" clId="{3BE60508-65B7-4841-86A1-B14ED79E3528}" dt="2025-12-10T02:20:55.893" v="501"/>
        <pc:sldMkLst>
          <pc:docMk/>
          <pc:sldMk cId="1221641555" sldId="2147482179"/>
        </pc:sldMkLst>
        <pc:graphicFrameChg chg="mod">
          <ac:chgData name="정재호(JAEHO JUNG)[jaehojung]/책임/제조DX.제조DX솔루션.롤맵기술팀" userId="aa3d0302-b3a4-4200-bac8-b06cc4c0365e" providerId="ADAL" clId="{3BE60508-65B7-4841-86A1-B14ED79E3528}" dt="2025-12-10T02:20:55.893" v="501"/>
          <ac:graphicFrameMkLst>
            <pc:docMk/>
            <pc:sldMk cId="1221641555" sldId="2147482179"/>
            <ac:graphicFrameMk id="3" creationId="{3E86696F-E35A-4B06-9B46-63A4A6A986C1}"/>
          </ac:graphicFrameMkLst>
        </pc:graphicFrameChg>
      </pc:sldChg>
    </pc:docChg>
  </pc:docChgLst>
  <pc:docChgLst>
    <pc:chgData name="최이범(EEBEOM CHOI)[doublebeom]/팀장/제조DX.제조DX솔루션.롤맵기술팀" userId="580ab1d6-aee9-4f9e-a1c2-c6b3fb087968" providerId="ADAL" clId="{163407C5-DA34-46CB-8F53-10D781B7D2A2}"/>
    <pc:docChg chg="undo custSel modSld">
      <pc:chgData name="최이범(EEBEOM CHOI)[doublebeom]/팀장/제조DX.제조DX솔루션.롤맵기술팀" userId="580ab1d6-aee9-4f9e-a1c2-c6b3fb087968" providerId="ADAL" clId="{163407C5-DA34-46CB-8F53-10D781B7D2A2}" dt="2025-10-15T09:40:11.549" v="408" actId="1035"/>
      <pc:docMkLst>
        <pc:docMk/>
      </pc:docMkLst>
      <pc:sldChg chg="modSp">
        <pc:chgData name="최이범(EEBEOM CHOI)[doublebeom]/팀장/제조DX.제조DX솔루션.롤맵기술팀" userId="580ab1d6-aee9-4f9e-a1c2-c6b3fb087968" providerId="ADAL" clId="{163407C5-DA34-46CB-8F53-10D781B7D2A2}" dt="2025-10-15T09:16:13.189" v="168" actId="207"/>
        <pc:sldMkLst>
          <pc:docMk/>
          <pc:sldMk cId="2827412370" sldId="2147481939"/>
        </pc:sldMkLst>
        <pc:graphicFrameChg chg="modGraphic">
          <ac:chgData name="최이범(EEBEOM CHOI)[doublebeom]/팀장/제조DX.제조DX솔루션.롤맵기술팀" userId="580ab1d6-aee9-4f9e-a1c2-c6b3fb087968" providerId="ADAL" clId="{163407C5-DA34-46CB-8F53-10D781B7D2A2}" dt="2025-10-15T09:16:13.189" v="168" actId="207"/>
          <ac:graphicFrameMkLst>
            <pc:docMk/>
            <pc:sldMk cId="2827412370" sldId="2147481939"/>
            <ac:graphicFrameMk id="3" creationId="{3E86696F-E35A-4B06-9B46-63A4A6A986C1}"/>
          </ac:graphicFrameMkLst>
        </pc:graphicFrameChg>
      </pc:sldChg>
    </pc:docChg>
  </pc:docChgLst>
  <pc:docChgLst>
    <pc:chgData name="정재호(JAEHO JUNG)[jaehojung]/책임/제조DX.제조DX솔루션.롤맵기술팀" userId="29b24f60-0f7d-44b1-87d1-3e99704a1396" providerId="ADAL" clId="{2639A56E-5977-44A5-A6B6-B03622BD9AAD}"/>
    <pc:docChg chg="undo redo custSel modSld modMainMaster">
      <pc:chgData name="정재호(JAEHO JUNG)[jaehojung]/책임/제조DX.제조DX솔루션.롤맵기술팀" userId="29b24f60-0f7d-44b1-87d1-3e99704a1396" providerId="ADAL" clId="{2639A56E-5977-44A5-A6B6-B03622BD9AAD}" dt="2025-11-19T04:41:04.031" v="514" actId="20577"/>
      <pc:docMkLst>
        <pc:docMk/>
      </pc:docMkLst>
      <pc:sldChg chg="modSp">
        <pc:chgData name="정재호(JAEHO JUNG)[jaehojung]/책임/제조DX.제조DX솔루션.롤맵기술팀" userId="29b24f60-0f7d-44b1-87d1-3e99704a1396" providerId="ADAL" clId="{2639A56E-5977-44A5-A6B6-B03622BD9AAD}" dt="2025-11-18T02:40:56.517" v="3" actId="20577"/>
        <pc:sldMkLst>
          <pc:docMk/>
          <pc:sldMk cId="2751367990" sldId="746"/>
        </pc:sldMkLst>
        <pc:spChg chg="mod">
          <ac:chgData name="정재호(JAEHO JUNG)[jaehojung]/책임/제조DX.제조DX솔루션.롤맵기술팀" userId="29b24f60-0f7d-44b1-87d1-3e99704a1396" providerId="ADAL" clId="{2639A56E-5977-44A5-A6B6-B03622BD9AAD}" dt="2025-11-18T02:40:56.517" v="3" actId="20577"/>
          <ac:spMkLst>
            <pc:docMk/>
            <pc:sldMk cId="2751367990" sldId="746"/>
            <ac:spMk id="19" creationId="{00000000-0000-0000-0000-000000000000}"/>
          </ac:spMkLst>
        </pc:sp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4:29.441" v="63" actId="207"/>
        <pc:sldMkLst>
          <pc:docMk/>
          <pc:sldMk cId="2105941167" sldId="2117"/>
        </pc:sldMkLst>
        <pc:spChg chg="mod">
          <ac:chgData name="정재호(JAEHO JUNG)[jaehojung]/책임/제조DX.제조DX솔루션.롤맵기술팀" userId="29b24f60-0f7d-44b1-87d1-3e99704a1396" providerId="ADAL" clId="{2639A56E-5977-44A5-A6B6-B03622BD9AAD}" dt="2025-11-18T02:44:29.441" v="63" actId="207"/>
          <ac:spMkLst>
            <pc:docMk/>
            <pc:sldMk cId="2105941167" sldId="2117"/>
            <ac:spMk id="16" creationId="{DF7584FD-2C9D-E56F-32ED-934B8778229E}"/>
          </ac:spMkLst>
        </pc:spChg>
        <pc:spChg chg="mod">
          <ac:chgData name="정재호(JAEHO JUNG)[jaehojung]/책임/제조DX.제조DX솔루션.롤맵기술팀" userId="29b24f60-0f7d-44b1-87d1-3e99704a1396" providerId="ADAL" clId="{2639A56E-5977-44A5-A6B6-B03622BD9AAD}" dt="2025-11-18T02:44:10.798" v="58" actId="207"/>
          <ac:spMkLst>
            <pc:docMk/>
            <pc:sldMk cId="2105941167" sldId="2117"/>
            <ac:spMk id="28" creationId="{EB8479F3-B5EA-CFD0-1E43-70E717E15F67}"/>
          </ac:spMkLst>
        </pc:spChg>
        <pc:spChg chg="mod">
          <ac:chgData name="정재호(JAEHO JUNG)[jaehojung]/책임/제조DX.제조DX솔루션.롤맵기술팀" userId="29b24f60-0f7d-44b1-87d1-3e99704a1396" providerId="ADAL" clId="{2639A56E-5977-44A5-A6B6-B03622BD9AAD}" dt="2025-11-18T02:44:12.969" v="59" actId="207"/>
          <ac:spMkLst>
            <pc:docMk/>
            <pc:sldMk cId="2105941167" sldId="2117"/>
            <ac:spMk id="32" creationId="{9AF4C2BD-080E-8EB2-AF94-93F59A2CFDD3}"/>
          </ac:spMkLst>
        </pc:spChg>
        <pc:spChg chg="mod">
          <ac:chgData name="정재호(JAEHO JUNG)[jaehojung]/책임/제조DX.제조DX솔루션.롤맵기술팀" userId="29b24f60-0f7d-44b1-87d1-3e99704a1396" providerId="ADAL" clId="{2639A56E-5977-44A5-A6B6-B03622BD9AAD}" dt="2025-11-18T02:44:08.439" v="57" actId="207"/>
          <ac:spMkLst>
            <pc:docMk/>
            <pc:sldMk cId="2105941167" sldId="2117"/>
            <ac:spMk id="42" creationId="{2F59625D-F92F-0A73-78FC-2AD3825CB6DB}"/>
          </ac:spMkLst>
        </pc:sp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3128345894" sldId="2181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3128345894" sldId="2181"/>
            <ac:graphicFrameMk id="19" creationId="{27E2D345-B6CE-4ADC-A147-DCFDEFBE886E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3247425241" sldId="2209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3247425241" sldId="2209"/>
            <ac:graphicFrameMk id="10" creationId="{3D87BC00-A29B-4E58-92C4-9B66C49D399C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5:49.080" v="85" actId="207"/>
        <pc:sldMkLst>
          <pc:docMk/>
          <pc:sldMk cId="4054304740" sldId="2213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5:49.080" v="85" actId="207"/>
          <ac:graphicFrameMkLst>
            <pc:docMk/>
            <pc:sldMk cId="4054304740" sldId="2213"/>
            <ac:graphicFrameMk id="18" creationId="{ACD91870-1828-466F-AE38-B03A708B444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5:25.002" v="77" actId="207"/>
        <pc:sldMkLst>
          <pc:docMk/>
          <pc:sldMk cId="2197542616" sldId="2241"/>
        </pc:sldMkLst>
        <pc:spChg chg="mod">
          <ac:chgData name="정재호(JAEHO JUNG)[jaehojung]/책임/제조DX.제조DX솔루션.롤맵기술팀" userId="29b24f60-0f7d-44b1-87d1-3e99704a1396" providerId="ADAL" clId="{2639A56E-5977-44A5-A6B6-B03622BD9AAD}" dt="2025-11-18T02:45:25.002" v="77" actId="207"/>
          <ac:spMkLst>
            <pc:docMk/>
            <pc:sldMk cId="2197542616" sldId="2241"/>
            <ac:spMk id="24" creationId="{9E88BCD6-65AC-474C-9E19-A37722C332DC}"/>
          </ac:spMkLst>
        </pc:spChg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2197542616" sldId="2241"/>
            <ac:graphicFrameMk id="23" creationId="{5C18F150-F800-4366-B81F-1DDA815C713E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10.720" v="5" actId="207"/>
        <pc:sldMkLst>
          <pc:docMk/>
          <pc:sldMk cId="3266697761" sldId="2278"/>
        </pc:sldMkLst>
        <pc:spChg chg="mod">
          <ac:chgData name="정재호(JAEHO JUNG)[jaehojung]/책임/제조DX.제조DX솔루션.롤맵기술팀" userId="29b24f60-0f7d-44b1-87d1-3e99704a1396" providerId="ADAL" clId="{2639A56E-5977-44A5-A6B6-B03622BD9AAD}" dt="2025-11-18T02:41:10.720" v="5" actId="207"/>
          <ac:spMkLst>
            <pc:docMk/>
            <pc:sldMk cId="3266697761" sldId="2278"/>
            <ac:spMk id="16" creationId="{64103116-79E6-4EAD-A94F-CA5060A46E07}"/>
          </ac:spMkLst>
        </pc:spChg>
        <pc:spChg chg="mod">
          <ac:chgData name="정재호(JAEHO JUNG)[jaehojung]/책임/제조DX.제조DX솔루션.롤맵기술팀" userId="29b24f60-0f7d-44b1-87d1-3e99704a1396" providerId="ADAL" clId="{2639A56E-5977-44A5-A6B6-B03622BD9AAD}" dt="2025-11-18T02:41:07.798" v="4" actId="207"/>
          <ac:spMkLst>
            <pc:docMk/>
            <pc:sldMk cId="3266697761" sldId="2278"/>
            <ac:spMk id="18" creationId="{FC55D7C3-19BB-417C-88D2-249E3D408DED}"/>
          </ac:spMkLst>
        </pc:sp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5:36.439" v="80" actId="207"/>
        <pc:sldMkLst>
          <pc:docMk/>
          <pc:sldMk cId="2130555548" sldId="2147481730"/>
        </pc:sldMkLst>
        <pc:spChg chg="mod">
          <ac:chgData name="정재호(JAEHO JUNG)[jaehojung]/책임/제조DX.제조DX솔루션.롤맵기술팀" userId="29b24f60-0f7d-44b1-87d1-3e99704a1396" providerId="ADAL" clId="{2639A56E-5977-44A5-A6B6-B03622BD9AAD}" dt="2025-11-18T02:45:36.439" v="80" actId="207"/>
          <ac:spMkLst>
            <pc:docMk/>
            <pc:sldMk cId="2130555548" sldId="2147481730"/>
            <ac:spMk id="21" creationId="{4C3181BD-8769-4C0D-8973-C9F2BE0DC598}"/>
          </ac:spMkLst>
        </pc:spChg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2130555548" sldId="2147481730"/>
            <ac:graphicFrameMk id="13" creationId="{F757E1E4-6685-4945-A4F6-DAED56351FB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5:46.017" v="84" actId="207"/>
        <pc:sldMkLst>
          <pc:docMk/>
          <pc:sldMk cId="2458212547" sldId="2147481747"/>
        </pc:sldMkLst>
        <pc:spChg chg="mod">
          <ac:chgData name="정재호(JAEHO JUNG)[jaehojung]/책임/제조DX.제조DX솔루션.롤맵기술팀" userId="29b24f60-0f7d-44b1-87d1-3e99704a1396" providerId="ADAL" clId="{2639A56E-5977-44A5-A6B6-B03622BD9AAD}" dt="2025-11-18T02:45:46.017" v="84" actId="207"/>
          <ac:spMkLst>
            <pc:docMk/>
            <pc:sldMk cId="2458212547" sldId="2147481747"/>
            <ac:spMk id="21" creationId="{4C3181BD-8769-4C0D-8973-C9F2BE0DC598}"/>
          </ac:spMkLst>
        </pc:spChg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2458212547" sldId="2147481747"/>
            <ac:graphicFrameMk id="13" creationId="{F757E1E4-6685-4945-A4F6-DAED56351FB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823201166" sldId="2147481777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823201166" sldId="2147481777"/>
            <ac:graphicFrameMk id="18" creationId="{55131CA1-94C5-4119-9FFA-B59478564C56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1939008890" sldId="2147481782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1939008890" sldId="2147481782"/>
            <ac:graphicFrameMk id="12" creationId="{C3023DD0-7C43-4203-B5A2-FEE1D52EE026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2448533226" sldId="2147481784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2448533226" sldId="2147481784"/>
            <ac:graphicFrameMk id="12" creationId="{C3023DD0-7C43-4203-B5A2-FEE1D52EE026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7:31.003" v="115" actId="207"/>
        <pc:sldMkLst>
          <pc:docMk/>
          <pc:sldMk cId="921970639" sldId="2147481788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7:31.003" v="115" actId="207"/>
          <ac:graphicFrameMkLst>
            <pc:docMk/>
            <pc:sldMk cId="921970639" sldId="2147481788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2775106084" sldId="2147481796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2775106084" sldId="214748179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360237742" sldId="2147481816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7:20.533" v="114" actId="207"/>
        <pc:sldMkLst>
          <pc:docMk/>
          <pc:sldMk cId="317861486" sldId="2147481830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7:20.533" v="114" actId="207"/>
          <ac:graphicFrameMkLst>
            <pc:docMk/>
            <pc:sldMk cId="317861486" sldId="214748183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5:40.189" v="82" actId="207"/>
        <pc:sldMkLst>
          <pc:docMk/>
          <pc:sldMk cId="2808239855" sldId="2147481841"/>
        </pc:sldMkLst>
        <pc:spChg chg="mod">
          <ac:chgData name="정재호(JAEHO JUNG)[jaehojung]/책임/제조DX.제조DX솔루션.롤맵기술팀" userId="29b24f60-0f7d-44b1-87d1-3e99704a1396" providerId="ADAL" clId="{2639A56E-5977-44A5-A6B6-B03622BD9AAD}" dt="2025-11-18T02:45:40.189" v="82" actId="207"/>
          <ac:spMkLst>
            <pc:docMk/>
            <pc:sldMk cId="2808239855" sldId="2147481841"/>
            <ac:spMk id="21" creationId="{4C3181BD-8769-4C0D-8973-C9F2BE0DC598}"/>
          </ac:spMkLst>
        </pc:spChg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2808239855" sldId="2147481841"/>
            <ac:graphicFrameMk id="13" creationId="{F757E1E4-6685-4945-A4F6-DAED56351FB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5:56.017" v="87" actId="207"/>
        <pc:sldMkLst>
          <pc:docMk/>
          <pc:sldMk cId="3485727604" sldId="2147481872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5:56.017" v="87" actId="207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4:41.736" v="65" actId="207"/>
        <pc:sldMkLst>
          <pc:docMk/>
          <pc:sldMk cId="1726257096" sldId="2147481882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4:41.736" v="65" actId="20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3560242218" sldId="2147481893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3560242218" sldId="2147481893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6:13.767" v="93" actId="207"/>
        <pc:sldMkLst>
          <pc:docMk/>
          <pc:sldMk cId="2847513058" sldId="2147481898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6:13.767" v="93" actId="207"/>
          <ac:graphicFrameMkLst>
            <pc:docMk/>
            <pc:sldMk cId="2847513058" sldId="2147481898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4156727770" sldId="2147481900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4156727770" sldId="2147481900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4:34.017" v="64" actId="207"/>
        <pc:sldMkLst>
          <pc:docMk/>
          <pc:sldMk cId="3355826466" sldId="2147481908"/>
        </pc:sldMkLst>
        <pc:spChg chg="mod">
          <ac:chgData name="정재호(JAEHO JUNG)[jaehojung]/책임/제조DX.제조DX솔루션.롤맵기술팀" userId="29b24f60-0f7d-44b1-87d1-3e99704a1396" providerId="ADAL" clId="{2639A56E-5977-44A5-A6B6-B03622BD9AAD}" dt="2025-11-18T02:44:34.017" v="64" actId="207"/>
          <ac:spMkLst>
            <pc:docMk/>
            <pc:sldMk cId="3355826466" sldId="2147481908"/>
            <ac:spMk id="19" creationId="{5352E5F4-D151-4C3D-9E5F-99A1B7FDF265}"/>
          </ac:spMkLst>
        </pc:spChg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3355826466" sldId="2147481908"/>
            <ac:graphicFrameMk id="22" creationId="{87B4D5F0-BF4D-4C5D-9F6A-CB9792895DFC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4145388933" sldId="2147481913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4145388933" sldId="214748191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2:19.283" v="17" actId="207"/>
        <pc:sldMkLst>
          <pc:docMk/>
          <pc:sldMk cId="760095899" sldId="2147481914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2:19.283" v="17" actId="207"/>
          <ac:graphicFrameMkLst>
            <pc:docMk/>
            <pc:sldMk cId="760095899" sldId="214748191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2:02.780" v="13" actId="207"/>
        <pc:sldMkLst>
          <pc:docMk/>
          <pc:sldMk cId="31248691" sldId="2147481916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2:02.780" v="13" actId="207"/>
          <ac:graphicFrameMkLst>
            <pc:docMk/>
            <pc:sldMk cId="31248691" sldId="2147481916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2:30.002" v="21" actId="207"/>
        <pc:sldMkLst>
          <pc:docMk/>
          <pc:sldMk cId="1894137771" sldId="2147481918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2:30.002" v="21" actId="207"/>
          <ac:graphicFrameMkLst>
            <pc:docMk/>
            <pc:sldMk cId="1894137771" sldId="2147481918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2:34.892" v="23" actId="207"/>
        <pc:sldMkLst>
          <pc:docMk/>
          <pc:sldMk cId="1357868518" sldId="2147481919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2:34.892" v="23" actId="207"/>
          <ac:graphicFrameMkLst>
            <pc:docMk/>
            <pc:sldMk cId="1357868518" sldId="2147481919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2:39.548" v="25" actId="207"/>
        <pc:sldMkLst>
          <pc:docMk/>
          <pc:sldMk cId="197830340" sldId="2147481920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2:39.548" v="25" actId="207"/>
          <ac:graphicFrameMkLst>
            <pc:docMk/>
            <pc:sldMk cId="197830340" sldId="2147481920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2:46.944" v="28" actId="207"/>
        <pc:sldMkLst>
          <pc:docMk/>
          <pc:sldMk cId="3590236053" sldId="2147481921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2:46.944" v="28" actId="207"/>
          <ac:graphicFrameMkLst>
            <pc:docMk/>
            <pc:sldMk cId="3590236053" sldId="214748192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2:56.501" v="32" actId="207"/>
        <pc:sldMkLst>
          <pc:docMk/>
          <pc:sldMk cId="1825793658" sldId="2147481922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2:56.501" v="32" actId="207"/>
          <ac:graphicFrameMkLst>
            <pc:docMk/>
            <pc:sldMk cId="1825793658" sldId="2147481922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9T04:41:04.031" v="514" actId="20577"/>
        <pc:sldMkLst>
          <pc:docMk/>
          <pc:sldMk cId="170204060" sldId="2147481923"/>
        </pc:sldMkLst>
        <pc:spChg chg="mod">
          <ac:chgData name="정재호(JAEHO JUNG)[jaehojung]/책임/제조DX.제조DX솔루션.롤맵기술팀" userId="29b24f60-0f7d-44b1-87d1-3e99704a1396" providerId="ADAL" clId="{2639A56E-5977-44A5-A6B6-B03622BD9AAD}" dt="2025-11-19T04:41:04.031" v="514" actId="20577"/>
          <ac:spMkLst>
            <pc:docMk/>
            <pc:sldMk cId="170204060" sldId="2147481923"/>
            <ac:spMk id="18" creationId="{72943F47-EAEA-4391-A2BC-C7C33A8E8CFD}"/>
          </ac:spMkLst>
        </pc:spChg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9T04:40:58.377" v="510" actId="207"/>
          <ac:graphicFrameMkLst>
            <pc:docMk/>
            <pc:sldMk cId="170204060" sldId="214748192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3:07.429" v="36" actId="207"/>
        <pc:sldMkLst>
          <pc:docMk/>
          <pc:sldMk cId="1214419362" sldId="2147481924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3:07.429" v="36" actId="207"/>
          <ac:graphicFrameMkLst>
            <pc:docMk/>
            <pc:sldMk cId="1214419362" sldId="214748192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3:13.720" v="38" actId="207"/>
        <pc:sldMkLst>
          <pc:docMk/>
          <pc:sldMk cId="662252130" sldId="2147481925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3:13.720" v="38" actId="207"/>
          <ac:graphicFrameMkLst>
            <pc:docMk/>
            <pc:sldMk cId="662252130" sldId="2147481925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3:16.901" v="39" actId="207"/>
        <pc:sldMkLst>
          <pc:docMk/>
          <pc:sldMk cId="2994820085" sldId="2147481926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3:16.901" v="39" actId="207"/>
          <ac:graphicFrameMkLst>
            <pc:docMk/>
            <pc:sldMk cId="2994820085" sldId="2147481926"/>
            <ac:graphicFrameMk id="11" creationId="{C66F9B45-D343-4DF8-ABA9-D48571FAC96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3301325517" sldId="2147481928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3301325517" sldId="2147481928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3:24.392" v="41" actId="207"/>
        <pc:sldMkLst>
          <pc:docMk/>
          <pc:sldMk cId="2750834388" sldId="2147481930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3:24.392" v="41" actId="207"/>
          <ac:graphicFrameMkLst>
            <pc:docMk/>
            <pc:sldMk cId="2750834388" sldId="2147481930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5:22.486" v="76" actId="207"/>
        <pc:sldMkLst>
          <pc:docMk/>
          <pc:sldMk cId="1439661179" sldId="2147481935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5:22.486" v="76" actId="207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2:09.600" v="14" actId="207"/>
        <pc:sldMkLst>
          <pc:docMk/>
          <pc:sldMk cId="2827412370" sldId="2147481939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2:09.600" v="14" actId="207"/>
          <ac:graphicFrameMkLst>
            <pc:docMk/>
            <pc:sldMk cId="2827412370" sldId="2147481939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5:19.689" v="75" actId="207"/>
        <pc:sldMkLst>
          <pc:docMk/>
          <pc:sldMk cId="1007887036" sldId="2147481943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5:19.689" v="75" actId="207"/>
          <ac:graphicFrameMkLst>
            <pc:docMk/>
            <pc:sldMk cId="1007887036" sldId="2147481943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6:01.973" v="89" actId="207"/>
        <pc:sldMkLst>
          <pc:docMk/>
          <pc:sldMk cId="2559780372" sldId="2147481944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6:01.973" v="89" actId="207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8:23.736" v="125" actId="207"/>
        <pc:sldMkLst>
          <pc:docMk/>
          <pc:sldMk cId="3942421698" sldId="2147481945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8:23.736" v="125" actId="207"/>
          <ac:graphicFrameMkLst>
            <pc:docMk/>
            <pc:sldMk cId="3942421698" sldId="2147481945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7:36.517" v="116" actId="207"/>
        <pc:sldMkLst>
          <pc:docMk/>
          <pc:sldMk cId="1625678813" sldId="2147481949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7:36.517" v="116" actId="207"/>
          <ac:graphicFrameMkLst>
            <pc:docMk/>
            <pc:sldMk cId="1625678813" sldId="214748194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231687253" sldId="2147481951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231687253" sldId="214748195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6:52.347" v="101" actId="207"/>
        <pc:sldMkLst>
          <pc:docMk/>
          <pc:sldMk cId="2230191528" sldId="2147481954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6:52.347" v="101" actId="207"/>
          <ac:graphicFrameMkLst>
            <pc:docMk/>
            <pc:sldMk cId="2230191528" sldId="214748195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4208823273" sldId="2147481955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4208823273" sldId="2147481955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7:06.642" v="109" actId="207"/>
        <pc:sldMkLst>
          <pc:docMk/>
          <pc:sldMk cId="1325916645" sldId="2147481957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7:06.642" v="109" actId="207"/>
          <ac:graphicFrameMkLst>
            <pc:docMk/>
            <pc:sldMk cId="1325916645" sldId="2147481957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7:09.770" v="110" actId="207"/>
        <pc:sldMkLst>
          <pc:docMk/>
          <pc:sldMk cId="216908218" sldId="2147481958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7:09.770" v="110" actId="207"/>
          <ac:graphicFrameMkLst>
            <pc:docMk/>
            <pc:sldMk cId="216908218" sldId="2147481958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309422038" sldId="2147481959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309422038" sldId="2147481959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3979644057" sldId="2147481961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3979644057" sldId="2147481961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3:00.565" v="34" actId="207"/>
        <pc:sldMkLst>
          <pc:docMk/>
          <pc:sldMk cId="3019991654" sldId="2147481963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3:00.565" v="34" actId="207"/>
          <ac:graphicFrameMkLst>
            <pc:docMk/>
            <pc:sldMk cId="3019991654" sldId="214748196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7:13.345" v="112" actId="207"/>
        <pc:sldMkLst>
          <pc:docMk/>
          <pc:sldMk cId="1836933339" sldId="2147481967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7:13.345" v="112" actId="207"/>
          <ac:graphicFrameMkLst>
            <pc:docMk/>
            <pc:sldMk cId="1836933339" sldId="2147481967"/>
            <ac:graphicFrameMk id="2" creationId="{7AEF2CFF-477B-47DA-8339-6D17E423C98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120050373" sldId="2147481971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120050373" sldId="214748197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2437512027" sldId="2147481974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2437512027" sldId="2147481974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3944531596" sldId="2147481982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3944531596" sldId="2147481982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2039431435" sldId="2147481998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2039431435" sldId="2147481998"/>
            <ac:graphicFrameMk id="19" creationId="{6372799A-6D2F-CAB9-A28D-9AE207E27A5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8:30.454" v="127" actId="207"/>
        <pc:sldMkLst>
          <pc:docMk/>
          <pc:sldMk cId="1581856275" sldId="2147482000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8:30.454" v="127" actId="207"/>
          <ac:graphicFrameMkLst>
            <pc:docMk/>
            <pc:sldMk cId="1581856275" sldId="2147482000"/>
            <ac:graphicFrameMk id="19" creationId="{4485889C-7C23-1E44-3F44-63DAC7688EA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8:39.408" v="129" actId="207"/>
        <pc:sldMkLst>
          <pc:docMk/>
          <pc:sldMk cId="918579543" sldId="2147482001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8:39.408" v="129" actId="207"/>
          <ac:graphicFrameMkLst>
            <pc:docMk/>
            <pc:sldMk cId="918579543" sldId="2147482001"/>
            <ac:graphicFrameMk id="19" creationId="{74A97E53-4B3E-7B1D-6455-30F66AF12773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8:44.423" v="131" actId="207"/>
        <pc:sldMkLst>
          <pc:docMk/>
          <pc:sldMk cId="312166392" sldId="2147482002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8:44.423" v="131" actId="207"/>
          <ac:graphicFrameMkLst>
            <pc:docMk/>
            <pc:sldMk cId="312166392" sldId="2147482002"/>
            <ac:graphicFrameMk id="19" creationId="{54728183-150A-36AF-E666-2145F7FF281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523953427" sldId="2147482003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523953427" sldId="2147482003"/>
            <ac:graphicFrameMk id="19" creationId="{19848739-F2DD-2D37-126B-F820F44BF33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3544279689" sldId="2147482010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3544279689" sldId="214748201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7:11.736" v="111" actId="207"/>
        <pc:sldMkLst>
          <pc:docMk/>
          <pc:sldMk cId="2187038781" sldId="2147482019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7:11.736" v="111" actId="207"/>
          <ac:graphicFrameMkLst>
            <pc:docMk/>
            <pc:sldMk cId="2187038781" sldId="214748201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5:26.876" v="78" actId="207"/>
        <pc:sldMkLst>
          <pc:docMk/>
          <pc:sldMk cId="1840780179" sldId="2147482020"/>
        </pc:sldMkLst>
        <pc:spChg chg="mod">
          <ac:chgData name="정재호(JAEHO JUNG)[jaehojung]/책임/제조DX.제조DX솔루션.롤맵기술팀" userId="29b24f60-0f7d-44b1-87d1-3e99704a1396" providerId="ADAL" clId="{2639A56E-5977-44A5-A6B6-B03622BD9AAD}" dt="2025-11-18T02:45:26.876" v="78" actId="207"/>
          <ac:spMkLst>
            <pc:docMk/>
            <pc:sldMk cId="1840780179" sldId="2147482020"/>
            <ac:spMk id="24" creationId="{9E88BCD6-65AC-474C-9E19-A37722C332DC}"/>
          </ac:spMkLst>
        </pc:spChg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1840780179" sldId="2147482020"/>
            <ac:graphicFrameMk id="23" creationId="{5C18F150-F800-4366-B81F-1DDA815C713E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3413456565" sldId="2147482030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3413456565" sldId="2147482030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6:07.908" v="92" actId="207"/>
        <pc:sldMkLst>
          <pc:docMk/>
          <pc:sldMk cId="863012316" sldId="2147482046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6:07.908" v="92" actId="207"/>
          <ac:graphicFrameMkLst>
            <pc:docMk/>
            <pc:sldMk cId="863012316" sldId="2147482046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6:31.173" v="94" actId="207"/>
        <pc:sldMkLst>
          <pc:docMk/>
          <pc:sldMk cId="3422623579" sldId="2147482052"/>
        </pc:sldMkLst>
        <pc:spChg chg="mod">
          <ac:chgData name="정재호(JAEHO JUNG)[jaehojung]/책임/제조DX.제조DX솔루션.롤맵기술팀" userId="29b24f60-0f7d-44b1-87d1-3e99704a1396" providerId="ADAL" clId="{2639A56E-5977-44A5-A6B6-B03622BD9AAD}" dt="2025-11-18T02:46:31.173" v="94" actId="207"/>
          <ac:spMkLst>
            <pc:docMk/>
            <pc:sldMk cId="3422623579" sldId="2147482052"/>
            <ac:spMk id="5" creationId="{6BC9B294-291A-D23F-C381-45EA6FDC28AB}"/>
          </ac:spMkLst>
        </pc:sp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8:21.236" v="124" actId="207"/>
        <pc:sldMkLst>
          <pc:docMk/>
          <pc:sldMk cId="2384569951" sldId="2147482053"/>
        </pc:sldMkLst>
        <pc:graphicFrameChg chg="modGraphic">
          <ac:chgData name="정재호(JAEHO JUNG)[jaehojung]/책임/제조DX.제조DX솔루션.롤맵기술팀" userId="29b24f60-0f7d-44b1-87d1-3e99704a1396" providerId="ADAL" clId="{2639A56E-5977-44A5-A6B6-B03622BD9AAD}" dt="2025-11-18T02:48:21.236" v="124" actId="207"/>
          <ac:graphicFrameMkLst>
            <pc:docMk/>
            <pc:sldMk cId="2384569951" sldId="214748205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6:37.923" v="95" actId="207"/>
        <pc:sldMkLst>
          <pc:docMk/>
          <pc:sldMk cId="3572448725" sldId="2147482058"/>
        </pc:sldMkLst>
        <pc:spChg chg="mod">
          <ac:chgData name="정재호(JAEHO JUNG)[jaehojung]/책임/제조DX.제조DX솔루션.롤맵기술팀" userId="29b24f60-0f7d-44b1-87d1-3e99704a1396" providerId="ADAL" clId="{2639A56E-5977-44A5-A6B6-B03622BD9AAD}" dt="2025-11-18T02:46:37.923" v="95" actId="207"/>
          <ac:spMkLst>
            <pc:docMk/>
            <pc:sldMk cId="3572448725" sldId="2147482058"/>
            <ac:spMk id="20" creationId="{BB178E88-B809-4A0C-AEDB-08EDDEFC3101}"/>
          </ac:spMkLst>
        </pc:sp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2:32.392" v="22" actId="207"/>
        <pc:sldMkLst>
          <pc:docMk/>
          <pc:sldMk cId="2781412765" sldId="2147482059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2:32.392" v="22" actId="207"/>
          <ac:graphicFrameMkLst>
            <pc:docMk/>
            <pc:sldMk cId="2781412765" sldId="2147482059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7:39.861" v="117" actId="207"/>
        <pc:sldMkLst>
          <pc:docMk/>
          <pc:sldMk cId="122266075" sldId="2147482060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7:39.861" v="117" actId="207"/>
          <ac:graphicFrameMkLst>
            <pc:docMk/>
            <pc:sldMk cId="122266075" sldId="214748206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1403505765" sldId="2147482062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1403505765" sldId="2147482062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3206166957" sldId="2147482063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3206166957" sldId="214748206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525295630" sldId="2147482064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525295630" sldId="214748206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7:59.001" v="119" actId="207"/>
        <pc:sldMkLst>
          <pc:docMk/>
          <pc:sldMk cId="710661984" sldId="2147482065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7:59.001" v="119" actId="207"/>
          <ac:graphicFrameMkLst>
            <pc:docMk/>
            <pc:sldMk cId="710661984" sldId="2147482065"/>
            <ac:graphicFrameMk id="27" creationId="{C0FBC9B7-527F-49F4-9D3C-676F45B49387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2510186531" sldId="2147482066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2510186531" sldId="214748206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906537507" sldId="2147482067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906537507" sldId="2147482067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2:54.048" v="31" actId="207"/>
        <pc:sldMkLst>
          <pc:docMk/>
          <pc:sldMk cId="3052076470" sldId="2147482071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2:54.048" v="31" actId="207"/>
          <ac:graphicFrameMkLst>
            <pc:docMk/>
            <pc:sldMk cId="3052076470" sldId="2147482071"/>
            <ac:graphicFrameMk id="11" creationId="{C66F9B45-D343-4DF8-ABA9-D48571FAC96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2065805413" sldId="2147482074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2065805413" sldId="214748207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3379836515" sldId="2147482076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3379836515" sldId="214748207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7.173" v="11" actId="207"/>
        <pc:sldMkLst>
          <pc:docMk/>
          <pc:sldMk cId="681262127" sldId="2147482091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1:57.173" v="11" actId="207"/>
          <ac:graphicFrameMkLst>
            <pc:docMk/>
            <pc:sldMk cId="681262127" sldId="214748209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3:33.095" v="44" actId="207"/>
        <pc:sldMkLst>
          <pc:docMk/>
          <pc:sldMk cId="645500483" sldId="2147482092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3:33.095" v="44" actId="207"/>
          <ac:graphicFrameMkLst>
            <pc:docMk/>
            <pc:sldMk cId="645500483" sldId="2147482092"/>
            <ac:graphicFrameMk id="2" creationId="{AA655E7B-33D1-41F9-B470-4F20832661EB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3:27.908" v="42" actId="207"/>
        <pc:sldMkLst>
          <pc:docMk/>
          <pc:sldMk cId="1623035640" sldId="2147482093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3:27.908" v="42" actId="207"/>
          <ac:graphicFrameMkLst>
            <pc:docMk/>
            <pc:sldMk cId="1623035640" sldId="2147482093"/>
            <ac:graphicFrameMk id="3" creationId="{688BD945-555D-E069-F619-02973A6A481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3:35.673" v="45" actId="207"/>
        <pc:sldMkLst>
          <pc:docMk/>
          <pc:sldMk cId="1480914234" sldId="2147482094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3:35.673" v="45" actId="207"/>
          <ac:graphicFrameMkLst>
            <pc:docMk/>
            <pc:sldMk cId="1480914234" sldId="2147482094"/>
            <ac:graphicFrameMk id="2" creationId="{BF944F8E-1F62-4F7E-B1C6-632F29AA10B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3:04.799" v="35" actId="207"/>
        <pc:sldMkLst>
          <pc:docMk/>
          <pc:sldMk cId="2069960929" sldId="2147482097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3:04.799" v="35" actId="207"/>
          <ac:graphicFrameMkLst>
            <pc:docMk/>
            <pc:sldMk cId="2069960929" sldId="2147482097"/>
            <ac:graphicFrameMk id="2" creationId="{534EE123-7406-4F16-AB1D-7380FC4446F3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2:51.428" v="30" actId="207"/>
        <pc:sldMkLst>
          <pc:docMk/>
          <pc:sldMk cId="1159326832" sldId="2147482102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2:51.428" v="30" actId="207"/>
          <ac:graphicFrameMkLst>
            <pc:docMk/>
            <pc:sldMk cId="1159326832" sldId="2147482102"/>
            <ac:graphicFrameMk id="3" creationId="{FD6B18E8-DEC2-01A8-175D-70F1A4B3682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4004658893" sldId="2147482110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4004658893" sldId="214748211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1578263784" sldId="2147482114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1578263784" sldId="214748211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6:41.767" v="96" actId="207"/>
        <pc:sldMkLst>
          <pc:docMk/>
          <pc:sldMk cId="1843005666" sldId="2147482119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6:41.767" v="96" actId="207"/>
          <ac:graphicFrameMkLst>
            <pc:docMk/>
            <pc:sldMk cId="1843005666" sldId="214748211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6:47.080" v="99" actId="207"/>
        <pc:sldMkLst>
          <pc:docMk/>
          <pc:sldMk cId="1631578392" sldId="2147482120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6:47.080" v="99" actId="207"/>
          <ac:graphicFrameMkLst>
            <pc:docMk/>
            <pc:sldMk cId="1631578392" sldId="214748212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3164116880" sldId="2147482121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3164116880" sldId="214748212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6:49.738" v="100" actId="207"/>
        <pc:sldMkLst>
          <pc:docMk/>
          <pc:sldMk cId="199823846" sldId="2147482123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6:49.738" v="100" actId="207"/>
          <ac:graphicFrameMkLst>
            <pc:docMk/>
            <pc:sldMk cId="199823846" sldId="214748212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7:17.697" v="113" actId="207"/>
        <pc:sldMkLst>
          <pc:docMk/>
          <pc:sldMk cId="1017769001" sldId="2147482124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7:17.697" v="113" actId="207"/>
          <ac:graphicFrameMkLst>
            <pc:docMk/>
            <pc:sldMk cId="1017769001" sldId="214748212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8:10.002" v="122" actId="207"/>
        <pc:sldMkLst>
          <pc:docMk/>
          <pc:sldMk cId="2878646389" sldId="2147482127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8:10.002" v="122" actId="207"/>
          <ac:graphicFrameMkLst>
            <pc:docMk/>
            <pc:sldMk cId="2878646389" sldId="2147482127"/>
            <ac:graphicFrameMk id="24" creationId="{CB1E1DE9-356B-4185-A911-636EBB59988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8:16.502" v="123" actId="207"/>
        <pc:sldMkLst>
          <pc:docMk/>
          <pc:sldMk cId="3645708370" sldId="2147482131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8:16.502" v="123" actId="207"/>
          <ac:graphicFrameMkLst>
            <pc:docMk/>
            <pc:sldMk cId="3645708370" sldId="214748213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2637692209" sldId="2147482139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2637692209" sldId="214748213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3:30.501" v="43" actId="207"/>
        <pc:sldMkLst>
          <pc:docMk/>
          <pc:sldMk cId="24529797" sldId="2147482142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3:30.501" v="43" actId="207"/>
          <ac:graphicFrameMkLst>
            <pc:docMk/>
            <pc:sldMk cId="24529797" sldId="2147482142"/>
            <ac:graphicFrameMk id="3" creationId="{688BD945-555D-E069-F619-02973A6A481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622379998" sldId="2147482147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622379998" sldId="2147482147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3:44.095" v="47" actId="207"/>
        <pc:sldMkLst>
          <pc:docMk/>
          <pc:sldMk cId="4216273303" sldId="2147482152"/>
        </pc:sldMkLst>
        <pc:graphicFrameChg chg="modGraphic">
          <ac:chgData name="정재호(JAEHO JUNG)[jaehojung]/책임/제조DX.제조DX솔루션.롤맵기술팀" userId="29b24f60-0f7d-44b1-87d1-3e99704a1396" providerId="ADAL" clId="{2639A56E-5977-44A5-A6B6-B03622BD9AAD}" dt="2025-11-18T02:43:44.095" v="47" actId="207"/>
          <ac:graphicFrameMkLst>
            <pc:docMk/>
            <pc:sldMk cId="4216273303" sldId="2147482152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3:48.814" v="49" actId="207"/>
        <pc:sldMkLst>
          <pc:docMk/>
          <pc:sldMk cId="1357361098" sldId="2147482154"/>
        </pc:sldMkLst>
        <pc:graphicFrameChg chg="modGraphic">
          <ac:chgData name="정재호(JAEHO JUNG)[jaehojung]/책임/제조DX.제조DX솔루션.롤맵기술팀" userId="29b24f60-0f7d-44b1-87d1-3e99704a1396" providerId="ADAL" clId="{2639A56E-5977-44A5-A6B6-B03622BD9AAD}" dt="2025-11-18T02:43:48.814" v="49" actId="207"/>
          <ac:graphicFrameMkLst>
            <pc:docMk/>
            <pc:sldMk cId="1357361098" sldId="2147482154"/>
            <ac:graphicFrameMk id="22" creationId="{800175D4-D7D2-4E39-BE37-BF38446744A7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3:51.126" v="50" actId="207"/>
        <pc:sldMkLst>
          <pc:docMk/>
          <pc:sldMk cId="2756542074" sldId="2147482155"/>
        </pc:sldMkLst>
        <pc:graphicFrameChg chg="modGraphic">
          <ac:chgData name="정재호(JAEHO JUNG)[jaehojung]/책임/제조DX.제조DX솔루션.롤맵기술팀" userId="29b24f60-0f7d-44b1-87d1-3e99704a1396" providerId="ADAL" clId="{2639A56E-5977-44A5-A6B6-B03622BD9AAD}" dt="2025-11-18T02:43:51.126" v="50" actId="207"/>
          <ac:graphicFrameMkLst>
            <pc:docMk/>
            <pc:sldMk cId="2756542074" sldId="2147482155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3:56.048" v="52" actId="207"/>
        <pc:sldMkLst>
          <pc:docMk/>
          <pc:sldMk cId="1270712381" sldId="2147482157"/>
        </pc:sldMkLst>
        <pc:graphicFrameChg chg="modGraphic">
          <ac:chgData name="정재호(JAEHO JUNG)[jaehojung]/책임/제조DX.제조DX솔루션.롤맵기술팀" userId="29b24f60-0f7d-44b1-87d1-3e99704a1396" providerId="ADAL" clId="{2639A56E-5977-44A5-A6B6-B03622BD9AAD}" dt="2025-11-18T02:43:56.048" v="52" actId="207"/>
          <ac:graphicFrameMkLst>
            <pc:docMk/>
            <pc:sldMk cId="1270712381" sldId="2147482157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4:00.079" v="54" actId="207"/>
        <pc:sldMkLst>
          <pc:docMk/>
          <pc:sldMk cId="3468524003" sldId="2147482158"/>
        </pc:sldMkLst>
        <pc:graphicFrameChg chg="modGraphic">
          <ac:chgData name="정재호(JAEHO JUNG)[jaehojung]/책임/제조DX.제조DX솔루션.롤맵기술팀" userId="29b24f60-0f7d-44b1-87d1-3e99704a1396" providerId="ADAL" clId="{2639A56E-5977-44A5-A6B6-B03622BD9AAD}" dt="2025-11-18T02:44:00.079" v="54" actId="207"/>
          <ac:graphicFrameMkLst>
            <pc:docMk/>
            <pc:sldMk cId="3468524003" sldId="2147482158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4:02.658" v="55" actId="207"/>
        <pc:sldMkLst>
          <pc:docMk/>
          <pc:sldMk cId="3982393149" sldId="2147482159"/>
        </pc:sldMkLst>
        <pc:graphicFrameChg chg="modGraphic">
          <ac:chgData name="정재호(JAEHO JUNG)[jaehojung]/책임/제조DX.제조DX솔루션.롤맵기술팀" userId="29b24f60-0f7d-44b1-87d1-3e99704a1396" providerId="ADAL" clId="{2639A56E-5977-44A5-A6B6-B03622BD9AAD}" dt="2025-11-18T02:44:02.658" v="55" actId="207"/>
          <ac:graphicFrameMkLst>
            <pc:docMk/>
            <pc:sldMk cId="3982393149" sldId="2147482159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2:22.173" v="18" actId="207"/>
        <pc:sldMkLst>
          <pc:docMk/>
          <pc:sldMk cId="2212638310" sldId="2147482164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2:22.173" v="18" actId="207"/>
          <ac:graphicFrameMkLst>
            <pc:docMk/>
            <pc:sldMk cId="2212638310" sldId="214748216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8:05.408" v="121" actId="207"/>
        <pc:sldMkLst>
          <pc:docMk/>
          <pc:sldMk cId="1009432166" sldId="2147482165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8:05.408" v="121" actId="207"/>
          <ac:graphicFrameMkLst>
            <pc:docMk/>
            <pc:sldMk cId="1009432166" sldId="2147482165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2657352785" sldId="2147482166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2657352785" sldId="2147482166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8:36.580" v="128" actId="207"/>
        <pc:sldMkLst>
          <pc:docMk/>
          <pc:sldMk cId="316395411" sldId="2147482169"/>
        </pc:sldMkLst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8:36.580" v="128" actId="207"/>
          <ac:graphicFrameMkLst>
            <pc:docMk/>
            <pc:sldMk cId="316395411" sldId="2147482169"/>
            <ac:graphicFrameMk id="19" creationId="{4485889C-7C23-1E44-3F44-63DAC7688EA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1:52.335" v="10"/>
        <pc:sldMkLst>
          <pc:docMk/>
          <pc:sldMk cId="1233649719" sldId="2147482170"/>
        </pc:sldMkLst>
        <pc:graphicFrameChg chg="mod">
          <ac:chgData name="정재호(JAEHO JUNG)[jaehojung]/책임/제조DX.제조DX솔루션.롤맵기술팀" userId="29b24f60-0f7d-44b1-87d1-3e99704a1396" providerId="ADAL" clId="{2639A56E-5977-44A5-A6B6-B03622BD9AAD}" dt="2025-11-18T02:41:52.335" v="10"/>
          <ac:graphicFrameMkLst>
            <pc:docMk/>
            <pc:sldMk cId="1233649719" sldId="214748217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2639A56E-5977-44A5-A6B6-B03622BD9AAD}" dt="2025-11-18T02:47:01.553" v="107" actId="207"/>
        <pc:sldMkLst>
          <pc:docMk/>
          <pc:sldMk cId="2449185649" sldId="2147482171"/>
        </pc:sldMkLst>
        <pc:spChg chg="mod">
          <ac:chgData name="정재호(JAEHO JUNG)[jaehojung]/책임/제조DX.제조DX솔루션.롤맵기술팀" userId="29b24f60-0f7d-44b1-87d1-3e99704a1396" providerId="ADAL" clId="{2639A56E-5977-44A5-A6B6-B03622BD9AAD}" dt="2025-11-18T02:47:01.553" v="107" actId="207"/>
          <ac:spMkLst>
            <pc:docMk/>
            <pc:sldMk cId="2449185649" sldId="2147482171"/>
            <ac:spMk id="46" creationId="{FC3B12BE-4589-4397-8B71-019FF34AA35E}"/>
          </ac:spMkLst>
        </pc:spChg>
        <pc:graphicFrameChg chg="mod modGraphic">
          <ac:chgData name="정재호(JAEHO JUNG)[jaehojung]/책임/제조DX.제조DX솔루션.롤맵기술팀" userId="29b24f60-0f7d-44b1-87d1-3e99704a1396" providerId="ADAL" clId="{2639A56E-5977-44A5-A6B6-B03622BD9AAD}" dt="2025-11-18T02:46:56.611" v="103" actId="207"/>
          <ac:graphicFrameMkLst>
            <pc:docMk/>
            <pc:sldMk cId="2449185649" sldId="2147482171"/>
            <ac:graphicFrameMk id="19" creationId="{3E86696F-E35A-4B06-9B46-63A4A6A986C1}"/>
          </ac:graphicFrameMkLst>
        </pc:graphicFrameChg>
      </pc:sldChg>
      <pc:sldMasterChg chg="modSp">
        <pc:chgData name="정재호(JAEHO JUNG)[jaehojung]/책임/제조DX.제조DX솔루션.롤맵기술팀" userId="29b24f60-0f7d-44b1-87d1-3e99704a1396" providerId="ADAL" clId="{2639A56E-5977-44A5-A6B6-B03622BD9AAD}" dt="2025-11-18T02:49:02.970" v="133" actId="20577"/>
        <pc:sldMasterMkLst>
          <pc:docMk/>
          <pc:sldMasterMk cId="2856474258" sldId="2147483926"/>
        </pc:sldMasterMkLst>
        <pc:spChg chg="mod">
          <ac:chgData name="정재호(JAEHO JUNG)[jaehojung]/책임/제조DX.제조DX솔루션.롤맵기술팀" userId="29b24f60-0f7d-44b1-87d1-3e99704a1396" providerId="ADAL" clId="{2639A56E-5977-44A5-A6B6-B03622BD9AAD}" dt="2025-11-18T02:49:02.970" v="133" actId="20577"/>
          <ac:spMkLst>
            <pc:docMk/>
            <pc:sldMasterMk cId="2856474258" sldId="2147483926"/>
            <ac:spMk id="3" creationId="{00000000-0000-0000-0000-000000000000}"/>
          </ac:spMkLst>
        </pc:spChg>
      </pc:sldMasterChg>
    </pc:docChg>
  </pc:docChgLst>
  <pc:docChgLst>
    <pc:chgData name="박종현(JONG HYUN PARK)[parkjonghyun]/책임/제조DX.제조DX솔루션.셀추적기술팀" userId="f3b7f3d1-27b9-4933-be47-7180105e3d2e" providerId="ADAL" clId="{58614A36-B620-48F6-917C-8C5CD4A2F69A}"/>
    <pc:docChg chg="custSel modSld">
      <pc:chgData name="박종현(JONG HYUN PARK)[parkjonghyun]/책임/제조DX.제조DX솔루션.셀추적기술팀" userId="f3b7f3d1-27b9-4933-be47-7180105e3d2e" providerId="ADAL" clId="{58614A36-B620-48F6-917C-8C5CD4A2F69A}" dt="2025-10-21T06:57:24.247" v="5" actId="478"/>
      <pc:docMkLst>
        <pc:docMk/>
      </pc:docMkLst>
    </pc:docChg>
  </pc:docChgLst>
  <pc:docChgLst>
    <pc:chgData name="홍진표(JINPYO HONG)[jphong30]/사원/제조DX.제조DX솔루션.데이터통합분석팀" userId="e81a1c56-9779-419d-942e-8803f0d0cdcc" providerId="ADAL" clId="{7CFC67F7-51A0-4857-BBC5-11C5B676EC7E}"/>
    <pc:docChg chg="custSel addSld delSld modSld modSection">
      <pc:chgData name="홍진표(JINPYO HONG)[jphong30]/사원/제조DX.제조DX솔루션.데이터통합분석팀" userId="e81a1c56-9779-419d-942e-8803f0d0cdcc" providerId="ADAL" clId="{7CFC67F7-51A0-4857-BBC5-11C5B676EC7E}" dt="2025-12-16T08:58:12.342" v="358" actId="1076"/>
      <pc:docMkLst>
        <pc:docMk/>
      </pc:docMkLst>
      <pc:sldChg chg="del">
        <pc:chgData name="홍진표(JINPYO HONG)[jphong30]/사원/제조DX.제조DX솔루션.데이터통합분석팀" userId="e81a1c56-9779-419d-942e-8803f0d0cdcc" providerId="ADAL" clId="{7CFC67F7-51A0-4857-BBC5-11C5B676EC7E}" dt="2025-12-16T07:47:00.831" v="3" actId="47"/>
        <pc:sldMkLst>
          <pc:docMk/>
          <pc:sldMk cId="3645708370" sldId="2147482131"/>
        </pc:sldMkLst>
      </pc:sldChg>
      <pc:sldChg chg="addSp delSp modSp add mod">
        <pc:chgData name="홍진표(JINPYO HONG)[jphong30]/사원/제조DX.제조DX솔루션.데이터통합분석팀" userId="e81a1c56-9779-419d-942e-8803f0d0cdcc" providerId="ADAL" clId="{7CFC67F7-51A0-4857-BBC5-11C5B676EC7E}" dt="2025-12-16T08:58:12.342" v="358" actId="1076"/>
        <pc:sldMkLst>
          <pc:docMk/>
          <pc:sldMk cId="1808525341" sldId="2147482189"/>
        </pc:sldMkLst>
        <pc:spChg chg="del">
          <ac:chgData name="홍진표(JINPYO HONG)[jphong30]/사원/제조DX.제조DX솔루션.데이터통합분석팀" userId="e81a1c56-9779-419d-942e-8803f0d0cdcc" providerId="ADAL" clId="{7CFC67F7-51A0-4857-BBC5-11C5B676EC7E}" dt="2025-12-16T07:46:29.072" v="1" actId="478"/>
          <ac:spMkLst>
            <pc:docMk/>
            <pc:sldMk cId="1808525341" sldId="2147482189"/>
            <ac:spMk id="2" creationId="{8F986569-BAF9-62C4-E947-BB9DC7838488}"/>
          </ac:spMkLst>
        </pc:spChg>
        <pc:spChg chg="add mod">
          <ac:chgData name="홍진표(JINPYO HONG)[jphong30]/사원/제조DX.제조DX솔루션.데이터통합분석팀" userId="e81a1c56-9779-419d-942e-8803f0d0cdcc" providerId="ADAL" clId="{7CFC67F7-51A0-4857-BBC5-11C5B676EC7E}" dt="2025-12-16T07:46:29.383" v="2"/>
          <ac:spMkLst>
            <pc:docMk/>
            <pc:sldMk cId="1808525341" sldId="2147482189"/>
            <ac:spMk id="4" creationId="{30ECCF35-3B91-1CB8-F821-9D6296E69FA5}"/>
          </ac:spMkLst>
        </pc:spChg>
        <pc:spChg chg="del">
          <ac:chgData name="홍진표(JINPYO HONG)[jphong30]/사원/제조DX.제조DX솔루션.데이터통합분석팀" userId="e81a1c56-9779-419d-942e-8803f0d0cdcc" providerId="ADAL" clId="{7CFC67F7-51A0-4857-BBC5-11C5B676EC7E}" dt="2025-12-16T07:46:29.072" v="1" actId="478"/>
          <ac:spMkLst>
            <pc:docMk/>
            <pc:sldMk cId="1808525341" sldId="2147482189"/>
            <ac:spMk id="5" creationId="{708A6887-4366-7F7E-F196-81FADA6436A1}"/>
          </ac:spMkLst>
        </pc:spChg>
        <pc:spChg chg="add mod">
          <ac:chgData name="홍진표(JINPYO HONG)[jphong30]/사원/제조DX.제조DX솔루션.데이터통합분석팀" userId="e81a1c56-9779-419d-942e-8803f0d0cdcc" providerId="ADAL" clId="{7CFC67F7-51A0-4857-BBC5-11C5B676EC7E}" dt="2025-12-16T07:46:29.383" v="2"/>
          <ac:spMkLst>
            <pc:docMk/>
            <pc:sldMk cId="1808525341" sldId="2147482189"/>
            <ac:spMk id="6" creationId="{671AE94E-5794-4FE7-6BE2-0B3904942EBA}"/>
          </ac:spMkLst>
        </pc:spChg>
        <pc:spChg chg="add mod">
          <ac:chgData name="홍진표(JINPYO HONG)[jphong30]/사원/제조DX.제조DX솔루션.데이터통합분석팀" userId="e81a1c56-9779-419d-942e-8803f0d0cdcc" providerId="ADAL" clId="{7CFC67F7-51A0-4857-BBC5-11C5B676EC7E}" dt="2025-12-16T07:46:29.383" v="2"/>
          <ac:spMkLst>
            <pc:docMk/>
            <pc:sldMk cId="1808525341" sldId="2147482189"/>
            <ac:spMk id="8" creationId="{7F050327-330F-E525-24E5-5DF0E99B52AA}"/>
          </ac:spMkLst>
        </pc:spChg>
        <pc:spChg chg="del">
          <ac:chgData name="홍진표(JINPYO HONG)[jphong30]/사원/제조DX.제조DX솔루션.데이터통합분석팀" userId="e81a1c56-9779-419d-942e-8803f0d0cdcc" providerId="ADAL" clId="{7CFC67F7-51A0-4857-BBC5-11C5B676EC7E}" dt="2025-12-16T07:46:29.072" v="1" actId="478"/>
          <ac:spMkLst>
            <pc:docMk/>
            <pc:sldMk cId="1808525341" sldId="2147482189"/>
            <ac:spMk id="10" creationId="{00000000-0000-0000-0000-000000000000}"/>
          </ac:spMkLst>
        </pc:spChg>
        <pc:spChg chg="del">
          <ac:chgData name="홍진표(JINPYO HONG)[jphong30]/사원/제조DX.제조DX솔루션.데이터통합분석팀" userId="e81a1c56-9779-419d-942e-8803f0d0cdcc" providerId="ADAL" clId="{7CFC67F7-51A0-4857-BBC5-11C5B676EC7E}" dt="2025-12-16T07:46:29.072" v="1" actId="478"/>
          <ac:spMkLst>
            <pc:docMk/>
            <pc:sldMk cId="1808525341" sldId="2147482189"/>
            <ac:spMk id="11" creationId="{86227DEB-244F-40D9-A14B-935F021B9AFB}"/>
          </ac:spMkLst>
        </pc:spChg>
        <pc:spChg chg="add mod">
          <ac:chgData name="홍진표(JINPYO HONG)[jphong30]/사원/제조DX.제조DX솔루션.데이터통합분석팀" userId="e81a1c56-9779-419d-942e-8803f0d0cdcc" providerId="ADAL" clId="{7CFC67F7-51A0-4857-BBC5-11C5B676EC7E}" dt="2025-12-16T07:46:29.383" v="2"/>
          <ac:spMkLst>
            <pc:docMk/>
            <pc:sldMk cId="1808525341" sldId="2147482189"/>
            <ac:spMk id="12" creationId="{43EB6D95-174D-4FFC-E685-7A1FF2E9062A}"/>
          </ac:spMkLst>
        </pc:spChg>
        <pc:spChg chg="add mod">
          <ac:chgData name="홍진표(JINPYO HONG)[jphong30]/사원/제조DX.제조DX솔루션.데이터통합분석팀" userId="e81a1c56-9779-419d-942e-8803f0d0cdcc" providerId="ADAL" clId="{7CFC67F7-51A0-4857-BBC5-11C5B676EC7E}" dt="2025-12-16T07:46:29.383" v="2"/>
          <ac:spMkLst>
            <pc:docMk/>
            <pc:sldMk cId="1808525341" sldId="2147482189"/>
            <ac:spMk id="13" creationId="{32D5A668-0D1F-0945-B533-81787F868D32}"/>
          </ac:spMkLst>
        </pc:spChg>
        <pc:spChg chg="add mod">
          <ac:chgData name="홍진표(JINPYO HONG)[jphong30]/사원/제조DX.제조DX솔루션.데이터통합분석팀" userId="e81a1c56-9779-419d-942e-8803f0d0cdcc" providerId="ADAL" clId="{7CFC67F7-51A0-4857-BBC5-11C5B676EC7E}" dt="2025-12-16T07:46:29.383" v="2"/>
          <ac:spMkLst>
            <pc:docMk/>
            <pc:sldMk cId="1808525341" sldId="2147482189"/>
            <ac:spMk id="14" creationId="{84350E66-C722-93A0-74B7-361A41D38339}"/>
          </ac:spMkLst>
        </pc:spChg>
        <pc:spChg chg="del">
          <ac:chgData name="홍진표(JINPYO HONG)[jphong30]/사원/제조DX.제조DX솔루션.데이터통합분석팀" userId="e81a1c56-9779-419d-942e-8803f0d0cdcc" providerId="ADAL" clId="{7CFC67F7-51A0-4857-BBC5-11C5B676EC7E}" dt="2025-12-16T07:46:29.072" v="1" actId="478"/>
          <ac:spMkLst>
            <pc:docMk/>
            <pc:sldMk cId="1808525341" sldId="2147482189"/>
            <ac:spMk id="15" creationId="{8E391BC0-C457-46D9-9F5D-B0CCBEECB401}"/>
          </ac:spMkLst>
        </pc:spChg>
        <pc:spChg chg="add mod">
          <ac:chgData name="홍진표(JINPYO HONG)[jphong30]/사원/제조DX.제조DX솔루션.데이터통합분석팀" userId="e81a1c56-9779-419d-942e-8803f0d0cdcc" providerId="ADAL" clId="{7CFC67F7-51A0-4857-BBC5-11C5B676EC7E}" dt="2025-12-16T07:46:29.383" v="2"/>
          <ac:spMkLst>
            <pc:docMk/>
            <pc:sldMk cId="1808525341" sldId="2147482189"/>
            <ac:spMk id="17" creationId="{7A8F2A56-B1FE-5061-FB42-FF62486A2D33}"/>
          </ac:spMkLst>
        </pc:spChg>
        <pc:spChg chg="del">
          <ac:chgData name="홍진표(JINPYO HONG)[jphong30]/사원/제조DX.제조DX솔루션.데이터통합분석팀" userId="e81a1c56-9779-419d-942e-8803f0d0cdcc" providerId="ADAL" clId="{7CFC67F7-51A0-4857-BBC5-11C5B676EC7E}" dt="2025-12-16T07:46:29.072" v="1" actId="478"/>
          <ac:spMkLst>
            <pc:docMk/>
            <pc:sldMk cId="1808525341" sldId="2147482189"/>
            <ac:spMk id="20" creationId="{9A943D5B-9DAB-440C-9830-8F02AACBD9D0}"/>
          </ac:spMkLst>
        </pc:spChg>
        <pc:spChg chg="add mod">
          <ac:chgData name="홍진표(JINPYO HONG)[jphong30]/사원/제조DX.제조DX솔루션.데이터통합분석팀" userId="e81a1c56-9779-419d-942e-8803f0d0cdcc" providerId="ADAL" clId="{7CFC67F7-51A0-4857-BBC5-11C5B676EC7E}" dt="2025-12-16T07:46:29.383" v="2"/>
          <ac:spMkLst>
            <pc:docMk/>
            <pc:sldMk cId="1808525341" sldId="2147482189"/>
            <ac:spMk id="21" creationId="{99FD8850-317A-1FAE-F270-EBC900CE31CE}"/>
          </ac:spMkLst>
        </pc:spChg>
        <pc:spChg chg="del">
          <ac:chgData name="홍진표(JINPYO HONG)[jphong30]/사원/제조DX.제조DX솔루션.데이터통합분석팀" userId="e81a1c56-9779-419d-942e-8803f0d0cdcc" providerId="ADAL" clId="{7CFC67F7-51A0-4857-BBC5-11C5B676EC7E}" dt="2025-12-16T07:46:29.072" v="1" actId="478"/>
          <ac:spMkLst>
            <pc:docMk/>
            <pc:sldMk cId="1808525341" sldId="2147482189"/>
            <ac:spMk id="22" creationId="{F592E2B5-65B0-436D-B284-7DEF00833C16}"/>
          </ac:spMkLst>
        </pc:spChg>
        <pc:spChg chg="del">
          <ac:chgData name="홍진표(JINPYO HONG)[jphong30]/사원/제조DX.제조DX솔루션.데이터통합분석팀" userId="e81a1c56-9779-419d-942e-8803f0d0cdcc" providerId="ADAL" clId="{7CFC67F7-51A0-4857-BBC5-11C5B676EC7E}" dt="2025-12-16T07:46:29.072" v="1" actId="478"/>
          <ac:spMkLst>
            <pc:docMk/>
            <pc:sldMk cId="1808525341" sldId="2147482189"/>
            <ac:spMk id="23" creationId="{81EA1582-8437-4637-8A10-F9F050F0645A}"/>
          </ac:spMkLst>
        </pc:spChg>
        <pc:graphicFrameChg chg="del">
          <ac:chgData name="홍진표(JINPYO HONG)[jphong30]/사원/제조DX.제조DX솔루션.데이터통합분석팀" userId="e81a1c56-9779-419d-942e-8803f0d0cdcc" providerId="ADAL" clId="{7CFC67F7-51A0-4857-BBC5-11C5B676EC7E}" dt="2025-12-16T07:46:29.072" v="1" actId="478"/>
          <ac:graphicFrameMkLst>
            <pc:docMk/>
            <pc:sldMk cId="1808525341" sldId="2147482189"/>
            <ac:graphicFrameMk id="3" creationId="{090EB11C-65C4-4DC4-B22B-11D34605F4E2}"/>
          </ac:graphicFrameMkLst>
        </pc:graphicFrameChg>
        <pc:graphicFrameChg chg="add mod modGraphic">
          <ac:chgData name="홍진표(JINPYO HONG)[jphong30]/사원/제조DX.제조DX솔루션.데이터통합분석팀" userId="e81a1c56-9779-419d-942e-8803f0d0cdcc" providerId="ADAL" clId="{7CFC67F7-51A0-4857-BBC5-11C5B676EC7E}" dt="2025-12-16T08:58:09.711" v="357" actId="20577"/>
          <ac:graphicFrameMkLst>
            <pc:docMk/>
            <pc:sldMk cId="1808525341" sldId="2147482189"/>
            <ac:graphicFrameMk id="7" creationId="{226A00FA-A5AC-7760-DA02-D66970800823}"/>
          </ac:graphicFrameMkLst>
        </pc:graphicFrameChg>
        <pc:graphicFrameChg chg="add mod">
          <ac:chgData name="홍진표(JINPYO HONG)[jphong30]/사원/제조DX.제조DX솔루션.데이터통합분석팀" userId="e81a1c56-9779-419d-942e-8803f0d0cdcc" providerId="ADAL" clId="{7CFC67F7-51A0-4857-BBC5-11C5B676EC7E}" dt="2025-12-16T07:46:29.383" v="2"/>
          <ac:graphicFrameMkLst>
            <pc:docMk/>
            <pc:sldMk cId="1808525341" sldId="2147482189"/>
            <ac:graphicFrameMk id="9" creationId="{0965437A-A2B9-8A39-046D-C590D65079CB}"/>
          </ac:graphicFrameMkLst>
        </pc:graphicFrameChg>
        <pc:graphicFrameChg chg="del">
          <ac:chgData name="홍진표(JINPYO HONG)[jphong30]/사원/제조DX.제조DX솔루션.데이터통합분석팀" userId="e81a1c56-9779-419d-942e-8803f0d0cdcc" providerId="ADAL" clId="{7CFC67F7-51A0-4857-BBC5-11C5B676EC7E}" dt="2025-12-16T07:46:29.072" v="1" actId="478"/>
          <ac:graphicFrameMkLst>
            <pc:docMk/>
            <pc:sldMk cId="1808525341" sldId="2147482189"/>
            <ac:graphicFrameMk id="16" creationId="{859EBE2E-4A91-4CBB-BB78-8322FFA6D403}"/>
          </ac:graphicFrameMkLst>
        </pc:graphicFrameChg>
        <pc:graphicFrameChg chg="add mod">
          <ac:chgData name="홍진표(JINPYO HONG)[jphong30]/사원/제조DX.제조DX솔루션.데이터통합분석팀" userId="e81a1c56-9779-419d-942e-8803f0d0cdcc" providerId="ADAL" clId="{7CFC67F7-51A0-4857-BBC5-11C5B676EC7E}" dt="2025-12-16T08:58:12.342" v="358" actId="1076"/>
          <ac:graphicFrameMkLst>
            <pc:docMk/>
            <pc:sldMk cId="1808525341" sldId="2147482189"/>
            <ac:graphicFrameMk id="18" creationId="{6C9AA077-FE86-15F5-5DB8-C1BE73F5B36E}"/>
          </ac:graphicFrameMkLst>
        </pc:graphicFrameChg>
        <pc:graphicFrameChg chg="del">
          <ac:chgData name="홍진표(JINPYO HONG)[jphong30]/사원/제조DX.제조DX솔루션.데이터통합분석팀" userId="e81a1c56-9779-419d-942e-8803f0d0cdcc" providerId="ADAL" clId="{7CFC67F7-51A0-4857-BBC5-11C5B676EC7E}" dt="2025-12-16T07:46:29.072" v="1" actId="478"/>
          <ac:graphicFrameMkLst>
            <pc:docMk/>
            <pc:sldMk cId="1808525341" sldId="2147482189"/>
            <ac:graphicFrameMk id="19" creationId="{3E86696F-E35A-4B06-9B46-63A4A6A986C1}"/>
          </ac:graphicFrameMkLst>
        </pc:graphicFrameChg>
      </pc:sldChg>
    </pc:docChg>
  </pc:docChgLst>
  <pc:docChgLst>
    <pc:chgData name="김지원(JIWON KIM)[jiwonkim]/사원/제조DX.제조DX솔루션.롤맵기술팀" userId="943d6483-24ce-443d-b7b2-0672c51f7cc5" providerId="ADAL" clId="{C4615A6B-6BA6-42D4-A50A-1CCC727EF629}"/>
    <pc:docChg chg="undo custSel modSld">
      <pc:chgData name="김지원(JIWON KIM)[jiwonkim]/사원/제조DX.제조DX솔루션.롤맵기술팀" userId="943d6483-24ce-443d-b7b2-0672c51f7cc5" providerId="ADAL" clId="{C4615A6B-6BA6-42D4-A50A-1CCC727EF629}" dt="2025-12-16T05:18:55.132" v="2128" actId="20577"/>
      <pc:docMkLst>
        <pc:docMk/>
      </pc:docMkLst>
      <pc:sldChg chg="delSp modSp mod">
        <pc:chgData name="김지원(JIWON KIM)[jiwonkim]/사원/제조DX.제조DX솔루션.롤맵기술팀" userId="943d6483-24ce-443d-b7b2-0672c51f7cc5" providerId="ADAL" clId="{C4615A6B-6BA6-42D4-A50A-1CCC727EF629}" dt="2025-12-16T05:08:18.646" v="1549" actId="14100"/>
        <pc:sldMkLst>
          <pc:docMk/>
          <pc:sldMk cId="1214419362" sldId="2147481924"/>
        </pc:sldMkLst>
        <pc:spChg chg="del">
          <ac:chgData name="김지원(JIWON KIM)[jiwonkim]/사원/제조DX.제조DX솔루션.롤맵기술팀" userId="943d6483-24ce-443d-b7b2-0672c51f7cc5" providerId="ADAL" clId="{C4615A6B-6BA6-42D4-A50A-1CCC727EF629}" dt="2025-12-16T05:06:48.589" v="1438" actId="478"/>
          <ac:spMkLst>
            <pc:docMk/>
            <pc:sldMk cId="1214419362" sldId="2147481924"/>
            <ac:spMk id="11" creationId="{AE614CC6-AC8B-4EAF-96C4-64B57F2B6F1D}"/>
          </ac:spMkLst>
        </pc:spChg>
        <pc:spChg chg="mod">
          <ac:chgData name="김지원(JIWON KIM)[jiwonkim]/사원/제조DX.제조DX솔루션.롤맵기술팀" userId="943d6483-24ce-443d-b7b2-0672c51f7cc5" providerId="ADAL" clId="{C4615A6B-6BA6-42D4-A50A-1CCC727EF629}" dt="2025-12-16T05:07:42.551" v="1523" actId="20577"/>
          <ac:spMkLst>
            <pc:docMk/>
            <pc:sldMk cId="1214419362" sldId="2147481924"/>
            <ac:spMk id="18" creationId="{72943F47-EAEA-4391-A2BC-C7C33A8E8CFD}"/>
          </ac:spMkLst>
        </pc:spChg>
        <pc:spChg chg="mod">
          <ac:chgData name="김지원(JIWON KIM)[jiwonkim]/사원/제조DX.제조DX솔루션.롤맵기술팀" userId="943d6483-24ce-443d-b7b2-0672c51f7cc5" providerId="ADAL" clId="{C4615A6B-6BA6-42D4-A50A-1CCC727EF629}" dt="2025-12-16T05:07:48.228" v="1548" actId="20577"/>
          <ac:spMkLst>
            <pc:docMk/>
            <pc:sldMk cId="1214419362" sldId="2147481924"/>
            <ac:spMk id="19" creationId="{1CE4A1AF-5D49-43F9-9F31-E88EAE372D41}"/>
          </ac:spMkLst>
        </pc:spChg>
        <pc:graphicFrameChg chg="mod modGraphic">
          <ac:chgData name="김지원(JIWON KIM)[jiwonkim]/사원/제조DX.제조DX솔루션.롤맵기술팀" userId="943d6483-24ce-443d-b7b2-0672c51f7cc5" providerId="ADAL" clId="{C4615A6B-6BA6-42D4-A50A-1CCC727EF629}" dt="2025-12-16T05:07:35.128" v="1521" actId="20577"/>
          <ac:graphicFrameMkLst>
            <pc:docMk/>
            <pc:sldMk cId="1214419362" sldId="2147481924"/>
            <ac:graphicFrameMk id="3" creationId="{3E86696F-E35A-4B06-9B46-63A4A6A986C1}"/>
          </ac:graphicFrameMkLst>
        </pc:graphicFrameChg>
        <pc:picChg chg="mod">
          <ac:chgData name="김지원(JIWON KIM)[jiwonkim]/사원/제조DX.제조DX솔루션.롤맵기술팀" userId="943d6483-24ce-443d-b7b2-0672c51f7cc5" providerId="ADAL" clId="{C4615A6B-6BA6-42D4-A50A-1CCC727EF629}" dt="2025-12-16T05:08:18.646" v="1549" actId="14100"/>
          <ac:picMkLst>
            <pc:docMk/>
            <pc:sldMk cId="1214419362" sldId="2147481924"/>
            <ac:picMk id="7" creationId="{51179735-0357-691B-3C06-6012039AC5CF}"/>
          </ac:picMkLst>
        </pc:picChg>
      </pc:sldChg>
      <pc:sldChg chg="delSp modSp mod">
        <pc:chgData name="김지원(JIWON KIM)[jiwonkim]/사원/제조DX.제조DX솔루션.롤맵기술팀" userId="943d6483-24ce-443d-b7b2-0672c51f7cc5" providerId="ADAL" clId="{C4615A6B-6BA6-42D4-A50A-1CCC727EF629}" dt="2025-12-16T05:18:55.132" v="2128" actId="20577"/>
        <pc:sldMkLst>
          <pc:docMk/>
          <pc:sldMk cId="662252130" sldId="2147481925"/>
        </pc:sldMkLst>
        <pc:spChg chg="del mod">
          <ac:chgData name="김지원(JIWON KIM)[jiwonkim]/사원/제조DX.제조DX솔루션.롤맵기술팀" userId="943d6483-24ce-443d-b7b2-0672c51f7cc5" providerId="ADAL" clId="{C4615A6B-6BA6-42D4-A50A-1CCC727EF629}" dt="2025-12-16T05:11:28.968" v="1570" actId="478"/>
          <ac:spMkLst>
            <pc:docMk/>
            <pc:sldMk cId="662252130" sldId="2147481925"/>
            <ac:spMk id="17" creationId="{F85E78B0-6960-4A53-8D82-5C5BFFA3D8F2}"/>
          </ac:spMkLst>
        </pc:spChg>
        <pc:spChg chg="mod">
          <ac:chgData name="김지원(JIWON KIM)[jiwonkim]/사원/제조DX.제조DX솔루션.롤맵기술팀" userId="943d6483-24ce-443d-b7b2-0672c51f7cc5" providerId="ADAL" clId="{C4615A6B-6BA6-42D4-A50A-1CCC727EF629}" dt="2025-12-16T05:09:41.596" v="1564" actId="20577"/>
          <ac:spMkLst>
            <pc:docMk/>
            <pc:sldMk cId="662252130" sldId="2147481925"/>
            <ac:spMk id="18" creationId="{72943F47-EAEA-4391-A2BC-C7C33A8E8CFD}"/>
          </ac:spMkLst>
        </pc:spChg>
        <pc:spChg chg="mod">
          <ac:chgData name="김지원(JIWON KIM)[jiwonkim]/사원/제조DX.제조DX솔루션.롤맵기술팀" userId="943d6483-24ce-443d-b7b2-0672c51f7cc5" providerId="ADAL" clId="{C4615A6B-6BA6-42D4-A50A-1CCC727EF629}" dt="2025-12-16T05:09:38.152" v="1563" actId="20577"/>
          <ac:spMkLst>
            <pc:docMk/>
            <pc:sldMk cId="662252130" sldId="2147481925"/>
            <ac:spMk id="19" creationId="{1CE4A1AF-5D49-43F9-9F31-E88EAE372D41}"/>
          </ac:spMkLst>
        </pc:spChg>
        <pc:graphicFrameChg chg="mod modGraphic">
          <ac:chgData name="김지원(JIWON KIM)[jiwonkim]/사원/제조DX.제조DX솔루션.롤맵기술팀" userId="943d6483-24ce-443d-b7b2-0672c51f7cc5" providerId="ADAL" clId="{C4615A6B-6BA6-42D4-A50A-1CCC727EF629}" dt="2025-12-16T05:18:55.132" v="2128" actId="20577"/>
          <ac:graphicFrameMkLst>
            <pc:docMk/>
            <pc:sldMk cId="662252130" sldId="2147481925"/>
            <ac:graphicFrameMk id="3" creationId="{3E86696F-E35A-4B06-9B46-63A4A6A986C1}"/>
          </ac:graphicFrameMkLst>
        </pc:graphicFrameChg>
      </pc:sldChg>
      <pc:sldChg chg="modSp mod">
        <pc:chgData name="김지원(JIWON KIM)[jiwonkim]/사원/제조DX.제조DX솔루션.롤맵기술팀" userId="943d6483-24ce-443d-b7b2-0672c51f7cc5" providerId="ADAL" clId="{C4615A6B-6BA6-42D4-A50A-1CCC727EF629}" dt="2025-12-16T04:06:20.293" v="1095" actId="20577"/>
        <pc:sldMkLst>
          <pc:docMk/>
          <pc:sldMk cId="3218446010" sldId="2147481940"/>
        </pc:sldMkLst>
        <pc:spChg chg="mod">
          <ac:chgData name="김지원(JIWON KIM)[jiwonkim]/사원/제조DX.제조DX솔루션.롤맵기술팀" userId="943d6483-24ce-443d-b7b2-0672c51f7cc5" providerId="ADAL" clId="{C4615A6B-6BA6-42D4-A50A-1CCC727EF629}" dt="2025-12-16T02:01:59.979" v="3" actId="20577"/>
          <ac:spMkLst>
            <pc:docMk/>
            <pc:sldMk cId="3218446010" sldId="2147481940"/>
            <ac:spMk id="27" creationId="{5AA3DAD0-268A-41C0-9009-DCF8DDB56C9A}"/>
          </ac:spMkLst>
        </pc:spChg>
        <pc:spChg chg="mod">
          <ac:chgData name="김지원(JIWON KIM)[jiwonkim]/사원/제조DX.제조DX솔루션.롤맵기술팀" userId="943d6483-24ce-443d-b7b2-0672c51f7cc5" providerId="ADAL" clId="{C4615A6B-6BA6-42D4-A50A-1CCC727EF629}" dt="2025-12-16T02:01:56.391" v="1" actId="20577"/>
          <ac:spMkLst>
            <pc:docMk/>
            <pc:sldMk cId="3218446010" sldId="2147481940"/>
            <ac:spMk id="28" creationId="{823C6CAA-FC35-4FA6-AFC6-BC3AADE3FFD5}"/>
          </ac:spMkLst>
        </pc:spChg>
        <pc:graphicFrameChg chg="modGraphic">
          <ac:chgData name="김지원(JIWON KIM)[jiwonkim]/사원/제조DX.제조DX솔루션.롤맵기술팀" userId="943d6483-24ce-443d-b7b2-0672c51f7cc5" providerId="ADAL" clId="{C4615A6B-6BA6-42D4-A50A-1CCC727EF629}" dt="2025-12-16T04:06:20.293" v="1095" actId="20577"/>
          <ac:graphicFrameMkLst>
            <pc:docMk/>
            <pc:sldMk cId="3218446010" sldId="2147481940"/>
            <ac:graphicFrameMk id="18" creationId="{BAF0B2EF-E0A9-4EBE-8B41-8BAD7EC3E9EB}"/>
          </ac:graphicFrameMkLst>
        </pc:graphicFrameChg>
      </pc:sldChg>
      <pc:sldChg chg="addSp delSp modSp mod">
        <pc:chgData name="김지원(JIWON KIM)[jiwonkim]/사원/제조DX.제조DX솔루션.롤맵기술팀" userId="943d6483-24ce-443d-b7b2-0672c51f7cc5" providerId="ADAL" clId="{C4615A6B-6BA6-42D4-A50A-1CCC727EF629}" dt="2025-12-16T04:06:41.786" v="1097"/>
        <pc:sldMkLst>
          <pc:docMk/>
          <pc:sldMk cId="719476191" sldId="2147482153"/>
        </pc:sldMkLst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2.952" v="1079" actId="478"/>
          <ac:spMkLst>
            <pc:docMk/>
            <pc:sldMk cId="719476191" sldId="2147482153"/>
            <ac:spMk id="4" creationId="{41A72320-5A99-6C17-826E-B0C1A748206B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2.952" v="1079" actId="478"/>
          <ac:spMkLst>
            <pc:docMk/>
            <pc:sldMk cId="719476191" sldId="2147482153"/>
            <ac:spMk id="5" creationId="{C8E5370A-60BD-0C3A-E29A-135FEBBC156D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2.952" v="1079" actId="478"/>
          <ac:spMkLst>
            <pc:docMk/>
            <pc:sldMk cId="719476191" sldId="2147482153"/>
            <ac:spMk id="6" creationId="{FA34D67A-CC4A-D522-974E-7AB46077CC42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2.952" v="1079" actId="478"/>
          <ac:spMkLst>
            <pc:docMk/>
            <pc:sldMk cId="719476191" sldId="2147482153"/>
            <ac:spMk id="7" creationId="{A83EF400-76FC-EE26-E000-AF71336A87E1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2.952" v="1079" actId="478"/>
          <ac:spMkLst>
            <pc:docMk/>
            <pc:sldMk cId="719476191" sldId="2147482153"/>
            <ac:spMk id="8" creationId="{4390409E-360A-D596-B19F-00341B5047AA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2.952" v="1079" actId="478"/>
          <ac:spMkLst>
            <pc:docMk/>
            <pc:sldMk cId="719476191" sldId="2147482153"/>
            <ac:spMk id="9" creationId="{6F42C578-4B62-3471-38E4-917666479F9A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2.952" v="1079" actId="478"/>
          <ac:spMkLst>
            <pc:docMk/>
            <pc:sldMk cId="719476191" sldId="2147482153"/>
            <ac:spMk id="10" creationId="{47F1165F-730A-DA15-1411-DD51488228E5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2.952" v="1079" actId="478"/>
          <ac:spMkLst>
            <pc:docMk/>
            <pc:sldMk cId="719476191" sldId="2147482153"/>
            <ac:spMk id="11" creationId="{95FFF464-09E6-233A-CC38-CEC28549D216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2.952" v="1079" actId="478"/>
          <ac:spMkLst>
            <pc:docMk/>
            <pc:sldMk cId="719476191" sldId="2147482153"/>
            <ac:spMk id="12" creationId="{3D131615-8758-05B1-05EA-4049D38611D9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2.952" v="1079" actId="478"/>
          <ac:spMkLst>
            <pc:docMk/>
            <pc:sldMk cId="719476191" sldId="2147482153"/>
            <ac:spMk id="13" creationId="{D6507E95-22F7-3657-05E8-B6AD92E14BB6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2.952" v="1079" actId="478"/>
          <ac:spMkLst>
            <pc:docMk/>
            <pc:sldMk cId="719476191" sldId="2147482153"/>
            <ac:spMk id="14" creationId="{15FC4943-E05B-10BB-A71D-9486148B00F5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2.952" v="1079" actId="478"/>
          <ac:spMkLst>
            <pc:docMk/>
            <pc:sldMk cId="719476191" sldId="2147482153"/>
            <ac:spMk id="15" creationId="{E82ED31F-CD2F-8B75-5765-D6E48476E075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49.361" v="35" actId="478"/>
          <ac:spMkLst>
            <pc:docMk/>
            <pc:sldMk cId="719476191" sldId="2147482153"/>
            <ac:spMk id="17" creationId="{51DC163B-C718-EBED-CCDD-3BFAC3DFE1B0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49.361" v="35" actId="478"/>
          <ac:spMkLst>
            <pc:docMk/>
            <pc:sldMk cId="719476191" sldId="2147482153"/>
            <ac:spMk id="18" creationId="{F09FD9B2-5935-0478-0B9A-9E488F346569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49.361" v="35" actId="478"/>
          <ac:spMkLst>
            <pc:docMk/>
            <pc:sldMk cId="719476191" sldId="2147482153"/>
            <ac:spMk id="19" creationId="{62F4E034-8996-C2D2-00CE-EFCEBA854C22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49.361" v="35" actId="478"/>
          <ac:spMkLst>
            <pc:docMk/>
            <pc:sldMk cId="719476191" sldId="2147482153"/>
            <ac:spMk id="20" creationId="{7289ABBD-ABF0-28D6-3019-DE65DDDF38FE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49.361" v="35" actId="478"/>
          <ac:spMkLst>
            <pc:docMk/>
            <pc:sldMk cId="719476191" sldId="2147482153"/>
            <ac:spMk id="21" creationId="{F445C106-7B2D-0763-A478-DC54E10ED527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49.361" v="35" actId="478"/>
          <ac:spMkLst>
            <pc:docMk/>
            <pc:sldMk cId="719476191" sldId="2147482153"/>
            <ac:spMk id="22" creationId="{A2292426-EE03-B49B-E162-2F7EAC16949C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49.361" v="35" actId="478"/>
          <ac:spMkLst>
            <pc:docMk/>
            <pc:sldMk cId="719476191" sldId="2147482153"/>
            <ac:spMk id="23" creationId="{0E192E3E-B72D-34D7-7A98-AB5EA58BEBB9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49.361" v="35" actId="478"/>
          <ac:spMkLst>
            <pc:docMk/>
            <pc:sldMk cId="719476191" sldId="2147482153"/>
            <ac:spMk id="24" creationId="{1FBE578A-80B6-DEF2-9ADA-5470A7DAE4CC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49.361" v="35" actId="478"/>
          <ac:spMkLst>
            <pc:docMk/>
            <pc:sldMk cId="719476191" sldId="2147482153"/>
            <ac:spMk id="25" creationId="{DD9F9689-5ACE-4699-05C1-DD646DB652C7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49.361" v="35" actId="478"/>
          <ac:spMkLst>
            <pc:docMk/>
            <pc:sldMk cId="719476191" sldId="2147482153"/>
            <ac:spMk id="26" creationId="{EC8D1422-9FBD-460C-6164-9BB7C8210147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49.361" v="35" actId="478"/>
          <ac:spMkLst>
            <pc:docMk/>
            <pc:sldMk cId="719476191" sldId="2147482153"/>
            <ac:spMk id="27" creationId="{9811B3C4-9470-99FB-9E69-01DA72EEC54D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49.361" v="35" actId="478"/>
          <ac:spMkLst>
            <pc:docMk/>
            <pc:sldMk cId="719476191" sldId="2147482153"/>
            <ac:spMk id="28" creationId="{27852E35-998A-E106-000F-2534AC745C47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41.486" v="1096" actId="478"/>
          <ac:spMkLst>
            <pc:docMk/>
            <pc:sldMk cId="719476191" sldId="2147482153"/>
            <ac:spMk id="31" creationId="{59CD23E1-4BF6-D989-062E-5D4114B50179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41.486" v="1096" actId="478"/>
          <ac:spMkLst>
            <pc:docMk/>
            <pc:sldMk cId="719476191" sldId="2147482153"/>
            <ac:spMk id="32" creationId="{1E27D006-D1A1-9FFF-31B3-F636296D397F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41.486" v="1096" actId="478"/>
          <ac:spMkLst>
            <pc:docMk/>
            <pc:sldMk cId="719476191" sldId="2147482153"/>
            <ac:spMk id="33" creationId="{22B0D91E-953A-A425-46DB-FB34B4F8305E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41.486" v="1096" actId="478"/>
          <ac:spMkLst>
            <pc:docMk/>
            <pc:sldMk cId="719476191" sldId="2147482153"/>
            <ac:spMk id="34" creationId="{002E06F7-17DB-FEAD-B99F-2514B5053804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41.486" v="1096" actId="478"/>
          <ac:spMkLst>
            <pc:docMk/>
            <pc:sldMk cId="719476191" sldId="2147482153"/>
            <ac:spMk id="35" creationId="{53441AD6-4962-416C-EB78-AF6A438B2EE3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41.486" v="1096" actId="478"/>
          <ac:spMkLst>
            <pc:docMk/>
            <pc:sldMk cId="719476191" sldId="2147482153"/>
            <ac:spMk id="36" creationId="{5ACA5F7F-C80D-C1AE-29D2-520B402CE305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41.486" v="1096" actId="478"/>
          <ac:spMkLst>
            <pc:docMk/>
            <pc:sldMk cId="719476191" sldId="2147482153"/>
            <ac:spMk id="37" creationId="{3986570F-6D37-6139-DE2A-6AF25D52E340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41.486" v="1096" actId="478"/>
          <ac:spMkLst>
            <pc:docMk/>
            <pc:sldMk cId="719476191" sldId="2147482153"/>
            <ac:spMk id="38" creationId="{17FF2E0E-ED67-6F0B-C9E9-D0CD9D06B3F3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41.486" v="1096" actId="478"/>
          <ac:spMkLst>
            <pc:docMk/>
            <pc:sldMk cId="719476191" sldId="2147482153"/>
            <ac:spMk id="39" creationId="{9AE1A2A7-290E-2DFC-6F1B-407333FD8889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41.486" v="1096" actId="478"/>
          <ac:spMkLst>
            <pc:docMk/>
            <pc:sldMk cId="719476191" sldId="2147482153"/>
            <ac:spMk id="40" creationId="{AEE3A75A-DE47-BBDE-918D-15B7D70C589B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41.486" v="1096" actId="478"/>
          <ac:spMkLst>
            <pc:docMk/>
            <pc:sldMk cId="719476191" sldId="2147482153"/>
            <ac:spMk id="41" creationId="{7FE1D671-02EF-CD92-AB46-41DD7D8A948C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41.486" v="1096" actId="478"/>
          <ac:spMkLst>
            <pc:docMk/>
            <pc:sldMk cId="719476191" sldId="2147482153"/>
            <ac:spMk id="42" creationId="{A383FC8C-E29D-A77D-2F09-D7A1CB52202C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41.786" v="1097"/>
          <ac:spMkLst>
            <pc:docMk/>
            <pc:sldMk cId="719476191" sldId="2147482153"/>
            <ac:spMk id="44" creationId="{AA9A20EB-001D-50C2-F3A1-AB64A432E8B2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41.786" v="1097"/>
          <ac:spMkLst>
            <pc:docMk/>
            <pc:sldMk cId="719476191" sldId="2147482153"/>
            <ac:spMk id="45" creationId="{971F37D6-695F-7BCC-65E0-4340651C122F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41.786" v="1097"/>
          <ac:spMkLst>
            <pc:docMk/>
            <pc:sldMk cId="719476191" sldId="2147482153"/>
            <ac:spMk id="46" creationId="{C25738BC-484F-5FDF-FCB6-25B2733DCCCA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41.786" v="1097"/>
          <ac:spMkLst>
            <pc:docMk/>
            <pc:sldMk cId="719476191" sldId="2147482153"/>
            <ac:spMk id="47" creationId="{1E1F3A84-B32D-5499-7357-741AC120BE43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41.786" v="1097"/>
          <ac:spMkLst>
            <pc:docMk/>
            <pc:sldMk cId="719476191" sldId="2147482153"/>
            <ac:spMk id="48" creationId="{0F8D70EF-E9E7-B966-B1D3-2F5AD0B9197F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41.786" v="1097"/>
          <ac:spMkLst>
            <pc:docMk/>
            <pc:sldMk cId="719476191" sldId="2147482153"/>
            <ac:spMk id="49" creationId="{A2309617-BCF5-07F9-42CF-9C310BA223D2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41.786" v="1097"/>
          <ac:spMkLst>
            <pc:docMk/>
            <pc:sldMk cId="719476191" sldId="2147482153"/>
            <ac:spMk id="50" creationId="{CBBCF7F4-128A-DB08-037A-A6CD52D9EC75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41.786" v="1097"/>
          <ac:spMkLst>
            <pc:docMk/>
            <pc:sldMk cId="719476191" sldId="2147482153"/>
            <ac:spMk id="51" creationId="{7A3B7D2A-F89F-677A-F218-7BFD1B3AFA13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41.786" v="1097"/>
          <ac:spMkLst>
            <pc:docMk/>
            <pc:sldMk cId="719476191" sldId="2147482153"/>
            <ac:spMk id="52" creationId="{D1B55520-BE3F-C24A-8E05-F70357898AF4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41.786" v="1097"/>
          <ac:spMkLst>
            <pc:docMk/>
            <pc:sldMk cId="719476191" sldId="2147482153"/>
            <ac:spMk id="53" creationId="{A77B2292-120F-50B7-F20B-FE6E85A02C7E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41.786" v="1097"/>
          <ac:spMkLst>
            <pc:docMk/>
            <pc:sldMk cId="719476191" sldId="2147482153"/>
            <ac:spMk id="54" creationId="{2B59E032-95D9-CA7B-A652-90B57DA430DE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41.786" v="1097"/>
          <ac:spMkLst>
            <pc:docMk/>
            <pc:sldMk cId="719476191" sldId="2147482153"/>
            <ac:spMk id="55" creationId="{241786B7-559F-5CE9-90A5-C33C0121915D}"/>
          </ac:spMkLst>
        </pc:spChg>
        <pc:graphicFrameChg chg="add del mod">
          <ac:chgData name="김지원(JIWON KIM)[jiwonkim]/사원/제조DX.제조DX솔루션.롤맵기술팀" userId="943d6483-24ce-443d-b7b2-0672c51f7cc5" providerId="ADAL" clId="{C4615A6B-6BA6-42D4-A50A-1CCC727EF629}" dt="2025-12-16T04:05:22.952" v="1079" actId="478"/>
          <ac:graphicFrameMkLst>
            <pc:docMk/>
            <pc:sldMk cId="719476191" sldId="2147482153"/>
            <ac:graphicFrameMk id="3" creationId="{28367F22-3E37-E98E-D198-535DC1213A1E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C4615A6B-6BA6-42D4-A50A-1CCC727EF629}" dt="2025-12-16T02:21:49.361" v="35" actId="478"/>
          <ac:graphicFrameMkLst>
            <pc:docMk/>
            <pc:sldMk cId="719476191" sldId="2147482153"/>
            <ac:graphicFrameMk id="16" creationId="{7D721578-E29B-1908-F5C8-865F5E8CB423}"/>
          </ac:graphicFrameMkLst>
        </pc:graphicFrameChg>
        <pc:graphicFrameChg chg="add del mod">
          <ac:chgData name="김지원(JIWON KIM)[jiwonkim]/사원/제조DX.제조DX솔루션.롤맵기술팀" userId="943d6483-24ce-443d-b7b2-0672c51f7cc5" providerId="ADAL" clId="{C4615A6B-6BA6-42D4-A50A-1CCC727EF629}" dt="2025-12-16T04:06:41.486" v="1096" actId="478"/>
          <ac:graphicFrameMkLst>
            <pc:docMk/>
            <pc:sldMk cId="719476191" sldId="2147482153"/>
            <ac:graphicFrameMk id="29" creationId="{1099DA78-FE19-4BAC-22C6-0F1508EE5611}"/>
          </ac:graphicFrameMkLst>
        </pc:graphicFrameChg>
        <pc:graphicFrameChg chg="add mod">
          <ac:chgData name="김지원(JIWON KIM)[jiwonkim]/사원/제조DX.제조DX솔루션.롤맵기술팀" userId="943d6483-24ce-443d-b7b2-0672c51f7cc5" providerId="ADAL" clId="{C4615A6B-6BA6-42D4-A50A-1CCC727EF629}" dt="2025-12-16T04:06:41.786" v="1097"/>
          <ac:graphicFrameMkLst>
            <pc:docMk/>
            <pc:sldMk cId="719476191" sldId="2147482153"/>
            <ac:graphicFrameMk id="43" creationId="{D195382E-B745-7546-3648-DEE88079E7D6}"/>
          </ac:graphicFrameMkLst>
        </pc:graphicFrameChg>
      </pc:sldChg>
      <pc:sldChg chg="addSp delSp modSp mod">
        <pc:chgData name="김지원(JIWON KIM)[jiwonkim]/사원/제조DX.제조DX솔루션.롤맵기술팀" userId="943d6483-24ce-443d-b7b2-0672c51f7cc5" providerId="ADAL" clId="{C4615A6B-6BA6-42D4-A50A-1CCC727EF629}" dt="2025-12-16T04:06:46.529" v="1099"/>
        <pc:sldMkLst>
          <pc:docMk/>
          <pc:sldMk cId="1357361098" sldId="2147482154"/>
        </pc:sldMkLst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6.294" v="1081" actId="478"/>
          <ac:spMkLst>
            <pc:docMk/>
            <pc:sldMk cId="1357361098" sldId="2147482154"/>
            <ac:spMk id="4" creationId="{4DD4AD67-8CB6-49AC-2486-1F9D0459BDD0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6.294" v="1081" actId="478"/>
          <ac:spMkLst>
            <pc:docMk/>
            <pc:sldMk cId="1357361098" sldId="2147482154"/>
            <ac:spMk id="5" creationId="{C4AE7CB8-6A97-7394-8E92-4BE71DDD69CF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6.294" v="1081" actId="478"/>
          <ac:spMkLst>
            <pc:docMk/>
            <pc:sldMk cId="1357361098" sldId="2147482154"/>
            <ac:spMk id="6" creationId="{92B37DA9-B762-ABEF-779F-49EF14768792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6.294" v="1081" actId="478"/>
          <ac:spMkLst>
            <pc:docMk/>
            <pc:sldMk cId="1357361098" sldId="2147482154"/>
            <ac:spMk id="7" creationId="{6E0A039C-9947-8C45-9514-E8CF0CB18F6C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6.294" v="1081" actId="478"/>
          <ac:spMkLst>
            <pc:docMk/>
            <pc:sldMk cId="1357361098" sldId="2147482154"/>
            <ac:spMk id="8" creationId="{983AD3FD-F627-0665-EB40-8690D121C54A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6.294" v="1081" actId="478"/>
          <ac:spMkLst>
            <pc:docMk/>
            <pc:sldMk cId="1357361098" sldId="2147482154"/>
            <ac:spMk id="9" creationId="{6819AF92-73F9-5391-3D7F-7EB31E3B4A8B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6.294" v="1081" actId="478"/>
          <ac:spMkLst>
            <pc:docMk/>
            <pc:sldMk cId="1357361098" sldId="2147482154"/>
            <ac:spMk id="10" creationId="{8CF57BD5-DF3E-C9B3-2003-1FE278564E70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6.294" v="1081" actId="478"/>
          <ac:spMkLst>
            <pc:docMk/>
            <pc:sldMk cId="1357361098" sldId="2147482154"/>
            <ac:spMk id="11" creationId="{6E7594F9-30C0-2150-8EFC-7AAD5926EC5C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6.294" v="1081" actId="478"/>
          <ac:spMkLst>
            <pc:docMk/>
            <pc:sldMk cId="1357361098" sldId="2147482154"/>
            <ac:spMk id="12" creationId="{D3C0A993-0729-824B-4206-3D7E43F66C47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6.294" v="1081" actId="478"/>
          <ac:spMkLst>
            <pc:docMk/>
            <pc:sldMk cId="1357361098" sldId="2147482154"/>
            <ac:spMk id="13" creationId="{C00BA15A-85A9-A99F-773F-3C4F92A5C516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6.294" v="1081" actId="478"/>
          <ac:spMkLst>
            <pc:docMk/>
            <pc:sldMk cId="1357361098" sldId="2147482154"/>
            <ac:spMk id="14" creationId="{1F023C1C-00FA-4B2B-69D2-EDA8AC6763B2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6.294" v="1081" actId="478"/>
          <ac:spMkLst>
            <pc:docMk/>
            <pc:sldMk cId="1357361098" sldId="2147482154"/>
            <ac:spMk id="15" creationId="{D138E106-E3AC-B719-5CC1-05E7E755D583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52.681" v="37" actId="478"/>
          <ac:spMkLst>
            <pc:docMk/>
            <pc:sldMk cId="1357361098" sldId="2147482154"/>
            <ac:spMk id="17" creationId="{B7947523-821D-0A8A-4983-C454D5353A37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52.681" v="37" actId="478"/>
          <ac:spMkLst>
            <pc:docMk/>
            <pc:sldMk cId="1357361098" sldId="2147482154"/>
            <ac:spMk id="18" creationId="{63A6EAE6-75CD-9310-CDEC-44F3BFB4E546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52.681" v="37" actId="478"/>
          <ac:spMkLst>
            <pc:docMk/>
            <pc:sldMk cId="1357361098" sldId="2147482154"/>
            <ac:spMk id="19" creationId="{335D5B51-05A9-2972-5745-706F6CC4876D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52.681" v="37" actId="478"/>
          <ac:spMkLst>
            <pc:docMk/>
            <pc:sldMk cId="1357361098" sldId="2147482154"/>
            <ac:spMk id="20" creationId="{1CFBB128-20E9-121B-25FF-34A1E90FC00D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52.681" v="37" actId="478"/>
          <ac:spMkLst>
            <pc:docMk/>
            <pc:sldMk cId="1357361098" sldId="2147482154"/>
            <ac:spMk id="21" creationId="{07360B06-94C2-18A7-0D5D-FB10C2126B7F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52.681" v="37" actId="478"/>
          <ac:spMkLst>
            <pc:docMk/>
            <pc:sldMk cId="1357361098" sldId="2147482154"/>
            <ac:spMk id="23" creationId="{A83CA8DE-086E-755B-01AD-22415F5D7031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52.681" v="37" actId="478"/>
          <ac:spMkLst>
            <pc:docMk/>
            <pc:sldMk cId="1357361098" sldId="2147482154"/>
            <ac:spMk id="24" creationId="{0DE2CE4D-DF0B-12FC-DA6B-6E45C4436B99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52.681" v="37" actId="478"/>
          <ac:spMkLst>
            <pc:docMk/>
            <pc:sldMk cId="1357361098" sldId="2147482154"/>
            <ac:spMk id="25" creationId="{26BA74DF-CD83-BB1B-3B96-266139FDB973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52.681" v="37" actId="478"/>
          <ac:spMkLst>
            <pc:docMk/>
            <pc:sldMk cId="1357361098" sldId="2147482154"/>
            <ac:spMk id="26" creationId="{66CE0776-2949-B39E-3CB4-8347A0295E14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52.681" v="37" actId="478"/>
          <ac:spMkLst>
            <pc:docMk/>
            <pc:sldMk cId="1357361098" sldId="2147482154"/>
            <ac:spMk id="27" creationId="{24FB6AD2-160F-6B2F-4515-80742FFEC530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52.681" v="37" actId="478"/>
          <ac:spMkLst>
            <pc:docMk/>
            <pc:sldMk cId="1357361098" sldId="2147482154"/>
            <ac:spMk id="28" creationId="{F9BD432F-B379-8E61-CA47-F43CD5B501CC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52.681" v="37" actId="478"/>
          <ac:spMkLst>
            <pc:docMk/>
            <pc:sldMk cId="1357361098" sldId="2147482154"/>
            <ac:spMk id="29" creationId="{39ABAEF6-0FA0-5A65-8C15-FDEE5D1FB322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46.262" v="1098" actId="478"/>
          <ac:spMkLst>
            <pc:docMk/>
            <pc:sldMk cId="1357361098" sldId="2147482154"/>
            <ac:spMk id="31" creationId="{1B271D4A-0E58-9194-7E04-ED016297CC36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46.262" v="1098" actId="478"/>
          <ac:spMkLst>
            <pc:docMk/>
            <pc:sldMk cId="1357361098" sldId="2147482154"/>
            <ac:spMk id="32" creationId="{1483B415-E362-2AF4-4D11-CCA8954E92B1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46.262" v="1098" actId="478"/>
          <ac:spMkLst>
            <pc:docMk/>
            <pc:sldMk cId="1357361098" sldId="2147482154"/>
            <ac:spMk id="33" creationId="{3B6A2066-A22C-3496-19BE-13FE7D60C9F3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46.262" v="1098" actId="478"/>
          <ac:spMkLst>
            <pc:docMk/>
            <pc:sldMk cId="1357361098" sldId="2147482154"/>
            <ac:spMk id="34" creationId="{F39F2E1E-48D9-BE2A-29E9-B2E4B155D0CA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46.262" v="1098" actId="478"/>
          <ac:spMkLst>
            <pc:docMk/>
            <pc:sldMk cId="1357361098" sldId="2147482154"/>
            <ac:spMk id="35" creationId="{BB5ECA3D-0EB2-3EF0-7C18-885A5C7AAB5E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46.262" v="1098" actId="478"/>
          <ac:spMkLst>
            <pc:docMk/>
            <pc:sldMk cId="1357361098" sldId="2147482154"/>
            <ac:spMk id="36" creationId="{9EE73A4E-B452-BC73-2DCC-FC5E30685149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46.262" v="1098" actId="478"/>
          <ac:spMkLst>
            <pc:docMk/>
            <pc:sldMk cId="1357361098" sldId="2147482154"/>
            <ac:spMk id="37" creationId="{D68432A8-390B-F54E-84AC-500C793D5408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46.262" v="1098" actId="478"/>
          <ac:spMkLst>
            <pc:docMk/>
            <pc:sldMk cId="1357361098" sldId="2147482154"/>
            <ac:spMk id="38" creationId="{7A8E097B-DCCF-E53A-7E64-2AD6277C23A2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46.262" v="1098" actId="478"/>
          <ac:spMkLst>
            <pc:docMk/>
            <pc:sldMk cId="1357361098" sldId="2147482154"/>
            <ac:spMk id="39" creationId="{C5C8AB2A-1647-CA4D-A898-91F2E83775E0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46.262" v="1098" actId="478"/>
          <ac:spMkLst>
            <pc:docMk/>
            <pc:sldMk cId="1357361098" sldId="2147482154"/>
            <ac:spMk id="40" creationId="{14ADC169-3D8F-FAB4-827C-2205783FC0EC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46.262" v="1098" actId="478"/>
          <ac:spMkLst>
            <pc:docMk/>
            <pc:sldMk cId="1357361098" sldId="2147482154"/>
            <ac:spMk id="41" creationId="{4A9D904F-0B86-DCED-A3C6-A1DD5663CBD0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46.262" v="1098" actId="478"/>
          <ac:spMkLst>
            <pc:docMk/>
            <pc:sldMk cId="1357361098" sldId="2147482154"/>
            <ac:spMk id="42" creationId="{9BDFBE14-3338-BC3D-9DC1-6CC7898ACA96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46.529" v="1099"/>
          <ac:spMkLst>
            <pc:docMk/>
            <pc:sldMk cId="1357361098" sldId="2147482154"/>
            <ac:spMk id="44" creationId="{BDC77832-966F-75BE-625D-2A30E8A27017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46.529" v="1099"/>
          <ac:spMkLst>
            <pc:docMk/>
            <pc:sldMk cId="1357361098" sldId="2147482154"/>
            <ac:spMk id="45" creationId="{4A1D8AD0-9B57-9BBB-C364-2D756E3C5128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46.529" v="1099"/>
          <ac:spMkLst>
            <pc:docMk/>
            <pc:sldMk cId="1357361098" sldId="2147482154"/>
            <ac:spMk id="46" creationId="{A0F4E4E8-AB7E-7348-9772-A5DAD541791C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46.529" v="1099"/>
          <ac:spMkLst>
            <pc:docMk/>
            <pc:sldMk cId="1357361098" sldId="2147482154"/>
            <ac:spMk id="47" creationId="{297041CA-0C39-0CF4-EFE1-0B6D80DED4E8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46.529" v="1099"/>
          <ac:spMkLst>
            <pc:docMk/>
            <pc:sldMk cId="1357361098" sldId="2147482154"/>
            <ac:spMk id="48" creationId="{B2479C8E-6904-54A4-A536-E51911688601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46.529" v="1099"/>
          <ac:spMkLst>
            <pc:docMk/>
            <pc:sldMk cId="1357361098" sldId="2147482154"/>
            <ac:spMk id="49" creationId="{E6EDECFB-17DD-EDA6-7F7C-8AC1C71047CB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46.529" v="1099"/>
          <ac:spMkLst>
            <pc:docMk/>
            <pc:sldMk cId="1357361098" sldId="2147482154"/>
            <ac:spMk id="50" creationId="{A31E5D93-F757-0A09-594B-261875C30AE2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46.529" v="1099"/>
          <ac:spMkLst>
            <pc:docMk/>
            <pc:sldMk cId="1357361098" sldId="2147482154"/>
            <ac:spMk id="51" creationId="{56684C24-DD18-C8AF-E2BB-A976E3300579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46.529" v="1099"/>
          <ac:spMkLst>
            <pc:docMk/>
            <pc:sldMk cId="1357361098" sldId="2147482154"/>
            <ac:spMk id="52" creationId="{1F16BEF7-260B-E48F-245E-6F874DB9C8D5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46.529" v="1099"/>
          <ac:spMkLst>
            <pc:docMk/>
            <pc:sldMk cId="1357361098" sldId="2147482154"/>
            <ac:spMk id="53" creationId="{914CFFE6-8883-70D0-B69E-A2B7F4D7A7A6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46.529" v="1099"/>
          <ac:spMkLst>
            <pc:docMk/>
            <pc:sldMk cId="1357361098" sldId="2147482154"/>
            <ac:spMk id="54" creationId="{46DBF5BE-B36D-3F8C-D89A-54CB55CF357F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46.529" v="1099"/>
          <ac:spMkLst>
            <pc:docMk/>
            <pc:sldMk cId="1357361098" sldId="2147482154"/>
            <ac:spMk id="55" creationId="{C4110F83-3318-5515-4454-A11DC98B2A89}"/>
          </ac:spMkLst>
        </pc:spChg>
        <pc:graphicFrameChg chg="add del mod">
          <ac:chgData name="김지원(JIWON KIM)[jiwonkim]/사원/제조DX.제조DX솔루션.롤맵기술팀" userId="943d6483-24ce-443d-b7b2-0672c51f7cc5" providerId="ADAL" clId="{C4615A6B-6BA6-42D4-A50A-1CCC727EF629}" dt="2025-12-16T04:05:26.294" v="1081" actId="478"/>
          <ac:graphicFrameMkLst>
            <pc:docMk/>
            <pc:sldMk cId="1357361098" sldId="2147482154"/>
            <ac:graphicFrameMk id="3" creationId="{A270853D-F3CD-C961-727C-1A9970626765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C4615A6B-6BA6-42D4-A50A-1CCC727EF629}" dt="2025-12-16T02:21:52.681" v="37" actId="478"/>
          <ac:graphicFrameMkLst>
            <pc:docMk/>
            <pc:sldMk cId="1357361098" sldId="2147482154"/>
            <ac:graphicFrameMk id="16" creationId="{D6B5DFDE-F607-1154-D4E6-3B128C81C5CC}"/>
          </ac:graphicFrameMkLst>
        </pc:graphicFrameChg>
        <pc:graphicFrameChg chg="add del mod">
          <ac:chgData name="김지원(JIWON KIM)[jiwonkim]/사원/제조DX.제조DX솔루션.롤맵기술팀" userId="943d6483-24ce-443d-b7b2-0672c51f7cc5" providerId="ADAL" clId="{C4615A6B-6BA6-42D4-A50A-1CCC727EF629}" dt="2025-12-16T04:06:46.262" v="1098" actId="478"/>
          <ac:graphicFrameMkLst>
            <pc:docMk/>
            <pc:sldMk cId="1357361098" sldId="2147482154"/>
            <ac:graphicFrameMk id="22" creationId="{AF30CC1F-009E-BE79-9FFC-F351389FA8ED}"/>
          </ac:graphicFrameMkLst>
        </pc:graphicFrameChg>
        <pc:graphicFrameChg chg="add mod">
          <ac:chgData name="김지원(JIWON KIM)[jiwonkim]/사원/제조DX.제조DX솔루션.롤맵기술팀" userId="943d6483-24ce-443d-b7b2-0672c51f7cc5" providerId="ADAL" clId="{C4615A6B-6BA6-42D4-A50A-1CCC727EF629}" dt="2025-12-16T04:06:46.529" v="1099"/>
          <ac:graphicFrameMkLst>
            <pc:docMk/>
            <pc:sldMk cId="1357361098" sldId="2147482154"/>
            <ac:graphicFrameMk id="43" creationId="{F5146031-6FE6-E3F0-67EF-7CE174CB73E7}"/>
          </ac:graphicFrameMkLst>
        </pc:graphicFrameChg>
      </pc:sldChg>
      <pc:sldChg chg="addSp delSp modSp mod">
        <pc:chgData name="김지원(JIWON KIM)[jiwonkim]/사원/제조DX.제조DX솔루션.롤맵기술팀" userId="943d6483-24ce-443d-b7b2-0672c51f7cc5" providerId="ADAL" clId="{C4615A6B-6BA6-42D4-A50A-1CCC727EF629}" dt="2025-12-16T04:06:51.527" v="1101"/>
        <pc:sldMkLst>
          <pc:docMk/>
          <pc:sldMk cId="2756542074" sldId="2147482155"/>
        </pc:sldMkLst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9.896" v="1083" actId="478"/>
          <ac:spMkLst>
            <pc:docMk/>
            <pc:sldMk cId="2756542074" sldId="2147482155"/>
            <ac:spMk id="4" creationId="{FE3229AF-69B0-B78C-C43C-46C4AB64A7B9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9.896" v="1083" actId="478"/>
          <ac:spMkLst>
            <pc:docMk/>
            <pc:sldMk cId="2756542074" sldId="2147482155"/>
            <ac:spMk id="5" creationId="{D3DEC0B3-D5D0-8AD2-E887-FFC51145992B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9.896" v="1083" actId="478"/>
          <ac:spMkLst>
            <pc:docMk/>
            <pc:sldMk cId="2756542074" sldId="2147482155"/>
            <ac:spMk id="6" creationId="{255F3C71-A4BD-C1B6-AA4A-4B698F892067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9.896" v="1083" actId="478"/>
          <ac:spMkLst>
            <pc:docMk/>
            <pc:sldMk cId="2756542074" sldId="2147482155"/>
            <ac:spMk id="7" creationId="{FBEC936A-2801-051E-7022-7ED9FBAD6D1C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9.896" v="1083" actId="478"/>
          <ac:spMkLst>
            <pc:docMk/>
            <pc:sldMk cId="2756542074" sldId="2147482155"/>
            <ac:spMk id="8" creationId="{B96D84C3-51AC-7884-D37B-F1142795B8F4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9.896" v="1083" actId="478"/>
          <ac:spMkLst>
            <pc:docMk/>
            <pc:sldMk cId="2756542074" sldId="2147482155"/>
            <ac:spMk id="9" creationId="{7F7817B6-EB61-E98D-3263-EBF9EA104659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9.896" v="1083" actId="478"/>
          <ac:spMkLst>
            <pc:docMk/>
            <pc:sldMk cId="2756542074" sldId="2147482155"/>
            <ac:spMk id="10" creationId="{44D43492-1DA7-634E-B318-A9992EEC382F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9.896" v="1083" actId="478"/>
          <ac:spMkLst>
            <pc:docMk/>
            <pc:sldMk cId="2756542074" sldId="2147482155"/>
            <ac:spMk id="11" creationId="{D6EF5FD9-9F3C-2FAC-FB6A-9003DBA5EF2B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9.896" v="1083" actId="478"/>
          <ac:spMkLst>
            <pc:docMk/>
            <pc:sldMk cId="2756542074" sldId="2147482155"/>
            <ac:spMk id="12" creationId="{4FC606E2-FBCD-08D0-C912-0109FE0C5071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9.896" v="1083" actId="478"/>
          <ac:spMkLst>
            <pc:docMk/>
            <pc:sldMk cId="2756542074" sldId="2147482155"/>
            <ac:spMk id="13" creationId="{1FD7F8BC-30DB-384F-42AC-8ED02CF504F5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9.896" v="1083" actId="478"/>
          <ac:spMkLst>
            <pc:docMk/>
            <pc:sldMk cId="2756542074" sldId="2147482155"/>
            <ac:spMk id="14" creationId="{3F29E8B1-E748-1A81-BF78-B92D2C020EA6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29.896" v="1083" actId="478"/>
          <ac:spMkLst>
            <pc:docMk/>
            <pc:sldMk cId="2756542074" sldId="2147482155"/>
            <ac:spMk id="15" creationId="{42E468D3-2169-6232-929F-5DAE66946362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57.801" v="39" actId="478"/>
          <ac:spMkLst>
            <pc:docMk/>
            <pc:sldMk cId="2756542074" sldId="2147482155"/>
            <ac:spMk id="17" creationId="{246167A3-59B0-1768-A797-FFF89372CD63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57.801" v="39" actId="478"/>
          <ac:spMkLst>
            <pc:docMk/>
            <pc:sldMk cId="2756542074" sldId="2147482155"/>
            <ac:spMk id="18" creationId="{9C5B3CA7-7F91-7209-B90C-3EDCF09F251F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57.801" v="39" actId="478"/>
          <ac:spMkLst>
            <pc:docMk/>
            <pc:sldMk cId="2756542074" sldId="2147482155"/>
            <ac:spMk id="19" creationId="{319AB91A-04E2-BF61-D7F6-2927ED2B42BF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57.801" v="39" actId="478"/>
          <ac:spMkLst>
            <pc:docMk/>
            <pc:sldMk cId="2756542074" sldId="2147482155"/>
            <ac:spMk id="20" creationId="{1B2D900D-9423-BC92-DE02-F2DDA78E48CC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57.801" v="39" actId="478"/>
          <ac:spMkLst>
            <pc:docMk/>
            <pc:sldMk cId="2756542074" sldId="2147482155"/>
            <ac:spMk id="21" creationId="{C202143A-DA3B-A302-C603-7FAE15FE8E01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57.801" v="39" actId="478"/>
          <ac:spMkLst>
            <pc:docMk/>
            <pc:sldMk cId="2756542074" sldId="2147482155"/>
            <ac:spMk id="22" creationId="{D8A73BD4-A273-04AD-3A10-488D74DCF5EA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57.801" v="39" actId="478"/>
          <ac:spMkLst>
            <pc:docMk/>
            <pc:sldMk cId="2756542074" sldId="2147482155"/>
            <ac:spMk id="23" creationId="{0DB74E9C-1170-5CDD-59FC-BF001D37ADF5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57.801" v="39" actId="478"/>
          <ac:spMkLst>
            <pc:docMk/>
            <pc:sldMk cId="2756542074" sldId="2147482155"/>
            <ac:spMk id="24" creationId="{7C3E415B-AEA8-D892-5CC1-495CB71B3CEC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57.801" v="39" actId="478"/>
          <ac:spMkLst>
            <pc:docMk/>
            <pc:sldMk cId="2756542074" sldId="2147482155"/>
            <ac:spMk id="25" creationId="{B177ADB2-ED21-6CE8-E1C3-905EA398E728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57.801" v="39" actId="478"/>
          <ac:spMkLst>
            <pc:docMk/>
            <pc:sldMk cId="2756542074" sldId="2147482155"/>
            <ac:spMk id="26" creationId="{38B11B60-984D-F051-732D-04896E61247B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57.801" v="39" actId="478"/>
          <ac:spMkLst>
            <pc:docMk/>
            <pc:sldMk cId="2756542074" sldId="2147482155"/>
            <ac:spMk id="27" creationId="{E7095CE1-10E4-FB83-E6DF-62917558AB28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1:57.801" v="39" actId="478"/>
          <ac:spMkLst>
            <pc:docMk/>
            <pc:sldMk cId="2756542074" sldId="2147482155"/>
            <ac:spMk id="28" creationId="{8E34DC3C-D5A7-DA63-D9A7-EEA0AE6B2EB3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51.335" v="1100" actId="478"/>
          <ac:spMkLst>
            <pc:docMk/>
            <pc:sldMk cId="2756542074" sldId="2147482155"/>
            <ac:spMk id="31" creationId="{D95CC28B-F5B7-CD6A-6E84-0413BC3B8BD5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51.335" v="1100" actId="478"/>
          <ac:spMkLst>
            <pc:docMk/>
            <pc:sldMk cId="2756542074" sldId="2147482155"/>
            <ac:spMk id="32" creationId="{FA47374E-AB9C-C7D3-6BC0-B29D8441F62E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51.335" v="1100" actId="478"/>
          <ac:spMkLst>
            <pc:docMk/>
            <pc:sldMk cId="2756542074" sldId="2147482155"/>
            <ac:spMk id="33" creationId="{C5AC2283-0128-CFE0-AE02-9EEEF426AB41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51.335" v="1100" actId="478"/>
          <ac:spMkLst>
            <pc:docMk/>
            <pc:sldMk cId="2756542074" sldId="2147482155"/>
            <ac:spMk id="34" creationId="{CCF83662-0CBE-FC6E-5A84-DCE813D14F77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51.335" v="1100" actId="478"/>
          <ac:spMkLst>
            <pc:docMk/>
            <pc:sldMk cId="2756542074" sldId="2147482155"/>
            <ac:spMk id="35" creationId="{B20DE13D-1E32-43BD-DFF5-B6C423E1A2F8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51.335" v="1100" actId="478"/>
          <ac:spMkLst>
            <pc:docMk/>
            <pc:sldMk cId="2756542074" sldId="2147482155"/>
            <ac:spMk id="36" creationId="{90FFF39C-11A8-0BD0-2A56-475CA9796014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51.335" v="1100" actId="478"/>
          <ac:spMkLst>
            <pc:docMk/>
            <pc:sldMk cId="2756542074" sldId="2147482155"/>
            <ac:spMk id="37" creationId="{9128BB4A-A9BC-4FD8-5DEC-750C0694B062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51.335" v="1100" actId="478"/>
          <ac:spMkLst>
            <pc:docMk/>
            <pc:sldMk cId="2756542074" sldId="2147482155"/>
            <ac:spMk id="38" creationId="{D90188C7-0351-0962-EF4A-C8E40D2916AA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51.335" v="1100" actId="478"/>
          <ac:spMkLst>
            <pc:docMk/>
            <pc:sldMk cId="2756542074" sldId="2147482155"/>
            <ac:spMk id="39" creationId="{3062A5ED-B48A-B1DF-19CE-B2DBE4F97B62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51.335" v="1100" actId="478"/>
          <ac:spMkLst>
            <pc:docMk/>
            <pc:sldMk cId="2756542074" sldId="2147482155"/>
            <ac:spMk id="40" creationId="{1D797A11-49FD-394B-EDD8-EF9F63A2FCB1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51.335" v="1100" actId="478"/>
          <ac:spMkLst>
            <pc:docMk/>
            <pc:sldMk cId="2756542074" sldId="2147482155"/>
            <ac:spMk id="41" creationId="{5D7DDC2C-AB6F-4651-12D5-BD584E0AFE57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51.335" v="1100" actId="478"/>
          <ac:spMkLst>
            <pc:docMk/>
            <pc:sldMk cId="2756542074" sldId="2147482155"/>
            <ac:spMk id="42" creationId="{60897DE1-778E-A81F-D376-C8DA4CD4B6F2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51.527" v="1101"/>
          <ac:spMkLst>
            <pc:docMk/>
            <pc:sldMk cId="2756542074" sldId="2147482155"/>
            <ac:spMk id="44" creationId="{671A06FE-1383-7AB1-4283-F0204D207055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51.527" v="1101"/>
          <ac:spMkLst>
            <pc:docMk/>
            <pc:sldMk cId="2756542074" sldId="2147482155"/>
            <ac:spMk id="45" creationId="{FBBDE49F-A51B-DFCD-A296-625A7881E08F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51.527" v="1101"/>
          <ac:spMkLst>
            <pc:docMk/>
            <pc:sldMk cId="2756542074" sldId="2147482155"/>
            <ac:spMk id="46" creationId="{5A89A54A-7305-1875-CD92-BD1DE56987FB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51.527" v="1101"/>
          <ac:spMkLst>
            <pc:docMk/>
            <pc:sldMk cId="2756542074" sldId="2147482155"/>
            <ac:spMk id="47" creationId="{CB876849-AEA2-8A83-E846-C76A8954D6BB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51.527" v="1101"/>
          <ac:spMkLst>
            <pc:docMk/>
            <pc:sldMk cId="2756542074" sldId="2147482155"/>
            <ac:spMk id="48" creationId="{4A3546F6-6BE0-D507-B232-ED9DF891A8E2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51.527" v="1101"/>
          <ac:spMkLst>
            <pc:docMk/>
            <pc:sldMk cId="2756542074" sldId="2147482155"/>
            <ac:spMk id="49" creationId="{B8C39DDA-FABA-FDC3-C8FA-8C0419158321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51.527" v="1101"/>
          <ac:spMkLst>
            <pc:docMk/>
            <pc:sldMk cId="2756542074" sldId="2147482155"/>
            <ac:spMk id="50" creationId="{B935A662-78DE-BF47-6999-064ACDD7F275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51.527" v="1101"/>
          <ac:spMkLst>
            <pc:docMk/>
            <pc:sldMk cId="2756542074" sldId="2147482155"/>
            <ac:spMk id="51" creationId="{19F0D650-B596-B86B-2349-C2133667EB94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51.527" v="1101"/>
          <ac:spMkLst>
            <pc:docMk/>
            <pc:sldMk cId="2756542074" sldId="2147482155"/>
            <ac:spMk id="52" creationId="{523C32CC-4CF8-F3ED-9382-6C916696B3B7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51.527" v="1101"/>
          <ac:spMkLst>
            <pc:docMk/>
            <pc:sldMk cId="2756542074" sldId="2147482155"/>
            <ac:spMk id="53" creationId="{A0722E1D-C54B-0F2D-F650-7F9F4F140CEC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51.527" v="1101"/>
          <ac:spMkLst>
            <pc:docMk/>
            <pc:sldMk cId="2756542074" sldId="2147482155"/>
            <ac:spMk id="54" creationId="{7DEA936D-510A-E804-E5CC-7CC33AD275E3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51.527" v="1101"/>
          <ac:spMkLst>
            <pc:docMk/>
            <pc:sldMk cId="2756542074" sldId="2147482155"/>
            <ac:spMk id="55" creationId="{ED468257-41DE-49EA-C504-96118E3389E5}"/>
          </ac:spMkLst>
        </pc:spChg>
        <pc:graphicFrameChg chg="add del mod">
          <ac:chgData name="김지원(JIWON KIM)[jiwonkim]/사원/제조DX.제조DX솔루션.롤맵기술팀" userId="943d6483-24ce-443d-b7b2-0672c51f7cc5" providerId="ADAL" clId="{C4615A6B-6BA6-42D4-A50A-1CCC727EF629}" dt="2025-12-16T04:05:29.896" v="1083" actId="478"/>
          <ac:graphicFrameMkLst>
            <pc:docMk/>
            <pc:sldMk cId="2756542074" sldId="2147482155"/>
            <ac:graphicFrameMk id="3" creationId="{87C79219-BD12-C344-C49A-C1BA33751A1B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C4615A6B-6BA6-42D4-A50A-1CCC727EF629}" dt="2025-12-16T02:21:57.801" v="39" actId="478"/>
          <ac:graphicFrameMkLst>
            <pc:docMk/>
            <pc:sldMk cId="2756542074" sldId="2147482155"/>
            <ac:graphicFrameMk id="16" creationId="{A49895C2-4737-1562-091D-B6B603641885}"/>
          </ac:graphicFrameMkLst>
        </pc:graphicFrameChg>
        <pc:graphicFrameChg chg="add del mod">
          <ac:chgData name="김지원(JIWON KIM)[jiwonkim]/사원/제조DX.제조DX솔루션.롤맵기술팀" userId="943d6483-24ce-443d-b7b2-0672c51f7cc5" providerId="ADAL" clId="{C4615A6B-6BA6-42D4-A50A-1CCC727EF629}" dt="2025-12-16T04:06:51.335" v="1100" actId="478"/>
          <ac:graphicFrameMkLst>
            <pc:docMk/>
            <pc:sldMk cId="2756542074" sldId="2147482155"/>
            <ac:graphicFrameMk id="29" creationId="{FBE6C28D-B389-C8BF-0EF1-208722AF6917}"/>
          </ac:graphicFrameMkLst>
        </pc:graphicFrameChg>
        <pc:graphicFrameChg chg="add mod">
          <ac:chgData name="김지원(JIWON KIM)[jiwonkim]/사원/제조DX.제조DX솔루션.롤맵기술팀" userId="943d6483-24ce-443d-b7b2-0672c51f7cc5" providerId="ADAL" clId="{C4615A6B-6BA6-42D4-A50A-1CCC727EF629}" dt="2025-12-16T04:06:51.527" v="1101"/>
          <ac:graphicFrameMkLst>
            <pc:docMk/>
            <pc:sldMk cId="2756542074" sldId="2147482155"/>
            <ac:graphicFrameMk id="43" creationId="{0392B92C-4665-6FFE-582D-80221161861E}"/>
          </ac:graphicFrameMkLst>
        </pc:graphicFrameChg>
      </pc:sldChg>
      <pc:sldChg chg="addSp delSp modSp mod">
        <pc:chgData name="김지원(JIWON KIM)[jiwonkim]/사원/제조DX.제조DX솔루션.롤맵기술팀" userId="943d6483-24ce-443d-b7b2-0672c51f7cc5" providerId="ADAL" clId="{C4615A6B-6BA6-42D4-A50A-1CCC727EF629}" dt="2025-12-16T04:06:59.078" v="1103"/>
        <pc:sldMkLst>
          <pc:docMk/>
          <pc:sldMk cId="1685760430" sldId="2147482156"/>
        </pc:sldMkLst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3.497" v="1085" actId="478"/>
          <ac:spMkLst>
            <pc:docMk/>
            <pc:sldMk cId="1685760430" sldId="2147482156"/>
            <ac:spMk id="4" creationId="{43C8D37F-04D3-5AEC-A6EE-729B9F177B68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3.497" v="1085" actId="478"/>
          <ac:spMkLst>
            <pc:docMk/>
            <pc:sldMk cId="1685760430" sldId="2147482156"/>
            <ac:spMk id="5" creationId="{AB0945C7-0E67-7A9C-38E9-AD8A10B04D77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3.497" v="1085" actId="478"/>
          <ac:spMkLst>
            <pc:docMk/>
            <pc:sldMk cId="1685760430" sldId="2147482156"/>
            <ac:spMk id="6" creationId="{87DE275E-42AD-88B2-879A-AE80168DF41D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3.497" v="1085" actId="478"/>
          <ac:spMkLst>
            <pc:docMk/>
            <pc:sldMk cId="1685760430" sldId="2147482156"/>
            <ac:spMk id="7" creationId="{1EEC4AE6-56B5-9701-BA1A-E64FD4557EE0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3.497" v="1085" actId="478"/>
          <ac:spMkLst>
            <pc:docMk/>
            <pc:sldMk cId="1685760430" sldId="2147482156"/>
            <ac:spMk id="8" creationId="{1D4D5AD6-8290-CF0F-81CA-DC0C28E37EE9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3.497" v="1085" actId="478"/>
          <ac:spMkLst>
            <pc:docMk/>
            <pc:sldMk cId="1685760430" sldId="2147482156"/>
            <ac:spMk id="9" creationId="{B2EC12B1-B289-5DA9-1076-58CF111190C7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3.497" v="1085" actId="478"/>
          <ac:spMkLst>
            <pc:docMk/>
            <pc:sldMk cId="1685760430" sldId="2147482156"/>
            <ac:spMk id="10" creationId="{D63FB5EB-DA09-4D3D-D18F-1D0C1E3F59F2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3.497" v="1085" actId="478"/>
          <ac:spMkLst>
            <pc:docMk/>
            <pc:sldMk cId="1685760430" sldId="2147482156"/>
            <ac:spMk id="11" creationId="{B5872AFE-FD0D-5D51-4616-5F208E429BDB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3.497" v="1085" actId="478"/>
          <ac:spMkLst>
            <pc:docMk/>
            <pc:sldMk cId="1685760430" sldId="2147482156"/>
            <ac:spMk id="12" creationId="{0A036B6F-7485-D2B3-F2E5-8343F25E96D6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3.497" v="1085" actId="478"/>
          <ac:spMkLst>
            <pc:docMk/>
            <pc:sldMk cId="1685760430" sldId="2147482156"/>
            <ac:spMk id="13" creationId="{B954EDD5-FCE0-5057-A58D-AEF924FD5303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3.497" v="1085" actId="478"/>
          <ac:spMkLst>
            <pc:docMk/>
            <pc:sldMk cId="1685760430" sldId="2147482156"/>
            <ac:spMk id="14" creationId="{27DBB364-9C92-D632-E5FE-F5C3242C7261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3.497" v="1085" actId="478"/>
          <ac:spMkLst>
            <pc:docMk/>
            <pc:sldMk cId="1685760430" sldId="2147482156"/>
            <ac:spMk id="15" creationId="{8753477D-78A2-9183-323E-F8F1E3849164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04.543" v="41" actId="478"/>
          <ac:spMkLst>
            <pc:docMk/>
            <pc:sldMk cId="1685760430" sldId="2147482156"/>
            <ac:spMk id="17" creationId="{76A48A39-7913-D950-F37A-95A447586876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04.543" v="41" actId="478"/>
          <ac:spMkLst>
            <pc:docMk/>
            <pc:sldMk cId="1685760430" sldId="2147482156"/>
            <ac:spMk id="18" creationId="{61BBAB96-71C3-31EC-F5F2-243A25346121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04.543" v="41" actId="478"/>
          <ac:spMkLst>
            <pc:docMk/>
            <pc:sldMk cId="1685760430" sldId="2147482156"/>
            <ac:spMk id="19" creationId="{A7AB5648-6FA8-DE8A-287A-CBDA29423979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04.543" v="41" actId="478"/>
          <ac:spMkLst>
            <pc:docMk/>
            <pc:sldMk cId="1685760430" sldId="2147482156"/>
            <ac:spMk id="20" creationId="{6FA92708-7C68-8443-DDA7-8779828A7C1F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04.543" v="41" actId="478"/>
          <ac:spMkLst>
            <pc:docMk/>
            <pc:sldMk cId="1685760430" sldId="2147482156"/>
            <ac:spMk id="21" creationId="{6B69A64B-3200-A01E-5A90-D32B239FCA9D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04.543" v="41" actId="478"/>
          <ac:spMkLst>
            <pc:docMk/>
            <pc:sldMk cId="1685760430" sldId="2147482156"/>
            <ac:spMk id="22" creationId="{9C66223D-B4BF-BCB0-E94A-DDEA1400C663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04.543" v="41" actId="478"/>
          <ac:spMkLst>
            <pc:docMk/>
            <pc:sldMk cId="1685760430" sldId="2147482156"/>
            <ac:spMk id="23" creationId="{3500DFE5-2333-37E1-267E-03BE81299D63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04.543" v="41" actId="478"/>
          <ac:spMkLst>
            <pc:docMk/>
            <pc:sldMk cId="1685760430" sldId="2147482156"/>
            <ac:spMk id="24" creationId="{19736B66-CB1E-4AE4-BEB9-C9E2BC8FB2C7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04.543" v="41" actId="478"/>
          <ac:spMkLst>
            <pc:docMk/>
            <pc:sldMk cId="1685760430" sldId="2147482156"/>
            <ac:spMk id="25" creationId="{2BA8D446-57DE-2B24-BA16-A4D0B2FF1488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04.543" v="41" actId="478"/>
          <ac:spMkLst>
            <pc:docMk/>
            <pc:sldMk cId="1685760430" sldId="2147482156"/>
            <ac:spMk id="26" creationId="{83C9415A-385D-F94D-B657-2F318B470C3A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04.543" v="41" actId="478"/>
          <ac:spMkLst>
            <pc:docMk/>
            <pc:sldMk cId="1685760430" sldId="2147482156"/>
            <ac:spMk id="27" creationId="{0CA671E6-A33A-E512-8CF0-CEB2139304F9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04.543" v="41" actId="478"/>
          <ac:spMkLst>
            <pc:docMk/>
            <pc:sldMk cId="1685760430" sldId="2147482156"/>
            <ac:spMk id="28" creationId="{63FACBF7-67EA-203D-5FC3-4901A195AE64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58.782" v="1102" actId="478"/>
          <ac:spMkLst>
            <pc:docMk/>
            <pc:sldMk cId="1685760430" sldId="2147482156"/>
            <ac:spMk id="31" creationId="{8BACBC5C-C185-540E-B1B3-1B01ED60EB3E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58.782" v="1102" actId="478"/>
          <ac:spMkLst>
            <pc:docMk/>
            <pc:sldMk cId="1685760430" sldId="2147482156"/>
            <ac:spMk id="32" creationId="{A90E72BA-7129-B4E8-6FCF-28392A0AFA63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58.782" v="1102" actId="478"/>
          <ac:spMkLst>
            <pc:docMk/>
            <pc:sldMk cId="1685760430" sldId="2147482156"/>
            <ac:spMk id="33" creationId="{E1652AB2-F24C-84EE-AF19-54F3B15A6040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58.782" v="1102" actId="478"/>
          <ac:spMkLst>
            <pc:docMk/>
            <pc:sldMk cId="1685760430" sldId="2147482156"/>
            <ac:spMk id="34" creationId="{1605388A-8535-B672-8842-FA4D81A49ACE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58.782" v="1102" actId="478"/>
          <ac:spMkLst>
            <pc:docMk/>
            <pc:sldMk cId="1685760430" sldId="2147482156"/>
            <ac:spMk id="35" creationId="{CFA15797-88C5-9154-9AE3-D26D956BD6B9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58.782" v="1102" actId="478"/>
          <ac:spMkLst>
            <pc:docMk/>
            <pc:sldMk cId="1685760430" sldId="2147482156"/>
            <ac:spMk id="36" creationId="{E9B0F646-C8A9-2C01-A05B-EEB858CAC5A5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58.782" v="1102" actId="478"/>
          <ac:spMkLst>
            <pc:docMk/>
            <pc:sldMk cId="1685760430" sldId="2147482156"/>
            <ac:spMk id="37" creationId="{F8498671-84E2-B1CE-A27E-0CA7927CBE45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58.782" v="1102" actId="478"/>
          <ac:spMkLst>
            <pc:docMk/>
            <pc:sldMk cId="1685760430" sldId="2147482156"/>
            <ac:spMk id="38" creationId="{4CFCC4F4-1540-ECC0-F1CD-E933914B2080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58.782" v="1102" actId="478"/>
          <ac:spMkLst>
            <pc:docMk/>
            <pc:sldMk cId="1685760430" sldId="2147482156"/>
            <ac:spMk id="39" creationId="{5172119A-8397-71A1-E290-D3D94EDCD6BA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58.782" v="1102" actId="478"/>
          <ac:spMkLst>
            <pc:docMk/>
            <pc:sldMk cId="1685760430" sldId="2147482156"/>
            <ac:spMk id="40" creationId="{FCC89C2A-435C-8A10-9910-90AD3E954286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58.782" v="1102" actId="478"/>
          <ac:spMkLst>
            <pc:docMk/>
            <pc:sldMk cId="1685760430" sldId="2147482156"/>
            <ac:spMk id="41" creationId="{D4E55799-CFEC-BED0-58A0-1FCDEAF6B32B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6:58.782" v="1102" actId="478"/>
          <ac:spMkLst>
            <pc:docMk/>
            <pc:sldMk cId="1685760430" sldId="2147482156"/>
            <ac:spMk id="42" creationId="{B1C59B34-08D2-1154-1498-C7EB3CAAA035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59.078" v="1103"/>
          <ac:spMkLst>
            <pc:docMk/>
            <pc:sldMk cId="1685760430" sldId="2147482156"/>
            <ac:spMk id="44" creationId="{57FC2362-930A-8274-369B-2F893E736A26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59.078" v="1103"/>
          <ac:spMkLst>
            <pc:docMk/>
            <pc:sldMk cId="1685760430" sldId="2147482156"/>
            <ac:spMk id="45" creationId="{A3C48B57-A063-D663-5755-52663E09A5B4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59.078" v="1103"/>
          <ac:spMkLst>
            <pc:docMk/>
            <pc:sldMk cId="1685760430" sldId="2147482156"/>
            <ac:spMk id="46" creationId="{94F36B69-A183-220F-3097-87978EF4B556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59.078" v="1103"/>
          <ac:spMkLst>
            <pc:docMk/>
            <pc:sldMk cId="1685760430" sldId="2147482156"/>
            <ac:spMk id="47" creationId="{8B41911F-BF49-8882-B7C5-F5A3320EF46A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59.078" v="1103"/>
          <ac:spMkLst>
            <pc:docMk/>
            <pc:sldMk cId="1685760430" sldId="2147482156"/>
            <ac:spMk id="48" creationId="{3F64C190-45FD-D864-56AA-22FED29C91DB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59.078" v="1103"/>
          <ac:spMkLst>
            <pc:docMk/>
            <pc:sldMk cId="1685760430" sldId="2147482156"/>
            <ac:spMk id="49" creationId="{FA3A4C44-09C4-4605-97D6-99B48AA48003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59.078" v="1103"/>
          <ac:spMkLst>
            <pc:docMk/>
            <pc:sldMk cId="1685760430" sldId="2147482156"/>
            <ac:spMk id="50" creationId="{60011845-C1DE-72BE-E3F1-F3131A4CFF08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59.078" v="1103"/>
          <ac:spMkLst>
            <pc:docMk/>
            <pc:sldMk cId="1685760430" sldId="2147482156"/>
            <ac:spMk id="51" creationId="{510A6AD5-D2AF-3292-F493-9BD39CD200E5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59.078" v="1103"/>
          <ac:spMkLst>
            <pc:docMk/>
            <pc:sldMk cId="1685760430" sldId="2147482156"/>
            <ac:spMk id="52" creationId="{434F6BE1-DC92-F094-944F-478B1821C3AE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59.078" v="1103"/>
          <ac:spMkLst>
            <pc:docMk/>
            <pc:sldMk cId="1685760430" sldId="2147482156"/>
            <ac:spMk id="53" creationId="{6045A5CB-7F4F-63D6-04D0-F781E7EB11A4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59.078" v="1103"/>
          <ac:spMkLst>
            <pc:docMk/>
            <pc:sldMk cId="1685760430" sldId="2147482156"/>
            <ac:spMk id="54" creationId="{9DE11E1B-4125-2FC1-0ADB-39D76652A5FB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6:59.078" v="1103"/>
          <ac:spMkLst>
            <pc:docMk/>
            <pc:sldMk cId="1685760430" sldId="2147482156"/>
            <ac:spMk id="55" creationId="{170203EE-834C-6001-0F34-F2C7FCC8F2A4}"/>
          </ac:spMkLst>
        </pc:spChg>
        <pc:graphicFrameChg chg="add del mod">
          <ac:chgData name="김지원(JIWON KIM)[jiwonkim]/사원/제조DX.제조DX솔루션.롤맵기술팀" userId="943d6483-24ce-443d-b7b2-0672c51f7cc5" providerId="ADAL" clId="{C4615A6B-6BA6-42D4-A50A-1CCC727EF629}" dt="2025-12-16T04:05:33.497" v="1085" actId="478"/>
          <ac:graphicFrameMkLst>
            <pc:docMk/>
            <pc:sldMk cId="1685760430" sldId="2147482156"/>
            <ac:graphicFrameMk id="3" creationId="{A13A12E8-7C1D-E512-E493-11EBE43E0856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C4615A6B-6BA6-42D4-A50A-1CCC727EF629}" dt="2025-12-16T02:22:04.543" v="41" actId="478"/>
          <ac:graphicFrameMkLst>
            <pc:docMk/>
            <pc:sldMk cId="1685760430" sldId="2147482156"/>
            <ac:graphicFrameMk id="16" creationId="{4763483A-EA72-223E-C795-104BBB0A00FB}"/>
          </ac:graphicFrameMkLst>
        </pc:graphicFrameChg>
        <pc:graphicFrameChg chg="add del mod">
          <ac:chgData name="김지원(JIWON KIM)[jiwonkim]/사원/제조DX.제조DX솔루션.롤맵기술팀" userId="943d6483-24ce-443d-b7b2-0672c51f7cc5" providerId="ADAL" clId="{C4615A6B-6BA6-42D4-A50A-1CCC727EF629}" dt="2025-12-16T04:06:58.782" v="1102" actId="478"/>
          <ac:graphicFrameMkLst>
            <pc:docMk/>
            <pc:sldMk cId="1685760430" sldId="2147482156"/>
            <ac:graphicFrameMk id="30" creationId="{38BB6477-8339-DE24-8448-814022EDA90B}"/>
          </ac:graphicFrameMkLst>
        </pc:graphicFrameChg>
        <pc:graphicFrameChg chg="add mod">
          <ac:chgData name="김지원(JIWON KIM)[jiwonkim]/사원/제조DX.제조DX솔루션.롤맵기술팀" userId="943d6483-24ce-443d-b7b2-0672c51f7cc5" providerId="ADAL" clId="{C4615A6B-6BA6-42D4-A50A-1CCC727EF629}" dt="2025-12-16T04:06:59.078" v="1103"/>
          <ac:graphicFrameMkLst>
            <pc:docMk/>
            <pc:sldMk cId="1685760430" sldId="2147482156"/>
            <ac:graphicFrameMk id="43" creationId="{7AF46187-A097-6E2C-D8CB-A4D55A7CB790}"/>
          </ac:graphicFrameMkLst>
        </pc:graphicFrameChg>
      </pc:sldChg>
      <pc:sldChg chg="addSp delSp modSp mod">
        <pc:chgData name="김지원(JIWON KIM)[jiwonkim]/사원/제조DX.제조DX솔루션.롤맵기술팀" userId="943d6483-24ce-443d-b7b2-0672c51f7cc5" providerId="ADAL" clId="{C4615A6B-6BA6-42D4-A50A-1CCC727EF629}" dt="2025-12-16T04:07:04.320" v="1105"/>
        <pc:sldMkLst>
          <pc:docMk/>
          <pc:sldMk cId="1270712381" sldId="2147482157"/>
        </pc:sldMkLst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6.485" v="1087" actId="478"/>
          <ac:spMkLst>
            <pc:docMk/>
            <pc:sldMk cId="1270712381" sldId="2147482157"/>
            <ac:spMk id="4" creationId="{094DD84A-5554-798B-6EC6-D4932E8EC6C2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6.485" v="1087" actId="478"/>
          <ac:spMkLst>
            <pc:docMk/>
            <pc:sldMk cId="1270712381" sldId="2147482157"/>
            <ac:spMk id="5" creationId="{793BD662-9E87-241A-E4EB-823571890DA0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6.485" v="1087" actId="478"/>
          <ac:spMkLst>
            <pc:docMk/>
            <pc:sldMk cId="1270712381" sldId="2147482157"/>
            <ac:spMk id="6" creationId="{02E57F21-AF3E-A942-7C85-C101978DEE3A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6.485" v="1087" actId="478"/>
          <ac:spMkLst>
            <pc:docMk/>
            <pc:sldMk cId="1270712381" sldId="2147482157"/>
            <ac:spMk id="7" creationId="{85A41AE5-9486-5538-ABC4-124ADC789DF5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6.485" v="1087" actId="478"/>
          <ac:spMkLst>
            <pc:docMk/>
            <pc:sldMk cId="1270712381" sldId="2147482157"/>
            <ac:spMk id="8" creationId="{E4FD84AB-603F-C60F-4F1F-3831A0D21542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6.485" v="1087" actId="478"/>
          <ac:spMkLst>
            <pc:docMk/>
            <pc:sldMk cId="1270712381" sldId="2147482157"/>
            <ac:spMk id="9" creationId="{5A164E3A-91F3-8761-BFAE-1BFE4B01F101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6.485" v="1087" actId="478"/>
          <ac:spMkLst>
            <pc:docMk/>
            <pc:sldMk cId="1270712381" sldId="2147482157"/>
            <ac:spMk id="10" creationId="{33D96FB4-6388-5D16-427D-99FFB8933667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6.485" v="1087" actId="478"/>
          <ac:spMkLst>
            <pc:docMk/>
            <pc:sldMk cId="1270712381" sldId="2147482157"/>
            <ac:spMk id="11" creationId="{AE487B82-2934-3834-AC14-66D7293D78D4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6.485" v="1087" actId="478"/>
          <ac:spMkLst>
            <pc:docMk/>
            <pc:sldMk cId="1270712381" sldId="2147482157"/>
            <ac:spMk id="12" creationId="{87945A55-32CC-4188-D696-3A2736E5584A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6.485" v="1087" actId="478"/>
          <ac:spMkLst>
            <pc:docMk/>
            <pc:sldMk cId="1270712381" sldId="2147482157"/>
            <ac:spMk id="13" creationId="{0345311E-34AC-27FD-C8F9-D7D0C8AFBC07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6.485" v="1087" actId="478"/>
          <ac:spMkLst>
            <pc:docMk/>
            <pc:sldMk cId="1270712381" sldId="2147482157"/>
            <ac:spMk id="14" creationId="{0FB7D5F8-9C7A-C7A3-6EDA-65AE06BC11DD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6.485" v="1087" actId="478"/>
          <ac:spMkLst>
            <pc:docMk/>
            <pc:sldMk cId="1270712381" sldId="2147482157"/>
            <ac:spMk id="15" creationId="{036E8B77-2D9D-A858-DCCB-C6BD97185868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07.881" v="43" actId="478"/>
          <ac:spMkLst>
            <pc:docMk/>
            <pc:sldMk cId="1270712381" sldId="2147482157"/>
            <ac:spMk id="17" creationId="{71ED663B-643F-79DB-41BC-9AF2D22EAC1D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07.881" v="43" actId="478"/>
          <ac:spMkLst>
            <pc:docMk/>
            <pc:sldMk cId="1270712381" sldId="2147482157"/>
            <ac:spMk id="18" creationId="{8CA967DD-FEFD-28F7-DB7E-0698CC266E4A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07.881" v="43" actId="478"/>
          <ac:spMkLst>
            <pc:docMk/>
            <pc:sldMk cId="1270712381" sldId="2147482157"/>
            <ac:spMk id="19" creationId="{B721F722-674B-9E29-72D6-56295CAB146C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07.881" v="43" actId="478"/>
          <ac:spMkLst>
            <pc:docMk/>
            <pc:sldMk cId="1270712381" sldId="2147482157"/>
            <ac:spMk id="20" creationId="{520D9EA4-B731-D7B5-FB09-B98719EE6578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07.881" v="43" actId="478"/>
          <ac:spMkLst>
            <pc:docMk/>
            <pc:sldMk cId="1270712381" sldId="2147482157"/>
            <ac:spMk id="21" creationId="{2255A961-4999-4FAB-6BDC-2981E448C11C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07.881" v="43" actId="478"/>
          <ac:spMkLst>
            <pc:docMk/>
            <pc:sldMk cId="1270712381" sldId="2147482157"/>
            <ac:spMk id="22" creationId="{FCED5FDD-9B3E-5F27-E4BE-44339BFC8D14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07.881" v="43" actId="478"/>
          <ac:spMkLst>
            <pc:docMk/>
            <pc:sldMk cId="1270712381" sldId="2147482157"/>
            <ac:spMk id="23" creationId="{B55466FD-07CE-D9AD-DF5B-49EE98ADD6A6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07.881" v="43" actId="478"/>
          <ac:spMkLst>
            <pc:docMk/>
            <pc:sldMk cId="1270712381" sldId="2147482157"/>
            <ac:spMk id="24" creationId="{A06845AA-C3C6-6D2D-7150-E900476532B7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07.881" v="43" actId="478"/>
          <ac:spMkLst>
            <pc:docMk/>
            <pc:sldMk cId="1270712381" sldId="2147482157"/>
            <ac:spMk id="25" creationId="{9AA8A2E0-94FD-B198-A186-4AC9DA3BA6C1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07.881" v="43" actId="478"/>
          <ac:spMkLst>
            <pc:docMk/>
            <pc:sldMk cId="1270712381" sldId="2147482157"/>
            <ac:spMk id="26" creationId="{68871AB1-8EC8-8A1F-9EB8-6AAF8BD7D4A0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07.881" v="43" actId="478"/>
          <ac:spMkLst>
            <pc:docMk/>
            <pc:sldMk cId="1270712381" sldId="2147482157"/>
            <ac:spMk id="27" creationId="{027C4917-04A5-CD63-430D-7851847EDB0E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07.881" v="43" actId="478"/>
          <ac:spMkLst>
            <pc:docMk/>
            <pc:sldMk cId="1270712381" sldId="2147482157"/>
            <ac:spMk id="28" creationId="{91E96471-FC51-52D7-3C71-70FA4215C2DF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04.025" v="1104" actId="478"/>
          <ac:spMkLst>
            <pc:docMk/>
            <pc:sldMk cId="1270712381" sldId="2147482157"/>
            <ac:spMk id="31" creationId="{FFD411A3-5A00-C43A-D127-6E8DB8378A0E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04.025" v="1104" actId="478"/>
          <ac:spMkLst>
            <pc:docMk/>
            <pc:sldMk cId="1270712381" sldId="2147482157"/>
            <ac:spMk id="32" creationId="{D7216CCE-0120-DDD4-CF28-9640B0B04E9A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04.025" v="1104" actId="478"/>
          <ac:spMkLst>
            <pc:docMk/>
            <pc:sldMk cId="1270712381" sldId="2147482157"/>
            <ac:spMk id="33" creationId="{CF76B2C3-B51D-55CB-DF58-8C5EC150588C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04.025" v="1104" actId="478"/>
          <ac:spMkLst>
            <pc:docMk/>
            <pc:sldMk cId="1270712381" sldId="2147482157"/>
            <ac:spMk id="34" creationId="{60526992-B0CD-21E6-6E43-9B818C75CA99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04.025" v="1104" actId="478"/>
          <ac:spMkLst>
            <pc:docMk/>
            <pc:sldMk cId="1270712381" sldId="2147482157"/>
            <ac:spMk id="35" creationId="{49169EA4-D605-C32D-EDB3-0939BC71A54B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04.025" v="1104" actId="478"/>
          <ac:spMkLst>
            <pc:docMk/>
            <pc:sldMk cId="1270712381" sldId="2147482157"/>
            <ac:spMk id="36" creationId="{743CC9A3-EC6B-CA42-B367-CFAFF2981D9C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04.025" v="1104" actId="478"/>
          <ac:spMkLst>
            <pc:docMk/>
            <pc:sldMk cId="1270712381" sldId="2147482157"/>
            <ac:spMk id="37" creationId="{62B22A42-CC0B-95DE-5E6A-7E37241C84AE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04.025" v="1104" actId="478"/>
          <ac:spMkLst>
            <pc:docMk/>
            <pc:sldMk cId="1270712381" sldId="2147482157"/>
            <ac:spMk id="38" creationId="{E5A05375-9A01-9870-66A6-C232F3DECE4D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04.025" v="1104" actId="478"/>
          <ac:spMkLst>
            <pc:docMk/>
            <pc:sldMk cId="1270712381" sldId="2147482157"/>
            <ac:spMk id="39" creationId="{97BCCD3D-4DE0-6ABD-0F5F-8A435C4C3DF6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04.025" v="1104" actId="478"/>
          <ac:spMkLst>
            <pc:docMk/>
            <pc:sldMk cId="1270712381" sldId="2147482157"/>
            <ac:spMk id="40" creationId="{884B03D0-9788-3C29-594C-2B4ECD1FB1D3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04.025" v="1104" actId="478"/>
          <ac:spMkLst>
            <pc:docMk/>
            <pc:sldMk cId="1270712381" sldId="2147482157"/>
            <ac:spMk id="41" creationId="{8DA563FE-5511-806E-3D43-5ACA948BF584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04.025" v="1104" actId="478"/>
          <ac:spMkLst>
            <pc:docMk/>
            <pc:sldMk cId="1270712381" sldId="2147482157"/>
            <ac:spMk id="42" creationId="{09505EE4-2C42-09D3-1F40-418472E5C08B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04.320" v="1105"/>
          <ac:spMkLst>
            <pc:docMk/>
            <pc:sldMk cId="1270712381" sldId="2147482157"/>
            <ac:spMk id="44" creationId="{8E88F45C-BCA3-B082-5DB7-447ED66108DF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04.320" v="1105"/>
          <ac:spMkLst>
            <pc:docMk/>
            <pc:sldMk cId="1270712381" sldId="2147482157"/>
            <ac:spMk id="45" creationId="{46F24494-3E00-D7DE-DA93-20B45C4B6FB1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04.320" v="1105"/>
          <ac:spMkLst>
            <pc:docMk/>
            <pc:sldMk cId="1270712381" sldId="2147482157"/>
            <ac:spMk id="46" creationId="{AC06D018-2E0D-19A4-CFF6-6DAF1B68885A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04.320" v="1105"/>
          <ac:spMkLst>
            <pc:docMk/>
            <pc:sldMk cId="1270712381" sldId="2147482157"/>
            <ac:spMk id="47" creationId="{F6EF79B5-B37E-D432-7294-A64DA12FEC24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04.320" v="1105"/>
          <ac:spMkLst>
            <pc:docMk/>
            <pc:sldMk cId="1270712381" sldId="2147482157"/>
            <ac:spMk id="48" creationId="{B64CF4DA-1D75-1BA0-5799-4E69B032AFC6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04.320" v="1105"/>
          <ac:spMkLst>
            <pc:docMk/>
            <pc:sldMk cId="1270712381" sldId="2147482157"/>
            <ac:spMk id="49" creationId="{80FBAD46-D83C-32E7-83FF-4112E7440F91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04.320" v="1105"/>
          <ac:spMkLst>
            <pc:docMk/>
            <pc:sldMk cId="1270712381" sldId="2147482157"/>
            <ac:spMk id="50" creationId="{4CCD3D91-BA89-E876-26E2-7BB6D4AA0016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04.320" v="1105"/>
          <ac:spMkLst>
            <pc:docMk/>
            <pc:sldMk cId="1270712381" sldId="2147482157"/>
            <ac:spMk id="51" creationId="{9AD3AE04-EFA3-CDC1-67EB-5DC2EC91E714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04.320" v="1105"/>
          <ac:spMkLst>
            <pc:docMk/>
            <pc:sldMk cId="1270712381" sldId="2147482157"/>
            <ac:spMk id="52" creationId="{2F8C39F4-E3DC-86C2-E631-1CE48FE3AA0F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04.320" v="1105"/>
          <ac:spMkLst>
            <pc:docMk/>
            <pc:sldMk cId="1270712381" sldId="2147482157"/>
            <ac:spMk id="53" creationId="{7C976C82-8BAF-EC92-5ACC-BB46EC2450B6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04.320" v="1105"/>
          <ac:spMkLst>
            <pc:docMk/>
            <pc:sldMk cId="1270712381" sldId="2147482157"/>
            <ac:spMk id="54" creationId="{9AB76D90-DB7F-505B-436B-1FA7B92759C4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04.320" v="1105"/>
          <ac:spMkLst>
            <pc:docMk/>
            <pc:sldMk cId="1270712381" sldId="2147482157"/>
            <ac:spMk id="55" creationId="{37784040-664E-E927-326F-F901A13C4761}"/>
          </ac:spMkLst>
        </pc:spChg>
        <pc:graphicFrameChg chg="add del mod">
          <ac:chgData name="김지원(JIWON KIM)[jiwonkim]/사원/제조DX.제조DX솔루션.롤맵기술팀" userId="943d6483-24ce-443d-b7b2-0672c51f7cc5" providerId="ADAL" clId="{C4615A6B-6BA6-42D4-A50A-1CCC727EF629}" dt="2025-12-16T04:05:36.485" v="1087" actId="478"/>
          <ac:graphicFrameMkLst>
            <pc:docMk/>
            <pc:sldMk cId="1270712381" sldId="2147482157"/>
            <ac:graphicFrameMk id="3" creationId="{F4944D3C-190E-04EE-A161-23F22BDD8BA4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C4615A6B-6BA6-42D4-A50A-1CCC727EF629}" dt="2025-12-16T02:22:07.881" v="43" actId="478"/>
          <ac:graphicFrameMkLst>
            <pc:docMk/>
            <pc:sldMk cId="1270712381" sldId="2147482157"/>
            <ac:graphicFrameMk id="16" creationId="{036EE05A-7B4C-FBDE-5F92-A050D4DFE80E}"/>
          </ac:graphicFrameMkLst>
        </pc:graphicFrameChg>
        <pc:graphicFrameChg chg="add del mod">
          <ac:chgData name="김지원(JIWON KIM)[jiwonkim]/사원/제조DX.제조DX솔루션.롤맵기술팀" userId="943d6483-24ce-443d-b7b2-0672c51f7cc5" providerId="ADAL" clId="{C4615A6B-6BA6-42D4-A50A-1CCC727EF629}" dt="2025-12-16T04:07:04.025" v="1104" actId="478"/>
          <ac:graphicFrameMkLst>
            <pc:docMk/>
            <pc:sldMk cId="1270712381" sldId="2147482157"/>
            <ac:graphicFrameMk id="30" creationId="{42CD5E7F-7212-5C2B-95AA-B83763C9EE48}"/>
          </ac:graphicFrameMkLst>
        </pc:graphicFrameChg>
        <pc:graphicFrameChg chg="add mod">
          <ac:chgData name="김지원(JIWON KIM)[jiwonkim]/사원/제조DX.제조DX솔루션.롤맵기술팀" userId="943d6483-24ce-443d-b7b2-0672c51f7cc5" providerId="ADAL" clId="{C4615A6B-6BA6-42D4-A50A-1CCC727EF629}" dt="2025-12-16T04:07:04.320" v="1105"/>
          <ac:graphicFrameMkLst>
            <pc:docMk/>
            <pc:sldMk cId="1270712381" sldId="2147482157"/>
            <ac:graphicFrameMk id="43" creationId="{3D71574A-9DFC-FB76-7BB1-03E120745178}"/>
          </ac:graphicFrameMkLst>
        </pc:graphicFrameChg>
      </pc:sldChg>
      <pc:sldChg chg="addSp delSp modSp mod">
        <pc:chgData name="김지원(JIWON KIM)[jiwonkim]/사원/제조DX.제조DX솔루션.롤맵기술팀" userId="943d6483-24ce-443d-b7b2-0672c51f7cc5" providerId="ADAL" clId="{C4615A6B-6BA6-42D4-A50A-1CCC727EF629}" dt="2025-12-16T04:07:07.770" v="1107"/>
        <pc:sldMkLst>
          <pc:docMk/>
          <pc:sldMk cId="3468524003" sldId="2147482158"/>
        </pc:sldMkLst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9.752" v="1089" actId="478"/>
          <ac:spMkLst>
            <pc:docMk/>
            <pc:sldMk cId="3468524003" sldId="2147482158"/>
            <ac:spMk id="4" creationId="{732E2EEA-FD26-5BFF-636D-35E34CFF75E7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9.752" v="1089" actId="478"/>
          <ac:spMkLst>
            <pc:docMk/>
            <pc:sldMk cId="3468524003" sldId="2147482158"/>
            <ac:spMk id="5" creationId="{61597EAA-D176-C4AC-2CDA-45BB7217A2A2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9.752" v="1089" actId="478"/>
          <ac:spMkLst>
            <pc:docMk/>
            <pc:sldMk cId="3468524003" sldId="2147482158"/>
            <ac:spMk id="6" creationId="{437A26C2-03A4-2C90-36D4-B26941CCEF3D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9.752" v="1089" actId="478"/>
          <ac:spMkLst>
            <pc:docMk/>
            <pc:sldMk cId="3468524003" sldId="2147482158"/>
            <ac:spMk id="7" creationId="{B1BF86B6-935D-BEDC-16BA-18AF49700242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9.752" v="1089" actId="478"/>
          <ac:spMkLst>
            <pc:docMk/>
            <pc:sldMk cId="3468524003" sldId="2147482158"/>
            <ac:spMk id="8" creationId="{118C6C58-A649-9D71-DFE3-479A3EA13732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9.752" v="1089" actId="478"/>
          <ac:spMkLst>
            <pc:docMk/>
            <pc:sldMk cId="3468524003" sldId="2147482158"/>
            <ac:spMk id="9" creationId="{74080D3A-BDBC-E9DE-3DE8-3D0C12C1F63A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9.752" v="1089" actId="478"/>
          <ac:spMkLst>
            <pc:docMk/>
            <pc:sldMk cId="3468524003" sldId="2147482158"/>
            <ac:spMk id="10" creationId="{AA639E5E-F1DB-844F-24FB-EE8E827B8AA8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9.752" v="1089" actId="478"/>
          <ac:spMkLst>
            <pc:docMk/>
            <pc:sldMk cId="3468524003" sldId="2147482158"/>
            <ac:spMk id="11" creationId="{227B49E6-6CC3-A762-CFE7-71C98F01608A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9.752" v="1089" actId="478"/>
          <ac:spMkLst>
            <pc:docMk/>
            <pc:sldMk cId="3468524003" sldId="2147482158"/>
            <ac:spMk id="12" creationId="{471A9029-D4C3-E451-268F-1710C3D3B4E6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9.752" v="1089" actId="478"/>
          <ac:spMkLst>
            <pc:docMk/>
            <pc:sldMk cId="3468524003" sldId="2147482158"/>
            <ac:spMk id="13" creationId="{3D1543C2-A630-3A0D-7085-4154F7DCF06B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9.752" v="1089" actId="478"/>
          <ac:spMkLst>
            <pc:docMk/>
            <pc:sldMk cId="3468524003" sldId="2147482158"/>
            <ac:spMk id="14" creationId="{B7145840-8C32-E83A-B02B-CD0DC328A340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39.752" v="1089" actId="478"/>
          <ac:spMkLst>
            <pc:docMk/>
            <pc:sldMk cId="3468524003" sldId="2147482158"/>
            <ac:spMk id="15" creationId="{D8BD7B25-C7DF-C644-43AF-1E65E10DBC74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1.148" v="45" actId="478"/>
          <ac:spMkLst>
            <pc:docMk/>
            <pc:sldMk cId="3468524003" sldId="2147482158"/>
            <ac:spMk id="17" creationId="{F8BA5132-89BB-8549-2E24-634D273EA37C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1.148" v="45" actId="478"/>
          <ac:spMkLst>
            <pc:docMk/>
            <pc:sldMk cId="3468524003" sldId="2147482158"/>
            <ac:spMk id="18" creationId="{A9295B09-DB27-EF45-98DF-0A9690732721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1.148" v="45" actId="478"/>
          <ac:spMkLst>
            <pc:docMk/>
            <pc:sldMk cId="3468524003" sldId="2147482158"/>
            <ac:spMk id="19" creationId="{4ED0B53A-E32A-F268-C2FF-AEBCA1CA0D5E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1.148" v="45" actId="478"/>
          <ac:spMkLst>
            <pc:docMk/>
            <pc:sldMk cId="3468524003" sldId="2147482158"/>
            <ac:spMk id="20" creationId="{C5EE6291-5FF4-8D36-6020-86797A48DE1C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1.148" v="45" actId="478"/>
          <ac:spMkLst>
            <pc:docMk/>
            <pc:sldMk cId="3468524003" sldId="2147482158"/>
            <ac:spMk id="21" creationId="{05A26AA0-DB9F-D5EA-2A79-811D061E81E9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1.148" v="45" actId="478"/>
          <ac:spMkLst>
            <pc:docMk/>
            <pc:sldMk cId="3468524003" sldId="2147482158"/>
            <ac:spMk id="22" creationId="{AD42204C-1EFE-DBDA-2AE8-372C2B81604B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1.148" v="45" actId="478"/>
          <ac:spMkLst>
            <pc:docMk/>
            <pc:sldMk cId="3468524003" sldId="2147482158"/>
            <ac:spMk id="23" creationId="{7EA19DDD-8F0C-73C4-35A6-7D02B2EECE93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1.148" v="45" actId="478"/>
          <ac:spMkLst>
            <pc:docMk/>
            <pc:sldMk cId="3468524003" sldId="2147482158"/>
            <ac:spMk id="24" creationId="{11419CD6-54B8-79E7-EFE2-F2D91EB6FCA5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1.148" v="45" actId="478"/>
          <ac:spMkLst>
            <pc:docMk/>
            <pc:sldMk cId="3468524003" sldId="2147482158"/>
            <ac:spMk id="25" creationId="{A249226A-2907-4BFA-549A-18C27525E9A2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1.148" v="45" actId="478"/>
          <ac:spMkLst>
            <pc:docMk/>
            <pc:sldMk cId="3468524003" sldId="2147482158"/>
            <ac:spMk id="26" creationId="{F41D748E-B741-A5AE-D65B-DDB807DD5B2F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1.148" v="45" actId="478"/>
          <ac:spMkLst>
            <pc:docMk/>
            <pc:sldMk cId="3468524003" sldId="2147482158"/>
            <ac:spMk id="27" creationId="{4F05037C-BF0D-A1DE-97C9-686C37FA89EF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1.148" v="45" actId="478"/>
          <ac:spMkLst>
            <pc:docMk/>
            <pc:sldMk cId="3468524003" sldId="2147482158"/>
            <ac:spMk id="28" creationId="{9D87D388-52E7-FD51-B9DE-A38CC2B10A95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07.423" v="1106" actId="478"/>
          <ac:spMkLst>
            <pc:docMk/>
            <pc:sldMk cId="3468524003" sldId="2147482158"/>
            <ac:spMk id="31" creationId="{F43AD0A9-66C4-2CA3-84E2-B535E7349A46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07.423" v="1106" actId="478"/>
          <ac:spMkLst>
            <pc:docMk/>
            <pc:sldMk cId="3468524003" sldId="2147482158"/>
            <ac:spMk id="32" creationId="{2D0AA0CF-3256-D668-9895-44FE0B78AC3F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07.423" v="1106" actId="478"/>
          <ac:spMkLst>
            <pc:docMk/>
            <pc:sldMk cId="3468524003" sldId="2147482158"/>
            <ac:spMk id="33" creationId="{793D72BF-155F-CB11-4303-022A20C1B802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07.423" v="1106" actId="478"/>
          <ac:spMkLst>
            <pc:docMk/>
            <pc:sldMk cId="3468524003" sldId="2147482158"/>
            <ac:spMk id="34" creationId="{E997AC21-7D40-618E-A711-DC6C67F749C3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07.423" v="1106" actId="478"/>
          <ac:spMkLst>
            <pc:docMk/>
            <pc:sldMk cId="3468524003" sldId="2147482158"/>
            <ac:spMk id="35" creationId="{27621612-6727-D0E4-99FD-D64428392FF9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07.423" v="1106" actId="478"/>
          <ac:spMkLst>
            <pc:docMk/>
            <pc:sldMk cId="3468524003" sldId="2147482158"/>
            <ac:spMk id="36" creationId="{7914AFFA-2804-5FB8-4784-DAA8605ABBA7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07.423" v="1106" actId="478"/>
          <ac:spMkLst>
            <pc:docMk/>
            <pc:sldMk cId="3468524003" sldId="2147482158"/>
            <ac:spMk id="37" creationId="{89CC46F0-0850-5433-2B3B-17CFB9B992F5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07.423" v="1106" actId="478"/>
          <ac:spMkLst>
            <pc:docMk/>
            <pc:sldMk cId="3468524003" sldId="2147482158"/>
            <ac:spMk id="38" creationId="{D20C1A7F-1330-E68B-F611-F09E8B969A50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07.423" v="1106" actId="478"/>
          <ac:spMkLst>
            <pc:docMk/>
            <pc:sldMk cId="3468524003" sldId="2147482158"/>
            <ac:spMk id="39" creationId="{82A820DC-F927-66B6-5144-740A5EE13399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07.423" v="1106" actId="478"/>
          <ac:spMkLst>
            <pc:docMk/>
            <pc:sldMk cId="3468524003" sldId="2147482158"/>
            <ac:spMk id="40" creationId="{D83B9B39-240B-7DD6-DAE6-D4704C7B095D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07.423" v="1106" actId="478"/>
          <ac:spMkLst>
            <pc:docMk/>
            <pc:sldMk cId="3468524003" sldId="2147482158"/>
            <ac:spMk id="41" creationId="{A98CE66E-10C3-65C4-42F3-59CB2F8E9A1C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07.423" v="1106" actId="478"/>
          <ac:spMkLst>
            <pc:docMk/>
            <pc:sldMk cId="3468524003" sldId="2147482158"/>
            <ac:spMk id="42" creationId="{5B4691B8-0204-7314-0634-A8FED1BBF505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07.770" v="1107"/>
          <ac:spMkLst>
            <pc:docMk/>
            <pc:sldMk cId="3468524003" sldId="2147482158"/>
            <ac:spMk id="44" creationId="{3C644A71-5F1B-E083-3530-C935EEB67B2E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07.770" v="1107"/>
          <ac:spMkLst>
            <pc:docMk/>
            <pc:sldMk cId="3468524003" sldId="2147482158"/>
            <ac:spMk id="45" creationId="{2F3104FD-720B-5B82-1012-48CCBC0BCF13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07.770" v="1107"/>
          <ac:spMkLst>
            <pc:docMk/>
            <pc:sldMk cId="3468524003" sldId="2147482158"/>
            <ac:spMk id="46" creationId="{DB32B05B-D1E7-F008-7F0A-CA5C4ED32F80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07.770" v="1107"/>
          <ac:spMkLst>
            <pc:docMk/>
            <pc:sldMk cId="3468524003" sldId="2147482158"/>
            <ac:spMk id="47" creationId="{289E9BA8-9DBE-E483-C91E-23F591437BF8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07.770" v="1107"/>
          <ac:spMkLst>
            <pc:docMk/>
            <pc:sldMk cId="3468524003" sldId="2147482158"/>
            <ac:spMk id="48" creationId="{D1E3F591-4A9C-A90C-0841-E6B5A5224056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07.770" v="1107"/>
          <ac:spMkLst>
            <pc:docMk/>
            <pc:sldMk cId="3468524003" sldId="2147482158"/>
            <ac:spMk id="49" creationId="{244D5979-1365-4BFD-2FA2-2E61F750A38C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07.770" v="1107"/>
          <ac:spMkLst>
            <pc:docMk/>
            <pc:sldMk cId="3468524003" sldId="2147482158"/>
            <ac:spMk id="50" creationId="{D06ED96B-68D1-A495-2DDE-44FC11F82C7A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07.770" v="1107"/>
          <ac:spMkLst>
            <pc:docMk/>
            <pc:sldMk cId="3468524003" sldId="2147482158"/>
            <ac:spMk id="51" creationId="{1169CC92-508C-081D-CB74-6A312DA8C3C2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07.770" v="1107"/>
          <ac:spMkLst>
            <pc:docMk/>
            <pc:sldMk cId="3468524003" sldId="2147482158"/>
            <ac:spMk id="52" creationId="{1937B01B-6561-33D0-13EC-D84FFA38749F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07.770" v="1107"/>
          <ac:spMkLst>
            <pc:docMk/>
            <pc:sldMk cId="3468524003" sldId="2147482158"/>
            <ac:spMk id="53" creationId="{D5C715A7-9532-2DBC-0089-B2D31D1CDA1D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07.770" v="1107"/>
          <ac:spMkLst>
            <pc:docMk/>
            <pc:sldMk cId="3468524003" sldId="2147482158"/>
            <ac:spMk id="54" creationId="{1A605808-4246-EDB1-0F0D-5D2AB7030CD6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07.770" v="1107"/>
          <ac:spMkLst>
            <pc:docMk/>
            <pc:sldMk cId="3468524003" sldId="2147482158"/>
            <ac:spMk id="55" creationId="{0862C5EE-6032-4685-FE0E-5CB5684F6C8D}"/>
          </ac:spMkLst>
        </pc:spChg>
        <pc:graphicFrameChg chg="add del mod">
          <ac:chgData name="김지원(JIWON KIM)[jiwonkim]/사원/제조DX.제조DX솔루션.롤맵기술팀" userId="943d6483-24ce-443d-b7b2-0672c51f7cc5" providerId="ADAL" clId="{C4615A6B-6BA6-42D4-A50A-1CCC727EF629}" dt="2025-12-16T04:05:39.752" v="1089" actId="478"/>
          <ac:graphicFrameMkLst>
            <pc:docMk/>
            <pc:sldMk cId="3468524003" sldId="2147482158"/>
            <ac:graphicFrameMk id="3" creationId="{449616B3-4B68-257B-A889-E7A5DC9FCDFD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C4615A6B-6BA6-42D4-A50A-1CCC727EF629}" dt="2025-12-16T02:22:11.148" v="45" actId="478"/>
          <ac:graphicFrameMkLst>
            <pc:docMk/>
            <pc:sldMk cId="3468524003" sldId="2147482158"/>
            <ac:graphicFrameMk id="16" creationId="{CB0E2323-D1D0-F431-66A8-D4863F47FEF4}"/>
          </ac:graphicFrameMkLst>
        </pc:graphicFrameChg>
        <pc:graphicFrameChg chg="add del mod">
          <ac:chgData name="김지원(JIWON KIM)[jiwonkim]/사원/제조DX.제조DX솔루션.롤맵기술팀" userId="943d6483-24ce-443d-b7b2-0672c51f7cc5" providerId="ADAL" clId="{C4615A6B-6BA6-42D4-A50A-1CCC727EF629}" dt="2025-12-16T04:07:07.423" v="1106" actId="478"/>
          <ac:graphicFrameMkLst>
            <pc:docMk/>
            <pc:sldMk cId="3468524003" sldId="2147482158"/>
            <ac:graphicFrameMk id="29" creationId="{61D7B7ED-17D9-0F17-0D93-4BFD35DB000D}"/>
          </ac:graphicFrameMkLst>
        </pc:graphicFrameChg>
        <pc:graphicFrameChg chg="mod modGraphic">
          <ac:chgData name="김지원(JIWON KIM)[jiwonkim]/사원/제조DX.제조DX솔루션.롤맵기술팀" userId="943d6483-24ce-443d-b7b2-0672c51f7cc5" providerId="ADAL" clId="{C4615A6B-6BA6-42D4-A50A-1CCC727EF629}" dt="2025-12-16T04:02:14.606" v="1075" actId="6549"/>
          <ac:graphicFrameMkLst>
            <pc:docMk/>
            <pc:sldMk cId="3468524003" sldId="2147482158"/>
            <ac:graphicFrameMk id="30" creationId="{FD723AF4-8C6A-45D2-91AF-E831F6E1C5CD}"/>
          </ac:graphicFrameMkLst>
        </pc:graphicFrameChg>
        <pc:graphicFrameChg chg="add mod">
          <ac:chgData name="김지원(JIWON KIM)[jiwonkim]/사원/제조DX.제조DX솔루션.롤맵기술팀" userId="943d6483-24ce-443d-b7b2-0672c51f7cc5" providerId="ADAL" clId="{C4615A6B-6BA6-42D4-A50A-1CCC727EF629}" dt="2025-12-16T04:07:07.770" v="1107"/>
          <ac:graphicFrameMkLst>
            <pc:docMk/>
            <pc:sldMk cId="3468524003" sldId="2147482158"/>
            <ac:graphicFrameMk id="43" creationId="{70E473C2-96C7-0887-DF4C-37B51C985EC8}"/>
          </ac:graphicFrameMkLst>
        </pc:graphicFrameChg>
      </pc:sldChg>
      <pc:sldChg chg="addSp delSp modSp mod">
        <pc:chgData name="김지원(JIWON KIM)[jiwonkim]/사원/제조DX.제조DX솔루션.롤맵기술팀" userId="943d6483-24ce-443d-b7b2-0672c51f7cc5" providerId="ADAL" clId="{C4615A6B-6BA6-42D4-A50A-1CCC727EF629}" dt="2025-12-16T04:07:11.342" v="1109"/>
        <pc:sldMkLst>
          <pc:docMk/>
          <pc:sldMk cId="3982393149" sldId="2147482159"/>
        </pc:sldMkLst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43.087" v="1091" actId="478"/>
          <ac:spMkLst>
            <pc:docMk/>
            <pc:sldMk cId="3982393149" sldId="2147482159"/>
            <ac:spMk id="4" creationId="{5FF8A4FF-0417-1390-A2B3-0D917F9B381C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43.087" v="1091" actId="478"/>
          <ac:spMkLst>
            <pc:docMk/>
            <pc:sldMk cId="3982393149" sldId="2147482159"/>
            <ac:spMk id="5" creationId="{7ED8106B-76E7-40CE-F115-9F2E92109B24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43.087" v="1091" actId="478"/>
          <ac:spMkLst>
            <pc:docMk/>
            <pc:sldMk cId="3982393149" sldId="2147482159"/>
            <ac:spMk id="6" creationId="{AA64A0B1-F581-7F98-DA3F-BE0EADCE769A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43.087" v="1091" actId="478"/>
          <ac:spMkLst>
            <pc:docMk/>
            <pc:sldMk cId="3982393149" sldId="2147482159"/>
            <ac:spMk id="7" creationId="{888375F5-54AF-1D2B-7237-6752A18900AE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43.087" v="1091" actId="478"/>
          <ac:spMkLst>
            <pc:docMk/>
            <pc:sldMk cId="3982393149" sldId="2147482159"/>
            <ac:spMk id="8" creationId="{68387376-6A95-EF82-E9DC-E9972CFFCDB9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43.087" v="1091" actId="478"/>
          <ac:spMkLst>
            <pc:docMk/>
            <pc:sldMk cId="3982393149" sldId="2147482159"/>
            <ac:spMk id="9" creationId="{91F7907C-6909-FDE6-0620-215B5D28DEDC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43.087" v="1091" actId="478"/>
          <ac:spMkLst>
            <pc:docMk/>
            <pc:sldMk cId="3982393149" sldId="2147482159"/>
            <ac:spMk id="10" creationId="{28B2E16D-B6A4-F1B5-25EC-7C0F3AC0DB5F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43.087" v="1091" actId="478"/>
          <ac:spMkLst>
            <pc:docMk/>
            <pc:sldMk cId="3982393149" sldId="2147482159"/>
            <ac:spMk id="11" creationId="{38473C6F-A22D-79B1-C301-0BCF9A4904AA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43.087" v="1091" actId="478"/>
          <ac:spMkLst>
            <pc:docMk/>
            <pc:sldMk cId="3982393149" sldId="2147482159"/>
            <ac:spMk id="12" creationId="{AEEF46C9-F0E1-8B69-6D51-51EAB0E617CA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43.087" v="1091" actId="478"/>
          <ac:spMkLst>
            <pc:docMk/>
            <pc:sldMk cId="3982393149" sldId="2147482159"/>
            <ac:spMk id="13" creationId="{E2F9C77E-20DC-98FE-677D-42D084AD5BB4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43.087" v="1091" actId="478"/>
          <ac:spMkLst>
            <pc:docMk/>
            <pc:sldMk cId="3982393149" sldId="2147482159"/>
            <ac:spMk id="14" creationId="{B1578AF9-89BB-8F94-59E2-AD656660323F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43.087" v="1091" actId="478"/>
          <ac:spMkLst>
            <pc:docMk/>
            <pc:sldMk cId="3982393149" sldId="2147482159"/>
            <ac:spMk id="15" creationId="{71D2B89B-F5D1-2F6E-2B87-53BA992915FD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4.414" v="47" actId="478"/>
          <ac:spMkLst>
            <pc:docMk/>
            <pc:sldMk cId="3982393149" sldId="2147482159"/>
            <ac:spMk id="17" creationId="{C8F8BD64-02B4-9F94-42A5-EF2D19573753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4.414" v="47" actId="478"/>
          <ac:spMkLst>
            <pc:docMk/>
            <pc:sldMk cId="3982393149" sldId="2147482159"/>
            <ac:spMk id="18" creationId="{A5F25E1D-BEEF-8539-F06A-55462CBB15F2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4.414" v="47" actId="478"/>
          <ac:spMkLst>
            <pc:docMk/>
            <pc:sldMk cId="3982393149" sldId="2147482159"/>
            <ac:spMk id="19" creationId="{BFD174F4-F50B-A55C-5E97-E43C289C13E2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4.414" v="47" actId="478"/>
          <ac:spMkLst>
            <pc:docMk/>
            <pc:sldMk cId="3982393149" sldId="2147482159"/>
            <ac:spMk id="20" creationId="{0401B3EF-78E3-8FA9-ABDB-05FB7C987018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4.414" v="47" actId="478"/>
          <ac:spMkLst>
            <pc:docMk/>
            <pc:sldMk cId="3982393149" sldId="2147482159"/>
            <ac:spMk id="21" creationId="{38482F57-05D6-1051-0437-C53CBDB55DF3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4.414" v="47" actId="478"/>
          <ac:spMkLst>
            <pc:docMk/>
            <pc:sldMk cId="3982393149" sldId="2147482159"/>
            <ac:spMk id="22" creationId="{87B7D6D6-FF9C-9651-CDC6-9E282C1ABE9B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4.414" v="47" actId="478"/>
          <ac:spMkLst>
            <pc:docMk/>
            <pc:sldMk cId="3982393149" sldId="2147482159"/>
            <ac:spMk id="23" creationId="{C6D11FCB-9936-FCF3-8AD1-DD1239A840B4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4.414" v="47" actId="478"/>
          <ac:spMkLst>
            <pc:docMk/>
            <pc:sldMk cId="3982393149" sldId="2147482159"/>
            <ac:spMk id="24" creationId="{4625AE76-36CC-7F92-4078-EBE4CD7F1F96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4.414" v="47" actId="478"/>
          <ac:spMkLst>
            <pc:docMk/>
            <pc:sldMk cId="3982393149" sldId="2147482159"/>
            <ac:spMk id="25" creationId="{C11FD671-D2A7-4A3C-6013-9E9DEED2F143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4.414" v="47" actId="478"/>
          <ac:spMkLst>
            <pc:docMk/>
            <pc:sldMk cId="3982393149" sldId="2147482159"/>
            <ac:spMk id="26" creationId="{61D6502D-3EB9-63FC-84B3-31F1FA32D2CF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4.414" v="47" actId="478"/>
          <ac:spMkLst>
            <pc:docMk/>
            <pc:sldMk cId="3982393149" sldId="2147482159"/>
            <ac:spMk id="27" creationId="{EFC37E51-E5DA-2CBE-C31A-18A4E4D7B30F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4.414" v="47" actId="478"/>
          <ac:spMkLst>
            <pc:docMk/>
            <pc:sldMk cId="3982393149" sldId="2147482159"/>
            <ac:spMk id="28" creationId="{4DB8ADAF-C81A-E693-22E4-AC378414AC0B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11.133" v="1108" actId="478"/>
          <ac:spMkLst>
            <pc:docMk/>
            <pc:sldMk cId="3982393149" sldId="2147482159"/>
            <ac:spMk id="31" creationId="{3D52BD52-EC50-500F-0C6A-9A95B08A3EE2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11.133" v="1108" actId="478"/>
          <ac:spMkLst>
            <pc:docMk/>
            <pc:sldMk cId="3982393149" sldId="2147482159"/>
            <ac:spMk id="32" creationId="{DD2997F4-DAB9-B0E3-B95D-0B271840F22E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11.133" v="1108" actId="478"/>
          <ac:spMkLst>
            <pc:docMk/>
            <pc:sldMk cId="3982393149" sldId="2147482159"/>
            <ac:spMk id="33" creationId="{7E2A697A-A735-41EA-66DB-DA7750974ADD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11.133" v="1108" actId="478"/>
          <ac:spMkLst>
            <pc:docMk/>
            <pc:sldMk cId="3982393149" sldId="2147482159"/>
            <ac:spMk id="34" creationId="{10EEC482-E7C7-ECB9-4A04-185DE61E6C93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11.133" v="1108" actId="478"/>
          <ac:spMkLst>
            <pc:docMk/>
            <pc:sldMk cId="3982393149" sldId="2147482159"/>
            <ac:spMk id="35" creationId="{70A27A6D-5798-9643-4568-23659BA09DDA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11.133" v="1108" actId="478"/>
          <ac:spMkLst>
            <pc:docMk/>
            <pc:sldMk cId="3982393149" sldId="2147482159"/>
            <ac:spMk id="36" creationId="{1BA53F3C-CFFC-6EE7-653E-9C15FB02755A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11.133" v="1108" actId="478"/>
          <ac:spMkLst>
            <pc:docMk/>
            <pc:sldMk cId="3982393149" sldId="2147482159"/>
            <ac:spMk id="37" creationId="{C928BE18-4AF1-6888-BDB3-3B12A6CA0AD7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11.133" v="1108" actId="478"/>
          <ac:spMkLst>
            <pc:docMk/>
            <pc:sldMk cId="3982393149" sldId="2147482159"/>
            <ac:spMk id="38" creationId="{2618618D-F200-4E49-3BC3-4B59A30DB6B0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11.133" v="1108" actId="478"/>
          <ac:spMkLst>
            <pc:docMk/>
            <pc:sldMk cId="3982393149" sldId="2147482159"/>
            <ac:spMk id="39" creationId="{1CF409B9-D8DD-02E4-58E6-766448782DB7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11.133" v="1108" actId="478"/>
          <ac:spMkLst>
            <pc:docMk/>
            <pc:sldMk cId="3982393149" sldId="2147482159"/>
            <ac:spMk id="40" creationId="{BCC2B57E-C9B5-F162-1210-B884065FD5CB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11.133" v="1108" actId="478"/>
          <ac:spMkLst>
            <pc:docMk/>
            <pc:sldMk cId="3982393149" sldId="2147482159"/>
            <ac:spMk id="41" creationId="{1D5C27F4-E97C-6AE9-58F1-D04D99BD0770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11.133" v="1108" actId="478"/>
          <ac:spMkLst>
            <pc:docMk/>
            <pc:sldMk cId="3982393149" sldId="2147482159"/>
            <ac:spMk id="42" creationId="{92B253DE-DEB7-8C23-CE4D-72895E2C1B57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11.342" v="1109"/>
          <ac:spMkLst>
            <pc:docMk/>
            <pc:sldMk cId="3982393149" sldId="2147482159"/>
            <ac:spMk id="44" creationId="{3DEB0968-FA05-B0D9-7B5A-F6E5AFC78418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11.342" v="1109"/>
          <ac:spMkLst>
            <pc:docMk/>
            <pc:sldMk cId="3982393149" sldId="2147482159"/>
            <ac:spMk id="45" creationId="{08B63321-293F-1576-3F04-16C2387F4D99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11.342" v="1109"/>
          <ac:spMkLst>
            <pc:docMk/>
            <pc:sldMk cId="3982393149" sldId="2147482159"/>
            <ac:spMk id="46" creationId="{9FA96A32-9129-5161-CD70-0F735DB66025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11.342" v="1109"/>
          <ac:spMkLst>
            <pc:docMk/>
            <pc:sldMk cId="3982393149" sldId="2147482159"/>
            <ac:spMk id="47" creationId="{EA472BF0-575D-7A4B-D600-0C8C48E8B4E6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11.342" v="1109"/>
          <ac:spMkLst>
            <pc:docMk/>
            <pc:sldMk cId="3982393149" sldId="2147482159"/>
            <ac:spMk id="48" creationId="{1D38ABEA-8E67-2E5F-FE03-2B98E19410AA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11.342" v="1109"/>
          <ac:spMkLst>
            <pc:docMk/>
            <pc:sldMk cId="3982393149" sldId="2147482159"/>
            <ac:spMk id="49" creationId="{AD95116F-8947-45B0-0244-6CB33CB248C8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11.342" v="1109"/>
          <ac:spMkLst>
            <pc:docMk/>
            <pc:sldMk cId="3982393149" sldId="2147482159"/>
            <ac:spMk id="50" creationId="{6CF039C1-23BB-FEE2-3F72-37273B7F3ECE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11.342" v="1109"/>
          <ac:spMkLst>
            <pc:docMk/>
            <pc:sldMk cId="3982393149" sldId="2147482159"/>
            <ac:spMk id="51" creationId="{9C12F619-3ADA-F073-6B76-08D01BA68A9F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11.342" v="1109"/>
          <ac:spMkLst>
            <pc:docMk/>
            <pc:sldMk cId="3982393149" sldId="2147482159"/>
            <ac:spMk id="52" creationId="{89EFAC9E-C88E-10D2-F233-627CDEC913B8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11.342" v="1109"/>
          <ac:spMkLst>
            <pc:docMk/>
            <pc:sldMk cId="3982393149" sldId="2147482159"/>
            <ac:spMk id="53" creationId="{6D59CC2B-6A38-8138-729C-35D1118EB220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11.342" v="1109"/>
          <ac:spMkLst>
            <pc:docMk/>
            <pc:sldMk cId="3982393149" sldId="2147482159"/>
            <ac:spMk id="54" creationId="{5751FA03-39CF-3413-25EE-00BF0601C813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11.342" v="1109"/>
          <ac:spMkLst>
            <pc:docMk/>
            <pc:sldMk cId="3982393149" sldId="2147482159"/>
            <ac:spMk id="55" creationId="{9F166816-3C11-6AE5-B5FB-7802ED58F888}"/>
          </ac:spMkLst>
        </pc:spChg>
        <pc:graphicFrameChg chg="add del mod">
          <ac:chgData name="김지원(JIWON KIM)[jiwonkim]/사원/제조DX.제조DX솔루션.롤맵기술팀" userId="943d6483-24ce-443d-b7b2-0672c51f7cc5" providerId="ADAL" clId="{C4615A6B-6BA6-42D4-A50A-1CCC727EF629}" dt="2025-12-16T04:05:43.087" v="1091" actId="478"/>
          <ac:graphicFrameMkLst>
            <pc:docMk/>
            <pc:sldMk cId="3982393149" sldId="2147482159"/>
            <ac:graphicFrameMk id="3" creationId="{3B1FCA75-D3D7-4A48-6A41-2E6BE22BE02A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C4615A6B-6BA6-42D4-A50A-1CCC727EF629}" dt="2025-12-16T02:22:14.414" v="47" actId="478"/>
          <ac:graphicFrameMkLst>
            <pc:docMk/>
            <pc:sldMk cId="3982393149" sldId="2147482159"/>
            <ac:graphicFrameMk id="16" creationId="{83986431-2BA6-7FBA-CA12-CF463506D301}"/>
          </ac:graphicFrameMkLst>
        </pc:graphicFrameChg>
        <pc:graphicFrameChg chg="add del mod">
          <ac:chgData name="김지원(JIWON KIM)[jiwonkim]/사원/제조DX.제조DX솔루션.롤맵기술팀" userId="943d6483-24ce-443d-b7b2-0672c51f7cc5" providerId="ADAL" clId="{C4615A6B-6BA6-42D4-A50A-1CCC727EF629}" dt="2025-12-16T04:07:11.133" v="1108" actId="478"/>
          <ac:graphicFrameMkLst>
            <pc:docMk/>
            <pc:sldMk cId="3982393149" sldId="2147482159"/>
            <ac:graphicFrameMk id="29" creationId="{0DED1653-E706-B988-7520-6E2EB20527E2}"/>
          </ac:graphicFrameMkLst>
        </pc:graphicFrameChg>
        <pc:graphicFrameChg chg="mod modGraphic">
          <ac:chgData name="김지원(JIWON KIM)[jiwonkim]/사원/제조DX.제조DX솔루션.롤맵기술팀" userId="943d6483-24ce-443d-b7b2-0672c51f7cc5" providerId="ADAL" clId="{C4615A6B-6BA6-42D4-A50A-1CCC727EF629}" dt="2025-12-16T02:28:45.776" v="630" actId="20577"/>
          <ac:graphicFrameMkLst>
            <pc:docMk/>
            <pc:sldMk cId="3982393149" sldId="2147482159"/>
            <ac:graphicFrameMk id="30" creationId="{FD723AF4-8C6A-45D2-91AF-E831F6E1C5CD}"/>
          </ac:graphicFrameMkLst>
        </pc:graphicFrameChg>
        <pc:graphicFrameChg chg="add mod">
          <ac:chgData name="김지원(JIWON KIM)[jiwonkim]/사원/제조DX.제조DX솔루션.롤맵기술팀" userId="943d6483-24ce-443d-b7b2-0672c51f7cc5" providerId="ADAL" clId="{C4615A6B-6BA6-42D4-A50A-1CCC727EF629}" dt="2025-12-16T04:07:11.342" v="1109"/>
          <ac:graphicFrameMkLst>
            <pc:docMk/>
            <pc:sldMk cId="3982393149" sldId="2147482159"/>
            <ac:graphicFrameMk id="43" creationId="{74F993CF-83C0-F5EC-D222-B8C59783A9AC}"/>
          </ac:graphicFrameMkLst>
        </pc:graphicFrameChg>
      </pc:sldChg>
      <pc:sldChg chg="addSp delSp modSp mod">
        <pc:chgData name="김지원(JIWON KIM)[jiwonkim]/사원/제조DX.제조DX솔루션.롤맵기술팀" userId="943d6483-24ce-443d-b7b2-0672c51f7cc5" providerId="ADAL" clId="{C4615A6B-6BA6-42D4-A50A-1CCC727EF629}" dt="2025-12-16T04:07:15.038" v="1111"/>
        <pc:sldMkLst>
          <pc:docMk/>
          <pc:sldMk cId="4127400384" sldId="2147482160"/>
        </pc:sldMkLst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46.586" v="1093" actId="478"/>
          <ac:spMkLst>
            <pc:docMk/>
            <pc:sldMk cId="4127400384" sldId="2147482160"/>
            <ac:spMk id="3" creationId="{E56BEE0E-E750-4636-06C0-4A67E3B51331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46.586" v="1093" actId="478"/>
          <ac:spMkLst>
            <pc:docMk/>
            <pc:sldMk cId="4127400384" sldId="2147482160"/>
            <ac:spMk id="4" creationId="{DE921F81-8998-1C9A-F952-FBA667E1C1BF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46.586" v="1093" actId="478"/>
          <ac:spMkLst>
            <pc:docMk/>
            <pc:sldMk cId="4127400384" sldId="2147482160"/>
            <ac:spMk id="5" creationId="{994A29E6-BC39-D7D2-370F-726E79C40EE6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46.586" v="1093" actId="478"/>
          <ac:spMkLst>
            <pc:docMk/>
            <pc:sldMk cId="4127400384" sldId="2147482160"/>
            <ac:spMk id="6" creationId="{8438768E-D105-681B-4985-A47021FBB83B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46.586" v="1093" actId="478"/>
          <ac:spMkLst>
            <pc:docMk/>
            <pc:sldMk cId="4127400384" sldId="2147482160"/>
            <ac:spMk id="7" creationId="{B12EEA4A-32C9-6C06-A593-A8561F6ABA94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46.586" v="1093" actId="478"/>
          <ac:spMkLst>
            <pc:docMk/>
            <pc:sldMk cId="4127400384" sldId="2147482160"/>
            <ac:spMk id="8" creationId="{8B5B9CC2-ADB1-4FF4-8E1F-AC55C057C8A6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46.586" v="1093" actId="478"/>
          <ac:spMkLst>
            <pc:docMk/>
            <pc:sldMk cId="4127400384" sldId="2147482160"/>
            <ac:spMk id="9" creationId="{5ACB0EBC-7B89-7FBB-0A0D-FC1D4F1006F7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46.586" v="1093" actId="478"/>
          <ac:spMkLst>
            <pc:docMk/>
            <pc:sldMk cId="4127400384" sldId="2147482160"/>
            <ac:spMk id="10" creationId="{5C544534-C984-65D7-55DB-567D17867F33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46.586" v="1093" actId="478"/>
          <ac:spMkLst>
            <pc:docMk/>
            <pc:sldMk cId="4127400384" sldId="2147482160"/>
            <ac:spMk id="11" creationId="{ED02C090-9781-FE6D-BCFB-CA56F137E99C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46.586" v="1093" actId="478"/>
          <ac:spMkLst>
            <pc:docMk/>
            <pc:sldMk cId="4127400384" sldId="2147482160"/>
            <ac:spMk id="12" creationId="{B60325BE-17CB-0019-CC5D-692B136A99E4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46.586" v="1093" actId="478"/>
          <ac:spMkLst>
            <pc:docMk/>
            <pc:sldMk cId="4127400384" sldId="2147482160"/>
            <ac:spMk id="13" creationId="{ECB5F107-77CF-F558-522F-E1E4DE850700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5:46.586" v="1093" actId="478"/>
          <ac:spMkLst>
            <pc:docMk/>
            <pc:sldMk cId="4127400384" sldId="2147482160"/>
            <ac:spMk id="14" creationId="{2359FC83-ADFC-CA33-1CAC-C128CDE45355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8.893" v="49" actId="478"/>
          <ac:spMkLst>
            <pc:docMk/>
            <pc:sldMk cId="4127400384" sldId="2147482160"/>
            <ac:spMk id="16" creationId="{F031A6BF-D48B-989C-C8A3-6DB3CEE4B209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8.893" v="49" actId="478"/>
          <ac:spMkLst>
            <pc:docMk/>
            <pc:sldMk cId="4127400384" sldId="2147482160"/>
            <ac:spMk id="17" creationId="{7E5003A5-8192-7DAC-C3C5-752E443F296F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8.893" v="49" actId="478"/>
          <ac:spMkLst>
            <pc:docMk/>
            <pc:sldMk cId="4127400384" sldId="2147482160"/>
            <ac:spMk id="18" creationId="{5CE8640F-20A3-85FA-DA91-628AA8701314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8.893" v="49" actId="478"/>
          <ac:spMkLst>
            <pc:docMk/>
            <pc:sldMk cId="4127400384" sldId="2147482160"/>
            <ac:spMk id="19" creationId="{B97A7301-F043-D25A-D16D-E04F889B31EF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8.893" v="49" actId="478"/>
          <ac:spMkLst>
            <pc:docMk/>
            <pc:sldMk cId="4127400384" sldId="2147482160"/>
            <ac:spMk id="20" creationId="{39077F17-1434-5A09-EEFD-C8C94A310E03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8.893" v="49" actId="478"/>
          <ac:spMkLst>
            <pc:docMk/>
            <pc:sldMk cId="4127400384" sldId="2147482160"/>
            <ac:spMk id="21" creationId="{7B40E852-B5FA-9C2B-A47A-C2AD819A8053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8.893" v="49" actId="478"/>
          <ac:spMkLst>
            <pc:docMk/>
            <pc:sldMk cId="4127400384" sldId="2147482160"/>
            <ac:spMk id="23" creationId="{28734FB0-4BCE-F6DF-4B17-2A6757819B5F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8.893" v="49" actId="478"/>
          <ac:spMkLst>
            <pc:docMk/>
            <pc:sldMk cId="4127400384" sldId="2147482160"/>
            <ac:spMk id="24" creationId="{B751BA13-45FD-6E9E-66FC-64D1D338E436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8.893" v="49" actId="478"/>
          <ac:spMkLst>
            <pc:docMk/>
            <pc:sldMk cId="4127400384" sldId="2147482160"/>
            <ac:spMk id="25" creationId="{BCFC215E-F7E4-3D2B-8BFA-CE1FC474F9C4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8.893" v="49" actId="478"/>
          <ac:spMkLst>
            <pc:docMk/>
            <pc:sldMk cId="4127400384" sldId="2147482160"/>
            <ac:spMk id="26" creationId="{C4AB563F-EA7C-9F0D-2137-7C65245D3593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8.893" v="49" actId="478"/>
          <ac:spMkLst>
            <pc:docMk/>
            <pc:sldMk cId="4127400384" sldId="2147482160"/>
            <ac:spMk id="27" creationId="{BD08896E-CDE7-E9C7-274F-CC4675651F38}"/>
          </ac:spMkLst>
        </pc:spChg>
        <pc:spChg chg="del">
          <ac:chgData name="김지원(JIWON KIM)[jiwonkim]/사원/제조DX.제조DX솔루션.롤맵기술팀" userId="943d6483-24ce-443d-b7b2-0672c51f7cc5" providerId="ADAL" clId="{C4615A6B-6BA6-42D4-A50A-1CCC727EF629}" dt="2025-12-16T02:22:18.893" v="49" actId="478"/>
          <ac:spMkLst>
            <pc:docMk/>
            <pc:sldMk cId="4127400384" sldId="2147482160"/>
            <ac:spMk id="28" creationId="{50C36464-E273-ACF5-84D5-FA606946C5E0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14.769" v="1110" actId="478"/>
          <ac:spMkLst>
            <pc:docMk/>
            <pc:sldMk cId="4127400384" sldId="2147482160"/>
            <ac:spMk id="30" creationId="{CD731154-17B8-5F6D-4A4B-673AE98E2859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14.769" v="1110" actId="478"/>
          <ac:spMkLst>
            <pc:docMk/>
            <pc:sldMk cId="4127400384" sldId="2147482160"/>
            <ac:spMk id="31" creationId="{44468175-A6F8-C00E-8986-DB0D479104B1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14.769" v="1110" actId="478"/>
          <ac:spMkLst>
            <pc:docMk/>
            <pc:sldMk cId="4127400384" sldId="2147482160"/>
            <ac:spMk id="32" creationId="{04209C68-B9B8-7E80-B1CF-4B04B4D86D30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14.769" v="1110" actId="478"/>
          <ac:spMkLst>
            <pc:docMk/>
            <pc:sldMk cId="4127400384" sldId="2147482160"/>
            <ac:spMk id="33" creationId="{4B8F9CBC-4759-B908-FC39-627FB2AC0B9F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14.769" v="1110" actId="478"/>
          <ac:spMkLst>
            <pc:docMk/>
            <pc:sldMk cId="4127400384" sldId="2147482160"/>
            <ac:spMk id="34" creationId="{DFF7E5F2-DA59-8B37-BB04-434E7E33E94A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14.769" v="1110" actId="478"/>
          <ac:spMkLst>
            <pc:docMk/>
            <pc:sldMk cId="4127400384" sldId="2147482160"/>
            <ac:spMk id="35" creationId="{C46CD38F-E48F-817E-91B6-0E925500D90E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14.769" v="1110" actId="478"/>
          <ac:spMkLst>
            <pc:docMk/>
            <pc:sldMk cId="4127400384" sldId="2147482160"/>
            <ac:spMk id="36" creationId="{72E116B1-723E-0335-F067-AA6A639BF29D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14.769" v="1110" actId="478"/>
          <ac:spMkLst>
            <pc:docMk/>
            <pc:sldMk cId="4127400384" sldId="2147482160"/>
            <ac:spMk id="37" creationId="{836692E2-88BF-3ADE-C0EE-999BB74510A8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14.769" v="1110" actId="478"/>
          <ac:spMkLst>
            <pc:docMk/>
            <pc:sldMk cId="4127400384" sldId="2147482160"/>
            <ac:spMk id="38" creationId="{E99BC996-1BFF-5B5F-4604-CCD10A1E4376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14.769" v="1110" actId="478"/>
          <ac:spMkLst>
            <pc:docMk/>
            <pc:sldMk cId="4127400384" sldId="2147482160"/>
            <ac:spMk id="39" creationId="{6992836C-7D6E-2528-1D64-0B910D89B69F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14.769" v="1110" actId="478"/>
          <ac:spMkLst>
            <pc:docMk/>
            <pc:sldMk cId="4127400384" sldId="2147482160"/>
            <ac:spMk id="40" creationId="{A9EA8972-A9CF-4C7F-88DC-DF5EFDC1353D}"/>
          </ac:spMkLst>
        </pc:spChg>
        <pc:spChg chg="add del mod">
          <ac:chgData name="김지원(JIWON KIM)[jiwonkim]/사원/제조DX.제조DX솔루션.롤맵기술팀" userId="943d6483-24ce-443d-b7b2-0672c51f7cc5" providerId="ADAL" clId="{C4615A6B-6BA6-42D4-A50A-1CCC727EF629}" dt="2025-12-16T04:07:14.769" v="1110" actId="478"/>
          <ac:spMkLst>
            <pc:docMk/>
            <pc:sldMk cId="4127400384" sldId="2147482160"/>
            <ac:spMk id="41" creationId="{2A5EB5B7-EF56-F31E-EBEC-04D11952C3CA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15.038" v="1111"/>
          <ac:spMkLst>
            <pc:docMk/>
            <pc:sldMk cId="4127400384" sldId="2147482160"/>
            <ac:spMk id="43" creationId="{98AA9C9F-0715-5FD3-AF97-3D41D9C02031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15.038" v="1111"/>
          <ac:spMkLst>
            <pc:docMk/>
            <pc:sldMk cId="4127400384" sldId="2147482160"/>
            <ac:spMk id="44" creationId="{AB0938F8-F197-98C9-8786-C3212913E51A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15.038" v="1111"/>
          <ac:spMkLst>
            <pc:docMk/>
            <pc:sldMk cId="4127400384" sldId="2147482160"/>
            <ac:spMk id="45" creationId="{01DDC407-BAC1-8653-6D18-344EDDBA31E2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15.038" v="1111"/>
          <ac:spMkLst>
            <pc:docMk/>
            <pc:sldMk cId="4127400384" sldId="2147482160"/>
            <ac:spMk id="46" creationId="{5285B012-1E58-6E11-B5CE-A79FC85F4065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15.038" v="1111"/>
          <ac:spMkLst>
            <pc:docMk/>
            <pc:sldMk cId="4127400384" sldId="2147482160"/>
            <ac:spMk id="47" creationId="{99739B26-D660-2533-3FD2-6E04E3A4FBF3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15.038" v="1111"/>
          <ac:spMkLst>
            <pc:docMk/>
            <pc:sldMk cId="4127400384" sldId="2147482160"/>
            <ac:spMk id="48" creationId="{6087DA7E-C952-DB7A-23CF-4944F7A50095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15.038" v="1111"/>
          <ac:spMkLst>
            <pc:docMk/>
            <pc:sldMk cId="4127400384" sldId="2147482160"/>
            <ac:spMk id="49" creationId="{2FE97BDE-7E9D-45CA-4CDA-8FFBDC924A7A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15.038" v="1111"/>
          <ac:spMkLst>
            <pc:docMk/>
            <pc:sldMk cId="4127400384" sldId="2147482160"/>
            <ac:spMk id="50" creationId="{689059D4-4395-53FB-D087-54EED4E64DFF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15.038" v="1111"/>
          <ac:spMkLst>
            <pc:docMk/>
            <pc:sldMk cId="4127400384" sldId="2147482160"/>
            <ac:spMk id="51" creationId="{6EF4F204-52A5-EEA9-25BB-9D76368C5760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15.038" v="1111"/>
          <ac:spMkLst>
            <pc:docMk/>
            <pc:sldMk cId="4127400384" sldId="2147482160"/>
            <ac:spMk id="52" creationId="{55CAEC15-25F4-748D-788D-3D7DB3CFE08C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15.038" v="1111"/>
          <ac:spMkLst>
            <pc:docMk/>
            <pc:sldMk cId="4127400384" sldId="2147482160"/>
            <ac:spMk id="53" creationId="{5BFC7C0C-839E-7EF2-9EB4-6C04F441947C}"/>
          </ac:spMkLst>
        </pc:spChg>
        <pc:spChg chg="add mod">
          <ac:chgData name="김지원(JIWON KIM)[jiwonkim]/사원/제조DX.제조DX솔루션.롤맵기술팀" userId="943d6483-24ce-443d-b7b2-0672c51f7cc5" providerId="ADAL" clId="{C4615A6B-6BA6-42D4-A50A-1CCC727EF629}" dt="2025-12-16T04:07:15.038" v="1111"/>
          <ac:spMkLst>
            <pc:docMk/>
            <pc:sldMk cId="4127400384" sldId="2147482160"/>
            <ac:spMk id="54" creationId="{BFC5C3A8-BFB5-197E-49CA-7A895BC4FA52}"/>
          </ac:spMkLst>
        </pc:spChg>
        <pc:graphicFrameChg chg="add del mod">
          <ac:chgData name="김지원(JIWON KIM)[jiwonkim]/사원/제조DX.제조DX솔루션.롤맵기술팀" userId="943d6483-24ce-443d-b7b2-0672c51f7cc5" providerId="ADAL" clId="{C4615A6B-6BA6-42D4-A50A-1CCC727EF629}" dt="2025-12-16T04:05:46.586" v="1093" actId="478"/>
          <ac:graphicFrameMkLst>
            <pc:docMk/>
            <pc:sldMk cId="4127400384" sldId="2147482160"/>
            <ac:graphicFrameMk id="2" creationId="{86EFE759-F5A6-5087-AD6C-923C6F401289}"/>
          </ac:graphicFrameMkLst>
        </pc:graphicFrameChg>
        <pc:graphicFrameChg chg="del">
          <ac:chgData name="김지원(JIWON KIM)[jiwonkim]/사원/제조DX.제조DX솔루션.롤맵기술팀" userId="943d6483-24ce-443d-b7b2-0672c51f7cc5" providerId="ADAL" clId="{C4615A6B-6BA6-42D4-A50A-1CCC727EF629}" dt="2025-12-16T02:22:18.893" v="49" actId="478"/>
          <ac:graphicFrameMkLst>
            <pc:docMk/>
            <pc:sldMk cId="4127400384" sldId="2147482160"/>
            <ac:graphicFrameMk id="15" creationId="{CDC76027-00C0-E482-F77B-ED0912123DEF}"/>
          </ac:graphicFrameMkLst>
        </pc:graphicFrameChg>
        <pc:graphicFrameChg chg="add del mod">
          <ac:chgData name="김지원(JIWON KIM)[jiwonkim]/사원/제조DX.제조DX솔루션.롤맵기술팀" userId="943d6483-24ce-443d-b7b2-0672c51f7cc5" providerId="ADAL" clId="{C4615A6B-6BA6-42D4-A50A-1CCC727EF629}" dt="2025-12-16T04:07:14.769" v="1110" actId="478"/>
          <ac:graphicFrameMkLst>
            <pc:docMk/>
            <pc:sldMk cId="4127400384" sldId="2147482160"/>
            <ac:graphicFrameMk id="22" creationId="{A9C7946B-AE90-B28E-1040-B0D967D9438A}"/>
          </ac:graphicFrameMkLst>
        </pc:graphicFrameChg>
        <pc:graphicFrameChg chg="add mod">
          <ac:chgData name="김지원(JIWON KIM)[jiwonkim]/사원/제조DX.제조DX솔루션.롤맵기술팀" userId="943d6483-24ce-443d-b7b2-0672c51f7cc5" providerId="ADAL" clId="{C4615A6B-6BA6-42D4-A50A-1CCC727EF629}" dt="2025-12-16T04:07:15.038" v="1111"/>
          <ac:graphicFrameMkLst>
            <pc:docMk/>
            <pc:sldMk cId="4127400384" sldId="2147482160"/>
            <ac:graphicFrameMk id="42" creationId="{F601C799-4B8F-4B21-9D7B-01934092962D}"/>
          </ac:graphicFrameMkLst>
        </pc:graphicFrameChg>
      </pc:sldChg>
    </pc:docChg>
  </pc:docChgLst>
  <pc:docChgLst>
    <pc:chgData name="이형관(HYUNGKWAN LEE)[freelee127]/책임/제조DX.제조DX솔루션.롤맵기술팀" userId="11e5d321-d4d4-41f3-bbb3-35683fc429a5" providerId="ADAL" clId="{DCC3C8C5-389E-4C6B-93AC-81C11F552658}"/>
    <pc:docChg chg="undo custSel addSld delSld modSld modSection">
      <pc:chgData name="이형관(HYUNGKWAN LEE)[freelee127]/책임/제조DX.제조DX솔루션.롤맵기술팀" userId="11e5d321-d4d4-41f3-bbb3-35683fc429a5" providerId="ADAL" clId="{DCC3C8C5-389E-4C6B-93AC-81C11F552658}" dt="2025-10-29T07:09:10.632" v="549" actId="207"/>
      <pc:docMkLst>
        <pc:docMk/>
      </pc:docMkLst>
      <pc:sldChg chg="modSp">
        <pc:chgData name="이형관(HYUNGKWAN LEE)[freelee127]/책임/제조DX.제조DX솔루션.롤맵기술팀" userId="11e5d321-d4d4-41f3-bbb3-35683fc429a5" providerId="ADAL" clId="{DCC3C8C5-389E-4C6B-93AC-81C11F552658}" dt="2025-10-29T05:12:06.344" v="45" actId="2084"/>
        <pc:sldMkLst>
          <pc:docMk/>
          <pc:sldMk cId="2260942690" sldId="2147481980"/>
        </pc:sldMkLst>
        <pc:graphicFrameChg chg="modGraphic">
          <ac:chgData name="이형관(HYUNGKWAN LEE)[freelee127]/책임/제조DX.제조DX솔루션.롤맵기술팀" userId="11e5d321-d4d4-41f3-bbb3-35683fc429a5" providerId="ADAL" clId="{DCC3C8C5-389E-4C6B-93AC-81C11F552658}" dt="2025-10-29T05:12:06.344" v="45" actId="2084"/>
          <ac:graphicFrameMkLst>
            <pc:docMk/>
            <pc:sldMk cId="2260942690" sldId="2147481980"/>
            <ac:graphicFrameMk id="49" creationId="{57380341-376F-4DEE-8A90-ED2633F4EBF8}"/>
          </ac:graphicFrameMkLst>
        </pc:graphicFrameChg>
      </pc:sldChg>
      <pc:sldChg chg="add">
        <pc:chgData name="이형관(HYUNGKWAN LEE)[freelee127]/책임/제조DX.제조DX솔루션.롤맵기술팀" userId="11e5d321-d4d4-41f3-bbb3-35683fc429a5" providerId="ADAL" clId="{DCC3C8C5-389E-4C6B-93AC-81C11F552658}" dt="2025-10-29T05:07:57.872" v="2"/>
        <pc:sldMkLst>
          <pc:docMk/>
          <pc:sldMk cId="2212638310" sldId="2147482164"/>
        </pc:sldMkLst>
      </pc:sldChg>
    </pc:docChg>
  </pc:docChgLst>
  <pc:docChgLst>
    <pc:chgData name="박종현(JONG HYUN PARK)[parkjonghyun]/책임/제조DX.제조DX솔루션.셀추적기술팀" userId="bd556fbe-4056-41f8-81f6-e4b44a6c8ed9" providerId="ADAL" clId="{DD31F6AF-6139-4FFC-9D4C-90E9D209504F}"/>
    <pc:docChg chg="modSld">
      <pc:chgData name="박종현(JONG HYUN PARK)[parkjonghyun]/책임/제조DX.제조DX솔루션.셀추적기술팀" userId="bd556fbe-4056-41f8-81f6-e4b44a6c8ed9" providerId="ADAL" clId="{DD31F6AF-6139-4FFC-9D4C-90E9D209504F}" dt="2025-11-05T00:35:08.031" v="90" actId="20577"/>
      <pc:docMkLst>
        <pc:docMk/>
      </pc:docMkLst>
      <pc:sldChg chg="modSp mod">
        <pc:chgData name="박종현(JONG HYUN PARK)[parkjonghyun]/책임/제조DX.제조DX솔루션.셀추적기술팀" userId="bd556fbe-4056-41f8-81f6-e4b44a6c8ed9" providerId="ADAL" clId="{DD31F6AF-6139-4FFC-9D4C-90E9D209504F}" dt="2025-11-05T00:30:41.272" v="22" actId="20577"/>
        <pc:sldMkLst>
          <pc:docMk/>
          <pc:sldMk cId="1439661179" sldId="2147481935"/>
        </pc:sldMkLst>
        <pc:spChg chg="mod">
          <ac:chgData name="박종현(JONG HYUN PARK)[parkjonghyun]/책임/제조DX.제조DX솔루션.셀추적기술팀" userId="bd556fbe-4056-41f8-81f6-e4b44a6c8ed9" providerId="ADAL" clId="{DD31F6AF-6139-4FFC-9D4C-90E9D209504F}" dt="2025-11-05T00:30:41.272" v="22" actId="20577"/>
          <ac:spMkLst>
            <pc:docMk/>
            <pc:sldMk cId="1439661179" sldId="2147481935"/>
            <ac:spMk id="22" creationId="{81B17DB2-3DCC-4A8F-9347-F9695BEF8B6D}"/>
          </ac:spMkLst>
        </pc:spChg>
      </pc:sldChg>
    </pc:docChg>
  </pc:docChgLst>
  <pc:docChgLst>
    <pc:chgData name="박수완(SUWAN PARK)[jacob]/선임/제조DX.제조DX솔루션.롤맵기술팀" userId="a93f8606-b708-4471-898c-5970f970088f" providerId="ADAL" clId="{B2F97240-7179-417B-AC18-CABE5873BA7B}"/>
    <pc:docChg chg="custSel modSld">
      <pc:chgData name="박수완(SUWAN PARK)[jacob]/선임/제조DX.제조DX솔루션.롤맵기술팀" userId="a93f8606-b708-4471-898c-5970f970088f" providerId="ADAL" clId="{B2F97240-7179-417B-AC18-CABE5873BA7B}" dt="2025-10-29T11:19:18.165" v="1180"/>
      <pc:docMkLst>
        <pc:docMk/>
      </pc:docMkLst>
      <pc:sldChg chg="addSp delSp modSp">
        <pc:chgData name="박수완(SUWAN PARK)[jacob]/선임/제조DX.제조DX솔루션.롤맵기술팀" userId="a93f8606-b708-4471-898c-5970f970088f" providerId="ADAL" clId="{B2F97240-7179-417B-AC18-CABE5873BA7B}" dt="2025-10-29T10:27:49.056" v="374" actId="478"/>
        <pc:sldMkLst>
          <pc:docMk/>
          <pc:sldMk cId="1214419362" sldId="2147481924"/>
        </pc:sldMkLst>
        <pc:spChg chg="mod">
          <ac:chgData name="박수완(SUWAN PARK)[jacob]/선임/제조DX.제조DX솔루션.롤맵기술팀" userId="a93f8606-b708-4471-898c-5970f970088f" providerId="ADAL" clId="{B2F97240-7179-417B-AC18-CABE5873BA7B}" dt="2025-10-29T10:26:23.633" v="206" actId="20577"/>
          <ac:spMkLst>
            <pc:docMk/>
            <pc:sldMk cId="1214419362" sldId="2147481924"/>
            <ac:spMk id="18" creationId="{72943F47-EAEA-4391-A2BC-C7C33A8E8CFD}"/>
          </ac:spMkLst>
        </pc:spChg>
        <pc:spChg chg="mod">
          <ac:chgData name="박수완(SUWAN PARK)[jacob]/선임/제조DX.제조DX솔루션.롤맵기술팀" userId="a93f8606-b708-4471-898c-5970f970088f" providerId="ADAL" clId="{B2F97240-7179-417B-AC18-CABE5873BA7B}" dt="2025-10-29T10:26:46.649" v="238"/>
          <ac:spMkLst>
            <pc:docMk/>
            <pc:sldMk cId="1214419362" sldId="2147481924"/>
            <ac:spMk id="19" creationId="{1CE4A1AF-5D49-43F9-9F31-E88EAE372D41}"/>
          </ac:spMkLst>
        </pc:spChg>
      </pc:sldChg>
      <pc:sldChg chg="modSp">
        <pc:chgData name="박수완(SUWAN PARK)[jacob]/선임/제조DX.제조DX솔루션.롤맵기술팀" userId="a93f8606-b708-4471-898c-5970f970088f" providerId="ADAL" clId="{B2F97240-7179-417B-AC18-CABE5873BA7B}" dt="2025-10-29T10:25:49.464" v="204" actId="20577"/>
        <pc:sldMkLst>
          <pc:docMk/>
          <pc:sldMk cId="1159326832" sldId="2147482102"/>
        </pc:sldMkLst>
        <pc:graphicFrameChg chg="mod modGraphic">
          <ac:chgData name="박수완(SUWAN PARK)[jacob]/선임/제조DX.제조DX솔루션.롤맵기술팀" userId="a93f8606-b708-4471-898c-5970f970088f" providerId="ADAL" clId="{B2F97240-7179-417B-AC18-CABE5873BA7B}" dt="2025-10-29T10:25:49.464" v="204" actId="20577"/>
          <ac:graphicFrameMkLst>
            <pc:docMk/>
            <pc:sldMk cId="1159326832" sldId="2147482102"/>
            <ac:graphicFrameMk id="3" creationId="{FD6B18E8-DEC2-01A8-175D-70F1A4B3682F}"/>
          </ac:graphicFrameMkLst>
        </pc:graphicFrameChg>
      </pc:sldChg>
      <pc:sldChg chg="modSp">
        <pc:chgData name="박수완(SUWAN PARK)[jacob]/선임/제조DX.제조DX솔루션.롤맵기술팀" userId="a93f8606-b708-4471-898c-5970f970088f" providerId="ADAL" clId="{B2F97240-7179-417B-AC18-CABE5873BA7B}" dt="2025-10-29T11:18:34.114" v="1167"/>
        <pc:sldMkLst>
          <pc:docMk/>
          <pc:sldMk cId="2756542074" sldId="2147482155"/>
        </pc:sldMkLst>
      </pc:sldChg>
      <pc:sldChg chg="modSp">
        <pc:chgData name="박수완(SUWAN PARK)[jacob]/선임/제조DX.제조DX솔루션.롤맵기술팀" userId="a93f8606-b708-4471-898c-5970f970088f" providerId="ADAL" clId="{B2F97240-7179-417B-AC18-CABE5873BA7B}" dt="2025-10-29T11:18:37.077" v="1168"/>
        <pc:sldMkLst>
          <pc:docMk/>
          <pc:sldMk cId="1685760430" sldId="2147482156"/>
        </pc:sldMkLst>
      </pc:sldChg>
      <pc:sldChg chg="modSp">
        <pc:chgData name="박수완(SUWAN PARK)[jacob]/선임/제조DX.제조DX솔루션.롤맵기술팀" userId="a93f8606-b708-4471-898c-5970f970088f" providerId="ADAL" clId="{B2F97240-7179-417B-AC18-CABE5873BA7B}" dt="2025-10-29T11:18:43.004" v="1170"/>
        <pc:sldMkLst>
          <pc:docMk/>
          <pc:sldMk cId="3468524003" sldId="2147482158"/>
        </pc:sldMkLst>
      </pc:sldChg>
      <pc:sldChg chg="modSp">
        <pc:chgData name="박수완(SUWAN PARK)[jacob]/선임/제조DX.제조DX솔루션.롤맵기술팀" userId="a93f8606-b708-4471-898c-5970f970088f" providerId="ADAL" clId="{B2F97240-7179-417B-AC18-CABE5873BA7B}" dt="2025-10-29T11:18:47.065" v="1171"/>
        <pc:sldMkLst>
          <pc:docMk/>
          <pc:sldMk cId="3982393149" sldId="2147482159"/>
        </pc:sldMkLst>
      </pc:sldChg>
      <pc:sldChg chg="modSp">
        <pc:chgData name="박수완(SUWAN PARK)[jacob]/선임/제조DX.제조DX솔루션.롤맵기술팀" userId="a93f8606-b708-4471-898c-5970f970088f" providerId="ADAL" clId="{B2F97240-7179-417B-AC18-CABE5873BA7B}" dt="2025-10-29T11:18:51.316" v="1172"/>
        <pc:sldMkLst>
          <pc:docMk/>
          <pc:sldMk cId="4127400384" sldId="2147482160"/>
        </pc:sldMkLst>
      </pc:sldChg>
    </pc:docChg>
  </pc:docChgLst>
  <pc:docChgLst>
    <pc:chgData name="김민희 " userId="d494d07f-6512-440f-b92e-289b650ee4e9" providerId="ADAL" clId="{EB60871B-44BB-430F-B90F-309432507981}"/>
    <pc:docChg chg="undo custSel modSld">
      <pc:chgData name="김민희 " userId="d494d07f-6512-440f-b92e-289b650ee4e9" providerId="ADAL" clId="{EB60871B-44BB-430F-B90F-309432507981}" dt="2025-11-05T06:38:54.054" v="2074"/>
      <pc:docMkLst>
        <pc:docMk/>
      </pc:docMkLst>
      <pc:sldChg chg="delSp modSp">
        <pc:chgData name="김민희 " userId="d494d07f-6512-440f-b92e-289b650ee4e9" providerId="ADAL" clId="{EB60871B-44BB-430F-B90F-309432507981}" dt="2025-11-05T03:05:54.604" v="2047" actId="478"/>
        <pc:sldMkLst>
          <pc:docMk/>
          <pc:sldMk cId="710661984" sldId="2147482065"/>
        </pc:sldMkLst>
      </pc:sldChg>
      <pc:sldChg chg="addSp delSp modSp">
        <pc:chgData name="김민희 " userId="d494d07f-6512-440f-b92e-289b650ee4e9" providerId="ADAL" clId="{EB60871B-44BB-430F-B90F-309432507981}" dt="2025-11-05T06:38:54.054" v="2074"/>
        <pc:sldMkLst>
          <pc:docMk/>
          <pc:sldMk cId="1009432166" sldId="2147482165"/>
        </pc:sldMkLst>
        <pc:spChg chg="mod">
          <ac:chgData name="김민희 " userId="d494d07f-6512-440f-b92e-289b650ee4e9" providerId="ADAL" clId="{EB60871B-44BB-430F-B90F-309432507981}" dt="2025-11-05T02:54:30.737" v="1735" actId="20577"/>
          <ac:spMkLst>
            <pc:docMk/>
            <pc:sldMk cId="1009432166" sldId="2147482165"/>
            <ac:spMk id="18" creationId="{E4BEEC83-7AFE-40A1-BF34-23AD85480FF0}"/>
          </ac:spMkLst>
        </pc:spChg>
        <pc:spChg chg="add mod">
          <ac:chgData name="김민희 " userId="d494d07f-6512-440f-b92e-289b650ee4e9" providerId="ADAL" clId="{EB60871B-44BB-430F-B90F-309432507981}" dt="2025-11-05T03:03:27.837" v="2038" actId="1035"/>
          <ac:spMkLst>
            <pc:docMk/>
            <pc:sldMk cId="1009432166" sldId="2147482165"/>
            <ac:spMk id="21" creationId="{D4A8D962-DC29-45A2-A7C9-E2519860B31E}"/>
          </ac:spMkLst>
        </pc:spChg>
        <pc:graphicFrameChg chg="mod modGraphic">
          <ac:chgData name="김민희 " userId="d494d07f-6512-440f-b92e-289b650ee4e9" providerId="ADAL" clId="{EB60871B-44BB-430F-B90F-309432507981}" dt="2025-11-05T06:05:07.475" v="2064" actId="20577"/>
          <ac:graphicFrameMkLst>
            <pc:docMk/>
            <pc:sldMk cId="1009432166" sldId="2147482165"/>
            <ac:graphicFrameMk id="19" creationId="{3E86696F-E35A-4B06-9B46-63A4A6A986C1}"/>
          </ac:graphicFrameMkLst>
        </pc:graphicFrameChg>
        <pc:graphicFrameChg chg="add del mod modGraphic">
          <ac:chgData name="김민희 " userId="d494d07f-6512-440f-b92e-289b650ee4e9" providerId="ADAL" clId="{EB60871B-44BB-430F-B90F-309432507981}" dt="2025-11-05T06:04:56.489" v="2056" actId="20577"/>
          <ac:graphicFrameMkLst>
            <pc:docMk/>
            <pc:sldMk cId="1009432166" sldId="2147482165"/>
            <ac:graphicFrameMk id="26" creationId="{6A5FBAE1-10A2-4649-B91B-5B75A88BCDF9}"/>
          </ac:graphicFrameMkLst>
        </pc:graphicFrameChg>
      </pc:sldChg>
    </pc:docChg>
  </pc:docChgLst>
  <pc:docChgLst>
    <pc:chgData name="이충성(CHOONGSUNG LEE)[lcs00306]/사원/제조DX.제조DX솔루션.셀추적기술팀" userId="6833e862-c7ef-4111-aa6a-70e79937b5ee" providerId="ADAL" clId="{A77E47BF-6B0F-4D49-9BD6-7D318790278E}"/>
    <pc:docChg chg="custSel modSld">
      <pc:chgData name="이충성(CHOONGSUNG LEE)[lcs00306]/사원/제조DX.제조DX솔루션.셀추적기술팀" userId="6833e862-c7ef-4111-aa6a-70e79937b5ee" providerId="ADAL" clId="{A77E47BF-6B0F-4D49-9BD6-7D318790278E}" dt="2025-10-14T03:25:49.933" v="11" actId="207"/>
      <pc:docMkLst>
        <pc:docMk/>
      </pc:docMkLst>
      <pc:sldChg chg="modSp">
        <pc:chgData name="이충성(CHOONGSUNG LEE)[lcs00306]/사원/제조DX.제조DX솔루션.셀추적기술팀" userId="6833e862-c7ef-4111-aa6a-70e79937b5ee" providerId="ADAL" clId="{A77E47BF-6B0F-4D49-9BD6-7D318790278E}" dt="2025-10-14T03:25:49.933" v="11" actId="207"/>
        <pc:sldMkLst>
          <pc:docMk/>
          <pc:sldMk cId="4054304740" sldId="2213"/>
        </pc:sldMkLst>
        <pc:spChg chg="mod">
          <ac:chgData name="이충성(CHOONGSUNG LEE)[lcs00306]/사원/제조DX.제조DX솔루션.셀추적기술팀" userId="6833e862-c7ef-4111-aa6a-70e79937b5ee" providerId="ADAL" clId="{A77E47BF-6B0F-4D49-9BD6-7D318790278E}" dt="2025-10-14T03:25:41.011" v="8" actId="20577"/>
          <ac:spMkLst>
            <pc:docMk/>
            <pc:sldMk cId="4054304740" sldId="2213"/>
            <ac:spMk id="33" creationId="{708B1D54-9D52-42CB-82CB-E5D69946BACE}"/>
          </ac:spMkLst>
        </pc:spChg>
        <pc:graphicFrameChg chg="modGraphic">
          <ac:chgData name="이충성(CHOONGSUNG LEE)[lcs00306]/사원/제조DX.제조DX솔루션.셀추적기술팀" userId="6833e862-c7ef-4111-aa6a-70e79937b5ee" providerId="ADAL" clId="{A77E47BF-6B0F-4D49-9BD6-7D318790278E}" dt="2025-10-14T03:25:49.933" v="11" actId="207"/>
          <ac:graphicFrameMkLst>
            <pc:docMk/>
            <pc:sldMk cId="4054304740" sldId="2213"/>
            <ac:graphicFrameMk id="18" creationId="{ACD91870-1828-466F-AE38-B03A708B4440}"/>
          </ac:graphicFrameMkLst>
        </pc:graphicFrameChg>
      </pc:sldChg>
    </pc:docChg>
  </pc:docChgLst>
  <pc:docChgLst>
    <pc:chgData name="김도원(DOWON KIM)[ehdnjs104]/사원/제조DX.제조DX솔루션.롤맵기술팀" userId="40903c55-8d7f-4a01-bcfb-534127f384e5" providerId="ADAL" clId="{CACBF81B-003A-4EF8-A3F5-0E5E0E6576BF}"/>
    <pc:docChg chg="custSel modSld">
      <pc:chgData name="김도원(DOWON KIM)[ehdnjs104]/사원/제조DX.제조DX솔루션.롤맵기술팀" userId="40903c55-8d7f-4a01-bcfb-534127f384e5" providerId="ADAL" clId="{CACBF81B-003A-4EF8-A3F5-0E5E0E6576BF}" dt="2025-10-15T15:07:31.111" v="27" actId="313"/>
      <pc:docMkLst>
        <pc:docMk/>
      </pc:docMkLst>
    </pc:docChg>
  </pc:docChgLst>
  <pc:docChgLst>
    <pc:chgData name="박재완(parkjaewan)[jaewan25]/사원/제조지능화.데이터솔루션.전극롤맵기술팀" userId="f6b571f3-609a-4560-9b16-be759616b682" providerId="ADAL" clId="{FB5F4CF8-61D9-4653-9875-6C1DBC4566EC}"/>
    <pc:docChg chg="custSel modSld">
      <pc:chgData name="박재완(parkjaewan)[jaewan25]/사원/제조지능화.데이터솔루션.전극롤맵기술팀" userId="f6b571f3-609a-4560-9b16-be759616b682" providerId="ADAL" clId="{FB5F4CF8-61D9-4653-9875-6C1DBC4566EC}" dt="2025-11-26T02:20:31.688" v="289"/>
      <pc:docMkLst>
        <pc:docMk/>
      </pc:docMkLst>
      <pc:sldChg chg="modSp">
        <pc:chgData name="박재완(parkjaewan)[jaewan25]/사원/제조지능화.데이터솔루션.전극롤맵기술팀" userId="f6b571f3-609a-4560-9b16-be759616b682" providerId="ADAL" clId="{FB5F4CF8-61D9-4653-9875-6C1DBC4566EC}" dt="2025-11-26T02:09:24.331" v="224" actId="207"/>
        <pc:sldMkLst>
          <pc:docMk/>
          <pc:sldMk cId="1357868518" sldId="2147481919"/>
        </pc:sldMkLst>
        <pc:spChg chg="mod">
          <ac:chgData name="박재완(parkjaewan)[jaewan25]/사원/제조지능화.데이터솔루션.전극롤맵기술팀" userId="f6b571f3-609a-4560-9b16-be759616b682" providerId="ADAL" clId="{FB5F4CF8-61D9-4653-9875-6C1DBC4566EC}" dt="2025-11-26T02:08:47.309" v="134" actId="20577"/>
          <ac:spMkLst>
            <pc:docMk/>
            <pc:sldMk cId="1357868518" sldId="2147481919"/>
            <ac:spMk id="18" creationId="{72943F47-EAEA-4391-A2BC-C7C33A8E8CFD}"/>
          </ac:spMkLst>
        </pc:spChg>
        <pc:graphicFrameChg chg="mod modGraphic">
          <ac:chgData name="박재완(parkjaewan)[jaewan25]/사원/제조지능화.데이터솔루션.전극롤맵기술팀" userId="f6b571f3-609a-4560-9b16-be759616b682" providerId="ADAL" clId="{FB5F4CF8-61D9-4653-9875-6C1DBC4566EC}" dt="2025-11-26T02:09:24.331" v="224" actId="207"/>
          <ac:graphicFrameMkLst>
            <pc:docMk/>
            <pc:sldMk cId="1357868518" sldId="2147481919"/>
            <ac:graphicFrameMk id="3" creationId="{3E86696F-E35A-4B06-9B46-63A4A6A986C1}"/>
          </ac:graphicFrameMkLst>
        </pc:graphicFrameChg>
      </pc:sldChg>
      <pc:sldChg chg="modSp">
        <pc:chgData name="박재완(parkjaewan)[jaewan25]/사원/제조지능화.데이터솔루션.전극롤맵기술팀" userId="f6b571f3-609a-4560-9b16-be759616b682" providerId="ADAL" clId="{FB5F4CF8-61D9-4653-9875-6C1DBC4566EC}" dt="2025-11-26T02:20:31.688" v="289"/>
        <pc:sldMkLst>
          <pc:docMk/>
          <pc:sldMk cId="4216273303" sldId="2147482152"/>
        </pc:sldMkLst>
        <pc:graphicFrameChg chg="mod modGraphic">
          <ac:chgData name="박재완(parkjaewan)[jaewan25]/사원/제조지능화.데이터솔루션.전극롤맵기술팀" userId="f6b571f3-609a-4560-9b16-be759616b682" providerId="ADAL" clId="{FB5F4CF8-61D9-4653-9875-6C1DBC4566EC}" dt="2025-11-26T02:20:10.710" v="256" actId="113"/>
          <ac:graphicFrameMkLst>
            <pc:docMk/>
            <pc:sldMk cId="4216273303" sldId="2147482152"/>
            <ac:graphicFrameMk id="21" creationId="{A27BAD3B-328D-4DE6-8702-29CB8A8DB880}"/>
          </ac:graphicFrameMkLst>
        </pc:graphicFrameChg>
        <pc:graphicFrameChg chg="mod modGraphic">
          <ac:chgData name="박재완(parkjaewan)[jaewan25]/사원/제조지능화.데이터솔루션.전극롤맵기술팀" userId="f6b571f3-609a-4560-9b16-be759616b682" providerId="ADAL" clId="{FB5F4CF8-61D9-4653-9875-6C1DBC4566EC}" dt="2025-11-26T02:20:31.688" v="289"/>
          <ac:graphicFrameMkLst>
            <pc:docMk/>
            <pc:sldMk cId="4216273303" sldId="2147482152"/>
            <ac:graphicFrameMk id="30" creationId="{FD723AF4-8C6A-45D2-91AF-E831F6E1C5CD}"/>
          </ac:graphicFrameMkLst>
        </pc:graphicFrameChg>
      </pc:sldChg>
      <pc:sldChg chg="modSp">
        <pc:chgData name="박재완(parkjaewan)[jaewan25]/사원/제조지능화.데이터솔루션.전극롤맵기술팀" userId="f6b571f3-609a-4560-9b16-be759616b682" providerId="ADAL" clId="{FB5F4CF8-61D9-4653-9875-6C1DBC4566EC}" dt="2025-11-26T02:09:48.186" v="231" actId="207"/>
        <pc:sldMkLst>
          <pc:docMk/>
          <pc:sldMk cId="2212638310" sldId="2147482164"/>
        </pc:sldMkLst>
        <pc:spChg chg="mod">
          <ac:chgData name="박재완(parkjaewan)[jaewan25]/사원/제조지능화.데이터솔루션.전극롤맵기술팀" userId="f6b571f3-609a-4560-9b16-be759616b682" providerId="ADAL" clId="{FB5F4CF8-61D9-4653-9875-6C1DBC4566EC}" dt="2025-11-26T02:09:38.747" v="230" actId="20577"/>
          <ac:spMkLst>
            <pc:docMk/>
            <pc:sldMk cId="2212638310" sldId="2147482164"/>
            <ac:spMk id="18" creationId="{72943F47-EAEA-4391-A2BC-C7C33A8E8CFD}"/>
          </ac:spMkLst>
        </pc:spChg>
        <pc:graphicFrameChg chg="modGraphic">
          <ac:chgData name="박재완(parkjaewan)[jaewan25]/사원/제조지능화.데이터솔루션.전극롤맵기술팀" userId="f6b571f3-609a-4560-9b16-be759616b682" providerId="ADAL" clId="{FB5F4CF8-61D9-4653-9875-6C1DBC4566EC}" dt="2025-11-26T02:09:48.186" v="231" actId="207"/>
          <ac:graphicFrameMkLst>
            <pc:docMk/>
            <pc:sldMk cId="2212638310" sldId="2147482164"/>
            <ac:graphicFrameMk id="3" creationId="{3E86696F-E35A-4B06-9B46-63A4A6A986C1}"/>
          </ac:graphicFrameMkLst>
        </pc:graphicFrameChg>
      </pc:sldChg>
    </pc:docChg>
  </pc:docChgLst>
  <pc:docChgLst>
    <pc:chgData name="김민희 " userId="d494d07f-6512-440f-b92e-289b650ee4e9" providerId="ADAL" clId="{76F623D4-5444-4876-AB81-726345F63B58}"/>
    <pc:docChg chg="undo custSel modSld">
      <pc:chgData name="김민희 " userId="d494d07f-6512-440f-b92e-289b650ee4e9" providerId="ADAL" clId="{76F623D4-5444-4876-AB81-726345F63B58}" dt="2025-12-01T08:02:54.469" v="1322" actId="20577"/>
      <pc:docMkLst>
        <pc:docMk/>
      </pc:docMkLst>
      <pc:sldChg chg="addSp delSp modSp">
        <pc:chgData name="김민희 " userId="d494d07f-6512-440f-b92e-289b650ee4e9" providerId="ADAL" clId="{76F623D4-5444-4876-AB81-726345F63B58}" dt="2025-12-01T08:02:54.469" v="1322" actId="20577"/>
        <pc:sldMkLst>
          <pc:docMk/>
          <pc:sldMk cId="1009432166" sldId="2147482165"/>
        </pc:sldMkLst>
        <pc:spChg chg="mod">
          <ac:chgData name="김민희 " userId="d494d07f-6512-440f-b92e-289b650ee4e9" providerId="ADAL" clId="{76F623D4-5444-4876-AB81-726345F63B58}" dt="2025-12-01T07:52:33.180" v="1234" actId="20577"/>
          <ac:spMkLst>
            <pc:docMk/>
            <pc:sldMk cId="1009432166" sldId="2147482165"/>
            <ac:spMk id="12" creationId="{701DBD41-0962-47BC-BF85-0E3D71312932}"/>
          </ac:spMkLst>
        </pc:spChg>
        <pc:spChg chg="add del mod">
          <ac:chgData name="김민희 " userId="d494d07f-6512-440f-b92e-289b650ee4e9" providerId="ADAL" clId="{76F623D4-5444-4876-AB81-726345F63B58}" dt="2025-12-01T08:01:54.618" v="1294" actId="1037"/>
          <ac:spMkLst>
            <pc:docMk/>
            <pc:sldMk cId="1009432166" sldId="2147482165"/>
            <ac:spMk id="21" creationId="{D4A8D962-DC29-45A2-A7C9-E2519860B31E}"/>
          </ac:spMkLst>
        </pc:spChg>
        <pc:spChg chg="add del mod">
          <ac:chgData name="김민희 " userId="d494d07f-6512-440f-b92e-289b650ee4e9" providerId="ADAL" clId="{76F623D4-5444-4876-AB81-726345F63B58}" dt="2025-12-01T08:02:34.557" v="1313" actId="478"/>
          <ac:spMkLst>
            <pc:docMk/>
            <pc:sldMk cId="1009432166" sldId="2147482165"/>
            <ac:spMk id="28" creationId="{65EA202C-45FD-41BC-9B45-F8582B2E5188}"/>
          </ac:spMkLst>
        </pc:spChg>
        <pc:spChg chg="add del mod">
          <ac:chgData name="김민희 " userId="d494d07f-6512-440f-b92e-289b650ee4e9" providerId="ADAL" clId="{76F623D4-5444-4876-AB81-726345F63B58}" dt="2025-12-01T08:02:35.437" v="1314" actId="478"/>
          <ac:spMkLst>
            <pc:docMk/>
            <pc:sldMk cId="1009432166" sldId="2147482165"/>
            <ac:spMk id="29" creationId="{8FF65C75-AFF8-4A42-AEBB-8EC13709CC4F}"/>
          </ac:spMkLst>
        </pc:spChg>
        <pc:spChg chg="add del mod">
          <ac:chgData name="김민희 " userId="d494d07f-6512-440f-b92e-289b650ee4e9" providerId="ADAL" clId="{76F623D4-5444-4876-AB81-726345F63B58}" dt="2025-11-25T04:57:24.333" v="859" actId="478"/>
          <ac:spMkLst>
            <pc:docMk/>
            <pc:sldMk cId="1009432166" sldId="2147482165"/>
            <ac:spMk id="30" creationId="{CCE1F2D6-FBE5-4F3E-987F-E862947ACCC2}"/>
          </ac:spMkLst>
        </pc:spChg>
        <pc:spChg chg="add del mod">
          <ac:chgData name="김민희 " userId="d494d07f-6512-440f-b92e-289b650ee4e9" providerId="ADAL" clId="{76F623D4-5444-4876-AB81-726345F63B58}" dt="2025-12-01T08:02:36.633" v="1315" actId="478"/>
          <ac:spMkLst>
            <pc:docMk/>
            <pc:sldMk cId="1009432166" sldId="2147482165"/>
            <ac:spMk id="34" creationId="{EADA49DD-F94E-4D56-B721-C987C2912328}"/>
          </ac:spMkLst>
        </pc:spChg>
        <pc:graphicFrameChg chg="del">
          <ac:chgData name="김민희 " userId="d494d07f-6512-440f-b92e-289b650ee4e9" providerId="ADAL" clId="{76F623D4-5444-4876-AB81-726345F63B58}" dt="2025-11-25T02:50:50.850" v="10" actId="478"/>
          <ac:graphicFrameMkLst>
            <pc:docMk/>
            <pc:sldMk cId="1009432166" sldId="2147482165"/>
            <ac:graphicFrameMk id="7" creationId="{1F1752B2-8E39-41B1-93B0-070C235B6ECB}"/>
          </ac:graphicFrameMkLst>
        </pc:graphicFrameChg>
        <pc:graphicFrameChg chg="add del mod">
          <ac:chgData name="김민희 " userId="d494d07f-6512-440f-b92e-289b650ee4e9" providerId="ADAL" clId="{76F623D4-5444-4876-AB81-726345F63B58}" dt="2025-11-25T04:52:25.241" v="658" actId="478"/>
          <ac:graphicFrameMkLst>
            <pc:docMk/>
            <pc:sldMk cId="1009432166" sldId="2147482165"/>
            <ac:graphicFrameMk id="18" creationId="{B5DCCFEE-F67B-4DC7-9C79-BC5B36A3A792}"/>
          </ac:graphicFrameMkLst>
        </pc:graphicFrameChg>
        <pc:graphicFrameChg chg="mod modGraphic">
          <ac:chgData name="김민희 " userId="d494d07f-6512-440f-b92e-289b650ee4e9" providerId="ADAL" clId="{76F623D4-5444-4876-AB81-726345F63B58}" dt="2025-12-01T08:02:54.469" v="1322" actId="20577"/>
          <ac:graphicFrameMkLst>
            <pc:docMk/>
            <pc:sldMk cId="1009432166" sldId="2147482165"/>
            <ac:graphicFrameMk id="19" creationId="{3E86696F-E35A-4B06-9B46-63A4A6A986C1}"/>
          </ac:graphicFrameMkLst>
        </pc:graphicFrameChg>
        <pc:graphicFrameChg chg="add del mod">
          <ac:chgData name="김민희 " userId="d494d07f-6512-440f-b92e-289b650ee4e9" providerId="ADAL" clId="{76F623D4-5444-4876-AB81-726345F63B58}" dt="2025-11-25T04:52:04.233" v="653" actId="478"/>
          <ac:graphicFrameMkLst>
            <pc:docMk/>
            <pc:sldMk cId="1009432166" sldId="2147482165"/>
            <ac:graphicFrameMk id="20" creationId="{41A1CB36-BECA-40E5-86D7-1B899330A07C}"/>
          </ac:graphicFrameMkLst>
        </pc:graphicFrameChg>
        <pc:graphicFrameChg chg="add del mod modGraphic">
          <ac:chgData name="김민희 " userId="d494d07f-6512-440f-b92e-289b650ee4e9" providerId="ADAL" clId="{76F623D4-5444-4876-AB81-726345F63B58}" dt="2025-12-01T08:02:23.728" v="1305" actId="478"/>
          <ac:graphicFrameMkLst>
            <pc:docMk/>
            <pc:sldMk cId="1009432166" sldId="2147482165"/>
            <ac:graphicFrameMk id="24" creationId="{69574814-579A-4267-9592-FB0279AFDBC4}"/>
          </ac:graphicFrameMkLst>
        </pc:graphicFrameChg>
        <pc:graphicFrameChg chg="add del mod modGraphic">
          <ac:chgData name="김민희 " userId="d494d07f-6512-440f-b92e-289b650ee4e9" providerId="ADAL" clId="{76F623D4-5444-4876-AB81-726345F63B58}" dt="2025-12-01T08:02:21.306" v="1303" actId="478"/>
          <ac:graphicFrameMkLst>
            <pc:docMk/>
            <pc:sldMk cId="1009432166" sldId="2147482165"/>
            <ac:graphicFrameMk id="25" creationId="{0106ABA7-35A8-4951-A509-4FAAE8F9575E}"/>
          </ac:graphicFrameMkLst>
        </pc:graphicFrameChg>
        <pc:graphicFrameChg chg="mod modGraphic">
          <ac:chgData name="김민희 " userId="d494d07f-6512-440f-b92e-289b650ee4e9" providerId="ADAL" clId="{76F623D4-5444-4876-AB81-726345F63B58}" dt="2025-12-01T08:01:58.360" v="1301"/>
          <ac:graphicFrameMkLst>
            <pc:docMk/>
            <pc:sldMk cId="1009432166" sldId="2147482165"/>
            <ac:graphicFrameMk id="26" creationId="{6A5FBAE1-10A2-4649-B91B-5B75A88BCDF9}"/>
          </ac:graphicFrameMkLst>
        </pc:graphicFrameChg>
        <pc:graphicFrameChg chg="add del mod">
          <ac:chgData name="김민희 " userId="d494d07f-6512-440f-b92e-289b650ee4e9" providerId="ADAL" clId="{76F623D4-5444-4876-AB81-726345F63B58}" dt="2025-12-01T08:02:20.041" v="1302" actId="478"/>
          <ac:graphicFrameMkLst>
            <pc:docMk/>
            <pc:sldMk cId="1009432166" sldId="2147482165"/>
            <ac:graphicFrameMk id="27" creationId="{397DB9D6-E07F-48BD-8B84-957B9B971F0C}"/>
          </ac:graphicFrameMkLst>
        </pc:graphicFrameChg>
        <pc:graphicFrameChg chg="add del mod">
          <ac:chgData name="김민희 " userId="d494d07f-6512-440f-b92e-289b650ee4e9" providerId="ADAL" clId="{76F623D4-5444-4876-AB81-726345F63B58}" dt="2025-11-25T04:59:08.385" v="904" actId="478"/>
          <ac:graphicFrameMkLst>
            <pc:docMk/>
            <pc:sldMk cId="1009432166" sldId="2147482165"/>
            <ac:graphicFrameMk id="31" creationId="{4934D2D3-B834-4140-94FE-08FF3E4263D3}"/>
          </ac:graphicFrameMkLst>
        </pc:graphicFrameChg>
        <pc:graphicFrameChg chg="add del mod">
          <ac:chgData name="김민희 " userId="d494d07f-6512-440f-b92e-289b650ee4e9" providerId="ADAL" clId="{76F623D4-5444-4876-AB81-726345F63B58}" dt="2025-12-01T08:02:22.337" v="1304" actId="478"/>
          <ac:graphicFrameMkLst>
            <pc:docMk/>
            <pc:sldMk cId="1009432166" sldId="2147482165"/>
            <ac:graphicFrameMk id="32" creationId="{8B92FEF4-9FF4-40A9-BBF2-F1C9B857B5A7}"/>
          </ac:graphicFrameMkLst>
        </pc:graphicFrameChg>
        <pc:graphicFrameChg chg="add del mod modGraphic">
          <ac:chgData name="김민희 " userId="d494d07f-6512-440f-b92e-289b650ee4e9" providerId="ADAL" clId="{76F623D4-5444-4876-AB81-726345F63B58}" dt="2025-12-01T08:02:26.266" v="1306" actId="478"/>
          <ac:graphicFrameMkLst>
            <pc:docMk/>
            <pc:sldMk cId="1009432166" sldId="2147482165"/>
            <ac:graphicFrameMk id="33" creationId="{F8A7ABA6-156E-4C15-AC05-DDBE41F4F3FD}"/>
          </ac:graphicFrameMkLst>
        </pc:graphicFrameChg>
        <pc:graphicFrameChg chg="del">
          <ac:chgData name="김민희 " userId="d494d07f-6512-440f-b92e-289b650ee4e9" providerId="ADAL" clId="{76F623D4-5444-4876-AB81-726345F63B58}" dt="2025-11-25T02:50:51.298" v="11" actId="478"/>
          <ac:graphicFrameMkLst>
            <pc:docMk/>
            <pc:sldMk cId="1009432166" sldId="2147482165"/>
            <ac:graphicFrameMk id="37" creationId="{82BA0B9F-E941-444B-B698-134DDD1A5365}"/>
          </ac:graphicFrameMkLst>
        </pc:graphicFrameChg>
        <pc:picChg chg="add del mod">
          <ac:chgData name="김민희 " userId="d494d07f-6512-440f-b92e-289b650ee4e9" providerId="ADAL" clId="{76F623D4-5444-4876-AB81-726345F63B58}" dt="2025-11-25T04:44:37.726" v="504" actId="478"/>
          <ac:picMkLst>
            <pc:docMk/>
            <pc:sldMk cId="1009432166" sldId="2147482165"/>
            <ac:picMk id="2" creationId="{081D858D-764D-440F-A712-F831F2A60EBC}"/>
          </ac:picMkLst>
        </pc:picChg>
      </pc:sldChg>
    </pc:docChg>
  </pc:docChgLst>
  <pc:docChgLst>
    <pc:chgData name="서동민(DONGMIN SEO)[seodm]/책임/제조DX.제조DX솔루션.데이터통합분석팀" userId="76da3594-28f0-492a-8a77-a4d7231a6557" providerId="ADAL" clId="{DD62A220-0357-4702-B863-45E2F41F4F26}"/>
    <pc:docChg chg="undo custSel modSld">
      <pc:chgData name="서동민(DONGMIN SEO)[seodm]/책임/제조DX.제조DX솔루션.데이터통합분석팀" userId="76da3594-28f0-492a-8a77-a4d7231a6557" providerId="ADAL" clId="{DD62A220-0357-4702-B863-45E2F41F4F26}" dt="2025-10-22T09:12:41.345" v="5311" actId="207"/>
      <pc:docMkLst>
        <pc:docMk/>
      </pc:docMkLst>
      <pc:sldChg chg="modSp">
        <pc:chgData name="서동민(DONGMIN SEO)[seodm]/책임/제조DX.제조DX솔루션.데이터통합분석팀" userId="76da3594-28f0-492a-8a77-a4d7231a6557" providerId="ADAL" clId="{DD62A220-0357-4702-B863-45E2F41F4F26}" dt="2025-10-22T05:18:27.941" v="735" actId="20577"/>
        <pc:sldMkLst>
          <pc:docMk/>
          <pc:sldMk cId="1625678813" sldId="2147481949"/>
        </pc:sldMkLst>
        <pc:graphicFrameChg chg="mod modGraphic">
          <ac:chgData name="서동민(DONGMIN SEO)[seodm]/책임/제조DX.제조DX솔루션.데이터통합분석팀" userId="76da3594-28f0-492a-8a77-a4d7231a6557" providerId="ADAL" clId="{DD62A220-0357-4702-B863-45E2F41F4F26}" dt="2025-10-22T05:18:27.941" v="735" actId="20577"/>
          <ac:graphicFrameMkLst>
            <pc:docMk/>
            <pc:sldMk cId="1625678813" sldId="2147481949"/>
            <ac:graphicFrameMk id="19" creationId="{3E86696F-E35A-4B06-9B46-63A4A6A986C1}"/>
          </ac:graphicFrameMkLst>
        </pc:graphicFrameChg>
      </pc:sldChg>
      <pc:sldChg chg="modSp">
        <pc:chgData name="서동민(DONGMIN SEO)[seodm]/책임/제조DX.제조DX솔루션.데이터통합분석팀" userId="76da3594-28f0-492a-8a77-a4d7231a6557" providerId="ADAL" clId="{DD62A220-0357-4702-B863-45E2F41F4F26}" dt="2025-10-22T07:58:27.441" v="2174" actId="20577"/>
        <pc:sldMkLst>
          <pc:docMk/>
          <pc:sldMk cId="2230191528" sldId="2147481954"/>
        </pc:sldMkLst>
        <pc:graphicFrameChg chg="modGraphic">
          <ac:chgData name="서동민(DONGMIN SEO)[seodm]/책임/제조DX.제조DX솔루션.데이터통합분석팀" userId="76da3594-28f0-492a-8a77-a4d7231a6557" providerId="ADAL" clId="{DD62A220-0357-4702-B863-45E2F41F4F26}" dt="2025-10-22T07:58:27.441" v="2174" actId="20577"/>
          <ac:graphicFrameMkLst>
            <pc:docMk/>
            <pc:sldMk cId="2230191528" sldId="2147481954"/>
            <ac:graphicFrameMk id="19" creationId="{3E86696F-E35A-4B06-9B46-63A4A6A986C1}"/>
          </ac:graphicFrameMkLst>
        </pc:graphicFrameChg>
      </pc:sldChg>
      <pc:sldChg chg="addSp delSp modSp modTransition">
        <pc:chgData name="서동민(DONGMIN SEO)[seodm]/책임/제조DX.제조DX솔루션.데이터통합분석팀" userId="76da3594-28f0-492a-8a77-a4d7231a6557" providerId="ADAL" clId="{DD62A220-0357-4702-B863-45E2F41F4F26}" dt="2025-10-22T07:51:47.673" v="1918"/>
        <pc:sldMkLst>
          <pc:docMk/>
          <pc:sldMk cId="4208823273" sldId="2147481955"/>
        </pc:sldMkLst>
      </pc:sldChg>
      <pc:sldChg chg="addSp modSp">
        <pc:chgData name="서동민(DONGMIN SEO)[seodm]/책임/제조DX.제조DX솔루션.데이터통합분석팀" userId="76da3594-28f0-492a-8a77-a4d7231a6557" providerId="ADAL" clId="{DD62A220-0357-4702-B863-45E2F41F4F26}" dt="2025-10-22T05:15:03.357" v="453" actId="1076"/>
        <pc:sldMkLst>
          <pc:docMk/>
          <pc:sldMk cId="1325916645" sldId="2147481957"/>
        </pc:sldMkLst>
      </pc:sldChg>
      <pc:sldChg chg="modSp">
        <pc:chgData name="서동민(DONGMIN SEO)[seodm]/책임/제조DX.제조DX솔루션.데이터통합분석팀" userId="76da3594-28f0-492a-8a77-a4d7231a6557" providerId="ADAL" clId="{DD62A220-0357-4702-B863-45E2F41F4F26}" dt="2025-10-22T06:13:20.116" v="1479" actId="207"/>
        <pc:sldMkLst>
          <pc:docMk/>
          <pc:sldMk cId="216908218" sldId="2147481958"/>
        </pc:sldMkLst>
        <pc:graphicFrameChg chg="modGraphic">
          <ac:chgData name="서동민(DONGMIN SEO)[seodm]/책임/제조DX.제조DX솔루션.데이터통합분석팀" userId="76da3594-28f0-492a-8a77-a4d7231a6557" providerId="ADAL" clId="{DD62A220-0357-4702-B863-45E2F41F4F26}" dt="2025-10-22T06:13:20.116" v="1479" actId="207"/>
          <ac:graphicFrameMkLst>
            <pc:docMk/>
            <pc:sldMk cId="216908218" sldId="2147481958"/>
            <ac:graphicFrameMk id="19" creationId="{3E86696F-E35A-4B06-9B46-63A4A6A986C1}"/>
          </ac:graphicFrameMkLst>
        </pc:graphicFrameChg>
      </pc:sldChg>
      <pc:sldChg chg="addSp delSp modSp">
        <pc:chgData name="서동민(DONGMIN SEO)[seodm]/책임/제조DX.제조DX솔루션.데이터통합분석팀" userId="76da3594-28f0-492a-8a77-a4d7231a6557" providerId="ADAL" clId="{DD62A220-0357-4702-B863-45E2F41F4F26}" dt="2025-10-22T09:12:41.345" v="5311" actId="207"/>
        <pc:sldMkLst>
          <pc:docMk/>
          <pc:sldMk cId="1836933339" sldId="2147481967"/>
        </pc:sldMkLst>
        <pc:graphicFrameChg chg="mod modGraphic">
          <ac:chgData name="서동민(DONGMIN SEO)[seodm]/책임/제조DX.제조DX솔루션.데이터통합분석팀" userId="76da3594-28f0-492a-8a77-a4d7231a6557" providerId="ADAL" clId="{DD62A220-0357-4702-B863-45E2F41F4F26}" dt="2025-10-22T09:12:41.345" v="5311" actId="207"/>
          <ac:graphicFrameMkLst>
            <pc:docMk/>
            <pc:sldMk cId="1836933339" sldId="2147481967"/>
            <ac:graphicFrameMk id="2" creationId="{7AEF2CFF-477B-47DA-8339-6D17E423C984}"/>
          </ac:graphicFrameMkLst>
        </pc:graphicFrameChg>
        <pc:picChg chg="mod">
          <ac:chgData name="서동민(DONGMIN SEO)[seodm]/책임/제조DX.제조DX솔루션.데이터통합분석팀" userId="76da3594-28f0-492a-8a77-a4d7231a6557" providerId="ADAL" clId="{DD62A220-0357-4702-B863-45E2F41F4F26}" dt="2025-10-22T09:12:15.780" v="5232" actId="1076"/>
          <ac:picMkLst>
            <pc:docMk/>
            <pc:sldMk cId="1836933339" sldId="2147481967"/>
            <ac:picMk id="6" creationId="{721B7988-92E2-4796-82F9-2C7994B6CDE7}"/>
          </ac:picMkLst>
        </pc:picChg>
      </pc:sldChg>
      <pc:sldChg chg="modSp modTransition">
        <pc:chgData name="서동민(DONGMIN SEO)[seodm]/책임/제조DX.제조DX솔루션.데이터통합분석팀" userId="76da3594-28f0-492a-8a77-a4d7231a6557" providerId="ADAL" clId="{DD62A220-0357-4702-B863-45E2F41F4F26}" dt="2025-10-22T07:52:29.579" v="1924"/>
        <pc:sldMkLst>
          <pc:docMk/>
          <pc:sldMk cId="3944531596" sldId="2147481982"/>
        </pc:sldMkLst>
        <pc:graphicFrameChg chg="mod modGraphic">
          <ac:chgData name="서동민(DONGMIN SEO)[seodm]/책임/제조DX.제조DX솔루션.데이터통합분석팀" userId="76da3594-28f0-492a-8a77-a4d7231a6557" providerId="ADAL" clId="{DD62A220-0357-4702-B863-45E2F41F4F26}" dt="2025-10-22T05:17:06.814" v="573" actId="20577"/>
          <ac:graphicFrameMkLst>
            <pc:docMk/>
            <pc:sldMk cId="3944531596" sldId="2147481982"/>
            <ac:graphicFrameMk id="19" creationId="{3E86696F-E35A-4B06-9B46-63A4A6A986C1}"/>
          </ac:graphicFrameMkLst>
        </pc:graphicFrameChg>
      </pc:sldChg>
      <pc:sldChg chg="modTransition">
        <pc:chgData name="서동민(DONGMIN SEO)[seodm]/책임/제조DX.제조DX솔루션.데이터통합분석팀" userId="76da3594-28f0-492a-8a77-a4d7231a6557" providerId="ADAL" clId="{DD62A220-0357-4702-B863-45E2F41F4F26}" dt="2025-10-22T07:52:23.361" v="1923"/>
        <pc:sldMkLst>
          <pc:docMk/>
          <pc:sldMk cId="3544279689" sldId="2147482010"/>
        </pc:sldMkLst>
      </pc:sldChg>
      <pc:sldChg chg="addSp delSp modSp">
        <pc:chgData name="서동민(DONGMIN SEO)[seodm]/책임/제조DX.제조DX솔루션.데이터통합분석팀" userId="76da3594-28f0-492a-8a77-a4d7231a6557" providerId="ADAL" clId="{DD62A220-0357-4702-B863-45E2F41F4F26}" dt="2025-10-22T08:54:57.118" v="4390" actId="20577"/>
        <pc:sldMkLst>
          <pc:docMk/>
          <pc:sldMk cId="3572448725" sldId="2147482058"/>
        </pc:sldMkLst>
        <pc:spChg chg="mod">
          <ac:chgData name="서동민(DONGMIN SEO)[seodm]/책임/제조DX.제조DX솔루션.데이터통합분석팀" userId="76da3594-28f0-492a-8a77-a4d7231a6557" providerId="ADAL" clId="{DD62A220-0357-4702-B863-45E2F41F4F26}" dt="2025-10-22T08:54:57.118" v="4390" actId="20577"/>
          <ac:spMkLst>
            <pc:docMk/>
            <pc:sldMk cId="3572448725" sldId="2147482058"/>
            <ac:spMk id="20" creationId="{BB178E88-B809-4A0C-AEDB-08EDDEFC3101}"/>
          </ac:spMkLst>
        </pc:spChg>
        <pc:graphicFrameChg chg="mod modGraphic">
          <ac:chgData name="서동민(DONGMIN SEO)[seodm]/책임/제조DX.제조DX솔루션.데이터통합분석팀" userId="76da3594-28f0-492a-8a77-a4d7231a6557" providerId="ADAL" clId="{DD62A220-0357-4702-B863-45E2F41F4F26}" dt="2025-10-22T05:56:20.353" v="1425" actId="207"/>
          <ac:graphicFrameMkLst>
            <pc:docMk/>
            <pc:sldMk cId="3572448725" sldId="2147482058"/>
            <ac:graphicFrameMk id="21" creationId="{239DA397-BD92-48EA-BEA6-985A3C26CD6F}"/>
          </ac:graphicFrameMkLst>
        </pc:graphicFrameChg>
      </pc:sldChg>
      <pc:sldChg chg="addSp delSp modSp modTransition">
        <pc:chgData name="서동민(DONGMIN SEO)[seodm]/책임/제조DX.제조DX솔루션.데이터통합분석팀" userId="76da3594-28f0-492a-8a77-a4d7231a6557" providerId="ADAL" clId="{DD62A220-0357-4702-B863-45E2F41F4F26}" dt="2025-10-22T07:46:08.951" v="1509" actId="478"/>
        <pc:sldMkLst>
          <pc:docMk/>
          <pc:sldMk cId="525295630" sldId="2147482064"/>
        </pc:sldMkLst>
      </pc:sldChg>
      <pc:sldChg chg="delSp modTransition">
        <pc:chgData name="서동민(DONGMIN SEO)[seodm]/책임/제조DX.제조DX솔루션.데이터통합분석팀" userId="76da3594-28f0-492a-8a77-a4d7231a6557" providerId="ADAL" clId="{DD62A220-0357-4702-B863-45E2F41F4F26}" dt="2025-10-22T07:52:09.563" v="1920"/>
        <pc:sldMkLst>
          <pc:docMk/>
          <pc:sldMk cId="906537507" sldId="2147482067"/>
        </pc:sldMkLst>
      </pc:sldChg>
      <pc:sldChg chg="addSp delSp">
        <pc:chgData name="서동민(DONGMIN SEO)[seodm]/책임/제조DX.제조DX솔루션.데이터통합분석팀" userId="76da3594-28f0-492a-8a77-a4d7231a6557" providerId="ADAL" clId="{DD62A220-0357-4702-B863-45E2F41F4F26}" dt="2025-10-22T05:15:14.812" v="455"/>
        <pc:sldMkLst>
          <pc:docMk/>
          <pc:sldMk cId="2065805413" sldId="2147482074"/>
        </pc:sldMkLst>
      </pc:sldChg>
      <pc:sldChg chg="addSp delSp modSp modTransition">
        <pc:chgData name="서동민(DONGMIN SEO)[seodm]/책임/제조DX.제조DX솔루션.데이터통합분석팀" userId="76da3594-28f0-492a-8a77-a4d7231a6557" providerId="ADAL" clId="{DD62A220-0357-4702-B863-45E2F41F4F26}" dt="2025-10-22T07:52:01.251" v="1919"/>
        <pc:sldMkLst>
          <pc:docMk/>
          <pc:sldMk cId="3379836515" sldId="2147482076"/>
        </pc:sldMkLst>
      </pc:sldChg>
      <pc:sldChg chg="modTransition">
        <pc:chgData name="서동민(DONGMIN SEO)[seodm]/책임/제조DX.제조DX솔루션.데이터통합분석팀" userId="76da3594-28f0-492a-8a77-a4d7231a6557" providerId="ADAL" clId="{DD62A220-0357-4702-B863-45E2F41F4F26}" dt="2025-10-22T07:52:13.606" v="1921"/>
        <pc:sldMkLst>
          <pc:docMk/>
          <pc:sldMk cId="4004658893" sldId="2147482110"/>
        </pc:sldMkLst>
      </pc:sldChg>
      <pc:sldChg chg="addSp delSp modSp">
        <pc:chgData name="서동민(DONGMIN SEO)[seodm]/책임/제조DX.제조DX솔루션.데이터통합분석팀" userId="76da3594-28f0-492a-8a77-a4d7231a6557" providerId="ADAL" clId="{DD62A220-0357-4702-B863-45E2F41F4F26}" dt="2025-10-22T07:51:33.469" v="1916"/>
        <pc:sldMkLst>
          <pc:docMk/>
          <pc:sldMk cId="1843005666" sldId="2147482119"/>
        </pc:sldMkLst>
        <pc:spChg chg="mod">
          <ac:chgData name="서동민(DONGMIN SEO)[seodm]/책임/제조DX.제조DX솔루션.데이터통합분석팀" userId="76da3594-28f0-492a-8a77-a4d7231a6557" providerId="ADAL" clId="{DD62A220-0357-4702-B863-45E2F41F4F26}" dt="2025-10-22T05:04:56.836" v="3" actId="20577"/>
          <ac:spMkLst>
            <pc:docMk/>
            <pc:sldMk cId="1843005666" sldId="2147482119"/>
            <ac:spMk id="3" creationId="{0CC39962-AED9-0FD6-7F0C-29A8FBE67A4F}"/>
          </ac:spMkLst>
        </pc:spChg>
        <pc:graphicFrameChg chg="mod modGraphic">
          <ac:chgData name="서동민(DONGMIN SEO)[seodm]/책임/제조DX.제조DX솔루션.데이터통합분석팀" userId="76da3594-28f0-492a-8a77-a4d7231a6557" providerId="ADAL" clId="{DD62A220-0357-4702-B863-45E2F41F4F26}" dt="2025-10-22T07:51:33.469" v="1916"/>
          <ac:graphicFrameMkLst>
            <pc:docMk/>
            <pc:sldMk cId="1843005666" sldId="2147482119"/>
            <ac:graphicFrameMk id="19" creationId="{3E86696F-E35A-4B06-9B46-63A4A6A986C1}"/>
          </ac:graphicFrameMkLst>
        </pc:graphicFrameChg>
      </pc:sldChg>
      <pc:sldChg chg="addSp delSp modSp">
        <pc:chgData name="서동민(DONGMIN SEO)[seodm]/책임/제조DX.제조DX솔루션.데이터통합분석팀" userId="76da3594-28f0-492a-8a77-a4d7231a6557" providerId="ADAL" clId="{DD62A220-0357-4702-B863-45E2F41F4F26}" dt="2025-10-22T05:51:27.488" v="1398" actId="20577"/>
        <pc:sldMkLst>
          <pc:docMk/>
          <pc:sldMk cId="1631578392" sldId="2147482120"/>
        </pc:sldMkLst>
        <pc:spChg chg="mod">
          <ac:chgData name="서동민(DONGMIN SEO)[seodm]/책임/제조DX.제조DX솔루션.데이터통합분석팀" userId="76da3594-28f0-492a-8a77-a4d7231a6557" providerId="ADAL" clId="{DD62A220-0357-4702-B863-45E2F41F4F26}" dt="2025-10-22T05:11:15.183" v="126" actId="207"/>
          <ac:spMkLst>
            <pc:docMk/>
            <pc:sldMk cId="1631578392" sldId="2147482120"/>
            <ac:spMk id="6" creationId="{54429DA3-0688-4164-86FA-A5E7FE47B831}"/>
          </ac:spMkLst>
        </pc:spChg>
        <pc:spChg chg="mod">
          <ac:chgData name="서동민(DONGMIN SEO)[seodm]/책임/제조DX.제조DX솔루션.데이터통합분석팀" userId="76da3594-28f0-492a-8a77-a4d7231a6557" providerId="ADAL" clId="{DD62A220-0357-4702-B863-45E2F41F4F26}" dt="2025-10-22T05:07:08.886" v="120" actId="20577"/>
          <ac:spMkLst>
            <pc:docMk/>
            <pc:sldMk cId="1631578392" sldId="2147482120"/>
            <ac:spMk id="9" creationId="{00000000-0000-0000-0000-000000000000}"/>
          </ac:spMkLst>
        </pc:spChg>
        <pc:graphicFrameChg chg="mod modGraphic">
          <ac:chgData name="서동민(DONGMIN SEO)[seodm]/책임/제조DX.제조DX솔루션.데이터통합분석팀" userId="76da3594-28f0-492a-8a77-a4d7231a6557" providerId="ADAL" clId="{DD62A220-0357-4702-B863-45E2F41F4F26}" dt="2025-10-22T05:49:01.509" v="1097" actId="20577"/>
          <ac:graphicFrameMkLst>
            <pc:docMk/>
            <pc:sldMk cId="1631578392" sldId="2147482120"/>
            <ac:graphicFrameMk id="3" creationId="{24D9821D-E40C-4362-A605-161229E262A8}"/>
          </ac:graphicFrameMkLst>
        </pc:graphicFrameChg>
        <pc:graphicFrameChg chg="mod modGraphic">
          <ac:chgData name="서동민(DONGMIN SEO)[seodm]/책임/제조DX.제조DX솔루션.데이터통합분석팀" userId="76da3594-28f0-492a-8a77-a4d7231a6557" providerId="ADAL" clId="{DD62A220-0357-4702-B863-45E2F41F4F26}" dt="2025-10-22T05:51:27.488" v="1398" actId="20577"/>
          <ac:graphicFrameMkLst>
            <pc:docMk/>
            <pc:sldMk cId="1631578392" sldId="2147482120"/>
            <ac:graphicFrameMk id="19" creationId="{3E86696F-E35A-4B06-9B46-63A4A6A986C1}"/>
          </ac:graphicFrameMkLst>
        </pc:graphicFrameChg>
      </pc:sldChg>
      <pc:sldChg chg="modTransition">
        <pc:chgData name="서동민(DONGMIN SEO)[seodm]/책임/제조DX.제조DX솔루션.데이터통합분석팀" userId="76da3594-28f0-492a-8a77-a4d7231a6557" providerId="ADAL" clId="{DD62A220-0357-4702-B863-45E2F41F4F26}" dt="2025-10-22T07:52:18.704" v="1922"/>
        <pc:sldMkLst>
          <pc:docMk/>
          <pc:sldMk cId="3164116880" sldId="2147482121"/>
        </pc:sldMkLst>
      </pc:sldChg>
      <pc:sldChg chg="addSp modSp">
        <pc:chgData name="서동민(DONGMIN SEO)[seodm]/책임/제조DX.제조DX솔루션.데이터통합분석팀" userId="76da3594-28f0-492a-8a77-a4d7231a6557" providerId="ADAL" clId="{DD62A220-0357-4702-B863-45E2F41F4F26}" dt="2025-10-22T06:21:59.153" v="1494" actId="20577"/>
        <pc:sldMkLst>
          <pc:docMk/>
          <pc:sldMk cId="622379998" sldId="2147482147"/>
        </pc:sldMkLst>
      </pc:sldChg>
    </pc:docChg>
  </pc:docChgLst>
  <pc:docChgLst>
    <pc:chgData name="강주예(JUYE KANG)[juyekang]/사원/제조DX.제조DX솔루션.데이터통합분석팀" userId="95b90ab0-d72b-4b5f-a979-51e7fc1ad660" providerId="ADAL" clId="{965F9DC9-AD16-4FD9-969C-1F51D358F549}"/>
    <pc:docChg chg="undo custSel modSld">
      <pc:chgData name="강주예(JUYE KANG)[juyekang]/사원/제조DX.제조DX솔루션.데이터통합분석팀" userId="95b90ab0-d72b-4b5f-a979-51e7fc1ad660" providerId="ADAL" clId="{965F9DC9-AD16-4FD9-969C-1F51D358F549}" dt="2025-10-29T06:15:03.181" v="1336" actId="20577"/>
      <pc:docMkLst>
        <pc:docMk/>
      </pc:docMkLst>
      <pc:sldChg chg="delSp modSp">
        <pc:chgData name="강주예(JUYE KANG)[juyekang]/사원/제조DX.제조DX솔루션.데이터통합분석팀" userId="95b90ab0-d72b-4b5f-a979-51e7fc1ad660" providerId="ADAL" clId="{965F9DC9-AD16-4FD9-969C-1F51D358F549}" dt="2025-10-29T06:11:34.569" v="1335" actId="20577"/>
        <pc:sldMkLst>
          <pc:docMk/>
          <pc:sldMk cId="1325916645" sldId="2147481957"/>
        </pc:sldMkLst>
        <pc:spChg chg="mod">
          <ac:chgData name="강주예(JUYE KANG)[juyekang]/사원/제조DX.제조DX솔루션.데이터통합분석팀" userId="95b90ab0-d72b-4b5f-a979-51e7fc1ad660" providerId="ADAL" clId="{965F9DC9-AD16-4FD9-969C-1F51D358F549}" dt="2025-10-29T04:54:21.087" v="91" actId="20577"/>
          <ac:spMkLst>
            <pc:docMk/>
            <pc:sldMk cId="1325916645" sldId="2147481957"/>
            <ac:spMk id="9" creationId="{00000000-0000-0000-0000-000000000000}"/>
          </ac:spMkLst>
        </pc:spChg>
        <pc:graphicFrameChg chg="mod modGraphic">
          <ac:chgData name="강주예(JUYE KANG)[juyekang]/사원/제조DX.제조DX솔루션.데이터통합분석팀" userId="95b90ab0-d72b-4b5f-a979-51e7fc1ad660" providerId="ADAL" clId="{965F9DC9-AD16-4FD9-969C-1F51D358F549}" dt="2025-10-29T06:11:34.569" v="1335" actId="20577"/>
          <ac:graphicFrameMkLst>
            <pc:docMk/>
            <pc:sldMk cId="1325916645" sldId="2147481957"/>
            <ac:graphicFrameMk id="19" creationId="{3E86696F-E35A-4B06-9B46-63A4A6A986C1}"/>
          </ac:graphicFrameMkLst>
        </pc:graphicFrameChg>
      </pc:sldChg>
      <pc:sldChg chg="delSp">
        <pc:chgData name="강주예(JUYE KANG)[juyekang]/사원/제조DX.제조DX솔루션.데이터통합분석팀" userId="95b90ab0-d72b-4b5f-a979-51e7fc1ad660" providerId="ADAL" clId="{965F9DC9-AD16-4FD9-969C-1F51D358F549}" dt="2025-10-29T04:41:12.166" v="1" actId="478"/>
        <pc:sldMkLst>
          <pc:docMk/>
          <pc:sldMk cId="2065805413" sldId="2147482074"/>
        </pc:sldMkLst>
      </pc:sldChg>
      <pc:sldChg chg="addSp delSp modSp">
        <pc:chgData name="강주예(JUYE KANG)[juyekang]/사원/제조DX.제조DX솔루션.데이터통합분석팀" userId="95b90ab0-d72b-4b5f-a979-51e7fc1ad660" providerId="ADAL" clId="{965F9DC9-AD16-4FD9-969C-1F51D358F549}" dt="2025-10-29T06:15:03.181" v="1336" actId="20577"/>
        <pc:sldMkLst>
          <pc:docMk/>
          <pc:sldMk cId="622379998" sldId="2147482147"/>
        </pc:sldMkLst>
        <pc:spChg chg="mod">
          <ac:chgData name="강주예(JUYE KANG)[juyekang]/사원/제조DX.제조DX솔루션.데이터통합분석팀" userId="95b90ab0-d72b-4b5f-a979-51e7fc1ad660" providerId="ADAL" clId="{965F9DC9-AD16-4FD9-969C-1F51D358F549}" dt="2025-10-29T05:38:42.113" v="129"/>
          <ac:spMkLst>
            <pc:docMk/>
            <pc:sldMk cId="622379998" sldId="2147482147"/>
            <ac:spMk id="9" creationId="{00000000-0000-0000-0000-000000000000}"/>
          </ac:spMkLst>
        </pc:spChg>
        <pc:spChg chg="mod">
          <ac:chgData name="강주예(JUYE KANG)[juyekang]/사원/제조DX.제조DX솔루션.데이터통합분석팀" userId="95b90ab0-d72b-4b5f-a979-51e7fc1ad660" providerId="ADAL" clId="{965F9DC9-AD16-4FD9-969C-1F51D358F549}" dt="2025-10-29T05:38:34.890" v="123" actId="20577"/>
          <ac:spMkLst>
            <pc:docMk/>
            <pc:sldMk cId="622379998" sldId="2147482147"/>
            <ac:spMk id="11" creationId="{86227DEB-244F-40D9-A14B-935F021B9AFB}"/>
          </ac:spMkLst>
        </pc:spChg>
        <pc:graphicFrameChg chg="modGraphic">
          <ac:chgData name="강주예(JUYE KANG)[juyekang]/사원/제조DX.제조DX솔루션.데이터통합분석팀" userId="95b90ab0-d72b-4b5f-a979-51e7fc1ad660" providerId="ADAL" clId="{965F9DC9-AD16-4FD9-969C-1F51D358F549}" dt="2025-10-29T05:54:27.664" v="594" actId="20577"/>
          <ac:graphicFrameMkLst>
            <pc:docMk/>
            <pc:sldMk cId="622379998" sldId="2147482147"/>
            <ac:graphicFrameMk id="4" creationId="{0472E171-D1D3-400C-B416-93D7B68E3795}"/>
          </ac:graphicFrameMkLst>
        </pc:graphicFrameChg>
        <pc:graphicFrameChg chg="modGraphic">
          <ac:chgData name="강주예(JUYE KANG)[juyekang]/사원/제조DX.제조DX솔루션.데이터통합분석팀" userId="95b90ab0-d72b-4b5f-a979-51e7fc1ad660" providerId="ADAL" clId="{965F9DC9-AD16-4FD9-969C-1F51D358F549}" dt="2025-10-29T06:07:13.831" v="1235" actId="20577"/>
          <ac:graphicFrameMkLst>
            <pc:docMk/>
            <pc:sldMk cId="622379998" sldId="2147482147"/>
            <ac:graphicFrameMk id="14" creationId="{C3470D81-2A51-44B3-A6BB-CD8CA0F3C09D}"/>
          </ac:graphicFrameMkLst>
        </pc:graphicFrameChg>
        <pc:graphicFrameChg chg="modGraphic">
          <ac:chgData name="강주예(JUYE KANG)[juyekang]/사원/제조DX.제조DX솔루션.데이터통합분석팀" userId="95b90ab0-d72b-4b5f-a979-51e7fc1ad660" providerId="ADAL" clId="{965F9DC9-AD16-4FD9-969C-1F51D358F549}" dt="2025-10-29T06:01:29.498" v="1064" actId="20577"/>
          <ac:graphicFrameMkLst>
            <pc:docMk/>
            <pc:sldMk cId="622379998" sldId="2147482147"/>
            <ac:graphicFrameMk id="17" creationId="{13E32185-611D-4FB9-A8E7-E49F2D59E1E0}"/>
          </ac:graphicFrameMkLst>
        </pc:graphicFrameChg>
        <pc:graphicFrameChg chg="mod modGraphic">
          <ac:chgData name="강주예(JUYE KANG)[juyekang]/사원/제조DX.제조DX솔루션.데이터통합분석팀" userId="95b90ab0-d72b-4b5f-a979-51e7fc1ad660" providerId="ADAL" clId="{965F9DC9-AD16-4FD9-969C-1F51D358F549}" dt="2025-10-29T06:15:03.181" v="1336" actId="20577"/>
          <ac:graphicFrameMkLst>
            <pc:docMk/>
            <pc:sldMk cId="622379998" sldId="2147482147"/>
            <ac:graphicFrameMk id="19" creationId="{3E86696F-E35A-4B06-9B46-63A4A6A986C1}"/>
          </ac:graphicFrameMkLst>
        </pc:graphicFrameChg>
      </pc:sldChg>
    </pc:docChg>
  </pc:docChgLst>
  <pc:docChgLst>
    <pc:chgData name="홍진표(JINPYO HONG)[jphong30]/사원/제조DX.제조DX솔루션.데이터통합분석팀" userId="e81a1c56-9779-419d-942e-8803f0d0cdcc" providerId="ADAL" clId="{E63A89A3-42F7-4314-8C1B-DF10C6D8E8AF}"/>
    <pc:docChg chg="undo custSel modSld">
      <pc:chgData name="홍진표(JINPYO HONG)[jphong30]/사원/제조DX.제조DX솔루션.데이터통합분석팀" userId="e81a1c56-9779-419d-942e-8803f0d0cdcc" providerId="ADAL" clId="{E63A89A3-42F7-4314-8C1B-DF10C6D8E8AF}" dt="2025-12-02T08:44:05.495" v="1958" actId="207"/>
      <pc:docMkLst>
        <pc:docMk/>
      </pc:docMkLst>
      <pc:sldChg chg="addSp delSp modSp">
        <pc:chgData name="홍진표(JINPYO HONG)[jphong30]/사원/제조DX.제조DX솔루션.데이터통합분석팀" userId="e81a1c56-9779-419d-942e-8803f0d0cdcc" providerId="ADAL" clId="{E63A89A3-42F7-4314-8C1B-DF10C6D8E8AF}" dt="2025-12-02T08:44:05.495" v="1958" actId="207"/>
        <pc:sldMkLst>
          <pc:docMk/>
          <pc:sldMk cId="3645708370" sldId="2147482131"/>
        </pc:sldMkLst>
        <pc:spChg chg="mod">
          <ac:chgData name="홍진표(JINPYO HONG)[jphong30]/사원/제조DX.제조DX솔루션.데이터통합분석팀" userId="e81a1c56-9779-419d-942e-8803f0d0cdcc" providerId="ADAL" clId="{E63A89A3-42F7-4314-8C1B-DF10C6D8E8AF}" dt="2025-12-02T08:24:27.308" v="2" actId="6549"/>
          <ac:spMkLst>
            <pc:docMk/>
            <pc:sldMk cId="3645708370" sldId="2147482131"/>
            <ac:spMk id="5" creationId="{708A6887-4366-7F7E-F196-81FADA6436A1}"/>
          </ac:spMkLst>
        </pc:spChg>
        <pc:spChg chg="del">
          <ac:chgData name="홍진표(JINPYO HONG)[jphong30]/사원/제조DX.제조DX솔루션.데이터통합분석팀" userId="e81a1c56-9779-419d-942e-8803f0d0cdcc" providerId="ADAL" clId="{E63A89A3-42F7-4314-8C1B-DF10C6D8E8AF}" dt="2025-12-02T08:27:04.377" v="49" actId="478"/>
          <ac:spMkLst>
            <pc:docMk/>
            <pc:sldMk cId="3645708370" sldId="2147482131"/>
            <ac:spMk id="7" creationId="{38CDA707-C83D-BE66-6047-01B5519F3896}"/>
          </ac:spMkLst>
        </pc:spChg>
        <pc:spChg chg="mod">
          <ac:chgData name="홍진표(JINPYO HONG)[jphong30]/사원/제조DX.제조DX솔루션.데이터통합분석팀" userId="e81a1c56-9779-419d-942e-8803f0d0cdcc" providerId="ADAL" clId="{E63A89A3-42F7-4314-8C1B-DF10C6D8E8AF}" dt="2025-12-02T08:27:07.110" v="50" actId="1076"/>
          <ac:spMkLst>
            <pc:docMk/>
            <pc:sldMk cId="3645708370" sldId="2147482131"/>
            <ac:spMk id="17" creationId="{9AD67B5E-67F5-4669-9D6C-FAC26D2C3E04}"/>
          </ac:spMkLst>
        </pc:spChg>
        <pc:spChg chg="add mod">
          <ac:chgData name="홍진표(JINPYO HONG)[jphong30]/사원/제조DX.제조DX솔루션.데이터통합분석팀" userId="e81a1c56-9779-419d-942e-8803f0d0cdcc" providerId="ADAL" clId="{E63A89A3-42F7-4314-8C1B-DF10C6D8E8AF}" dt="2025-12-02T08:27:09.408" v="52" actId="571"/>
          <ac:spMkLst>
            <pc:docMk/>
            <pc:sldMk cId="3645708370" sldId="2147482131"/>
            <ac:spMk id="18" creationId="{9BC4044D-3D36-4948-9F5A-FBE29B13458E}"/>
          </ac:spMkLst>
        </pc:spChg>
        <pc:spChg chg="add mod">
          <ac:chgData name="홍진표(JINPYO HONG)[jphong30]/사원/제조DX.제조DX솔루션.데이터통합분석팀" userId="e81a1c56-9779-419d-942e-8803f0d0cdcc" providerId="ADAL" clId="{E63A89A3-42F7-4314-8C1B-DF10C6D8E8AF}" dt="2025-12-02T08:27:15.870" v="61" actId="20577"/>
          <ac:spMkLst>
            <pc:docMk/>
            <pc:sldMk cId="3645708370" sldId="2147482131"/>
            <ac:spMk id="20" creationId="{9A943D5B-9DAB-440C-9830-8F02AACBD9D0}"/>
          </ac:spMkLst>
        </pc:spChg>
        <pc:graphicFrameChg chg="mod modGraphic">
          <ac:chgData name="홍진표(JINPYO HONG)[jphong30]/사원/제조DX.제조DX솔루션.데이터통합분석팀" userId="e81a1c56-9779-419d-942e-8803f0d0cdcc" providerId="ADAL" clId="{E63A89A3-42F7-4314-8C1B-DF10C6D8E8AF}" dt="2025-12-02T08:28:37.461" v="145" actId="20577"/>
          <ac:graphicFrameMkLst>
            <pc:docMk/>
            <pc:sldMk cId="3645708370" sldId="2147482131"/>
            <ac:graphicFrameMk id="3" creationId="{090EB11C-65C4-4DC4-B22B-11D34605F4E2}"/>
          </ac:graphicFrameMkLst>
        </pc:graphicFrameChg>
        <pc:graphicFrameChg chg="add mod">
          <ac:chgData name="홍진표(JINPYO HONG)[jphong30]/사원/제조DX.제조DX솔루션.데이터통합분석팀" userId="e81a1c56-9779-419d-942e-8803f0d0cdcc" providerId="ADAL" clId="{E63A89A3-42F7-4314-8C1B-DF10C6D8E8AF}" dt="2025-12-02T08:27:09.408" v="52" actId="571"/>
          <ac:graphicFrameMkLst>
            <pc:docMk/>
            <pc:sldMk cId="3645708370" sldId="2147482131"/>
            <ac:graphicFrameMk id="14" creationId="{AF156843-2D53-4F8A-ACA0-0E7DDF03E9AB}"/>
          </ac:graphicFrameMkLst>
        </pc:graphicFrameChg>
        <pc:graphicFrameChg chg="mod modGraphic">
          <ac:chgData name="홍진표(JINPYO HONG)[jphong30]/사원/제조DX.제조DX솔루션.데이터통합분석팀" userId="e81a1c56-9779-419d-942e-8803f0d0cdcc" providerId="ADAL" clId="{E63A89A3-42F7-4314-8C1B-DF10C6D8E8AF}" dt="2025-12-02T08:43:52.239" v="1957" actId="20577"/>
          <ac:graphicFrameMkLst>
            <pc:docMk/>
            <pc:sldMk cId="3645708370" sldId="2147482131"/>
            <ac:graphicFrameMk id="16" creationId="{859EBE2E-4A91-4CBB-BB78-8322FFA6D403}"/>
          </ac:graphicFrameMkLst>
        </pc:graphicFrameChg>
        <pc:graphicFrameChg chg="mod modGraphic">
          <ac:chgData name="홍진표(JINPYO HONG)[jphong30]/사원/제조DX.제조DX솔루션.데이터통합분석팀" userId="e81a1c56-9779-419d-942e-8803f0d0cdcc" providerId="ADAL" clId="{E63A89A3-42F7-4314-8C1B-DF10C6D8E8AF}" dt="2025-12-02T08:44:05.495" v="1958" actId="207"/>
          <ac:graphicFrameMkLst>
            <pc:docMk/>
            <pc:sldMk cId="3645708370" sldId="2147482131"/>
            <ac:graphicFrameMk id="19" creationId="{3E86696F-E35A-4B06-9B46-63A4A6A986C1}"/>
          </ac:graphicFrameMkLst>
        </pc:graphicFrameChg>
      </pc:sldChg>
    </pc:docChg>
  </pc:docChgLst>
  <pc:docChgLst>
    <pc:chgData name="최이범(EEBEOM CHOI)[doublebeom]/팀장/제조DX.제조DX솔루션.롤맵기술팀" userId="50343a84-4243-4043-8b92-761bb93d09e0" providerId="ADAL" clId="{7A8AB977-9DF9-4C40-B1D2-080F285A8828}"/>
    <pc:docChg chg="custSel modSld sldOrd">
      <pc:chgData name="최이범(EEBEOM CHOI)[doublebeom]/팀장/제조DX.제조DX솔루션.롤맵기술팀" userId="50343a84-4243-4043-8b92-761bb93d09e0" providerId="ADAL" clId="{7A8AB977-9DF9-4C40-B1D2-080F285A8828}" dt="2025-12-16T08:00:41.375" v="7"/>
      <pc:docMkLst>
        <pc:docMk/>
      </pc:docMkLst>
      <pc:sldChg chg="delSp modSp mod ord">
        <pc:chgData name="최이범(EEBEOM CHOI)[doublebeom]/팀장/제조DX.제조DX솔루션.롤맵기술팀" userId="50343a84-4243-4043-8b92-761bb93d09e0" providerId="ADAL" clId="{7A8AB977-9DF9-4C40-B1D2-080F285A8828}" dt="2025-12-16T08:00:41.375" v="7"/>
        <pc:sldMkLst>
          <pc:docMk/>
          <pc:sldMk cId="3266697761" sldId="2278"/>
        </pc:sldMkLst>
        <pc:spChg chg="del">
          <ac:chgData name="최이범(EEBEOM CHOI)[doublebeom]/팀장/제조DX.제조DX솔루션.롤맵기술팀" userId="50343a84-4243-4043-8b92-761bb93d09e0" providerId="ADAL" clId="{7A8AB977-9DF9-4C40-B1D2-080F285A8828}" dt="2025-12-16T08:00:02.896" v="1" actId="478"/>
          <ac:spMkLst>
            <pc:docMk/>
            <pc:sldMk cId="3266697761" sldId="2278"/>
            <ac:spMk id="3" creationId="{A414E01F-DDA3-7A6B-2749-ED9B89DC1BBA}"/>
          </ac:spMkLst>
        </pc:spChg>
        <pc:spChg chg="mod">
          <ac:chgData name="최이범(EEBEOM CHOI)[doublebeom]/팀장/제조DX.제조DX솔루션.롤맵기술팀" userId="50343a84-4243-4043-8b92-761bb93d09e0" providerId="ADAL" clId="{7A8AB977-9DF9-4C40-B1D2-080F285A8828}" dt="2025-12-16T08:00:41.375" v="7"/>
          <ac:spMkLst>
            <pc:docMk/>
            <pc:sldMk cId="3266697761" sldId="2278"/>
            <ac:spMk id="18" creationId="{FC55D7C3-19BB-417C-88D2-249E3D408DED}"/>
          </ac:spMkLst>
        </pc:spChg>
      </pc:sldChg>
    </pc:docChg>
  </pc:docChgLst>
  <pc:docChgLst>
    <pc:chgData name="서준효(JUNHYO SU)[sujunhyo]/책임/제조DX.제조DX솔루션.데이터통합분석팀" userId="d69e963c-cd7d-4842-a4a9-f0ce48daaa93" providerId="ADAL" clId="{116C463D-4021-4146-B311-7D9ECB8CD726}"/>
    <pc:docChg chg="undo custSel modSld">
      <pc:chgData name="서준효(JUNHYO SU)[sujunhyo]/책임/제조DX.제조DX솔루션.데이터통합분석팀" userId="d69e963c-cd7d-4842-a4a9-f0ce48daaa93" providerId="ADAL" clId="{116C463D-4021-4146-B311-7D9ECB8CD726}" dt="2025-10-29T07:19:57.644" v="2995" actId="478"/>
      <pc:docMkLst>
        <pc:docMk/>
      </pc:docMkLst>
      <pc:sldChg chg="modSp mod">
        <pc:chgData name="서준효(JUNHYO SU)[sujunhyo]/책임/제조DX.제조DX솔루션.데이터통합분석팀" userId="d69e963c-cd7d-4842-a4a9-f0ce48daaa93" providerId="ADAL" clId="{116C463D-4021-4146-B311-7D9ECB8CD726}" dt="2025-10-29T05:07:05.786" v="21" actId="20577"/>
        <pc:sldMkLst>
          <pc:docMk/>
          <pc:sldMk cId="1843005666" sldId="2147482119"/>
        </pc:sldMkLst>
        <pc:graphicFrameChg chg="modGraphic">
          <ac:chgData name="서준효(JUNHYO SU)[sujunhyo]/책임/제조DX.제조DX솔루션.데이터통합분석팀" userId="d69e963c-cd7d-4842-a4a9-f0ce48daaa93" providerId="ADAL" clId="{116C463D-4021-4146-B311-7D9ECB8CD726}" dt="2025-10-29T05:07:05.786" v="21" actId="20577"/>
          <ac:graphicFrameMkLst>
            <pc:docMk/>
            <pc:sldMk cId="1843005666" sldId="2147482119"/>
            <ac:graphicFrameMk id="9" creationId="{A3D61C03-D55B-4E21-8B1C-3A5E062F1415}"/>
          </ac:graphicFrameMkLst>
        </pc:graphicFrameChg>
      </pc:sldChg>
      <pc:sldChg chg="modSp mod">
        <pc:chgData name="서준효(JUNHYO SU)[sujunhyo]/책임/제조DX.제조DX솔루션.데이터통합분석팀" userId="d69e963c-cd7d-4842-a4a9-f0ce48daaa93" providerId="ADAL" clId="{116C463D-4021-4146-B311-7D9ECB8CD726}" dt="2025-10-29T06:49:42.826" v="1939" actId="20577"/>
        <pc:sldMkLst>
          <pc:docMk/>
          <pc:sldMk cId="2878646389" sldId="2147482127"/>
        </pc:sldMkLst>
        <pc:graphicFrameChg chg="mod modGraphic">
          <ac:chgData name="서준효(JUNHYO SU)[sujunhyo]/책임/제조DX.제조DX솔루션.데이터통합분석팀" userId="d69e963c-cd7d-4842-a4a9-f0ce48daaa93" providerId="ADAL" clId="{116C463D-4021-4146-B311-7D9ECB8CD726}" dt="2025-10-29T06:49:42.826" v="1939" actId="20577"/>
          <ac:graphicFrameMkLst>
            <pc:docMk/>
            <pc:sldMk cId="2878646389" sldId="2147482127"/>
            <ac:graphicFrameMk id="24" creationId="{CB1E1DE9-356B-4185-A911-636EBB599881}"/>
          </ac:graphicFrameMkLst>
        </pc:graphicFrameChg>
      </pc:sldChg>
      <pc:sldChg chg="modSp mod">
        <pc:chgData name="서준효(JUNHYO SU)[sujunhyo]/책임/제조DX.제조DX솔루션.데이터통합분석팀" userId="d69e963c-cd7d-4842-a4a9-f0ce48daaa93" providerId="ADAL" clId="{116C463D-4021-4146-B311-7D9ECB8CD726}" dt="2025-10-29T06:54:25.991" v="2055" actId="20577"/>
        <pc:sldMkLst>
          <pc:docMk/>
          <pc:sldMk cId="3645708370" sldId="2147482131"/>
        </pc:sldMkLst>
        <pc:graphicFrameChg chg="mod modGraphic">
          <ac:chgData name="서준효(JUNHYO SU)[sujunhyo]/책임/제조DX.제조DX솔루션.데이터통합분석팀" userId="d69e963c-cd7d-4842-a4a9-f0ce48daaa93" providerId="ADAL" clId="{116C463D-4021-4146-B311-7D9ECB8CD726}" dt="2025-10-29T06:54:25.991" v="2055" actId="20577"/>
          <ac:graphicFrameMkLst>
            <pc:docMk/>
            <pc:sldMk cId="3645708370" sldId="2147482131"/>
            <ac:graphicFrameMk id="16" creationId="{859EBE2E-4A91-4CBB-BB78-8322FFA6D403}"/>
          </ac:graphicFrameMkLst>
        </pc:graphicFrameChg>
        <pc:graphicFrameChg chg="mod modGraphic">
          <ac:chgData name="서준효(JUNHYO SU)[sujunhyo]/책임/제조DX.제조DX솔루션.데이터통합분석팀" userId="d69e963c-cd7d-4842-a4a9-f0ce48daaa93" providerId="ADAL" clId="{116C463D-4021-4146-B311-7D9ECB8CD726}" dt="2025-10-29T06:51:56.065" v="1954" actId="20577"/>
          <ac:graphicFrameMkLst>
            <pc:docMk/>
            <pc:sldMk cId="3645708370" sldId="2147482131"/>
            <ac:graphicFrameMk id="19" creationId="{3E86696F-E35A-4B06-9B46-63A4A6A986C1}"/>
          </ac:graphicFrameMkLst>
        </pc:graphicFrameChg>
      </pc:sldChg>
      <pc:sldChg chg="mod modShow">
        <pc:chgData name="서준효(JUNHYO SU)[sujunhyo]/책임/제조DX.제조DX솔루션.데이터통합분석팀" userId="d69e963c-cd7d-4842-a4a9-f0ce48daaa93" providerId="ADAL" clId="{116C463D-4021-4146-B311-7D9ECB8CD726}" dt="2025-10-29T06:55:29.241" v="2056" actId="729"/>
        <pc:sldMkLst>
          <pc:docMk/>
          <pc:sldMk cId="2637692209" sldId="2147482139"/>
        </pc:sldMkLst>
      </pc:sldChg>
    </pc:docChg>
  </pc:docChgLst>
  <pc:docChgLst>
    <pc:chgData name="서준효(JUNHYO SU)[sujunhyo]/책임/제조DX.제조DX솔루션.데이터통합분석팀" userId="d69e963c-cd7d-4842-a4a9-f0ce48daaa93" providerId="ADAL" clId="{D4DB5D2A-ADE9-4A61-9524-4B7B2856BD7F}"/>
    <pc:docChg chg="undo custSel modSld">
      <pc:chgData name="서준효(JUNHYO SU)[sujunhyo]/책임/제조DX.제조DX솔루션.데이터통합분석팀" userId="d69e963c-cd7d-4842-a4a9-f0ce48daaa93" providerId="ADAL" clId="{D4DB5D2A-ADE9-4A61-9524-4B7B2856BD7F}" dt="2025-12-03T04:15:22.101" v="8101" actId="20577"/>
      <pc:docMkLst>
        <pc:docMk/>
      </pc:docMkLst>
      <pc:sldChg chg="addSp delSp modSp mod">
        <pc:chgData name="서준효(JUNHYO SU)[sujunhyo]/책임/제조DX.제조DX솔루션.데이터통합분석팀" userId="d69e963c-cd7d-4842-a4a9-f0ce48daaa93" providerId="ADAL" clId="{D4DB5D2A-ADE9-4A61-9524-4B7B2856BD7F}" dt="2025-12-03T04:15:22.101" v="8101" actId="20577"/>
        <pc:sldMkLst>
          <pc:docMk/>
          <pc:sldMk cId="3422623579" sldId="2147482052"/>
        </pc:sldMkLst>
        <pc:spChg chg="mod">
          <ac:chgData name="서준효(JUNHYO SU)[sujunhyo]/책임/제조DX.제조DX솔루션.데이터통합분석팀" userId="d69e963c-cd7d-4842-a4a9-f0ce48daaa93" providerId="ADAL" clId="{D4DB5D2A-ADE9-4A61-9524-4B7B2856BD7F}" dt="2025-12-03T01:42:53.710" v="4571" actId="1076"/>
          <ac:spMkLst>
            <pc:docMk/>
            <pc:sldMk cId="3422623579" sldId="2147482052"/>
            <ac:spMk id="3" creationId="{BD8A109E-EE72-B93F-FEBC-D5B84127E922}"/>
          </ac:spMkLst>
        </pc:spChg>
        <pc:spChg chg="mod">
          <ac:chgData name="서준효(JUNHYO SU)[sujunhyo]/책임/제조DX.제조DX솔루션.데이터통합분석팀" userId="d69e963c-cd7d-4842-a4a9-f0ce48daaa93" providerId="ADAL" clId="{D4DB5D2A-ADE9-4A61-9524-4B7B2856BD7F}" dt="2025-12-03T04:15:22.101" v="8101" actId="20577"/>
          <ac:spMkLst>
            <pc:docMk/>
            <pc:sldMk cId="3422623579" sldId="2147482052"/>
            <ac:spMk id="5" creationId="{6BC9B294-291A-D23F-C381-45EA6FDC28AB}"/>
          </ac:spMkLst>
        </pc:spChg>
        <pc:graphicFrameChg chg="mod modGraphic">
          <ac:chgData name="서준효(JUNHYO SU)[sujunhyo]/책임/제조DX.제조DX솔루션.데이터통합분석팀" userId="d69e963c-cd7d-4842-a4a9-f0ce48daaa93" providerId="ADAL" clId="{D4DB5D2A-ADE9-4A61-9524-4B7B2856BD7F}" dt="2025-12-03T00:33:10.329" v="134" actId="20577"/>
          <ac:graphicFrameMkLst>
            <pc:docMk/>
            <pc:sldMk cId="3422623579" sldId="2147482052"/>
            <ac:graphicFrameMk id="7" creationId="{ED1D777A-F458-D0BE-C537-083D00DFCE32}"/>
          </ac:graphicFrameMkLst>
        </pc:graphicFrameChg>
        <pc:picChg chg="add del mod">
          <ac:chgData name="서준효(JUNHYO SU)[sujunhyo]/책임/제조DX.제조DX솔루션.데이터통합분석팀" userId="d69e963c-cd7d-4842-a4a9-f0ce48daaa93" providerId="ADAL" clId="{D4DB5D2A-ADE9-4A61-9524-4B7B2856BD7F}" dt="2025-12-03T04:15:14.638" v="8090" actId="478"/>
          <ac:picMkLst>
            <pc:docMk/>
            <pc:sldMk cId="3422623579" sldId="2147482052"/>
            <ac:picMk id="4" creationId="{2C16BB20-4E93-0968-C85B-7F7E142B7CC7}"/>
          </ac:picMkLst>
        </pc:picChg>
      </pc:sldChg>
    </pc:docChg>
  </pc:docChgLst>
  <pc:docChgLst>
    <pc:chgData name="김종우(JONG WOO KIM)[jongwoo_kim]/선임/제조DX.제조DX솔루션.데이터통합분석팀" userId="S::jongwoo_kim@lgensol.com::724af6f9-8cbb-4db2-a128-c90de53c6762" providerId="AD" clId="Web-{C15D37A8-A739-5979-6323-6760DC79F680}"/>
    <pc:docChg chg="modSld sldOrd">
      <pc:chgData name="김종우(JONG WOO KIM)[jongwoo_kim]/선임/제조DX.제조DX솔루션.데이터통합분석팀" userId="S::jongwoo_kim@lgensol.com::724af6f9-8cbb-4db2-a128-c90de53c6762" providerId="AD" clId="Web-{C15D37A8-A739-5979-6323-6760DC79F680}" dt="2025-12-03T08:06:16.217" v="554" actId="20577"/>
      <pc:docMkLst>
        <pc:docMk/>
      </pc:docMkLst>
      <pc:sldChg chg="modSp">
        <pc:chgData name="김종우(JONG WOO KIM)[jongwoo_kim]/선임/제조DX.제조DX솔루션.데이터통합분석팀" userId="S::jongwoo_kim@lgensol.com::724af6f9-8cbb-4db2-a128-c90de53c6762" providerId="AD" clId="Web-{C15D37A8-A739-5979-6323-6760DC79F680}" dt="2025-12-03T08:03:43.049" v="480" actId="1076"/>
        <pc:sldMkLst>
          <pc:docMk/>
          <pc:sldMk cId="312166392" sldId="2147482002"/>
        </pc:sldMkLst>
        <pc:spChg chg="mod">
          <ac:chgData name="김종우(JONG WOO KIM)[jongwoo_kim]/선임/제조DX.제조DX솔루션.데이터통합분석팀" userId="S::jongwoo_kim@lgensol.com::724af6f9-8cbb-4db2-a128-c90de53c6762" providerId="AD" clId="Web-{C15D37A8-A739-5979-6323-6760DC79F680}" dt="2025-12-03T07:58:51.270" v="307" actId="20577"/>
          <ac:spMkLst>
            <pc:docMk/>
            <pc:sldMk cId="312166392" sldId="2147482002"/>
            <ac:spMk id="12" creationId="{19633123-6446-353B-C876-F791027DDDCD}"/>
          </ac:spMkLst>
        </pc:spChg>
        <pc:graphicFrameChg chg="mod modGraphic">
          <ac:chgData name="김종우(JONG WOO KIM)[jongwoo_kim]/선임/제조DX.제조DX솔루션.데이터통합분석팀" userId="S::jongwoo_kim@lgensol.com::724af6f9-8cbb-4db2-a128-c90de53c6762" providerId="AD" clId="Web-{C15D37A8-A739-5979-6323-6760DC79F680}" dt="2025-12-03T08:03:36.252" v="478"/>
          <ac:graphicFrameMkLst>
            <pc:docMk/>
            <pc:sldMk cId="312166392" sldId="2147482002"/>
            <ac:graphicFrameMk id="19" creationId="{54728183-150A-36AF-E666-2145F7FF2814}"/>
          </ac:graphicFrameMkLst>
        </pc:graphicFrameChg>
        <pc:graphicFrameChg chg="mod">
          <ac:chgData name="김종우(JONG WOO KIM)[jongwoo_kim]/선임/제조DX.제조DX솔루션.데이터통합분석팀" userId="S::jongwoo_kim@lgensol.com::724af6f9-8cbb-4db2-a128-c90de53c6762" providerId="AD" clId="Web-{C15D37A8-A739-5979-6323-6760DC79F680}" dt="2025-12-03T08:03:43.049" v="480" actId="1076"/>
          <ac:graphicFrameMkLst>
            <pc:docMk/>
            <pc:sldMk cId="312166392" sldId="2147482002"/>
            <ac:graphicFrameMk id="31" creationId="{52B29498-600E-4C61-A390-CBDE748E9B42}"/>
          </ac:graphicFrameMkLst>
        </pc:graphicFrameChg>
      </pc:sldChg>
      <pc:sldChg chg="ord">
        <pc:chgData name="김종우(JONG WOO KIM)[jongwoo_kim]/선임/제조DX.제조DX솔루션.데이터통합분석팀" userId="S::jongwoo_kim@lgensol.com::724af6f9-8cbb-4db2-a128-c90de53c6762" providerId="AD" clId="Web-{C15D37A8-A739-5979-6323-6760DC79F680}" dt="2025-12-03T07:49:26.943" v="0"/>
        <pc:sldMkLst>
          <pc:docMk/>
          <pc:sldMk cId="3422623579" sldId="2147482052"/>
        </pc:sldMkLst>
      </pc:sldChg>
      <pc:sldChg chg="modSp">
        <pc:chgData name="김종우(JONG WOO KIM)[jongwoo_kim]/선임/제조DX.제조DX솔루션.데이터통합분석팀" userId="S::jongwoo_kim@lgensol.com::724af6f9-8cbb-4db2-a128-c90de53c6762" providerId="AD" clId="Web-{C15D37A8-A739-5979-6323-6760DC79F680}" dt="2025-12-03T08:06:16.217" v="554" actId="20577"/>
        <pc:sldMkLst>
          <pc:docMk/>
          <pc:sldMk cId="3572448725" sldId="2147482058"/>
        </pc:sldMkLst>
        <pc:spChg chg="mod">
          <ac:chgData name="김종우(JONG WOO KIM)[jongwoo_kim]/선임/제조DX.제조DX솔루션.데이터통합분석팀" userId="S::jongwoo_kim@lgensol.com::724af6f9-8cbb-4db2-a128-c90de53c6762" providerId="AD" clId="Web-{C15D37A8-A739-5979-6323-6760DC79F680}" dt="2025-12-03T08:06:16.217" v="554" actId="20577"/>
          <ac:spMkLst>
            <pc:docMk/>
            <pc:sldMk cId="3572448725" sldId="2147482058"/>
            <ac:spMk id="20" creationId="{BB178E88-B809-4A0C-AEDB-08EDDEFC3101}"/>
          </ac:spMkLst>
        </pc:spChg>
      </pc:sldChg>
    </pc:docChg>
  </pc:docChgLst>
  <pc:docChgLst>
    <pc:chgData name="김도원(DOWON KIM)[ehdnjs104]/사원/제조DX.제조DX솔루션.롤맵기술팀" userId="S::ehdnjs104@lgensol.com::40903c55-8d7f-4a01-bcfb-534127f384e5" providerId="AD" clId="Web-{F4D3374D-6D80-4E94-A8BE-8012CFB1D6ED}"/>
    <pc:docChg chg="modSld">
      <pc:chgData name="김도원(DOWON KIM)[ehdnjs104]/사원/제조DX.제조DX솔루션.롤맵기술팀" userId="S::ehdnjs104@lgensol.com::40903c55-8d7f-4a01-bcfb-534127f384e5" providerId="AD" clId="Web-{F4D3374D-6D80-4E94-A8BE-8012CFB1D6ED}" dt="2025-11-05T02:19:54.573" v="80" actId="20577"/>
      <pc:docMkLst>
        <pc:docMk/>
      </pc:docMkLst>
      <pc:sldChg chg="modSp">
        <pc:chgData name="김도원(DOWON KIM)[ehdnjs104]/사원/제조DX.제조DX솔루션.롤맵기술팀" userId="S::ehdnjs104@lgensol.com::40903c55-8d7f-4a01-bcfb-534127f384e5" providerId="AD" clId="Web-{F4D3374D-6D80-4E94-A8BE-8012CFB1D6ED}" dt="2025-11-05T02:19:54.573" v="80" actId="20577"/>
        <pc:sldMkLst>
          <pc:docMk/>
          <pc:sldMk cId="3266697761" sldId="2278"/>
        </pc:sldMkLst>
        <pc:spChg chg="mod">
          <ac:chgData name="김도원(DOWON KIM)[ehdnjs104]/사원/제조DX.제조DX솔루션.롤맵기술팀" userId="S::ehdnjs104@lgensol.com::40903c55-8d7f-4a01-bcfb-534127f384e5" providerId="AD" clId="Web-{F4D3374D-6D80-4E94-A8BE-8012CFB1D6ED}" dt="2025-11-05T02:19:54.573" v="80" actId="20577"/>
          <ac:spMkLst>
            <pc:docMk/>
            <pc:sldMk cId="3266697761" sldId="2278"/>
            <ac:spMk id="18" creationId="{FC55D7C3-19BB-417C-88D2-249E3D408DED}"/>
          </ac:spMkLst>
        </pc:spChg>
      </pc:sldChg>
    </pc:docChg>
  </pc:docChgLst>
  <pc:docChgLst>
    <pc:chgData name="조현우(HYEONWOO CHO)[recoiner]/선임/제조DX.제조DX솔루션.셀추적기술팀" userId="c7996fdb-9092-4875-8c6f-a0f02242852c" providerId="ADAL" clId="{48CE03C1-F2AA-475B-8FAD-A8B20426B47A}"/>
    <pc:docChg chg="undo custSel modSld">
      <pc:chgData name="조현우(HYEONWOO CHO)[recoiner]/선임/제조DX.제조DX솔루션.셀추적기술팀" userId="c7996fdb-9092-4875-8c6f-a0f02242852c" providerId="ADAL" clId="{48CE03C1-F2AA-475B-8FAD-A8B20426B47A}" dt="2025-10-28T07:11:13.686" v="796"/>
      <pc:docMkLst>
        <pc:docMk/>
      </pc:docMkLst>
      <pc:sldChg chg="delSp modSp mod">
        <pc:chgData name="조현우(HYEONWOO CHO)[recoiner]/선임/제조DX.제조DX솔루션.셀추적기술팀" userId="c7996fdb-9092-4875-8c6f-a0f02242852c" providerId="ADAL" clId="{48CE03C1-F2AA-475B-8FAD-A8B20426B47A}" dt="2025-10-28T07:10:10.810" v="774" actId="207"/>
        <pc:sldMkLst>
          <pc:docMk/>
          <pc:sldMk cId="2808239855" sldId="2147481841"/>
        </pc:sldMkLst>
        <pc:spChg chg="mod">
          <ac:chgData name="조현우(HYEONWOO CHO)[recoiner]/선임/제조DX.제조DX솔루션.셀추적기술팀" userId="c7996fdb-9092-4875-8c6f-a0f02242852c" providerId="ADAL" clId="{48CE03C1-F2AA-475B-8FAD-A8B20426B47A}" dt="2025-10-28T07:10:10.810" v="774" actId="207"/>
          <ac:spMkLst>
            <pc:docMk/>
            <pc:sldMk cId="2808239855" sldId="2147481841"/>
            <ac:spMk id="21" creationId="{4C3181BD-8769-4C0D-8973-C9F2BE0DC598}"/>
          </ac:spMkLst>
        </pc:spChg>
        <pc:spChg chg="mod">
          <ac:chgData name="조현우(HYEONWOO CHO)[recoiner]/선임/제조DX.제조DX솔루션.셀추적기술팀" userId="c7996fdb-9092-4875-8c6f-a0f02242852c" providerId="ADAL" clId="{48CE03C1-F2AA-475B-8FAD-A8B20426B47A}" dt="2025-10-28T07:09:47.763" v="739" actId="20577"/>
          <ac:spMkLst>
            <pc:docMk/>
            <pc:sldMk cId="2808239855" sldId="2147481841"/>
            <ac:spMk id="33" creationId="{25BB38E2-DC62-4BCD-AF1A-7CF9643A7F60}"/>
          </ac:spMkLst>
        </pc:spChg>
      </pc:sldChg>
    </pc:docChg>
  </pc:docChgLst>
  <pc:docChgLst>
    <pc:chgData name="이상익(SANGIK LEE)[sangik62.lee]/책임/제조DX.제조DX솔루션.데이터통합분석팀" userId="13b0a8fe-68ef-4bde-a029-dfa0bba51a13" providerId="ADAL" clId="{67CD12C0-8F23-46E0-B954-863358B46D4D}"/>
    <pc:docChg chg="undo custSel addSld delSld modSld sldOrd">
      <pc:chgData name="이상익(SANGIK LEE)[sangik62.lee]/책임/제조DX.제조DX솔루션.데이터통합분석팀" userId="13b0a8fe-68ef-4bde-a029-dfa0bba51a13" providerId="ADAL" clId="{67CD12C0-8F23-46E0-B954-863358B46D4D}" dt="2025-11-26T04:08:58.213" v="3509" actId="20577"/>
      <pc:docMkLst>
        <pc:docMk/>
      </pc:docMkLst>
      <pc:sldChg chg="addSp delSp modSp mod">
        <pc:chgData name="이상익(SANGIK LEE)[sangik62.lee]/책임/제조DX.제조DX솔루션.데이터통합분석팀" userId="13b0a8fe-68ef-4bde-a029-dfa0bba51a13" providerId="ADAL" clId="{67CD12C0-8F23-46E0-B954-863358B46D4D}" dt="2025-11-25T12:59:02.997" v="170" actId="1036"/>
        <pc:sldMkLst>
          <pc:docMk/>
          <pc:sldMk cId="122266075" sldId="2147482060"/>
        </pc:sldMkLst>
        <pc:spChg chg="mod">
          <ac:chgData name="이상익(SANGIK LEE)[sangik62.lee]/책임/제조DX.제조DX솔루션.데이터통합분석팀" userId="13b0a8fe-68ef-4bde-a029-dfa0bba51a13" providerId="ADAL" clId="{67CD12C0-8F23-46E0-B954-863358B46D4D}" dt="2025-11-25T12:46:19.728" v="46" actId="20577"/>
          <ac:spMkLst>
            <pc:docMk/>
            <pc:sldMk cId="122266075" sldId="2147482060"/>
            <ac:spMk id="2" creationId="{75252A0B-83AC-FEFF-E760-98723703EAAC}"/>
          </ac:spMkLst>
        </pc:spChg>
        <pc:spChg chg="mod">
          <ac:chgData name="이상익(SANGIK LEE)[sangik62.lee]/책임/제조DX.제조DX솔루션.데이터통합분석팀" userId="13b0a8fe-68ef-4bde-a029-dfa0bba51a13" providerId="ADAL" clId="{67CD12C0-8F23-46E0-B954-863358B46D4D}" dt="2025-11-25T12:58:28.060" v="165" actId="20577"/>
          <ac:spMkLst>
            <pc:docMk/>
            <pc:sldMk cId="122266075" sldId="2147482060"/>
            <ac:spMk id="12" creationId="{F3FD0B98-8992-795B-1E37-70B54B143965}"/>
          </ac:spMkLst>
        </pc:spChg>
        <pc:grpChg chg="del">
          <ac:chgData name="이상익(SANGIK LEE)[sangik62.lee]/책임/제조DX.제조DX솔루션.데이터통합분석팀" userId="13b0a8fe-68ef-4bde-a029-dfa0bba51a13" providerId="ADAL" clId="{67CD12C0-8F23-46E0-B954-863358B46D4D}" dt="2025-11-25T12:46:50.181" v="47" actId="478"/>
          <ac:grpSpMkLst>
            <pc:docMk/>
            <pc:sldMk cId="122266075" sldId="2147482060"/>
            <ac:grpSpMk id="48" creationId="{BB719992-94D3-9AA1-B7CB-99FA12B5C9B1}"/>
          </ac:grpSpMkLst>
        </pc:grpChg>
        <pc:grpChg chg="del">
          <ac:chgData name="이상익(SANGIK LEE)[sangik62.lee]/책임/제조DX.제조DX솔루션.데이터통합분석팀" userId="13b0a8fe-68ef-4bde-a029-dfa0bba51a13" providerId="ADAL" clId="{67CD12C0-8F23-46E0-B954-863358B46D4D}" dt="2025-11-25T12:50:04.151" v="65" actId="478"/>
          <ac:grpSpMkLst>
            <pc:docMk/>
            <pc:sldMk cId="122266075" sldId="2147482060"/>
            <ac:grpSpMk id="53" creationId="{BAA7A9C9-235B-0450-2B42-2FD0DAF1E61E}"/>
          </ac:grpSpMkLst>
        </pc:grpChg>
        <pc:grpChg chg="del">
          <ac:chgData name="이상익(SANGIK LEE)[sangik62.lee]/책임/제조DX.제조DX솔루션.데이터통합분석팀" userId="13b0a8fe-68ef-4bde-a029-dfa0bba51a13" providerId="ADAL" clId="{67CD12C0-8F23-46E0-B954-863358B46D4D}" dt="2025-11-25T12:53:59.793" v="88" actId="478"/>
          <ac:grpSpMkLst>
            <pc:docMk/>
            <pc:sldMk cId="122266075" sldId="2147482060"/>
            <ac:grpSpMk id="62" creationId="{C77BCAE2-B44A-6CA4-AAD7-FB5C5FDAB91F}"/>
          </ac:grpSpMkLst>
        </pc:grpChg>
        <pc:graphicFrameChg chg="mod modGraphic">
          <ac:chgData name="이상익(SANGIK LEE)[sangik62.lee]/책임/제조DX.제조DX솔루션.데이터통합분석팀" userId="13b0a8fe-68ef-4bde-a029-dfa0bba51a13" providerId="ADAL" clId="{67CD12C0-8F23-46E0-B954-863358B46D4D}" dt="2025-11-25T12:58:34.450" v="166" actId="207"/>
          <ac:graphicFrameMkLst>
            <pc:docMk/>
            <pc:sldMk cId="122266075" sldId="2147482060"/>
            <ac:graphicFrameMk id="19" creationId="{3E86696F-E35A-4B06-9B46-63A4A6A986C1}"/>
          </ac:graphicFrameMkLst>
        </pc:graphicFrameChg>
        <pc:graphicFrameChg chg="modGraphic">
          <ac:chgData name="이상익(SANGIK LEE)[sangik62.lee]/책임/제조DX.제조DX솔루션.데이터통합분석팀" userId="13b0a8fe-68ef-4bde-a029-dfa0bba51a13" providerId="ADAL" clId="{67CD12C0-8F23-46E0-B954-863358B46D4D}" dt="2025-11-25T12:58:25.856" v="161" actId="20577"/>
          <ac:graphicFrameMkLst>
            <pc:docMk/>
            <pc:sldMk cId="122266075" sldId="2147482060"/>
            <ac:graphicFrameMk id="33" creationId="{46CD41AF-EF77-4A37-BBE0-962806BE7684}"/>
          </ac:graphicFrameMkLst>
        </pc:graphicFrameChg>
        <pc:picChg chg="add mod">
          <ac:chgData name="이상익(SANGIK LEE)[sangik62.lee]/책임/제조DX.제조DX솔루션.데이터통합분석팀" userId="13b0a8fe-68ef-4bde-a029-dfa0bba51a13" providerId="ADAL" clId="{67CD12C0-8F23-46E0-B954-863358B46D4D}" dt="2025-11-25T12:43:47.791" v="30" actId="14100"/>
          <ac:picMkLst>
            <pc:docMk/>
            <pc:sldMk cId="122266075" sldId="2147482060"/>
            <ac:picMk id="7" creationId="{3883282B-EB6F-1CE7-BC6A-1C95C33DA6F0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67CD12C0-8F23-46E0-B954-863358B46D4D}" dt="2025-11-25T12:44:21.945" v="36" actId="14100"/>
          <ac:picMkLst>
            <pc:docMk/>
            <pc:sldMk cId="122266075" sldId="2147482060"/>
            <ac:picMk id="16" creationId="{A5EEFA2B-833A-84AF-06EE-7F5A75BD1609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67CD12C0-8F23-46E0-B954-863358B46D4D}" dt="2025-11-25T12:47:07.397" v="52" actId="14100"/>
          <ac:picMkLst>
            <pc:docMk/>
            <pc:sldMk cId="122266075" sldId="2147482060"/>
            <ac:picMk id="22" creationId="{AB4A4F5E-9EF2-CBE2-658A-0BC7C4E51F47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67CD12C0-8F23-46E0-B954-863358B46D4D}" dt="2025-11-25T12:59:02.341" v="169" actId="14100"/>
          <ac:picMkLst>
            <pc:docMk/>
            <pc:sldMk cId="122266075" sldId="2147482060"/>
            <ac:picMk id="25" creationId="{C39C76FF-56D5-AFAE-5CB1-60F03D26A714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67CD12C0-8F23-46E0-B954-863358B46D4D}" dt="2025-11-25T12:59:02.997" v="170" actId="1036"/>
          <ac:picMkLst>
            <pc:docMk/>
            <pc:sldMk cId="122266075" sldId="2147482060"/>
            <ac:picMk id="29" creationId="{72F1670B-CD16-116E-26D2-B317B5C9F422}"/>
          </ac:picMkLst>
        </pc:picChg>
        <pc:picChg chg="mod ord">
          <ac:chgData name="이상익(SANGIK LEE)[sangik62.lee]/책임/제조DX.제조DX솔루션.데이터통합분석팀" userId="13b0a8fe-68ef-4bde-a029-dfa0bba51a13" providerId="ADAL" clId="{67CD12C0-8F23-46E0-B954-863358B46D4D}" dt="2025-11-25T12:46:16.072" v="40" actId="1076"/>
          <ac:picMkLst>
            <pc:docMk/>
            <pc:sldMk cId="122266075" sldId="2147482060"/>
            <ac:picMk id="41" creationId="{AC1A60DC-DBCC-681F-FE38-6C93796C36D3}"/>
          </ac:picMkLst>
        </pc:picChg>
        <pc:picChg chg="del">
          <ac:chgData name="이상익(SANGIK LEE)[sangik62.lee]/책임/제조DX.제조DX솔루션.데이터통합분석팀" userId="13b0a8fe-68ef-4bde-a029-dfa0bba51a13" providerId="ADAL" clId="{67CD12C0-8F23-46E0-B954-863358B46D4D}" dt="2025-11-25T12:43:26.736" v="23" actId="478"/>
          <ac:picMkLst>
            <pc:docMk/>
            <pc:sldMk cId="122266075" sldId="2147482060"/>
            <ac:picMk id="42" creationId="{54916F75-78A0-8016-F7E2-7D2170C28A6D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67CD12C0-8F23-46E0-B954-863358B46D4D}" dt="2025-11-25T12:50:37.364" v="70" actId="14100"/>
          <ac:picMkLst>
            <pc:docMk/>
            <pc:sldMk cId="122266075" sldId="2147482060"/>
            <ac:picMk id="44" creationId="{8500E944-6DDB-4019-9436-DEE271C07799}"/>
          </ac:picMkLst>
        </pc:picChg>
        <pc:picChg chg="del">
          <ac:chgData name="이상익(SANGIK LEE)[sangik62.lee]/책임/제조DX.제조DX솔루션.데이터통합분석팀" userId="13b0a8fe-68ef-4bde-a029-dfa0bba51a13" providerId="ADAL" clId="{67CD12C0-8F23-46E0-B954-863358B46D4D}" dt="2025-11-25T12:44:06.508" v="31" actId="478"/>
          <ac:picMkLst>
            <pc:docMk/>
            <pc:sldMk cId="122266075" sldId="2147482060"/>
            <ac:picMk id="46" creationId="{5361028B-4EC3-DF49-2DA2-7929364A6CF2}"/>
          </ac:picMkLst>
        </pc:picChg>
        <pc:picChg chg="del">
          <ac:chgData name="이상익(SANGIK LEE)[sangik62.lee]/책임/제조DX.제조DX솔루션.데이터통합분석팀" userId="13b0a8fe-68ef-4bde-a029-dfa0bba51a13" providerId="ADAL" clId="{67CD12C0-8F23-46E0-B954-863358B46D4D}" dt="2025-11-25T12:47:33.057" v="53" actId="478"/>
          <ac:picMkLst>
            <pc:docMk/>
            <pc:sldMk cId="122266075" sldId="2147482060"/>
            <ac:picMk id="47" creationId="{ECFBEEF6-E0F8-616C-672B-01926503B681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67CD12C0-8F23-46E0-B954-863358B46D4D}" dt="2025-11-25T12:52:47.433" v="80" actId="14100"/>
          <ac:picMkLst>
            <pc:docMk/>
            <pc:sldMk cId="122266075" sldId="2147482060"/>
            <ac:picMk id="51" creationId="{5DC5B1FF-1544-091C-15F8-CF314D470A35}"/>
          </ac:picMkLst>
        </pc:picChg>
        <pc:picChg chg="del">
          <ac:chgData name="이상익(SANGIK LEE)[sangik62.lee]/책임/제조DX.제조DX솔루션.데이터통합분석팀" userId="13b0a8fe-68ef-4bde-a029-dfa0bba51a13" providerId="ADAL" clId="{67CD12C0-8F23-46E0-B954-863358B46D4D}" dt="2025-11-25T12:49:50.698" v="59" actId="478"/>
          <ac:picMkLst>
            <pc:docMk/>
            <pc:sldMk cId="122266075" sldId="2147482060"/>
            <ac:picMk id="52" creationId="{4B852F2B-522B-D493-2BBF-CD3F5B0B796B}"/>
          </ac:picMkLst>
        </pc:picChg>
        <pc:picChg chg="del">
          <ac:chgData name="이상익(SANGIK LEE)[sangik62.lee]/책임/제조DX.제조DX솔루션.데이터통합분석팀" userId="13b0a8fe-68ef-4bde-a029-dfa0bba51a13" providerId="ADAL" clId="{67CD12C0-8F23-46E0-B954-863358B46D4D}" dt="2025-11-25T12:52:33.292" v="71" actId="478"/>
          <ac:picMkLst>
            <pc:docMk/>
            <pc:sldMk cId="122266075" sldId="2147482060"/>
            <ac:picMk id="57" creationId="{B28FC04E-AD63-0207-301B-98FF31214EEB}"/>
          </ac:picMkLst>
        </pc:picChg>
        <pc:picChg chg="del">
          <ac:chgData name="이상익(SANGIK LEE)[sangik62.lee]/책임/제조DX.제조DX솔루션.데이터통합분석팀" userId="13b0a8fe-68ef-4bde-a029-dfa0bba51a13" providerId="ADAL" clId="{67CD12C0-8F23-46E0-B954-863358B46D4D}" dt="2025-11-25T12:53:07.824" v="81" actId="478"/>
          <ac:picMkLst>
            <pc:docMk/>
            <pc:sldMk cId="122266075" sldId="2147482060"/>
            <ac:picMk id="58" creationId="{F642B565-1A57-562E-0BEE-59449807E00F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67CD12C0-8F23-46E0-B954-863358B46D4D}" dt="2025-11-25T12:55:38.215" v="108" actId="14100"/>
          <ac:picMkLst>
            <pc:docMk/>
            <pc:sldMk cId="122266075" sldId="2147482060"/>
            <ac:picMk id="59" creationId="{84824F26-CB6C-3BC3-8543-5742DC72903F}"/>
          </ac:picMkLst>
        </pc:picChg>
        <pc:picChg chg="del">
          <ac:chgData name="이상익(SANGIK LEE)[sangik62.lee]/책임/제조DX.제조DX솔루션.데이터통합분석팀" userId="13b0a8fe-68ef-4bde-a029-dfa0bba51a13" providerId="ADAL" clId="{67CD12C0-8F23-46E0-B954-863358B46D4D}" dt="2025-11-25T12:53:59.511" v="87" actId="478"/>
          <ac:picMkLst>
            <pc:docMk/>
            <pc:sldMk cId="122266075" sldId="2147482060"/>
            <ac:picMk id="61" creationId="{E044ADB2-2398-EEF4-A474-D1EB7299AFD3}"/>
          </ac:picMkLst>
        </pc:picChg>
        <pc:picChg chg="mod ord">
          <ac:chgData name="이상익(SANGIK LEE)[sangik62.lee]/책임/제조DX.제조DX솔루션.데이터통합분석팀" userId="13b0a8fe-68ef-4bde-a029-dfa0bba51a13" providerId="ADAL" clId="{67CD12C0-8F23-46E0-B954-863358B46D4D}" dt="2025-11-25T12:46:13.400" v="39" actId="1076"/>
          <ac:picMkLst>
            <pc:docMk/>
            <pc:sldMk cId="122266075" sldId="2147482060"/>
            <ac:picMk id="65" creationId="{F586D48D-BD0E-4DB9-74ED-097063B66D73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67CD12C0-8F23-46E0-B954-863358B46D4D}" dt="2025-11-25T12:54:53.715" v="96" actId="1036"/>
          <ac:picMkLst>
            <pc:docMk/>
            <pc:sldMk cId="122266075" sldId="2147482060"/>
            <ac:picMk id="66" creationId="{06B350C6-6836-4A29-869B-F4E6AEB983C6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67CD12C0-8F23-46E0-B954-863358B46D4D}" dt="2025-11-25T12:55:35.606" v="107" actId="1038"/>
          <ac:picMkLst>
            <pc:docMk/>
            <pc:sldMk cId="122266075" sldId="2147482060"/>
            <ac:picMk id="68" creationId="{44528694-DA46-D128-084C-2BABCE95486B}"/>
          </ac:picMkLst>
        </pc:picChg>
        <pc:picChg chg="del mod">
          <ac:chgData name="이상익(SANGIK LEE)[sangik62.lee]/책임/제조DX.제조DX솔루션.데이터통합분석팀" userId="13b0a8fe-68ef-4bde-a029-dfa0bba51a13" providerId="ADAL" clId="{67CD12C0-8F23-46E0-B954-863358B46D4D}" dt="2025-11-25T12:46:11.119" v="38" actId="478"/>
          <ac:picMkLst>
            <pc:docMk/>
            <pc:sldMk cId="122266075" sldId="2147482060"/>
            <ac:picMk id="69" creationId="{393AC1AB-3968-B058-1182-552795758C51}"/>
          </ac:picMkLst>
        </pc:picChg>
      </pc:sldChg>
      <pc:sldChg chg="modSp mod">
        <pc:chgData name="이상익(SANGIK LEE)[sangik62.lee]/책임/제조DX.제조DX솔루션.데이터통합분석팀" userId="13b0a8fe-68ef-4bde-a029-dfa0bba51a13" providerId="ADAL" clId="{67CD12C0-8F23-46E0-B954-863358B46D4D}" dt="2025-11-26T03:25:21.240" v="179" actId="6549"/>
        <pc:sldMkLst>
          <pc:docMk/>
          <pc:sldMk cId="1843005666" sldId="2147482119"/>
        </pc:sldMkLst>
        <pc:spChg chg="mod">
          <ac:chgData name="이상익(SANGIK LEE)[sangik62.lee]/책임/제조DX.제조DX솔루션.데이터통합분석팀" userId="13b0a8fe-68ef-4bde-a029-dfa0bba51a13" providerId="ADAL" clId="{67CD12C0-8F23-46E0-B954-863358B46D4D}" dt="2025-11-26T03:24:42.427" v="174" actId="20577"/>
          <ac:spMkLst>
            <pc:docMk/>
            <pc:sldMk cId="1843005666" sldId="2147482119"/>
            <ac:spMk id="3" creationId="{0CC39962-AED9-0FD6-7F0C-29A8FBE67A4F}"/>
          </ac:spMkLst>
        </pc:spChg>
        <pc:graphicFrameChg chg="mod modGraphic">
          <ac:chgData name="이상익(SANGIK LEE)[sangik62.lee]/책임/제조DX.제조DX솔루션.데이터통합분석팀" userId="13b0a8fe-68ef-4bde-a029-dfa0bba51a13" providerId="ADAL" clId="{67CD12C0-8F23-46E0-B954-863358B46D4D}" dt="2025-11-26T03:25:21.240" v="179" actId="6549"/>
          <ac:graphicFrameMkLst>
            <pc:docMk/>
            <pc:sldMk cId="1843005666" sldId="2147482119"/>
            <ac:graphicFrameMk id="9" creationId="{A3D61C03-D55B-4E21-8B1C-3A5E062F1415}"/>
          </ac:graphicFrameMkLst>
        </pc:graphicFrameChg>
      </pc:sldChg>
      <pc:sldChg chg="modSp mod ord">
        <pc:chgData name="이상익(SANGIK LEE)[sangik62.lee]/책임/제조DX.제조DX솔루션.데이터통합분석팀" userId="13b0a8fe-68ef-4bde-a029-dfa0bba51a13" providerId="ADAL" clId="{67CD12C0-8F23-46E0-B954-863358B46D4D}" dt="2025-11-26T03:35:23.952" v="283" actId="20577"/>
        <pc:sldMkLst>
          <pc:docMk/>
          <pc:sldMk cId="1009432166" sldId="2147482165"/>
        </pc:sldMkLst>
        <pc:graphicFrameChg chg="modGraphic">
          <ac:chgData name="이상익(SANGIK LEE)[sangik62.lee]/책임/제조DX.제조DX솔루션.데이터통합분석팀" userId="13b0a8fe-68ef-4bde-a029-dfa0bba51a13" providerId="ADAL" clId="{67CD12C0-8F23-46E0-B954-863358B46D4D}" dt="2025-11-26T03:35:23.952" v="283" actId="20577"/>
          <ac:graphicFrameMkLst>
            <pc:docMk/>
            <pc:sldMk cId="1009432166" sldId="2147482165"/>
            <ac:graphicFrameMk id="19" creationId="{3E86696F-E35A-4B06-9B46-63A4A6A986C1}"/>
          </ac:graphicFrameMkLst>
        </pc:graphicFrameChg>
      </pc:sldChg>
      <pc:sldChg chg="addSp delSp modSp add mod">
        <pc:chgData name="이상익(SANGIK LEE)[sangik62.lee]/책임/제조DX.제조DX솔루션.데이터통합분석팀" userId="13b0a8fe-68ef-4bde-a029-dfa0bba51a13" providerId="ADAL" clId="{67CD12C0-8F23-46E0-B954-863358B46D4D}" dt="2025-11-26T04:08:58.213" v="3509" actId="20577"/>
        <pc:sldMkLst>
          <pc:docMk/>
          <pc:sldMk cId="3397328042" sldId="2147482177"/>
        </pc:sldMkLst>
        <pc:spChg chg="add del mod">
          <ac:chgData name="이상익(SANGIK LEE)[sangik62.lee]/책임/제조DX.제조DX솔루션.데이터통합분석팀" userId="13b0a8fe-68ef-4bde-a029-dfa0bba51a13" providerId="ADAL" clId="{67CD12C0-8F23-46E0-B954-863358B46D4D}" dt="2025-11-26T03:40:33.574" v="571" actId="478"/>
          <ac:spMkLst>
            <pc:docMk/>
            <pc:sldMk cId="3397328042" sldId="2147482177"/>
            <ac:spMk id="3" creationId="{4DEF36AA-9A2C-51B8-C45D-F6549B76E94E}"/>
          </ac:spMkLst>
        </pc:spChg>
        <pc:spChg chg="mod">
          <ac:chgData name="이상익(SANGIK LEE)[sangik62.lee]/책임/제조DX.제조DX솔루션.데이터통합분석팀" userId="13b0a8fe-68ef-4bde-a029-dfa0bba51a13" providerId="ADAL" clId="{67CD12C0-8F23-46E0-B954-863358B46D4D}" dt="2025-11-26T03:40:45.218" v="572"/>
          <ac:spMkLst>
            <pc:docMk/>
            <pc:sldMk cId="3397328042" sldId="2147482177"/>
            <ac:spMk id="6" creationId="{EB44E313-70A5-D78B-1BD7-AE560C5D249A}"/>
          </ac:spMkLst>
        </pc:spChg>
        <pc:spChg chg="mod">
          <ac:chgData name="이상익(SANGIK LEE)[sangik62.lee]/책임/제조DX.제조DX솔루션.데이터통합분석팀" userId="13b0a8fe-68ef-4bde-a029-dfa0bba51a13" providerId="ADAL" clId="{67CD12C0-8F23-46E0-B954-863358B46D4D}" dt="2025-11-26T03:40:45.218" v="572"/>
          <ac:spMkLst>
            <pc:docMk/>
            <pc:sldMk cId="3397328042" sldId="2147482177"/>
            <ac:spMk id="7" creationId="{D254C056-7D2E-41A6-6D81-F3C742B6F976}"/>
          </ac:spMkLst>
        </pc:spChg>
        <pc:spChg chg="mod">
          <ac:chgData name="이상익(SANGIK LEE)[sangik62.lee]/책임/제조DX.제조DX솔루션.데이터통합분석팀" userId="13b0a8fe-68ef-4bde-a029-dfa0bba51a13" providerId="ADAL" clId="{67CD12C0-8F23-46E0-B954-863358B46D4D}" dt="2025-11-26T03:40:45.218" v="572"/>
          <ac:spMkLst>
            <pc:docMk/>
            <pc:sldMk cId="3397328042" sldId="2147482177"/>
            <ac:spMk id="8" creationId="{A31DA0B4-608F-9183-5194-E8C6E26B2D4E}"/>
          </ac:spMkLst>
        </pc:spChg>
        <pc:spChg chg="mod">
          <ac:chgData name="이상익(SANGIK LEE)[sangik62.lee]/책임/제조DX.제조DX솔루션.데이터통합분석팀" userId="13b0a8fe-68ef-4bde-a029-dfa0bba51a13" providerId="ADAL" clId="{67CD12C0-8F23-46E0-B954-863358B46D4D}" dt="2025-11-26T04:08:26.029" v="3359"/>
          <ac:spMkLst>
            <pc:docMk/>
            <pc:sldMk cId="3397328042" sldId="2147482177"/>
            <ac:spMk id="11" creationId="{86227DEB-244F-40D9-A14B-935F021B9AFB}"/>
          </ac:spMkLst>
        </pc:spChg>
        <pc:spChg chg="add mod">
          <ac:chgData name="이상익(SANGIK LEE)[sangik62.lee]/책임/제조DX.제조DX솔루션.데이터통합분석팀" userId="13b0a8fe-68ef-4bde-a029-dfa0bba51a13" providerId="ADAL" clId="{67CD12C0-8F23-46E0-B954-863358B46D4D}" dt="2025-11-26T03:47:35.819" v="857" actId="1076"/>
          <ac:spMkLst>
            <pc:docMk/>
            <pc:sldMk cId="3397328042" sldId="2147482177"/>
            <ac:spMk id="13" creationId="{308B7A1A-29DA-3F2F-DD4C-54C7C7B835C2}"/>
          </ac:spMkLst>
        </pc:spChg>
        <pc:spChg chg="add del mod">
          <ac:chgData name="이상익(SANGIK LEE)[sangik62.lee]/책임/제조DX.제조DX솔루션.데이터통합분석팀" userId="13b0a8fe-68ef-4bde-a029-dfa0bba51a13" providerId="ADAL" clId="{67CD12C0-8F23-46E0-B954-863358B46D4D}" dt="2025-11-26T03:41:49.771" v="612" actId="478"/>
          <ac:spMkLst>
            <pc:docMk/>
            <pc:sldMk cId="3397328042" sldId="2147482177"/>
            <ac:spMk id="14" creationId="{AF7892E0-7B43-D7E5-A63D-ACB8F7D0B1E6}"/>
          </ac:spMkLst>
        </pc:spChg>
        <pc:spChg chg="add mod">
          <ac:chgData name="이상익(SANGIK LEE)[sangik62.lee]/책임/제조DX.제조DX솔루션.데이터통합분석팀" userId="13b0a8fe-68ef-4bde-a029-dfa0bba51a13" providerId="ADAL" clId="{67CD12C0-8F23-46E0-B954-863358B46D4D}" dt="2025-11-26T03:42:13.266" v="624" actId="164"/>
          <ac:spMkLst>
            <pc:docMk/>
            <pc:sldMk cId="3397328042" sldId="2147482177"/>
            <ac:spMk id="20" creationId="{A72A374E-F36B-B623-4A8F-FC5D1018E6BE}"/>
          </ac:spMkLst>
        </pc:spChg>
        <pc:spChg chg="del">
          <ac:chgData name="이상익(SANGIK LEE)[sangik62.lee]/책임/제조DX.제조DX솔루션.데이터통합분석팀" userId="13b0a8fe-68ef-4bde-a029-dfa0bba51a13" providerId="ADAL" clId="{67CD12C0-8F23-46E0-B954-863358B46D4D}" dt="2025-11-26T03:42:04.384" v="613" actId="478"/>
          <ac:spMkLst>
            <pc:docMk/>
            <pc:sldMk cId="3397328042" sldId="2147482177"/>
            <ac:spMk id="28" creationId="{65EA202C-45FD-41BC-9B45-F8582B2E5188}"/>
          </ac:spMkLst>
        </pc:spChg>
        <pc:spChg chg="del">
          <ac:chgData name="이상익(SANGIK LEE)[sangik62.lee]/책임/제조DX.제조DX솔루션.데이터통합분석팀" userId="13b0a8fe-68ef-4bde-a029-dfa0bba51a13" providerId="ADAL" clId="{67CD12C0-8F23-46E0-B954-863358B46D4D}" dt="2025-11-26T03:42:04.384" v="613" actId="478"/>
          <ac:spMkLst>
            <pc:docMk/>
            <pc:sldMk cId="3397328042" sldId="2147482177"/>
            <ac:spMk id="29" creationId="{8FF65C75-AFF8-4A42-AEBB-8EC13709CC4F}"/>
          </ac:spMkLst>
        </pc:spChg>
        <pc:spChg chg="add mod">
          <ac:chgData name="이상익(SANGIK LEE)[sangik62.lee]/책임/제조DX.제조DX솔루션.데이터통합분석팀" userId="13b0a8fe-68ef-4bde-a029-dfa0bba51a13" providerId="ADAL" clId="{67CD12C0-8F23-46E0-B954-863358B46D4D}" dt="2025-11-26T03:42:13.266" v="624" actId="164"/>
          <ac:spMkLst>
            <pc:docMk/>
            <pc:sldMk cId="3397328042" sldId="2147482177"/>
            <ac:spMk id="30" creationId="{C7978B67-C6DB-E35B-1A3C-17C24A1920EA}"/>
          </ac:spMkLst>
        </pc:spChg>
        <pc:spChg chg="del">
          <ac:chgData name="이상익(SANGIK LEE)[sangik62.lee]/책임/제조DX.제조DX솔루션.데이터통합분석팀" userId="13b0a8fe-68ef-4bde-a029-dfa0bba51a13" providerId="ADAL" clId="{67CD12C0-8F23-46E0-B954-863358B46D4D}" dt="2025-11-26T03:45:22.674" v="726" actId="478"/>
          <ac:spMkLst>
            <pc:docMk/>
            <pc:sldMk cId="3397328042" sldId="2147482177"/>
            <ac:spMk id="34" creationId="{EADA49DD-F94E-4D56-B721-C987C2912328}"/>
          </ac:spMkLst>
        </pc:spChg>
        <pc:spChg chg="add mod">
          <ac:chgData name="이상익(SANGIK LEE)[sangik62.lee]/책임/제조DX.제조DX솔루션.데이터통합분석팀" userId="13b0a8fe-68ef-4bde-a029-dfa0bba51a13" providerId="ADAL" clId="{67CD12C0-8F23-46E0-B954-863358B46D4D}" dt="2025-11-26T03:48:03.515" v="896" actId="1037"/>
          <ac:spMkLst>
            <pc:docMk/>
            <pc:sldMk cId="3397328042" sldId="2147482177"/>
            <ac:spMk id="35" creationId="{2019A233-7D35-84C1-9FF8-9D100989D2C6}"/>
          </ac:spMkLst>
        </pc:spChg>
        <pc:spChg chg="add mod">
          <ac:chgData name="이상익(SANGIK LEE)[sangik62.lee]/책임/제조DX.제조DX솔루션.데이터통합분석팀" userId="13b0a8fe-68ef-4bde-a029-dfa0bba51a13" providerId="ADAL" clId="{67CD12C0-8F23-46E0-B954-863358B46D4D}" dt="2025-11-26T03:48:51.882" v="932" actId="1036"/>
          <ac:spMkLst>
            <pc:docMk/>
            <pc:sldMk cId="3397328042" sldId="2147482177"/>
            <ac:spMk id="37" creationId="{9641B3C3-6FA4-C35B-D9B4-9334B84CB721}"/>
          </ac:spMkLst>
        </pc:spChg>
        <pc:spChg chg="add mod">
          <ac:chgData name="이상익(SANGIK LEE)[sangik62.lee]/책임/제조DX.제조DX솔루션.데이터통합분석팀" userId="13b0a8fe-68ef-4bde-a029-dfa0bba51a13" providerId="ADAL" clId="{67CD12C0-8F23-46E0-B954-863358B46D4D}" dt="2025-11-26T03:48:53.963" v="935" actId="1036"/>
          <ac:spMkLst>
            <pc:docMk/>
            <pc:sldMk cId="3397328042" sldId="2147482177"/>
            <ac:spMk id="38" creationId="{67987BA7-4FB7-BE00-4A44-E1C95DB91B01}"/>
          </ac:spMkLst>
        </pc:spChg>
        <pc:spChg chg="add mod">
          <ac:chgData name="이상익(SANGIK LEE)[sangik62.lee]/책임/제조DX.제조DX솔루션.데이터통합분석팀" userId="13b0a8fe-68ef-4bde-a029-dfa0bba51a13" providerId="ADAL" clId="{67CD12C0-8F23-46E0-B954-863358B46D4D}" dt="2025-11-26T03:48:41.329" v="925" actId="404"/>
          <ac:spMkLst>
            <pc:docMk/>
            <pc:sldMk cId="3397328042" sldId="2147482177"/>
            <ac:spMk id="39" creationId="{B7D108A5-66AC-5B7B-9CC7-12358FF96245}"/>
          </ac:spMkLst>
        </pc:spChg>
        <pc:spChg chg="add mod">
          <ac:chgData name="이상익(SANGIK LEE)[sangik62.lee]/책임/제조DX.제조DX솔루션.데이터통합분석팀" userId="13b0a8fe-68ef-4bde-a029-dfa0bba51a13" providerId="ADAL" clId="{67CD12C0-8F23-46E0-B954-863358B46D4D}" dt="2025-11-26T03:48:55.740" v="936" actId="1036"/>
          <ac:spMkLst>
            <pc:docMk/>
            <pc:sldMk cId="3397328042" sldId="2147482177"/>
            <ac:spMk id="40" creationId="{1DE3B132-4B2A-E353-28F3-D23465AE5CC4}"/>
          </ac:spMkLst>
        </pc:spChg>
        <pc:spChg chg="add mod">
          <ac:chgData name="이상익(SANGIK LEE)[sangik62.lee]/책임/제조DX.제조DX솔루션.데이터통합분석팀" userId="13b0a8fe-68ef-4bde-a029-dfa0bba51a13" providerId="ADAL" clId="{67CD12C0-8F23-46E0-B954-863358B46D4D}" dt="2025-11-26T03:48:31.505" v="922" actId="1076"/>
          <ac:spMkLst>
            <pc:docMk/>
            <pc:sldMk cId="3397328042" sldId="2147482177"/>
            <ac:spMk id="42" creationId="{157B679A-DA77-F408-F941-6E2082119786}"/>
          </ac:spMkLst>
        </pc:spChg>
        <pc:grpChg chg="add mod">
          <ac:chgData name="이상익(SANGIK LEE)[sangik62.lee]/책임/제조DX.제조DX솔루션.데이터통합분석팀" userId="13b0a8fe-68ef-4bde-a029-dfa0bba51a13" providerId="ADAL" clId="{67CD12C0-8F23-46E0-B954-863358B46D4D}" dt="2025-11-26T03:47:33.171" v="856" actId="14100"/>
          <ac:grpSpMkLst>
            <pc:docMk/>
            <pc:sldMk cId="3397328042" sldId="2147482177"/>
            <ac:grpSpMk id="4" creationId="{52083ECC-E826-9E2B-8BE1-FB360A9DCD8B}"/>
          </ac:grpSpMkLst>
        </pc:grpChg>
        <pc:grpChg chg="add mod">
          <ac:chgData name="이상익(SANGIK LEE)[sangik62.lee]/책임/제조DX.제조DX솔루션.데이터통합분석팀" userId="13b0a8fe-68ef-4bde-a029-dfa0bba51a13" providerId="ADAL" clId="{67CD12C0-8F23-46E0-B954-863358B46D4D}" dt="2025-11-26T03:47:43.765" v="859" actId="14100"/>
          <ac:grpSpMkLst>
            <pc:docMk/>
            <pc:sldMk cId="3397328042" sldId="2147482177"/>
            <ac:grpSpMk id="31" creationId="{EF6784FD-F77C-A459-A53E-53587C9FC150}"/>
          </ac:grpSpMkLst>
        </pc:grpChg>
        <pc:grpChg chg="add mod">
          <ac:chgData name="이상익(SANGIK LEE)[sangik62.lee]/책임/제조DX.제조DX솔루션.데이터통합분석팀" userId="13b0a8fe-68ef-4bde-a029-dfa0bba51a13" providerId="ADAL" clId="{67CD12C0-8F23-46E0-B954-863358B46D4D}" dt="2025-11-26T03:48:42.278" v="928" actId="1037"/>
          <ac:grpSpMkLst>
            <pc:docMk/>
            <pc:sldMk cId="3397328042" sldId="2147482177"/>
            <ac:grpSpMk id="41" creationId="{A73A3C3A-5A9D-0579-EE50-4609C9C07F4A}"/>
          </ac:grpSpMkLst>
        </pc:grpChg>
        <pc:graphicFrameChg chg="mod modGraphic">
          <ac:chgData name="이상익(SANGIK LEE)[sangik62.lee]/책임/제조DX.제조DX솔루션.데이터통합분석팀" userId="13b0a8fe-68ef-4bde-a029-dfa0bba51a13" providerId="ADAL" clId="{67CD12C0-8F23-46E0-B954-863358B46D4D}" dt="2025-11-26T04:08:58.213" v="3509" actId="20577"/>
          <ac:graphicFrameMkLst>
            <pc:docMk/>
            <pc:sldMk cId="3397328042" sldId="2147482177"/>
            <ac:graphicFrameMk id="19" creationId="{3E86696F-E35A-4B06-9B46-63A4A6A986C1}"/>
          </ac:graphicFrameMkLst>
        </pc:graphicFrameChg>
        <pc:graphicFrameChg chg="del">
          <ac:chgData name="이상익(SANGIK LEE)[sangik62.lee]/책임/제조DX.제조DX솔루션.데이터통합분석팀" userId="13b0a8fe-68ef-4bde-a029-dfa0bba51a13" providerId="ADAL" clId="{67CD12C0-8F23-46E0-B954-863358B46D4D}" dt="2025-11-26T03:36:18.416" v="284" actId="478"/>
          <ac:graphicFrameMkLst>
            <pc:docMk/>
            <pc:sldMk cId="3397328042" sldId="2147482177"/>
            <ac:graphicFrameMk id="24" creationId="{69574814-579A-4267-9592-FB0279AFDBC4}"/>
          </ac:graphicFrameMkLst>
        </pc:graphicFrameChg>
        <pc:graphicFrameChg chg="del">
          <ac:chgData name="이상익(SANGIK LEE)[sangik62.lee]/책임/제조DX.제조DX솔루션.데이터통합분석팀" userId="13b0a8fe-68ef-4bde-a029-dfa0bba51a13" providerId="ADAL" clId="{67CD12C0-8F23-46E0-B954-863358B46D4D}" dt="2025-11-26T03:36:18.416" v="284" actId="478"/>
          <ac:graphicFrameMkLst>
            <pc:docMk/>
            <pc:sldMk cId="3397328042" sldId="2147482177"/>
            <ac:graphicFrameMk id="25" creationId="{0106ABA7-35A8-4951-A509-4FAAE8F9575E}"/>
          </ac:graphicFrameMkLst>
        </pc:graphicFrameChg>
        <pc:graphicFrameChg chg="del">
          <ac:chgData name="이상익(SANGIK LEE)[sangik62.lee]/책임/제조DX.제조DX솔루션.데이터통합분석팀" userId="13b0a8fe-68ef-4bde-a029-dfa0bba51a13" providerId="ADAL" clId="{67CD12C0-8F23-46E0-B954-863358B46D4D}" dt="2025-11-26T03:36:18.416" v="284" actId="478"/>
          <ac:graphicFrameMkLst>
            <pc:docMk/>
            <pc:sldMk cId="3397328042" sldId="2147482177"/>
            <ac:graphicFrameMk id="27" creationId="{397DB9D6-E07F-48BD-8B84-957B9B971F0C}"/>
          </ac:graphicFrameMkLst>
        </pc:graphicFrameChg>
        <pc:graphicFrameChg chg="del">
          <ac:chgData name="이상익(SANGIK LEE)[sangik62.lee]/책임/제조DX.제조DX솔루션.데이터통합분석팀" userId="13b0a8fe-68ef-4bde-a029-dfa0bba51a13" providerId="ADAL" clId="{67CD12C0-8F23-46E0-B954-863358B46D4D}" dt="2025-11-26T03:36:18.416" v="284" actId="478"/>
          <ac:graphicFrameMkLst>
            <pc:docMk/>
            <pc:sldMk cId="3397328042" sldId="2147482177"/>
            <ac:graphicFrameMk id="32" creationId="{8B92FEF4-9FF4-40A9-BBF2-F1C9B857B5A7}"/>
          </ac:graphicFrameMkLst>
        </pc:graphicFrameChg>
        <pc:graphicFrameChg chg="del">
          <ac:chgData name="이상익(SANGIK LEE)[sangik62.lee]/책임/제조DX.제조DX솔루션.데이터통합분석팀" userId="13b0a8fe-68ef-4bde-a029-dfa0bba51a13" providerId="ADAL" clId="{67CD12C0-8F23-46E0-B954-863358B46D4D}" dt="2025-11-26T03:36:18.416" v="284" actId="478"/>
          <ac:graphicFrameMkLst>
            <pc:docMk/>
            <pc:sldMk cId="3397328042" sldId="2147482177"/>
            <ac:graphicFrameMk id="33" creationId="{F8A7ABA6-156E-4C15-AC05-DDBE41F4F3FD}"/>
          </ac:graphicFrameMkLst>
        </pc:graphicFrameChg>
        <pc:picChg chg="add del mod">
          <ac:chgData name="이상익(SANGIK LEE)[sangik62.lee]/책임/제조DX.제조DX솔루션.데이터통합분석팀" userId="13b0a8fe-68ef-4bde-a029-dfa0bba51a13" providerId="ADAL" clId="{67CD12C0-8F23-46E0-B954-863358B46D4D}" dt="2025-11-26T03:40:33.574" v="571" actId="478"/>
          <ac:picMkLst>
            <pc:docMk/>
            <pc:sldMk cId="3397328042" sldId="2147482177"/>
            <ac:picMk id="2" creationId="{C7CFCF6A-C562-333A-E26E-3E1BF3EDB574}"/>
          </ac:picMkLst>
        </pc:picChg>
        <pc:picChg chg="mod">
          <ac:chgData name="이상익(SANGIK LEE)[sangik62.lee]/책임/제조DX.제조DX솔루션.데이터통합분석팀" userId="13b0a8fe-68ef-4bde-a029-dfa0bba51a13" providerId="ADAL" clId="{67CD12C0-8F23-46E0-B954-863358B46D4D}" dt="2025-11-26T03:40:45.218" v="572"/>
          <ac:picMkLst>
            <pc:docMk/>
            <pc:sldMk cId="3397328042" sldId="2147482177"/>
            <ac:picMk id="5" creationId="{BC13EE60-26C4-1C9C-1E14-4E3F626FA23E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67CD12C0-8F23-46E0-B954-863358B46D4D}" dt="2025-11-26T03:42:13.266" v="624" actId="164"/>
          <ac:picMkLst>
            <pc:docMk/>
            <pc:sldMk cId="3397328042" sldId="2147482177"/>
            <ac:picMk id="18" creationId="{1C4E633F-13BC-91BC-FD7E-C250D13F651B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67CD12C0-8F23-46E0-B954-863358B46D4D}" dt="2025-11-26T03:49:03.780" v="949" actId="1038"/>
          <ac:picMkLst>
            <pc:docMk/>
            <pc:sldMk cId="3397328042" sldId="2147482177"/>
            <ac:picMk id="36" creationId="{F95535DB-6328-EEAC-D3FD-3E1E7C525FFA}"/>
          </ac:picMkLst>
        </pc:picChg>
        <pc:picChg chg="add mod">
          <ac:chgData name="이상익(SANGIK LEE)[sangik62.lee]/책임/제조DX.제조DX솔루션.데이터통합분석팀" userId="13b0a8fe-68ef-4bde-a029-dfa0bba51a13" providerId="ADAL" clId="{67CD12C0-8F23-46E0-B954-863358B46D4D}" dt="2025-11-26T03:56:19.758" v="1605" actId="14100"/>
          <ac:picMkLst>
            <pc:docMk/>
            <pc:sldMk cId="3397328042" sldId="2147482177"/>
            <ac:picMk id="44" creationId="{B12C0496-6F69-929C-2DCC-247AB05DCA04}"/>
          </ac:picMkLst>
        </pc:picChg>
        <pc:cxnChg chg="mod">
          <ac:chgData name="이상익(SANGIK LEE)[sangik62.lee]/책임/제조DX.제조DX솔루션.데이터통합분석팀" userId="13b0a8fe-68ef-4bde-a029-dfa0bba51a13" providerId="ADAL" clId="{67CD12C0-8F23-46E0-B954-863358B46D4D}" dt="2025-11-26T03:40:45.218" v="572"/>
          <ac:cxnSpMkLst>
            <pc:docMk/>
            <pc:sldMk cId="3397328042" sldId="2147482177"/>
            <ac:cxnSpMk id="9" creationId="{3EA9D2D7-90C1-4137-3BE7-951C43C12C05}"/>
          </ac:cxnSpMkLst>
        </pc:cxnChg>
      </pc:sldChg>
    </pc:docChg>
  </pc:docChgLst>
  <pc:docChgLst>
    <pc:chgData name="임성묵(SUNGMOOK LIM)[muksung0084]/선임/제조DX.제조DX솔루션.데이터통합분석팀" userId="5ef6c119-0718-4bd2-a22e-105ab5e97655" providerId="ADAL" clId="{0D2CC0A5-F2B9-42B4-A699-8EB2E72A856F}"/>
    <pc:docChg chg="custSel modSld">
      <pc:chgData name="임성묵(SUNGMOOK LIM)[muksung0084]/선임/제조DX.제조DX솔루션.데이터통합분석팀" userId="5ef6c119-0718-4bd2-a22e-105ab5e97655" providerId="ADAL" clId="{0D2CC0A5-F2B9-42B4-A699-8EB2E72A856F}" dt="2025-11-05T05:19:45.545" v="227" actId="207"/>
      <pc:docMkLst>
        <pc:docMk/>
      </pc:docMkLst>
      <pc:sldChg chg="addSp modSp">
        <pc:chgData name="임성묵(SUNGMOOK LIM)[muksung0084]/선임/제조DX.제조DX솔루션.데이터통합분석팀" userId="5ef6c119-0718-4bd2-a22e-105ab5e97655" providerId="ADAL" clId="{0D2CC0A5-F2B9-42B4-A699-8EB2E72A856F}" dt="2025-11-05T03:07:39.214" v="201"/>
        <pc:sldMkLst>
          <pc:docMk/>
          <pc:sldMk cId="216908218" sldId="2147481958"/>
        </pc:sldMkLst>
        <pc:spChg chg="mod">
          <ac:chgData name="임성묵(SUNGMOOK LIM)[muksung0084]/선임/제조DX.제조DX솔루션.데이터통합분석팀" userId="5ef6c119-0718-4bd2-a22e-105ab5e97655" providerId="ADAL" clId="{0D2CC0A5-F2B9-42B4-A699-8EB2E72A856F}" dt="2025-11-05T02:56:31.733" v="90" actId="207"/>
          <ac:spMkLst>
            <pc:docMk/>
            <pc:sldMk cId="216908218" sldId="2147481958"/>
            <ac:spMk id="2" creationId="{376BA916-49E5-40A6-9C7E-CB42729034AC}"/>
          </ac:spMkLst>
        </pc:spChg>
        <pc:spChg chg="mod">
          <ac:chgData name="임성묵(SUNGMOOK LIM)[muksung0084]/선임/제조DX.제조DX솔루션.데이터통합분석팀" userId="5ef6c119-0718-4bd2-a22e-105ab5e97655" providerId="ADAL" clId="{0D2CC0A5-F2B9-42B4-A699-8EB2E72A856F}" dt="2025-11-05T03:07:39.214" v="201"/>
          <ac:spMkLst>
            <pc:docMk/>
            <pc:sldMk cId="216908218" sldId="2147481958"/>
            <ac:spMk id="9" creationId="{00000000-0000-0000-0000-000000000000}"/>
          </ac:spMkLst>
        </pc:spChg>
        <pc:spChg chg="mod">
          <ac:chgData name="임성묵(SUNGMOOK LIM)[muksung0084]/선임/제조DX.제조DX솔루션.데이터통합분석팀" userId="5ef6c119-0718-4bd2-a22e-105ab5e97655" providerId="ADAL" clId="{0D2CC0A5-F2B9-42B4-A699-8EB2E72A856F}" dt="2025-11-05T02:57:21.038" v="100"/>
          <ac:spMkLst>
            <pc:docMk/>
            <pc:sldMk cId="216908218" sldId="2147481958"/>
            <ac:spMk id="21" creationId="{F83725E4-F05A-4285-B07C-85DB750FD9D5}"/>
          </ac:spMkLst>
        </pc:spChg>
        <pc:spChg chg="add mod">
          <ac:chgData name="임성묵(SUNGMOOK LIM)[muksung0084]/선임/제조DX.제조DX솔루션.데이터통합분석팀" userId="5ef6c119-0718-4bd2-a22e-105ab5e97655" providerId="ADAL" clId="{0D2CC0A5-F2B9-42B4-A699-8EB2E72A856F}" dt="2025-11-05T02:57:34.108" v="102"/>
          <ac:spMkLst>
            <pc:docMk/>
            <pc:sldMk cId="216908218" sldId="2147481958"/>
            <ac:spMk id="23" creationId="{B758C5E1-23F2-4FB1-80E1-2BCA40C43857}"/>
          </ac:spMkLst>
        </pc:spChg>
        <pc:graphicFrameChg chg="mod">
          <ac:chgData name="임성묵(SUNGMOOK LIM)[muksung0084]/선임/제조DX.제조DX솔루션.데이터통합분석팀" userId="5ef6c119-0718-4bd2-a22e-105ab5e97655" providerId="ADAL" clId="{0D2CC0A5-F2B9-42B4-A699-8EB2E72A856F}" dt="2025-11-05T02:53:55.255" v="38"/>
          <ac:graphicFrameMkLst>
            <pc:docMk/>
            <pc:sldMk cId="216908218" sldId="2147481958"/>
            <ac:graphicFrameMk id="19" creationId="{3E86696F-E35A-4B06-9B46-63A4A6A986C1}"/>
          </ac:graphicFrameMkLst>
        </pc:graphicFrameChg>
      </pc:sldChg>
      <pc:sldChg chg="addSp modSp">
        <pc:chgData name="임성묵(SUNGMOOK LIM)[muksung0084]/선임/제조DX.제조DX솔루션.데이터통합분석팀" userId="5ef6c119-0718-4bd2-a22e-105ab5e97655" providerId="ADAL" clId="{0D2CC0A5-F2B9-42B4-A699-8EB2E72A856F}" dt="2025-11-05T05:19:45.545" v="227" actId="207"/>
        <pc:sldMkLst>
          <pc:docMk/>
          <pc:sldMk cId="1017769001" sldId="2147482124"/>
        </pc:sldMkLst>
        <pc:spChg chg="add mod">
          <ac:chgData name="임성묵(SUNGMOOK LIM)[muksung0084]/선임/제조DX.제조DX솔루션.데이터통합분석팀" userId="5ef6c119-0718-4bd2-a22e-105ab5e97655" providerId="ADAL" clId="{0D2CC0A5-F2B9-42B4-A699-8EB2E72A856F}" dt="2025-11-05T03:00:16.758" v="114"/>
          <ac:spMkLst>
            <pc:docMk/>
            <pc:sldMk cId="1017769001" sldId="2147482124"/>
            <ac:spMk id="3" creationId="{AF1E3B9F-1C47-4E43-9910-658ADC71C684}"/>
          </ac:spMkLst>
        </pc:spChg>
        <pc:spChg chg="add mod">
          <ac:chgData name="임성묵(SUNGMOOK LIM)[muksung0084]/선임/제조DX.제조DX솔루션.데이터통합분석팀" userId="5ef6c119-0718-4bd2-a22e-105ab5e97655" providerId="ADAL" clId="{0D2CC0A5-F2B9-42B4-A699-8EB2E72A856F}" dt="2025-11-05T03:06:28.604" v="199"/>
          <ac:spMkLst>
            <pc:docMk/>
            <pc:sldMk cId="1017769001" sldId="2147482124"/>
            <ac:spMk id="5" creationId="{0C48C4E7-D28F-4344-851A-DEC6AC6F8BF0}"/>
          </ac:spMkLst>
        </pc:spChg>
        <pc:spChg chg="mod">
          <ac:chgData name="임성묵(SUNGMOOK LIM)[muksung0084]/선임/제조DX.제조DX솔루션.데이터통합분석팀" userId="5ef6c119-0718-4bd2-a22e-105ab5e97655" providerId="ADAL" clId="{0D2CC0A5-F2B9-42B4-A699-8EB2E72A856F}" dt="2025-11-05T02:58:38.866" v="103"/>
          <ac:spMkLst>
            <pc:docMk/>
            <pc:sldMk cId="1017769001" sldId="2147482124"/>
            <ac:spMk id="9" creationId="{00000000-0000-0000-0000-000000000000}"/>
          </ac:spMkLst>
        </pc:spChg>
        <pc:spChg chg="mod">
          <ac:chgData name="임성묵(SUNGMOOK LIM)[muksung0084]/선임/제조DX.제조DX솔루션.데이터통합분석팀" userId="5ef6c119-0718-4bd2-a22e-105ab5e97655" providerId="ADAL" clId="{0D2CC0A5-F2B9-42B4-A699-8EB2E72A856F}" dt="2025-11-05T05:19:20.420" v="206" actId="1076"/>
          <ac:spMkLst>
            <pc:docMk/>
            <pc:sldMk cId="1017769001" sldId="2147482124"/>
            <ac:spMk id="22" creationId="{A892EEC7-7666-4690-B328-7ABBD68983AD}"/>
          </ac:spMkLst>
        </pc:spChg>
        <pc:spChg chg="mod">
          <ac:chgData name="임성묵(SUNGMOOK LIM)[muksung0084]/선임/제조DX.제조DX솔루션.데이터통합분석팀" userId="5ef6c119-0718-4bd2-a22e-105ab5e97655" providerId="ADAL" clId="{0D2CC0A5-F2B9-42B4-A699-8EB2E72A856F}" dt="2025-11-05T03:06:44.573" v="200" actId="207"/>
          <ac:spMkLst>
            <pc:docMk/>
            <pc:sldMk cId="1017769001" sldId="2147482124"/>
            <ac:spMk id="42" creationId="{2ACC804B-9A0D-4C6F-97B0-9729B810DEC5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0D2CC0A5-F2B9-42B4-A699-8EB2E72A856F}" dt="2025-11-05T05:19:45.545" v="227" actId="207"/>
          <ac:graphicFrameMkLst>
            <pc:docMk/>
            <pc:sldMk cId="1017769001" sldId="2147482124"/>
            <ac:graphicFrameMk id="19" creationId="{3E86696F-E35A-4B06-9B46-63A4A6A986C1}"/>
          </ac:graphicFrameMkLst>
        </pc:graphicFrameChg>
      </pc:sldChg>
    </pc:docChg>
  </pc:docChgLst>
  <pc:docChgLst>
    <pc:chgData name="임상현(IAN SANGHYUN LIM)[ilim0507]/선임/제조DX.제조DX솔루션.셀추적기술팀" userId="1bdf7f23-b0bd-4e65-8e13-272ca93280fa" providerId="ADAL" clId="{E2CC5646-DB7B-44C3-A2D1-50D98A11AC2A}"/>
    <pc:docChg chg="modSld">
      <pc:chgData name="임상현(IAN SANGHYUN LIM)[ilim0507]/선임/제조DX.제조DX솔루션.셀추적기술팀" userId="1bdf7f23-b0bd-4e65-8e13-272ca93280fa" providerId="ADAL" clId="{E2CC5646-DB7B-44C3-A2D1-50D98A11AC2A}" dt="2025-11-04T08:44:28.902" v="26" actId="20577"/>
      <pc:docMkLst>
        <pc:docMk/>
      </pc:docMkLst>
      <pc:sldChg chg="modSp">
        <pc:chgData name="임상현(IAN SANGHYUN LIM)[ilim0507]/선임/제조DX.제조DX솔루션.셀추적기술팀" userId="1bdf7f23-b0bd-4e65-8e13-272ca93280fa" providerId="ADAL" clId="{E2CC5646-DB7B-44C3-A2D1-50D98A11AC2A}" dt="2025-11-04T08:44:28.902" v="26" actId="20577"/>
        <pc:sldMkLst>
          <pc:docMk/>
          <pc:sldMk cId="2197542616" sldId="2241"/>
        </pc:sldMkLst>
        <pc:spChg chg="mod">
          <ac:chgData name="임상현(IAN SANGHYUN LIM)[ilim0507]/선임/제조DX.제조DX솔루션.셀추적기술팀" userId="1bdf7f23-b0bd-4e65-8e13-272ca93280fa" providerId="ADAL" clId="{E2CC5646-DB7B-44C3-A2D1-50D98A11AC2A}" dt="2025-11-04T08:44:20.476" v="19" actId="207"/>
          <ac:spMkLst>
            <pc:docMk/>
            <pc:sldMk cId="2197542616" sldId="2241"/>
            <ac:spMk id="24" creationId="{9E88BCD6-65AC-474C-9E19-A37722C332DC}"/>
          </ac:spMkLst>
        </pc:spChg>
        <pc:spChg chg="mod">
          <ac:chgData name="임상현(IAN SANGHYUN LIM)[ilim0507]/선임/제조DX.제조DX솔루션.셀추적기술팀" userId="1bdf7f23-b0bd-4e65-8e13-272ca93280fa" providerId="ADAL" clId="{E2CC5646-DB7B-44C3-A2D1-50D98A11AC2A}" dt="2025-11-04T08:44:28.902" v="26" actId="20577"/>
          <ac:spMkLst>
            <pc:docMk/>
            <pc:sldMk cId="2197542616" sldId="2241"/>
            <ac:spMk id="28" creationId="{EAE9226F-F722-4CEF-AF1A-BC8DF22E007D}"/>
          </ac:spMkLst>
        </pc:spChg>
        <pc:graphicFrameChg chg="mod modGraphic">
          <ac:chgData name="임상현(IAN SANGHYUN LIM)[ilim0507]/선임/제조DX.제조DX솔루션.셀추적기술팀" userId="1bdf7f23-b0bd-4e65-8e13-272ca93280fa" providerId="ADAL" clId="{E2CC5646-DB7B-44C3-A2D1-50D98A11AC2A}" dt="2025-11-04T08:43:49.813" v="17" actId="20577"/>
          <ac:graphicFrameMkLst>
            <pc:docMk/>
            <pc:sldMk cId="2197542616" sldId="2241"/>
            <ac:graphicFrameMk id="23" creationId="{5C18F150-F800-4366-B81F-1DDA815C713E}"/>
          </ac:graphicFrameMkLst>
        </pc:graphicFrameChg>
      </pc:sldChg>
    </pc:docChg>
  </pc:docChgLst>
  <pc:docChgLst>
    <pc:chgData name="김종우(JONG WOO KIM)[jongwoo_kim]/선임/제조DX.제조DX솔루션.데이터통합분석팀" userId="S::jongwoo_kim@lgensol.com::724af6f9-8cbb-4db2-a128-c90de53c6762" providerId="AD" clId="Web-{83E7B8E4-5256-0225-FF8E-C1FFC8780E91}"/>
    <pc:docChg chg="modSld">
      <pc:chgData name="김종우(JONG WOO KIM)[jongwoo_kim]/선임/제조DX.제조DX솔루션.데이터통합분석팀" userId="S::jongwoo_kim@lgensol.com::724af6f9-8cbb-4db2-a128-c90de53c6762" providerId="AD" clId="Web-{83E7B8E4-5256-0225-FF8E-C1FFC8780E91}" dt="2025-11-19T07:38:18.415" v="5"/>
      <pc:docMkLst>
        <pc:docMk/>
      </pc:docMkLst>
      <pc:sldChg chg="modSp">
        <pc:chgData name="김종우(JONG WOO KIM)[jongwoo_kim]/선임/제조DX.제조DX솔루션.데이터통합분석팀" userId="S::jongwoo_kim@lgensol.com::724af6f9-8cbb-4db2-a128-c90de53c6762" providerId="AD" clId="Web-{83E7B8E4-5256-0225-FF8E-C1FFC8780E91}" dt="2025-11-19T07:38:18.415" v="5"/>
        <pc:sldMkLst>
          <pc:docMk/>
          <pc:sldMk cId="312166392" sldId="2147482002"/>
        </pc:sldMkLst>
        <pc:graphicFrameChg chg="mod modGraphic">
          <ac:chgData name="김종우(JONG WOO KIM)[jongwoo_kim]/선임/제조DX.제조DX솔루션.데이터통합분석팀" userId="S::jongwoo_kim@lgensol.com::724af6f9-8cbb-4db2-a128-c90de53c6762" providerId="AD" clId="Web-{83E7B8E4-5256-0225-FF8E-C1FFC8780E91}" dt="2025-11-19T07:38:18.415" v="5"/>
          <ac:graphicFrameMkLst>
            <pc:docMk/>
            <pc:sldMk cId="312166392" sldId="2147482002"/>
            <ac:graphicFrameMk id="19" creationId="{54728183-150A-36AF-E666-2145F7FF2814}"/>
          </ac:graphicFrameMkLst>
        </pc:graphicFrameChg>
      </pc:sldChg>
    </pc:docChg>
  </pc:docChgLst>
  <pc:docChgLst>
    <pc:chgData name="서준효(JUNHYO SU)[sujunhyo]/책임/제조DX.제조DX솔루션.데이터통합분석팀" userId="d69e963c-cd7d-4842-a4a9-f0ce48daaa93" providerId="ADAL" clId="{2EDC1075-EFC6-4069-A9B0-4FE64479E89D}"/>
    <pc:docChg chg="custSel modSld">
      <pc:chgData name="서준효(JUNHYO SU)[sujunhyo]/책임/제조DX.제조DX솔루션.데이터통합분석팀" userId="d69e963c-cd7d-4842-a4a9-f0ce48daaa93" providerId="ADAL" clId="{2EDC1075-EFC6-4069-A9B0-4FE64479E89D}" dt="2025-12-10T09:27:38.250" v="8578" actId="1035"/>
      <pc:docMkLst>
        <pc:docMk/>
      </pc:docMkLst>
      <pc:sldChg chg="mod modShow">
        <pc:chgData name="서준효(JUNHYO SU)[sujunhyo]/책임/제조DX.제조DX솔루션.데이터통합분석팀" userId="d69e963c-cd7d-4842-a4a9-f0ce48daaa93" providerId="ADAL" clId="{2EDC1075-EFC6-4069-A9B0-4FE64479E89D}" dt="2025-12-10T06:45:19.583" v="104" actId="729"/>
        <pc:sldMkLst>
          <pc:docMk/>
          <pc:sldMk cId="317861486" sldId="2147481830"/>
        </pc:sldMkLst>
      </pc:sldChg>
      <pc:sldChg chg="mod modShow">
        <pc:chgData name="서준효(JUNHYO SU)[sujunhyo]/책임/제조DX.제조DX솔루션.데이터통합분석팀" userId="d69e963c-cd7d-4842-a4a9-f0ce48daaa93" providerId="ADAL" clId="{2EDC1075-EFC6-4069-A9B0-4FE64479E89D}" dt="2025-12-10T06:44:50.941" v="102" actId="729"/>
        <pc:sldMkLst>
          <pc:docMk/>
          <pc:sldMk cId="216908218" sldId="2147481958"/>
        </pc:sldMkLst>
      </pc:sldChg>
      <pc:sldChg chg="mod modShow">
        <pc:chgData name="서준효(JUNHYO SU)[sujunhyo]/책임/제조DX.제조DX솔루션.데이터통합분석팀" userId="d69e963c-cd7d-4842-a4a9-f0ce48daaa93" providerId="ADAL" clId="{2EDC1075-EFC6-4069-A9B0-4FE64479E89D}" dt="2025-12-10T06:45:05.608" v="103" actId="729"/>
        <pc:sldMkLst>
          <pc:docMk/>
          <pc:sldMk cId="1836933339" sldId="2147481967"/>
        </pc:sldMkLst>
      </pc:sldChg>
      <pc:sldChg chg="addSp delSp modSp mod">
        <pc:chgData name="서준효(JUNHYO SU)[sujunhyo]/책임/제조DX.제조DX솔루션.데이터통합분석팀" userId="d69e963c-cd7d-4842-a4a9-f0ce48daaa93" providerId="ADAL" clId="{2EDC1075-EFC6-4069-A9B0-4FE64479E89D}" dt="2025-12-10T09:27:38.250" v="8578" actId="1035"/>
        <pc:sldMkLst>
          <pc:docMk/>
          <pc:sldMk cId="3422623579" sldId="2147482052"/>
        </pc:sldMkLst>
        <pc:spChg chg="mod ord">
          <ac:chgData name="서준효(JUNHYO SU)[sujunhyo]/책임/제조DX.제조DX솔루션.데이터통합분석팀" userId="d69e963c-cd7d-4842-a4a9-f0ce48daaa93" providerId="ADAL" clId="{2EDC1075-EFC6-4069-A9B0-4FE64479E89D}" dt="2025-12-10T09:27:04.452" v="8565" actId="167"/>
          <ac:spMkLst>
            <pc:docMk/>
            <pc:sldMk cId="3422623579" sldId="2147482052"/>
            <ac:spMk id="3" creationId="{BD8A109E-EE72-B93F-FEBC-D5B84127E922}"/>
          </ac:spMkLst>
        </pc:spChg>
        <pc:spChg chg="mod">
          <ac:chgData name="서준효(JUNHYO SU)[sujunhyo]/책임/제조DX.제조DX솔루션.데이터통합분석팀" userId="d69e963c-cd7d-4842-a4a9-f0ce48daaa93" providerId="ADAL" clId="{2EDC1075-EFC6-4069-A9B0-4FE64479E89D}" dt="2025-12-10T09:26:02.153" v="8558" actId="207"/>
          <ac:spMkLst>
            <pc:docMk/>
            <pc:sldMk cId="3422623579" sldId="2147482052"/>
            <ac:spMk id="5" creationId="{6BC9B294-291A-D23F-C381-45EA6FDC28AB}"/>
          </ac:spMkLst>
        </pc:spChg>
        <pc:spChg chg="add mod ord">
          <ac:chgData name="서준효(JUNHYO SU)[sujunhyo]/책임/제조DX.제조DX솔루션.데이터통합분석팀" userId="d69e963c-cd7d-4842-a4a9-f0ce48daaa93" providerId="ADAL" clId="{2EDC1075-EFC6-4069-A9B0-4FE64479E89D}" dt="2025-12-10T09:27:04.452" v="8565" actId="167"/>
          <ac:spMkLst>
            <pc:docMk/>
            <pc:sldMk cId="3422623579" sldId="2147482052"/>
            <ac:spMk id="6" creationId="{C1049C1F-2004-84B9-A2DA-FB004B52BBEF}"/>
          </ac:spMkLst>
        </pc:spChg>
        <pc:spChg chg="add mod ord">
          <ac:chgData name="서준효(JUNHYO SU)[sujunhyo]/책임/제조DX.제조DX솔루션.데이터통합분석팀" userId="d69e963c-cd7d-4842-a4a9-f0ce48daaa93" providerId="ADAL" clId="{2EDC1075-EFC6-4069-A9B0-4FE64479E89D}" dt="2025-12-10T09:27:20.792" v="8570" actId="167"/>
          <ac:spMkLst>
            <pc:docMk/>
            <pc:sldMk cId="3422623579" sldId="2147482052"/>
            <ac:spMk id="8" creationId="{FA51419B-CCA0-007F-CA83-917AC5F64056}"/>
          </ac:spMkLst>
        </pc:spChg>
        <pc:graphicFrameChg chg="mod modGraphic">
          <ac:chgData name="서준효(JUNHYO SU)[sujunhyo]/책임/제조DX.제조DX솔루션.데이터통합분석팀" userId="d69e963c-cd7d-4842-a4a9-f0ce48daaa93" providerId="ADAL" clId="{2EDC1075-EFC6-4069-A9B0-4FE64479E89D}" dt="2025-12-10T09:27:38.250" v="8578" actId="1035"/>
          <ac:graphicFrameMkLst>
            <pc:docMk/>
            <pc:sldMk cId="3422623579" sldId="2147482052"/>
            <ac:graphicFrameMk id="7" creationId="{ED1D777A-F458-D0BE-C537-083D00DFCE32}"/>
          </ac:graphicFrameMkLst>
        </pc:graphicFrameChg>
        <pc:picChg chg="add del mod">
          <ac:chgData name="서준효(JUNHYO SU)[sujunhyo]/책임/제조DX.제조DX솔루션.데이터통합분석팀" userId="d69e963c-cd7d-4842-a4a9-f0ce48daaa93" providerId="ADAL" clId="{2EDC1075-EFC6-4069-A9B0-4FE64479E89D}" dt="2025-12-10T07:40:20.165" v="413" actId="478"/>
          <ac:picMkLst>
            <pc:docMk/>
            <pc:sldMk cId="3422623579" sldId="2147482052"/>
            <ac:picMk id="4" creationId="{D0A6DCF8-5756-5BCB-3D08-F6022A5C0C51}"/>
          </ac:picMkLst>
        </pc:picChg>
      </pc:sldChg>
      <pc:sldChg chg="modSp mod">
        <pc:chgData name="서준효(JUNHYO SU)[sujunhyo]/책임/제조DX.제조DX솔루션.데이터통합분석팀" userId="d69e963c-cd7d-4842-a4a9-f0ce48daaa93" providerId="ADAL" clId="{2EDC1075-EFC6-4069-A9B0-4FE64479E89D}" dt="2025-12-10T06:43:39.101" v="101" actId="313"/>
        <pc:sldMkLst>
          <pc:docMk/>
          <pc:sldMk cId="3645708370" sldId="2147482131"/>
        </pc:sldMkLst>
        <pc:graphicFrameChg chg="mod modGraphic">
          <ac:chgData name="서준효(JUNHYO SU)[sujunhyo]/책임/제조DX.제조DX솔루션.데이터통합분석팀" userId="d69e963c-cd7d-4842-a4a9-f0ce48daaa93" providerId="ADAL" clId="{2EDC1075-EFC6-4069-A9B0-4FE64479E89D}" dt="2025-12-10T06:41:44.984" v="13"/>
          <ac:graphicFrameMkLst>
            <pc:docMk/>
            <pc:sldMk cId="3645708370" sldId="2147482131"/>
            <ac:graphicFrameMk id="16" creationId="{859EBE2E-4A91-4CBB-BB78-8322FFA6D403}"/>
          </ac:graphicFrameMkLst>
        </pc:graphicFrameChg>
        <pc:graphicFrameChg chg="mod modGraphic">
          <ac:chgData name="서준효(JUNHYO SU)[sujunhyo]/책임/제조DX.제조DX솔루션.데이터통합분석팀" userId="d69e963c-cd7d-4842-a4a9-f0ce48daaa93" providerId="ADAL" clId="{2EDC1075-EFC6-4069-A9B0-4FE64479E89D}" dt="2025-12-10T06:43:39.101" v="101" actId="313"/>
          <ac:graphicFrameMkLst>
            <pc:docMk/>
            <pc:sldMk cId="3645708370" sldId="2147482131"/>
            <ac:graphicFrameMk id="19" creationId="{3E86696F-E35A-4B06-9B46-63A4A6A986C1}"/>
          </ac:graphicFrameMkLst>
        </pc:graphicFrameChg>
      </pc:sldChg>
      <pc:sldChg chg="modSp mod">
        <pc:chgData name="서준효(JUNHYO SU)[sujunhyo]/책임/제조DX.제조DX솔루션.데이터통합분석팀" userId="d69e963c-cd7d-4842-a4a9-f0ce48daaa93" providerId="ADAL" clId="{2EDC1075-EFC6-4069-A9B0-4FE64479E89D}" dt="2025-12-10T06:47:39.335" v="128"/>
        <pc:sldMkLst>
          <pc:docMk/>
          <pc:sldMk cId="1009432166" sldId="2147482165"/>
        </pc:sldMkLst>
        <pc:spChg chg="mod">
          <ac:chgData name="서준효(JUNHYO SU)[sujunhyo]/책임/제조DX.제조DX솔루션.데이터통합분석팀" userId="d69e963c-cd7d-4842-a4a9-f0ce48daaa93" providerId="ADAL" clId="{2EDC1075-EFC6-4069-A9B0-4FE64479E89D}" dt="2025-12-10T06:47:36.217" v="115"/>
          <ac:spMkLst>
            <pc:docMk/>
            <pc:sldMk cId="1009432166" sldId="2147482165"/>
            <ac:spMk id="11" creationId="{86227DEB-244F-40D9-A14B-935F021B9AFB}"/>
          </ac:spMkLst>
        </pc:spChg>
        <pc:graphicFrameChg chg="mod modGraphic">
          <ac:chgData name="서준효(JUNHYO SU)[sujunhyo]/책임/제조DX.제조DX솔루션.데이터통합분석팀" userId="d69e963c-cd7d-4842-a4a9-f0ce48daaa93" providerId="ADAL" clId="{2EDC1075-EFC6-4069-A9B0-4FE64479E89D}" dt="2025-12-10T06:47:39.335" v="128"/>
          <ac:graphicFrameMkLst>
            <pc:docMk/>
            <pc:sldMk cId="1009432166" sldId="2147482165"/>
            <ac:graphicFrameMk id="19" creationId="{3E86696F-E35A-4B06-9B46-63A4A6A986C1}"/>
          </ac:graphicFrameMkLst>
        </pc:graphicFrameChg>
      </pc:sldChg>
      <pc:sldChg chg="modSp mod">
        <pc:chgData name="서준효(JUNHYO SU)[sujunhyo]/책임/제조DX.제조DX솔루션.데이터통합분석팀" userId="d69e963c-cd7d-4842-a4a9-f0ce48daaa93" providerId="ADAL" clId="{2EDC1075-EFC6-4069-A9B0-4FE64479E89D}" dt="2025-12-10T06:50:16.383" v="129" actId="947"/>
        <pc:sldMkLst>
          <pc:docMk/>
          <pc:sldMk cId="4090368207" sldId="2147482176"/>
        </pc:sldMkLst>
        <pc:graphicFrameChg chg="modGraphic">
          <ac:chgData name="서준효(JUNHYO SU)[sujunhyo]/책임/제조DX.제조DX솔루션.데이터통합분석팀" userId="d69e963c-cd7d-4842-a4a9-f0ce48daaa93" providerId="ADAL" clId="{2EDC1075-EFC6-4069-A9B0-4FE64479E89D}" dt="2025-12-10T06:50:16.383" v="129" actId="947"/>
          <ac:graphicFrameMkLst>
            <pc:docMk/>
            <pc:sldMk cId="4090368207" sldId="2147482176"/>
            <ac:graphicFrameMk id="4" creationId="{A9FF49AC-C043-485B-613B-D9A8BCFD6DF2}"/>
          </ac:graphicFrameMkLst>
        </pc:graphicFrameChg>
      </pc:sldChg>
    </pc:docChg>
  </pc:docChgLst>
  <pc:docChgLst>
    <pc:chgData name="이형관(HYUNGKWAN LEE)[freelee127]/책임/제조DX.제조DX솔루션.롤맵기술팀" userId="11e5d321-d4d4-41f3-bbb3-35683fc429a5" providerId="ADAL" clId="{98D250EA-5157-4B2C-A40D-FD7271DCCD17}"/>
    <pc:docChg chg="undo custSel modSld">
      <pc:chgData name="이형관(HYUNGKWAN LEE)[freelee127]/책임/제조DX.제조DX솔루션.롤맵기술팀" userId="11e5d321-d4d4-41f3-bbb3-35683fc429a5" providerId="ADAL" clId="{98D250EA-5157-4B2C-A40D-FD7271DCCD17}" dt="2025-11-26T19:18:18.732" v="4614" actId="20577"/>
      <pc:docMkLst>
        <pc:docMk/>
      </pc:docMkLst>
      <pc:sldChg chg="addSp delSp modSp">
        <pc:chgData name="이형관(HYUNGKWAN LEE)[freelee127]/책임/제조DX.제조DX솔루션.롤맵기술팀" userId="11e5d321-d4d4-41f3-bbb3-35683fc429a5" providerId="ADAL" clId="{98D250EA-5157-4B2C-A40D-FD7271DCCD17}" dt="2025-11-26T13:47:07.801" v="2401" actId="1036"/>
        <pc:sldMkLst>
          <pc:docMk/>
          <pc:sldMk cId="3266697761" sldId="2278"/>
        </pc:sldMkLst>
        <pc:spChg chg="mod">
          <ac:chgData name="이형관(HYUNGKWAN LEE)[freelee127]/책임/제조DX.제조DX솔루션.롤맵기술팀" userId="11e5d321-d4d4-41f3-bbb3-35683fc429a5" providerId="ADAL" clId="{98D250EA-5157-4B2C-A40D-FD7271DCCD17}" dt="2025-11-26T13:47:07.801" v="2401" actId="1036"/>
          <ac:spMkLst>
            <pc:docMk/>
            <pc:sldMk cId="3266697761" sldId="2278"/>
            <ac:spMk id="16" creationId="{64103116-79E6-4EAD-A94F-CA5060A46E07}"/>
          </ac:spMkLst>
        </pc:spChg>
        <pc:picChg chg="add del mod">
          <ac:chgData name="이형관(HYUNGKWAN LEE)[freelee127]/책임/제조DX.제조DX솔루션.롤맵기술팀" userId="11e5d321-d4d4-41f3-bbb3-35683fc429a5" providerId="ADAL" clId="{98D250EA-5157-4B2C-A40D-FD7271DCCD17}" dt="2025-11-26T13:46:13.870" v="2337" actId="478"/>
          <ac:picMkLst>
            <pc:docMk/>
            <pc:sldMk cId="3266697761" sldId="2278"/>
            <ac:picMk id="2" creationId="{C5D3290C-68D7-42D9-BE33-B93F8D847697}"/>
          </ac:picMkLst>
        </pc:picChg>
      </pc:sldChg>
      <pc:sldChg chg="addSp delSp modSp">
        <pc:chgData name="이형관(HYUNGKWAN LEE)[freelee127]/책임/제조DX.제조DX솔루션.롤맵기술팀" userId="11e5d321-d4d4-41f3-bbb3-35683fc429a5" providerId="ADAL" clId="{98D250EA-5157-4B2C-A40D-FD7271DCCD17}" dt="2025-11-26T17:53:52.856" v="3376"/>
        <pc:sldMkLst>
          <pc:docMk/>
          <pc:sldMk cId="3218446010" sldId="2147481940"/>
        </pc:sldMkLst>
        <pc:spChg chg="add del mod">
          <ac:chgData name="이형관(HYUNGKWAN LEE)[freelee127]/책임/제조DX.제조DX솔루션.롤맵기술팀" userId="11e5d321-d4d4-41f3-bbb3-35683fc429a5" providerId="ADAL" clId="{98D250EA-5157-4B2C-A40D-FD7271DCCD17}" dt="2025-11-26T17:53:52.856" v="3376"/>
          <ac:spMkLst>
            <pc:docMk/>
            <pc:sldMk cId="3218446010" sldId="2147481940"/>
            <ac:spMk id="17" creationId="{EDD28837-2895-4FCE-BDC2-71EA2479A0B1}"/>
          </ac:spMkLst>
        </pc:spChg>
        <pc:spChg chg="del">
          <ac:chgData name="이형관(HYUNGKWAN LEE)[freelee127]/책임/제조DX.제조DX솔루션.롤맵기술팀" userId="11e5d321-d4d4-41f3-bbb3-35683fc429a5" providerId="ADAL" clId="{98D250EA-5157-4B2C-A40D-FD7271DCCD17}" dt="2025-11-26T14:01:55.242" v="3229" actId="478"/>
          <ac:spMkLst>
            <pc:docMk/>
            <pc:sldMk cId="3218446010" sldId="2147481940"/>
            <ac:spMk id="33" creationId="{428DD9ED-8627-4A9E-AD0B-F65D5FC14B25}"/>
          </ac:spMkLst>
        </pc:spChg>
        <pc:graphicFrameChg chg="modGraphic">
          <ac:chgData name="이형관(HYUNGKWAN LEE)[freelee127]/책임/제조DX.제조DX솔루션.롤맵기술팀" userId="11e5d321-d4d4-41f3-bbb3-35683fc429a5" providerId="ADAL" clId="{98D250EA-5157-4B2C-A40D-FD7271DCCD17}" dt="2025-11-26T17:50:30.824" v="3270" actId="207"/>
          <ac:graphicFrameMkLst>
            <pc:docMk/>
            <pc:sldMk cId="3218446010" sldId="2147481940"/>
            <ac:graphicFrameMk id="18" creationId="{BAF0B2EF-E0A9-4EBE-8B41-8BAD7EC3E9EB}"/>
          </ac:graphicFrameMkLst>
        </pc:graphicFrameChg>
      </pc:sldChg>
      <pc:sldChg chg="addSp delSp modSp">
        <pc:chgData name="이형관(HYUNGKWAN LEE)[freelee127]/책임/제조DX.제조DX솔루션.롤맵기술팀" userId="11e5d321-d4d4-41f3-bbb3-35683fc429a5" providerId="ADAL" clId="{98D250EA-5157-4B2C-A40D-FD7271DCCD17}" dt="2025-11-26T17:52:04.155" v="3294"/>
        <pc:sldMkLst>
          <pc:docMk/>
          <pc:sldMk cId="4216273303" sldId="2147482152"/>
        </pc:sldMkLst>
        <pc:spChg chg="del">
          <ac:chgData name="이형관(HYUNGKWAN LEE)[freelee127]/책임/제조DX.제조DX솔루션.롤맵기술팀" userId="11e5d321-d4d4-41f3-bbb3-35683fc429a5" providerId="ADAL" clId="{98D250EA-5157-4B2C-A40D-FD7271DCCD17}" dt="2025-11-26T17:50:49.197" v="3271" actId="478"/>
          <ac:spMkLst>
            <pc:docMk/>
            <pc:sldMk cId="4216273303" sldId="2147482152"/>
            <ac:spMk id="91" creationId="{0CF4CC1F-1633-40A1-A42A-25BB86585DBA}"/>
          </ac:spMkLst>
        </pc:spChg>
        <pc:graphicFrameChg chg="add">
          <ac:chgData name="이형관(HYUNGKWAN LEE)[freelee127]/책임/제조DX.제조DX솔루션.롤맵기술팀" userId="11e5d321-d4d4-41f3-bbb3-35683fc429a5" providerId="ADAL" clId="{98D250EA-5157-4B2C-A40D-FD7271DCCD17}" dt="2025-11-26T17:52:04.155" v="3294"/>
          <ac:graphicFrameMkLst>
            <pc:docMk/>
            <pc:sldMk cId="4216273303" sldId="2147482152"/>
            <ac:graphicFrameMk id="18" creationId="{A8CDB509-74DB-4A60-B71A-EA70783713FE}"/>
          </ac:graphicFrameMkLst>
        </pc:graphicFrameChg>
        <pc:graphicFrameChg chg="del mod">
          <ac:chgData name="이형관(HYUNGKWAN LEE)[freelee127]/책임/제조DX.제조DX솔루션.롤맵기술팀" userId="11e5d321-d4d4-41f3-bbb3-35683fc429a5" providerId="ADAL" clId="{98D250EA-5157-4B2C-A40D-FD7271DCCD17}" dt="2025-11-26T17:52:03.792" v="3293" actId="478"/>
          <ac:graphicFrameMkLst>
            <pc:docMk/>
            <pc:sldMk cId="4216273303" sldId="2147482152"/>
            <ac:graphicFrameMk id="78" creationId="{44A34F13-DC54-4478-BF19-C0C49834DFA6}"/>
          </ac:graphicFrameMkLst>
        </pc:graphicFrameChg>
      </pc:sldChg>
      <pc:sldChg chg="addSp delSp modSp">
        <pc:chgData name="이형관(HYUNGKWAN LEE)[freelee127]/책임/제조DX.제조DX솔루션.롤맵기술팀" userId="11e5d321-d4d4-41f3-bbb3-35683fc429a5" providerId="ADAL" clId="{98D250EA-5157-4B2C-A40D-FD7271DCCD17}" dt="2025-11-26T17:52:10.229" v="3296"/>
        <pc:sldMkLst>
          <pc:docMk/>
          <pc:sldMk cId="719476191" sldId="2147482153"/>
        </pc:sldMkLst>
        <pc:spChg chg="del">
          <ac:chgData name="이형관(HYUNGKWAN LEE)[freelee127]/책임/제조DX.제조DX솔루션.롤맵기술팀" userId="11e5d321-d4d4-41f3-bbb3-35683fc429a5" providerId="ADAL" clId="{98D250EA-5157-4B2C-A40D-FD7271DCCD17}" dt="2025-11-26T17:50:53.997" v="3273" actId="478"/>
          <ac:spMkLst>
            <pc:docMk/>
            <pc:sldMk cId="719476191" sldId="2147482153"/>
            <ac:spMk id="75" creationId="{38950D49-76B2-4E92-B568-1D7F3C54D49B}"/>
          </ac:spMkLst>
        </pc:spChg>
        <pc:graphicFrameChg chg="add">
          <ac:chgData name="이형관(HYUNGKWAN LEE)[freelee127]/책임/제조DX.제조DX솔루션.롤맵기술팀" userId="11e5d321-d4d4-41f3-bbb3-35683fc429a5" providerId="ADAL" clId="{98D250EA-5157-4B2C-A40D-FD7271DCCD17}" dt="2025-11-26T17:52:10.229" v="3296"/>
          <ac:graphicFrameMkLst>
            <pc:docMk/>
            <pc:sldMk cId="719476191" sldId="2147482153"/>
            <ac:graphicFrameMk id="18" creationId="{6CD43C1D-F1CA-4E84-917D-AA9E71571ED2}"/>
          </ac:graphicFrameMkLst>
        </pc:graphicFrameChg>
        <pc:graphicFrameChg chg="del mod">
          <ac:chgData name="이형관(HYUNGKWAN LEE)[freelee127]/책임/제조DX.제조DX솔루션.롤맵기술팀" userId="11e5d321-d4d4-41f3-bbb3-35683fc429a5" providerId="ADAL" clId="{98D250EA-5157-4B2C-A40D-FD7271DCCD17}" dt="2025-11-26T17:52:09.890" v="3295" actId="478"/>
          <ac:graphicFrameMkLst>
            <pc:docMk/>
            <pc:sldMk cId="719476191" sldId="2147482153"/>
            <ac:graphicFrameMk id="62" creationId="{239E462D-4198-4727-8EA5-CC59B0C74700}"/>
          </ac:graphicFrameMkLst>
        </pc:graphicFrameChg>
      </pc:sldChg>
      <pc:sldChg chg="addSp delSp modSp">
        <pc:chgData name="이형관(HYUNGKWAN LEE)[freelee127]/책임/제조DX.제조DX솔루션.롤맵기술팀" userId="11e5d321-d4d4-41f3-bbb3-35683fc429a5" providerId="ADAL" clId="{98D250EA-5157-4B2C-A40D-FD7271DCCD17}" dt="2025-11-26T17:52:14.373" v="3298"/>
        <pc:sldMkLst>
          <pc:docMk/>
          <pc:sldMk cId="1357361098" sldId="2147482154"/>
        </pc:sldMkLst>
        <pc:spChg chg="del">
          <ac:chgData name="이형관(HYUNGKWAN LEE)[freelee127]/책임/제조DX.제조DX솔루션.롤맵기술팀" userId="11e5d321-d4d4-41f3-bbb3-35683fc429a5" providerId="ADAL" clId="{98D250EA-5157-4B2C-A40D-FD7271DCCD17}" dt="2025-11-26T17:50:58.273" v="3275" actId="478"/>
          <ac:spMkLst>
            <pc:docMk/>
            <pc:sldMk cId="1357361098" sldId="2147482154"/>
            <ac:spMk id="74" creationId="{39581A6E-4B3D-4B5E-BEC2-9A8F379EFE92}"/>
          </ac:spMkLst>
        </pc:spChg>
        <pc:graphicFrameChg chg="add">
          <ac:chgData name="이형관(HYUNGKWAN LEE)[freelee127]/책임/제조DX.제조DX솔루션.롤맵기술팀" userId="11e5d321-d4d4-41f3-bbb3-35683fc429a5" providerId="ADAL" clId="{98D250EA-5157-4B2C-A40D-FD7271DCCD17}" dt="2025-11-26T17:52:14.373" v="3298"/>
          <ac:graphicFrameMkLst>
            <pc:docMk/>
            <pc:sldMk cId="1357361098" sldId="2147482154"/>
            <ac:graphicFrameMk id="18" creationId="{7F97E870-E457-4224-8EB3-3CFE5B6D2081}"/>
          </ac:graphicFrameMkLst>
        </pc:graphicFrameChg>
        <pc:graphicFrameChg chg="del mod">
          <ac:chgData name="이형관(HYUNGKWAN LEE)[freelee127]/책임/제조DX.제조DX솔루션.롤맵기술팀" userId="11e5d321-d4d4-41f3-bbb3-35683fc429a5" providerId="ADAL" clId="{98D250EA-5157-4B2C-A40D-FD7271DCCD17}" dt="2025-11-26T17:52:13.740" v="3297" actId="478"/>
          <ac:graphicFrameMkLst>
            <pc:docMk/>
            <pc:sldMk cId="1357361098" sldId="2147482154"/>
            <ac:graphicFrameMk id="61" creationId="{D74D922B-6390-4658-8B44-87E34F5AEA53}"/>
          </ac:graphicFrameMkLst>
        </pc:graphicFrameChg>
      </pc:sldChg>
      <pc:sldChg chg="addSp delSp modSp">
        <pc:chgData name="이형관(HYUNGKWAN LEE)[freelee127]/책임/제조DX.제조DX솔루션.롤맵기술팀" userId="11e5d321-d4d4-41f3-bbb3-35683fc429a5" providerId="ADAL" clId="{98D250EA-5157-4B2C-A40D-FD7271DCCD17}" dt="2025-11-26T19:18:18.732" v="4614" actId="20577"/>
        <pc:sldMkLst>
          <pc:docMk/>
          <pc:sldMk cId="2756542074" sldId="2147482155"/>
        </pc:sldMkLst>
        <pc:spChg chg="add del mod">
          <ac:chgData name="이형관(HYUNGKWAN LEE)[freelee127]/책임/제조DX.제조DX솔루션.롤맵기술팀" userId="11e5d321-d4d4-41f3-bbb3-35683fc429a5" providerId="ADAL" clId="{98D250EA-5157-4B2C-A40D-FD7271DCCD17}" dt="2025-11-26T17:55:03.169" v="3477" actId="478"/>
          <ac:spMkLst>
            <pc:docMk/>
            <pc:sldMk cId="2756542074" sldId="2147482155"/>
            <ac:spMk id="20" creationId="{76B09BCC-2F29-42B1-B5E1-5F0F57364C8A}"/>
          </ac:spMkLst>
        </pc:spChg>
        <pc:spChg chg="del">
          <ac:chgData name="이형관(HYUNGKWAN LEE)[freelee127]/책임/제조DX.제조DX솔루션.롤맵기술팀" userId="11e5d321-d4d4-41f3-bbb3-35683fc429a5" providerId="ADAL" clId="{98D250EA-5157-4B2C-A40D-FD7271DCCD17}" dt="2025-11-26T17:51:02.084" v="3277" actId="478"/>
          <ac:spMkLst>
            <pc:docMk/>
            <pc:sldMk cId="2756542074" sldId="2147482155"/>
            <ac:spMk id="72" creationId="{506B34FD-12B8-44B1-8553-1A8789DBB76A}"/>
          </ac:spMkLst>
        </pc:spChg>
        <pc:graphicFrameChg chg="add del">
          <ac:chgData name="이형관(HYUNGKWAN LEE)[freelee127]/책임/제조DX.제조DX솔루션.롤맵기술팀" userId="11e5d321-d4d4-41f3-bbb3-35683fc429a5" providerId="ADAL" clId="{98D250EA-5157-4B2C-A40D-FD7271DCCD17}" dt="2025-11-26T17:51:04.593" v="3279"/>
          <ac:graphicFrameMkLst>
            <pc:docMk/>
            <pc:sldMk cId="2756542074" sldId="2147482155"/>
            <ac:graphicFrameMk id="3" creationId="{B724F41F-5C41-4925-A7E1-9E8EE90E7736}"/>
          </ac:graphicFrameMkLst>
        </pc:graphicFrameChg>
        <pc:graphicFrameChg chg="add">
          <ac:chgData name="이형관(HYUNGKWAN LEE)[freelee127]/책임/제조DX.제조DX솔루션.롤맵기술팀" userId="11e5d321-d4d4-41f3-bbb3-35683fc429a5" providerId="ADAL" clId="{98D250EA-5157-4B2C-A40D-FD7271DCCD17}" dt="2025-11-26T17:52:25.407" v="3300"/>
          <ac:graphicFrameMkLst>
            <pc:docMk/>
            <pc:sldMk cId="2756542074" sldId="2147482155"/>
            <ac:graphicFrameMk id="19" creationId="{D18970A3-7771-481C-829C-72FCB9177DF4}"/>
          </ac:graphicFrameMkLst>
        </pc:graphicFrameChg>
        <pc:graphicFrameChg chg="mod modGraphic">
          <ac:chgData name="이형관(HYUNGKWAN LEE)[freelee127]/책임/제조DX.제조DX솔루션.롤맵기술팀" userId="11e5d321-d4d4-41f3-bbb3-35683fc429a5" providerId="ADAL" clId="{98D250EA-5157-4B2C-A40D-FD7271DCCD17}" dt="2025-11-26T19:18:18.732" v="4614" actId="20577"/>
          <ac:graphicFrameMkLst>
            <pc:docMk/>
            <pc:sldMk cId="2756542074" sldId="2147482155"/>
            <ac:graphicFrameMk id="30" creationId="{FD723AF4-8C6A-45D2-91AF-E831F6E1C5CD}"/>
          </ac:graphicFrameMkLst>
        </pc:graphicFrameChg>
        <pc:graphicFrameChg chg="del mod">
          <ac:chgData name="이형관(HYUNGKWAN LEE)[freelee127]/책임/제조DX.제조DX솔루션.롤맵기술팀" userId="11e5d321-d4d4-41f3-bbb3-35683fc429a5" providerId="ADAL" clId="{98D250EA-5157-4B2C-A40D-FD7271DCCD17}" dt="2025-11-26T17:52:24.774" v="3299" actId="478"/>
          <ac:graphicFrameMkLst>
            <pc:docMk/>
            <pc:sldMk cId="2756542074" sldId="2147482155"/>
            <ac:graphicFrameMk id="59" creationId="{8C8C781A-BCD2-43B6-8EC6-253AC330EA34}"/>
          </ac:graphicFrameMkLst>
        </pc:graphicFrameChg>
      </pc:sldChg>
      <pc:sldChg chg="addSp delSp modSp">
        <pc:chgData name="이형관(HYUNGKWAN LEE)[freelee127]/책임/제조DX.제조DX솔루션.롤맵기술팀" userId="11e5d321-d4d4-41f3-bbb3-35683fc429a5" providerId="ADAL" clId="{98D250EA-5157-4B2C-A40D-FD7271DCCD17}" dt="2025-11-26T17:52:31.235" v="3302"/>
        <pc:sldMkLst>
          <pc:docMk/>
          <pc:sldMk cId="1685760430" sldId="2147482156"/>
        </pc:sldMkLst>
        <pc:spChg chg="del">
          <ac:chgData name="이형관(HYUNGKWAN LEE)[freelee127]/책임/제조DX.제조DX솔루션.롤맵기술팀" userId="11e5d321-d4d4-41f3-bbb3-35683fc429a5" providerId="ADAL" clId="{98D250EA-5157-4B2C-A40D-FD7271DCCD17}" dt="2025-11-26T17:51:14.900" v="3281" actId="478"/>
          <ac:spMkLst>
            <pc:docMk/>
            <pc:sldMk cId="1685760430" sldId="2147482156"/>
            <ac:spMk id="72" creationId="{CACB489D-BF46-445D-9092-7AB43F2D3796}"/>
          </ac:spMkLst>
        </pc:spChg>
        <pc:graphicFrameChg chg="add">
          <ac:chgData name="이형관(HYUNGKWAN LEE)[freelee127]/책임/제조DX.제조DX솔루션.롤맵기술팀" userId="11e5d321-d4d4-41f3-bbb3-35683fc429a5" providerId="ADAL" clId="{98D250EA-5157-4B2C-A40D-FD7271DCCD17}" dt="2025-11-26T17:52:31.235" v="3302"/>
          <ac:graphicFrameMkLst>
            <pc:docMk/>
            <pc:sldMk cId="1685760430" sldId="2147482156"/>
            <ac:graphicFrameMk id="18" creationId="{B990A7B1-E996-4113-80B5-AAA184F21C91}"/>
          </ac:graphicFrameMkLst>
        </pc:graphicFrameChg>
        <pc:graphicFrameChg chg="del mod">
          <ac:chgData name="이형관(HYUNGKWAN LEE)[freelee127]/책임/제조DX.제조DX솔루션.롤맵기술팀" userId="11e5d321-d4d4-41f3-bbb3-35683fc429a5" providerId="ADAL" clId="{98D250EA-5157-4B2C-A40D-FD7271DCCD17}" dt="2025-11-26T17:52:30.712" v="3301" actId="478"/>
          <ac:graphicFrameMkLst>
            <pc:docMk/>
            <pc:sldMk cId="1685760430" sldId="2147482156"/>
            <ac:graphicFrameMk id="59" creationId="{2AD5FA6F-897F-4D14-B8F9-49179AD9A341}"/>
          </ac:graphicFrameMkLst>
        </pc:graphicFrameChg>
      </pc:sldChg>
      <pc:sldChg chg="addSp delSp modSp">
        <pc:chgData name="이형관(HYUNGKWAN LEE)[freelee127]/책임/제조DX.제조DX솔루션.롤맵기술팀" userId="11e5d321-d4d4-41f3-bbb3-35683fc429a5" providerId="ADAL" clId="{98D250EA-5157-4B2C-A40D-FD7271DCCD17}" dt="2025-11-26T17:52:36.181" v="3304"/>
        <pc:sldMkLst>
          <pc:docMk/>
          <pc:sldMk cId="1270712381" sldId="2147482157"/>
        </pc:sldMkLst>
        <pc:spChg chg="del">
          <ac:chgData name="이형관(HYUNGKWAN LEE)[freelee127]/책임/제조DX.제조DX솔루션.롤맵기술팀" userId="11e5d321-d4d4-41f3-bbb3-35683fc429a5" providerId="ADAL" clId="{98D250EA-5157-4B2C-A40D-FD7271DCCD17}" dt="2025-11-26T17:51:21.745" v="3283" actId="478"/>
          <ac:spMkLst>
            <pc:docMk/>
            <pc:sldMk cId="1270712381" sldId="2147482157"/>
            <ac:spMk id="72" creationId="{D2244308-E154-4F1E-A899-7AF30D0C95EB}"/>
          </ac:spMkLst>
        </pc:spChg>
        <pc:graphicFrameChg chg="add del">
          <ac:chgData name="이형관(HYUNGKWAN LEE)[freelee127]/책임/제조DX.제조DX솔루션.롤맵기술팀" userId="11e5d321-d4d4-41f3-bbb3-35683fc429a5" providerId="ADAL" clId="{98D250EA-5157-4B2C-A40D-FD7271DCCD17}" dt="2025-11-26T17:51:25.426" v="3285"/>
          <ac:graphicFrameMkLst>
            <pc:docMk/>
            <pc:sldMk cId="1270712381" sldId="2147482157"/>
            <ac:graphicFrameMk id="3" creationId="{B269D5DD-8B58-40D5-B34C-D8A12382F163}"/>
          </ac:graphicFrameMkLst>
        </pc:graphicFrameChg>
        <pc:graphicFrameChg chg="add">
          <ac:chgData name="이형관(HYUNGKWAN LEE)[freelee127]/책임/제조DX.제조DX솔루션.롤맵기술팀" userId="11e5d321-d4d4-41f3-bbb3-35683fc429a5" providerId="ADAL" clId="{98D250EA-5157-4B2C-A40D-FD7271DCCD17}" dt="2025-11-26T17:52:36.181" v="3304"/>
          <ac:graphicFrameMkLst>
            <pc:docMk/>
            <pc:sldMk cId="1270712381" sldId="2147482157"/>
            <ac:graphicFrameMk id="19" creationId="{43FAB421-ACF7-410A-A8E8-3096BE50C555}"/>
          </ac:graphicFrameMkLst>
        </pc:graphicFrameChg>
        <pc:graphicFrameChg chg="del mod">
          <ac:chgData name="이형관(HYUNGKWAN LEE)[freelee127]/책임/제조DX.제조DX솔루션.롤맵기술팀" userId="11e5d321-d4d4-41f3-bbb3-35683fc429a5" providerId="ADAL" clId="{98D250EA-5157-4B2C-A40D-FD7271DCCD17}" dt="2025-11-26T17:52:35.648" v="3303" actId="478"/>
          <ac:graphicFrameMkLst>
            <pc:docMk/>
            <pc:sldMk cId="1270712381" sldId="2147482157"/>
            <ac:graphicFrameMk id="59" creationId="{2E232787-EA51-4857-8E03-A51235055CB5}"/>
          </ac:graphicFrameMkLst>
        </pc:graphicFrameChg>
      </pc:sldChg>
      <pc:sldChg chg="addSp delSp modSp">
        <pc:chgData name="이형관(HYUNGKWAN LEE)[freelee127]/책임/제조DX.제조DX솔루션.롤맵기술팀" userId="11e5d321-d4d4-41f3-bbb3-35683fc429a5" providerId="ADAL" clId="{98D250EA-5157-4B2C-A40D-FD7271DCCD17}" dt="2025-11-26T17:52:42.649" v="3306"/>
        <pc:sldMkLst>
          <pc:docMk/>
          <pc:sldMk cId="3468524003" sldId="2147482158"/>
        </pc:sldMkLst>
        <pc:spChg chg="del">
          <ac:chgData name="이형관(HYUNGKWAN LEE)[freelee127]/책임/제조DX.제조DX솔루션.롤맵기술팀" userId="11e5d321-d4d4-41f3-bbb3-35683fc429a5" providerId="ADAL" clId="{98D250EA-5157-4B2C-A40D-FD7271DCCD17}" dt="2025-11-26T17:51:30.643" v="3287" actId="478"/>
          <ac:spMkLst>
            <pc:docMk/>
            <pc:sldMk cId="3468524003" sldId="2147482158"/>
            <ac:spMk id="72" creationId="{76C2268D-3C14-4AA1-AF7D-2FC4AF1A1629}"/>
          </ac:spMkLst>
        </pc:spChg>
        <pc:graphicFrameChg chg="add">
          <ac:chgData name="이형관(HYUNGKWAN LEE)[freelee127]/책임/제조DX.제조DX솔루션.롤맵기술팀" userId="11e5d321-d4d4-41f3-bbb3-35683fc429a5" providerId="ADAL" clId="{98D250EA-5157-4B2C-A40D-FD7271DCCD17}" dt="2025-11-26T17:52:42.649" v="3306"/>
          <ac:graphicFrameMkLst>
            <pc:docMk/>
            <pc:sldMk cId="3468524003" sldId="2147482158"/>
            <ac:graphicFrameMk id="18" creationId="{4E22BB30-6CFC-4C3D-9731-68877F262519}"/>
          </ac:graphicFrameMkLst>
        </pc:graphicFrameChg>
        <pc:graphicFrameChg chg="del mod">
          <ac:chgData name="이형관(HYUNGKWAN LEE)[freelee127]/책임/제조DX.제조DX솔루션.롤맵기술팀" userId="11e5d321-d4d4-41f3-bbb3-35683fc429a5" providerId="ADAL" clId="{98D250EA-5157-4B2C-A40D-FD7271DCCD17}" dt="2025-11-26T17:52:42.216" v="3305" actId="478"/>
          <ac:graphicFrameMkLst>
            <pc:docMk/>
            <pc:sldMk cId="3468524003" sldId="2147482158"/>
            <ac:graphicFrameMk id="59" creationId="{3264E41B-0111-4A50-8165-2F7834A1A1CA}"/>
          </ac:graphicFrameMkLst>
        </pc:graphicFrameChg>
      </pc:sldChg>
      <pc:sldChg chg="addSp delSp modSp">
        <pc:chgData name="이형관(HYUNGKWAN LEE)[freelee127]/책임/제조DX.제조DX솔루션.롤맵기술팀" userId="11e5d321-d4d4-41f3-bbb3-35683fc429a5" providerId="ADAL" clId="{98D250EA-5157-4B2C-A40D-FD7271DCCD17}" dt="2025-11-26T17:52:48.446" v="3308"/>
        <pc:sldMkLst>
          <pc:docMk/>
          <pc:sldMk cId="3982393149" sldId="2147482159"/>
        </pc:sldMkLst>
        <pc:spChg chg="del">
          <ac:chgData name="이형관(HYUNGKWAN LEE)[freelee127]/책임/제조DX.제조DX솔루션.롤맵기술팀" userId="11e5d321-d4d4-41f3-bbb3-35683fc429a5" providerId="ADAL" clId="{98D250EA-5157-4B2C-A40D-FD7271DCCD17}" dt="2025-11-26T17:51:38.701" v="3289" actId="478"/>
          <ac:spMkLst>
            <pc:docMk/>
            <pc:sldMk cId="3982393149" sldId="2147482159"/>
            <ac:spMk id="72" creationId="{B8FC207E-E53B-4CF4-96A4-42C3944EDA02}"/>
          </ac:spMkLst>
        </pc:spChg>
        <pc:graphicFrameChg chg="add">
          <ac:chgData name="이형관(HYUNGKWAN LEE)[freelee127]/책임/제조DX.제조DX솔루션.롤맵기술팀" userId="11e5d321-d4d4-41f3-bbb3-35683fc429a5" providerId="ADAL" clId="{98D250EA-5157-4B2C-A40D-FD7271DCCD17}" dt="2025-11-26T17:52:48.446" v="3308"/>
          <ac:graphicFrameMkLst>
            <pc:docMk/>
            <pc:sldMk cId="3982393149" sldId="2147482159"/>
            <ac:graphicFrameMk id="18" creationId="{A1AA0E56-D750-4FE2-8B1E-30A9D86E97B9}"/>
          </ac:graphicFrameMkLst>
        </pc:graphicFrameChg>
        <pc:graphicFrameChg chg="del mod">
          <ac:chgData name="이형관(HYUNGKWAN LEE)[freelee127]/책임/제조DX.제조DX솔루션.롤맵기술팀" userId="11e5d321-d4d4-41f3-bbb3-35683fc429a5" providerId="ADAL" clId="{98D250EA-5157-4B2C-A40D-FD7271DCCD17}" dt="2025-11-26T17:52:47.900" v="3307" actId="478"/>
          <ac:graphicFrameMkLst>
            <pc:docMk/>
            <pc:sldMk cId="3982393149" sldId="2147482159"/>
            <ac:graphicFrameMk id="59" creationId="{B7D712C6-35F8-4B25-878E-42A94EC3610E}"/>
          </ac:graphicFrameMkLst>
        </pc:graphicFrameChg>
      </pc:sldChg>
      <pc:sldChg chg="addSp delSp modSp">
        <pc:chgData name="이형관(HYUNGKWAN LEE)[freelee127]/책임/제조DX.제조DX솔루션.롤맵기술팀" userId="11e5d321-d4d4-41f3-bbb3-35683fc429a5" providerId="ADAL" clId="{98D250EA-5157-4B2C-A40D-FD7271DCCD17}" dt="2025-11-26T17:52:54.411" v="3310"/>
        <pc:sldMkLst>
          <pc:docMk/>
          <pc:sldMk cId="4127400384" sldId="2147482160"/>
        </pc:sldMkLst>
        <pc:spChg chg="del">
          <ac:chgData name="이형관(HYUNGKWAN LEE)[freelee127]/책임/제조DX.제조DX솔루션.롤맵기술팀" userId="11e5d321-d4d4-41f3-bbb3-35683fc429a5" providerId="ADAL" clId="{98D250EA-5157-4B2C-A40D-FD7271DCCD17}" dt="2025-11-26T17:51:46.224" v="3291" actId="478"/>
          <ac:spMkLst>
            <pc:docMk/>
            <pc:sldMk cId="4127400384" sldId="2147482160"/>
            <ac:spMk id="71" creationId="{451EFCBC-B54C-4063-9D86-7FCF19877C22}"/>
          </ac:spMkLst>
        </pc:spChg>
        <pc:graphicFrameChg chg="add">
          <ac:chgData name="이형관(HYUNGKWAN LEE)[freelee127]/책임/제조DX.제조DX솔루션.롤맵기술팀" userId="11e5d321-d4d4-41f3-bbb3-35683fc429a5" providerId="ADAL" clId="{98D250EA-5157-4B2C-A40D-FD7271DCCD17}" dt="2025-11-26T17:52:54.411" v="3310"/>
          <ac:graphicFrameMkLst>
            <pc:docMk/>
            <pc:sldMk cId="4127400384" sldId="2147482160"/>
            <ac:graphicFrameMk id="17" creationId="{AE510A3E-A2F0-42D9-ADD6-281ADDDE2DD0}"/>
          </ac:graphicFrameMkLst>
        </pc:graphicFrameChg>
        <pc:graphicFrameChg chg="del mod">
          <ac:chgData name="이형관(HYUNGKWAN LEE)[freelee127]/책임/제조DX.제조DX솔루션.롤맵기술팀" userId="11e5d321-d4d4-41f3-bbb3-35683fc429a5" providerId="ADAL" clId="{98D250EA-5157-4B2C-A40D-FD7271DCCD17}" dt="2025-11-26T17:52:53.948" v="3309" actId="478"/>
          <ac:graphicFrameMkLst>
            <pc:docMk/>
            <pc:sldMk cId="4127400384" sldId="2147482160"/>
            <ac:graphicFrameMk id="58" creationId="{D1486B37-EB4E-4DBA-B192-32A9AE92E632}"/>
          </ac:graphicFrameMkLst>
        </pc:graphicFrameChg>
      </pc:sldChg>
      <pc:sldChg chg="modSp">
        <pc:chgData name="이형관(HYUNGKWAN LEE)[freelee127]/책임/제조DX.제조DX솔루션.롤맵기술팀" userId="11e5d321-d4d4-41f3-bbb3-35683fc429a5" providerId="ADAL" clId="{98D250EA-5157-4B2C-A40D-FD7271DCCD17}" dt="2025-11-26T13:57:51.472" v="3228" actId="20577"/>
        <pc:sldMkLst>
          <pc:docMk/>
          <pc:sldMk cId="2212638310" sldId="2147482164"/>
        </pc:sldMkLst>
        <pc:graphicFrameChg chg="mod modGraphic">
          <ac:chgData name="이형관(HYUNGKWAN LEE)[freelee127]/책임/제조DX.제조DX솔루션.롤맵기술팀" userId="11e5d321-d4d4-41f3-bbb3-35683fc429a5" providerId="ADAL" clId="{98D250EA-5157-4B2C-A40D-FD7271DCCD17}" dt="2025-11-26T13:57:51.472" v="3228" actId="20577"/>
          <ac:graphicFrameMkLst>
            <pc:docMk/>
            <pc:sldMk cId="2212638310" sldId="2147482164"/>
            <ac:graphicFrameMk id="3" creationId="{3E86696F-E35A-4B06-9B46-63A4A6A986C1}"/>
          </ac:graphicFrameMkLst>
        </pc:graphicFrameChg>
        <pc:graphicFrameChg chg="modGraphic">
          <ac:chgData name="이형관(HYUNGKWAN LEE)[freelee127]/책임/제조DX.제조DX솔루션.롤맵기술팀" userId="11e5d321-d4d4-41f3-bbb3-35683fc429a5" providerId="ADAL" clId="{98D250EA-5157-4B2C-A40D-FD7271DCCD17}" dt="2025-11-26T13:49:10.548" v="2462" actId="207"/>
          <ac:graphicFrameMkLst>
            <pc:docMk/>
            <pc:sldMk cId="2212638310" sldId="2147482164"/>
            <ac:graphicFrameMk id="20" creationId="{59845E70-C4E5-4740-A295-04E091284578}"/>
          </ac:graphicFrameMkLst>
        </pc:graphicFrameChg>
      </pc:sldChg>
      <pc:sldChg chg="addSp delSp modSp">
        <pc:chgData name="이형관(HYUNGKWAN LEE)[freelee127]/책임/제조DX.제조DX솔루션.롤맵기술팀" userId="11e5d321-d4d4-41f3-bbb3-35683fc429a5" providerId="ADAL" clId="{98D250EA-5157-4B2C-A40D-FD7271DCCD17}" dt="2025-11-26T13:47:50.481" v="2461" actId="478"/>
        <pc:sldMkLst>
          <pc:docMk/>
          <pc:sldMk cId="2657352785" sldId="2147482166"/>
        </pc:sldMkLst>
        <pc:spChg chg="mod">
          <ac:chgData name="이형관(HYUNGKWAN LEE)[freelee127]/책임/제조DX.제조DX솔루션.롤맵기술팀" userId="11e5d321-d4d4-41f3-bbb3-35683fc429a5" providerId="ADAL" clId="{98D250EA-5157-4B2C-A40D-FD7271DCCD17}" dt="2025-11-26T13:21:56.039" v="1" actId="20577"/>
          <ac:spMkLst>
            <pc:docMk/>
            <pc:sldMk cId="2657352785" sldId="2147482166"/>
            <ac:spMk id="18" creationId="{72943F47-EAEA-4391-A2BC-C7C33A8E8CFD}"/>
          </ac:spMkLst>
        </pc:spChg>
        <pc:graphicFrameChg chg="mod modGraphic">
          <ac:chgData name="이형관(HYUNGKWAN LEE)[freelee127]/책임/제조DX.제조DX솔루션.롤맵기술팀" userId="11e5d321-d4d4-41f3-bbb3-35683fc429a5" providerId="ADAL" clId="{98D250EA-5157-4B2C-A40D-FD7271DCCD17}" dt="2025-11-26T13:47:44.748" v="2460" actId="20577"/>
          <ac:graphicFrameMkLst>
            <pc:docMk/>
            <pc:sldMk cId="2657352785" sldId="2147482166"/>
            <ac:graphicFrameMk id="3" creationId="{3E86696F-E35A-4B06-9B46-63A4A6A986C1}"/>
          </ac:graphicFrameMkLst>
        </pc:graphicFrameChg>
        <pc:picChg chg="add del mod">
          <ac:chgData name="이형관(HYUNGKWAN LEE)[freelee127]/책임/제조DX.제조DX솔루션.롤맵기술팀" userId="11e5d321-d4d4-41f3-bbb3-35683fc429a5" providerId="ADAL" clId="{98D250EA-5157-4B2C-A40D-FD7271DCCD17}" dt="2025-11-26T13:47:50.481" v="2461" actId="478"/>
          <ac:picMkLst>
            <pc:docMk/>
            <pc:sldMk cId="2657352785" sldId="2147482166"/>
            <ac:picMk id="2" creationId="{B1ADDD8B-C5D7-4C4F-B7E2-776337211730}"/>
          </ac:picMkLst>
        </pc:picChg>
      </pc:sldChg>
    </pc:docChg>
  </pc:docChgLst>
  <pc:docChgLst>
    <pc:chgData name="이형관(HYUNGKWAN LEE)[freelee127]/책임/제조DX.제조DX솔루션.롤맵기술팀" userId="11e5d321-d4d4-41f3-bbb3-35683fc429a5" providerId="ADAL" clId="{D2B8BB0F-7BD6-4BA4-B6AF-AB2DD1B46B78}"/>
    <pc:docChg chg="addSld delSld modSld modSection">
      <pc:chgData name="이형관(HYUNGKWAN LEE)[freelee127]/책임/제조DX.제조DX솔루션.롤맵기술팀" userId="11e5d321-d4d4-41f3-bbb3-35683fc429a5" providerId="ADAL" clId="{D2B8BB0F-7BD6-4BA4-B6AF-AB2DD1B46B78}" dt="2025-10-15T02:49:50.011" v="3" actId="2696"/>
      <pc:docMkLst>
        <pc:docMk/>
      </pc:docMkLst>
    </pc:docChg>
  </pc:docChgLst>
  <pc:docChgLst>
    <pc:chgData name="전기영(GIYEONG JEON)[jeongy]/책임/제조DX.제조DX솔루션.롤맵기술팀" userId="9bc6f0c3-3ae2-4a3b-ab31-c290bb6ed01a" providerId="ADAL" clId="{7DB528D0-FAA3-472B-BC45-1306E288E2E5}"/>
    <pc:docChg chg="custSel modSld">
      <pc:chgData name="전기영(GIYEONG JEON)[jeongy]/책임/제조DX.제조DX솔루션.롤맵기술팀" userId="9bc6f0c3-3ae2-4a3b-ab31-c290bb6ed01a" providerId="ADAL" clId="{7DB528D0-FAA3-472B-BC45-1306E288E2E5}" dt="2025-11-19T10:44:19.966" v="144" actId="207"/>
      <pc:docMkLst>
        <pc:docMk/>
      </pc:docMkLst>
      <pc:sldChg chg="modSp">
        <pc:chgData name="전기영(GIYEONG JEON)[jeongy]/책임/제조DX.제조DX솔루션.롤맵기술팀" userId="9bc6f0c3-3ae2-4a3b-ab31-c290bb6ed01a" providerId="ADAL" clId="{7DB528D0-FAA3-472B-BC45-1306E288E2E5}" dt="2025-11-19T10:42:25.617" v="123" actId="20577"/>
        <pc:sldMkLst>
          <pc:docMk/>
          <pc:sldMk cId="3266697761" sldId="2278"/>
        </pc:sldMkLst>
        <pc:spChg chg="mod">
          <ac:chgData name="전기영(GIYEONG JEON)[jeongy]/책임/제조DX.제조DX솔루션.롤맵기술팀" userId="9bc6f0c3-3ae2-4a3b-ab31-c290bb6ed01a" providerId="ADAL" clId="{7DB528D0-FAA3-472B-BC45-1306E288E2E5}" dt="2025-11-19T10:42:25.617" v="123" actId="20577"/>
          <ac:spMkLst>
            <pc:docMk/>
            <pc:sldMk cId="3266697761" sldId="2278"/>
            <ac:spMk id="18" creationId="{FC55D7C3-19BB-417C-88D2-249E3D408DED}"/>
          </ac:spMkLst>
        </pc:spChg>
      </pc:sldChg>
      <pc:sldChg chg="modSp">
        <pc:chgData name="전기영(GIYEONG JEON)[jeongy]/책임/제조DX.제조DX솔루션.롤맵기술팀" userId="9bc6f0c3-3ae2-4a3b-ab31-c290bb6ed01a" providerId="ADAL" clId="{7DB528D0-FAA3-472B-BC45-1306E288E2E5}" dt="2025-11-19T10:44:19.966" v="144" actId="207"/>
        <pc:sldMkLst>
          <pc:docMk/>
          <pc:sldMk cId="2069960929" sldId="2147482097"/>
        </pc:sldMkLst>
        <pc:graphicFrameChg chg="mod modGraphic">
          <ac:chgData name="전기영(GIYEONG JEON)[jeongy]/책임/제조DX.제조DX솔루션.롤맵기술팀" userId="9bc6f0c3-3ae2-4a3b-ab31-c290bb6ed01a" providerId="ADAL" clId="{7DB528D0-FAA3-472B-BC45-1306E288E2E5}" dt="2025-11-19T10:44:19.966" v="144" actId="207"/>
          <ac:graphicFrameMkLst>
            <pc:docMk/>
            <pc:sldMk cId="2069960929" sldId="2147482097"/>
            <ac:graphicFrameMk id="2" creationId="{534EE123-7406-4F16-AB1D-7380FC4446F3}"/>
          </ac:graphicFrameMkLst>
        </pc:graphicFrameChg>
      </pc:sldChg>
    </pc:docChg>
  </pc:docChgLst>
  <pc:docChgLst>
    <pc:chgData name="이희원(HEEWON LEE)[heewon98]/선임/제조DX.제조DX솔루션.셀추적기술팀" userId="8f304cbb-bc09-4a19-abe9-f7657ad9f80a" providerId="ADAL" clId="{D9FB96E1-0FF6-432E-8ED5-8B72B25E7054}"/>
    <pc:docChg chg="undo custSel modSld">
      <pc:chgData name="이희원(HEEWON LEE)[heewon98]/선임/제조DX.제조DX솔루션.셀추적기술팀" userId="8f304cbb-bc09-4a19-abe9-f7657ad9f80a" providerId="ADAL" clId="{D9FB96E1-0FF6-432E-8ED5-8B72B25E7054}" dt="2025-11-12T00:28:05.871" v="256" actId="20577"/>
      <pc:docMkLst>
        <pc:docMk/>
      </pc:docMkLst>
      <pc:sldChg chg="modSp mod">
        <pc:chgData name="이희원(HEEWON LEE)[heewon98]/선임/제조DX.제조DX솔루션.셀추적기술팀" userId="8f304cbb-bc09-4a19-abe9-f7657ad9f80a" providerId="ADAL" clId="{D9FB96E1-0FF6-432E-8ED5-8B72B25E7054}" dt="2025-11-12T00:28:05.871" v="256" actId="20577"/>
        <pc:sldMkLst>
          <pc:docMk/>
          <pc:sldMk cId="2130555548" sldId="2147481730"/>
        </pc:sldMkLst>
        <pc:spChg chg="mod">
          <ac:chgData name="이희원(HEEWON LEE)[heewon98]/선임/제조DX.제조DX솔루션.셀추적기술팀" userId="8f304cbb-bc09-4a19-abe9-f7657ad9f80a" providerId="ADAL" clId="{D9FB96E1-0FF6-432E-8ED5-8B72B25E7054}" dt="2025-11-11T02:17:26.742" v="4" actId="20577"/>
          <ac:spMkLst>
            <pc:docMk/>
            <pc:sldMk cId="2130555548" sldId="2147481730"/>
            <ac:spMk id="19" creationId="{ADF5974A-A7FA-4655-ABC5-EE48FEFF31B0}"/>
          </ac:spMkLst>
        </pc:spChg>
        <pc:spChg chg="mod">
          <ac:chgData name="이희원(HEEWON LEE)[heewon98]/선임/제조DX.제조DX솔루션.셀추적기술팀" userId="8f304cbb-bc09-4a19-abe9-f7657ad9f80a" providerId="ADAL" clId="{D9FB96E1-0FF6-432E-8ED5-8B72B25E7054}" dt="2025-11-12T00:28:05.871" v="256" actId="20577"/>
          <ac:spMkLst>
            <pc:docMk/>
            <pc:sldMk cId="2130555548" sldId="2147481730"/>
            <ac:spMk id="21" creationId="{4C3181BD-8769-4C0D-8973-C9F2BE0DC598}"/>
          </ac:spMkLst>
        </pc:spChg>
        <pc:graphicFrameChg chg="modGraphic">
          <ac:chgData name="이희원(HEEWON LEE)[heewon98]/선임/제조DX.제조DX솔루션.셀추적기술팀" userId="8f304cbb-bc09-4a19-abe9-f7657ad9f80a" providerId="ADAL" clId="{D9FB96E1-0FF6-432E-8ED5-8B72B25E7054}" dt="2025-11-11T02:17:59.612" v="99" actId="20577"/>
          <ac:graphicFrameMkLst>
            <pc:docMk/>
            <pc:sldMk cId="2130555548" sldId="2147481730"/>
            <ac:graphicFrameMk id="13" creationId="{F757E1E4-6685-4945-A4F6-DAED56351FBF}"/>
          </ac:graphicFrameMkLst>
        </pc:graphicFrameChg>
        <pc:graphicFrameChg chg="mod modGraphic">
          <ac:chgData name="이희원(HEEWON LEE)[heewon98]/선임/제조DX.제조DX솔루션.셀추적기술팀" userId="8f304cbb-bc09-4a19-abe9-f7657ad9f80a" providerId="ADAL" clId="{D9FB96E1-0FF6-432E-8ED5-8B72B25E7054}" dt="2025-11-12T00:27:37.448" v="242" actId="20577"/>
          <ac:graphicFrameMkLst>
            <pc:docMk/>
            <pc:sldMk cId="2130555548" sldId="2147481730"/>
            <ac:graphicFrameMk id="22" creationId="{B02B6D3C-8280-40F3-A00D-10FE913F7CAF}"/>
          </ac:graphicFrameMkLst>
        </pc:graphicFrameChg>
      </pc:sldChg>
      <pc:sldChg chg="modSp mod">
        <pc:chgData name="이희원(HEEWON LEE)[heewon98]/선임/제조DX.제조DX솔루션.셀추적기술팀" userId="8f304cbb-bc09-4a19-abe9-f7657ad9f80a" providerId="ADAL" clId="{D9FB96E1-0FF6-432E-8ED5-8B72B25E7054}" dt="2025-11-11T02:19:03.360" v="111" actId="207"/>
        <pc:sldMkLst>
          <pc:docMk/>
          <pc:sldMk cId="2847513058" sldId="2147481898"/>
        </pc:sldMkLst>
        <pc:spChg chg="mod">
          <ac:chgData name="이희원(HEEWON LEE)[heewon98]/선임/제조DX.제조DX솔루션.셀추적기술팀" userId="8f304cbb-bc09-4a19-abe9-f7657ad9f80a" providerId="ADAL" clId="{D9FB96E1-0FF6-432E-8ED5-8B72B25E7054}" dt="2025-11-11T02:18:36.001" v="102" actId="20577"/>
          <ac:spMkLst>
            <pc:docMk/>
            <pc:sldMk cId="2847513058" sldId="2147481898"/>
            <ac:spMk id="10" creationId="{FED33F4D-E025-48E2-95AA-BF79E1C3DFD6}"/>
          </ac:spMkLst>
        </pc:spChg>
        <pc:graphicFrameChg chg="modGraphic">
          <ac:chgData name="이희원(HEEWON LEE)[heewon98]/선임/제조DX.제조DX솔루션.셀추적기술팀" userId="8f304cbb-bc09-4a19-abe9-f7657ad9f80a" providerId="ADAL" clId="{D9FB96E1-0FF6-432E-8ED5-8B72B25E7054}" dt="2025-11-11T02:18:54.457" v="108" actId="207"/>
          <ac:graphicFrameMkLst>
            <pc:docMk/>
            <pc:sldMk cId="2847513058" sldId="2147481898"/>
            <ac:graphicFrameMk id="13" creationId="{AB683A59-EE75-4381-9691-5E781C900586}"/>
          </ac:graphicFrameMkLst>
        </pc:graphicFrameChg>
        <pc:graphicFrameChg chg="modGraphic">
          <ac:chgData name="이희원(HEEWON LEE)[heewon98]/선임/제조DX.제조DX솔루션.셀추적기술팀" userId="8f304cbb-bc09-4a19-abe9-f7657ad9f80a" providerId="ADAL" clId="{D9FB96E1-0FF6-432E-8ED5-8B72B25E7054}" dt="2025-11-11T02:19:00.738" v="110" actId="207"/>
          <ac:graphicFrameMkLst>
            <pc:docMk/>
            <pc:sldMk cId="2847513058" sldId="2147481898"/>
            <ac:graphicFrameMk id="14" creationId="{6FC87DDF-ACA3-4032-96CA-AAB9625C9BD7}"/>
          </ac:graphicFrameMkLst>
        </pc:graphicFrameChg>
        <pc:graphicFrameChg chg="modGraphic">
          <ac:chgData name="이희원(HEEWON LEE)[heewon98]/선임/제조DX.제조DX솔루션.셀추적기술팀" userId="8f304cbb-bc09-4a19-abe9-f7657ad9f80a" providerId="ADAL" clId="{D9FB96E1-0FF6-432E-8ED5-8B72B25E7054}" dt="2025-11-11T02:19:03.360" v="111" actId="207"/>
          <ac:graphicFrameMkLst>
            <pc:docMk/>
            <pc:sldMk cId="2847513058" sldId="2147481898"/>
            <ac:graphicFrameMk id="15" creationId="{5E58FC19-0873-487C-BE7D-3D3157207B88}"/>
          </ac:graphicFrameMkLst>
        </pc:graphicFrameChg>
        <pc:graphicFrameChg chg="modGraphic">
          <ac:chgData name="이희원(HEEWON LEE)[heewon98]/선임/제조DX.제조DX솔루션.셀추적기술팀" userId="8f304cbb-bc09-4a19-abe9-f7657ad9f80a" providerId="ADAL" clId="{D9FB96E1-0FF6-432E-8ED5-8B72B25E7054}" dt="2025-11-11T02:18:56.826" v="109" actId="207"/>
          <ac:graphicFrameMkLst>
            <pc:docMk/>
            <pc:sldMk cId="2847513058" sldId="2147481898"/>
            <ac:graphicFrameMk id="16" creationId="{B25CC356-1EE1-4577-BCA0-736DC496DFA1}"/>
          </ac:graphicFrameMkLst>
        </pc:graphicFrameChg>
        <pc:graphicFrameChg chg="modGraphic">
          <ac:chgData name="이희원(HEEWON LEE)[heewon98]/선임/제조DX.제조DX솔루션.셀추적기술팀" userId="8f304cbb-bc09-4a19-abe9-f7657ad9f80a" providerId="ADAL" clId="{D9FB96E1-0FF6-432E-8ED5-8B72B25E7054}" dt="2025-11-11T02:18:45.097" v="105" actId="207"/>
          <ac:graphicFrameMkLst>
            <pc:docMk/>
            <pc:sldMk cId="2847513058" sldId="2147481898"/>
            <ac:graphicFrameMk id="128" creationId="{BBF379D4-99A2-4D31-9CB5-2BDACF36F890}"/>
          </ac:graphicFrameMkLst>
        </pc:graphicFrameChg>
      </pc:sldChg>
    </pc:docChg>
  </pc:docChgLst>
  <pc:docChgLst>
    <pc:chgData name="이희원(HEEWON LEE)[heewon98]/선임/제조DX.제조DX솔루션.셀추적기술팀" userId="8f304cbb-bc09-4a19-abe9-f7657ad9f80a" providerId="ADAL" clId="{24BC273E-0A69-4298-82C9-36106949EE27}"/>
    <pc:docChg chg="modSld sldOrd">
      <pc:chgData name="이희원(HEEWON LEE)[heewon98]/선임/제조DX.제조DX솔루션.셀추적기술팀" userId="8f304cbb-bc09-4a19-abe9-f7657ad9f80a" providerId="ADAL" clId="{24BC273E-0A69-4298-82C9-36106949EE27}" dt="2025-11-26T00:30:20.171" v="3"/>
      <pc:docMkLst>
        <pc:docMk/>
      </pc:docMkLst>
      <pc:sldChg chg="modSp mod">
        <pc:chgData name="이희원(HEEWON LEE)[heewon98]/선임/제조DX.제조DX솔루션.셀추적기술팀" userId="8f304cbb-bc09-4a19-abe9-f7657ad9f80a" providerId="ADAL" clId="{24BC273E-0A69-4298-82C9-36106949EE27}" dt="2025-11-26T00:30:03.519" v="1" actId="20577"/>
        <pc:sldMkLst>
          <pc:docMk/>
          <pc:sldMk cId="2130555548" sldId="2147481730"/>
        </pc:sldMkLst>
        <pc:spChg chg="mod">
          <ac:chgData name="이희원(HEEWON LEE)[heewon98]/선임/제조DX.제조DX솔루션.셀추적기술팀" userId="8f304cbb-bc09-4a19-abe9-f7657ad9f80a" providerId="ADAL" clId="{24BC273E-0A69-4298-82C9-36106949EE27}" dt="2025-11-26T00:30:03.519" v="1" actId="20577"/>
          <ac:spMkLst>
            <pc:docMk/>
            <pc:sldMk cId="2130555548" sldId="2147481730"/>
            <ac:spMk id="19" creationId="{ADF5974A-A7FA-4655-ABC5-EE48FEFF31B0}"/>
          </ac:spMkLst>
        </pc:spChg>
      </pc:sldChg>
      <pc:sldChg chg="ord">
        <pc:chgData name="이희원(HEEWON LEE)[heewon98]/선임/제조DX.제조DX솔루션.셀추적기술팀" userId="8f304cbb-bc09-4a19-abe9-f7657ad9f80a" providerId="ADAL" clId="{24BC273E-0A69-4298-82C9-36106949EE27}" dt="2025-11-26T00:30:20.171" v="3"/>
        <pc:sldMkLst>
          <pc:docMk/>
          <pc:sldMk cId="2847513058" sldId="2147481898"/>
        </pc:sldMkLst>
      </pc:sldChg>
    </pc:docChg>
  </pc:docChgLst>
  <pc:docChgLst>
    <pc:chgData name="이성규 " userId="98dcb10c-4041-40a2-af36-ccf93803936b" providerId="ADAL" clId="{FB5A83B7-018E-40DE-8C1B-739DC0305052}"/>
    <pc:docChg chg="undo custSel modSld">
      <pc:chgData name="이성규 " userId="98dcb10c-4041-40a2-af36-ccf93803936b" providerId="ADAL" clId="{FB5A83B7-018E-40DE-8C1B-739DC0305052}" dt="2025-10-30T01:34:15.344" v="497" actId="20577"/>
      <pc:docMkLst>
        <pc:docMk/>
      </pc:docMkLst>
      <pc:sldChg chg="modSp">
        <pc:chgData name="이성규 " userId="98dcb10c-4041-40a2-af36-ccf93803936b" providerId="ADAL" clId="{FB5A83B7-018E-40DE-8C1B-739DC0305052}" dt="2025-10-30T01:34:15.344" v="497" actId="20577"/>
        <pc:sldMkLst>
          <pc:docMk/>
          <pc:sldMk cId="1007887036" sldId="2147481943"/>
        </pc:sldMkLst>
        <pc:spChg chg="mod">
          <ac:chgData name="이성규 " userId="98dcb10c-4041-40a2-af36-ccf93803936b" providerId="ADAL" clId="{FB5A83B7-018E-40DE-8C1B-739DC0305052}" dt="2025-10-29T03:16:49.544" v="405" actId="1076"/>
          <ac:spMkLst>
            <pc:docMk/>
            <pc:sldMk cId="1007887036" sldId="2147481943"/>
            <ac:spMk id="15" creationId="{0EDE0EFF-7719-46F8-A003-8AAECD70C084}"/>
          </ac:spMkLst>
        </pc:spChg>
        <pc:spChg chg="mod">
          <ac:chgData name="이성규 " userId="98dcb10c-4041-40a2-af36-ccf93803936b" providerId="ADAL" clId="{FB5A83B7-018E-40DE-8C1B-739DC0305052}" dt="2025-10-29T00:31:45.910" v="51" actId="20577"/>
          <ac:spMkLst>
            <pc:docMk/>
            <pc:sldMk cId="1007887036" sldId="2147481943"/>
            <ac:spMk id="22" creationId="{81B17DB2-3DCC-4A8F-9347-F9695BEF8B6D}"/>
          </ac:spMkLst>
        </pc:spChg>
        <pc:spChg chg="mod">
          <ac:chgData name="이성규 " userId="98dcb10c-4041-40a2-af36-ccf93803936b" providerId="ADAL" clId="{FB5A83B7-018E-40DE-8C1B-739DC0305052}" dt="2025-10-29T03:16:14.279" v="392" actId="1076"/>
          <ac:spMkLst>
            <pc:docMk/>
            <pc:sldMk cId="1007887036" sldId="2147481943"/>
            <ac:spMk id="23" creationId="{348A78E2-9BDF-41FE-98FE-4B49AB5E73A0}"/>
          </ac:spMkLst>
        </pc:spChg>
        <pc:spChg chg="mod">
          <ac:chgData name="이성규 " userId="98dcb10c-4041-40a2-af36-ccf93803936b" providerId="ADAL" clId="{FB5A83B7-018E-40DE-8C1B-739DC0305052}" dt="2025-10-29T03:16:47.402" v="404" actId="1076"/>
          <ac:spMkLst>
            <pc:docMk/>
            <pc:sldMk cId="1007887036" sldId="2147481943"/>
            <ac:spMk id="24" creationId="{83CBEDA6-7AF4-45FC-8DFC-D0DEAF38622D}"/>
          </ac:spMkLst>
        </pc:spChg>
        <pc:spChg chg="mod">
          <ac:chgData name="이성규 " userId="98dcb10c-4041-40a2-af36-ccf93803936b" providerId="ADAL" clId="{FB5A83B7-018E-40DE-8C1B-739DC0305052}" dt="2025-10-29T03:16:53.076" v="406" actId="1076"/>
          <ac:spMkLst>
            <pc:docMk/>
            <pc:sldMk cId="1007887036" sldId="2147481943"/>
            <ac:spMk id="25" creationId="{3FFA8F30-A80C-42A6-B2A2-A57FA43EFC72}"/>
          </ac:spMkLst>
        </pc:spChg>
        <pc:graphicFrameChg chg="modGraphic">
          <ac:chgData name="이성규 " userId="98dcb10c-4041-40a2-af36-ccf93803936b" providerId="ADAL" clId="{FB5A83B7-018E-40DE-8C1B-739DC0305052}" dt="2025-10-29T00:30:36.659" v="11" actId="20577"/>
          <ac:graphicFrameMkLst>
            <pc:docMk/>
            <pc:sldMk cId="1007887036" sldId="2147481943"/>
            <ac:graphicFrameMk id="2" creationId="{C71CE0D6-01CC-4FCA-BCC0-69BDDE1CF5E4}"/>
          </ac:graphicFrameMkLst>
        </pc:graphicFrameChg>
        <pc:graphicFrameChg chg="mod modGraphic">
          <ac:chgData name="이성규 " userId="98dcb10c-4041-40a2-af36-ccf93803936b" providerId="ADAL" clId="{FB5A83B7-018E-40DE-8C1B-739DC0305052}" dt="2025-10-29T03:16:39.619" v="403"/>
          <ac:graphicFrameMkLst>
            <pc:docMk/>
            <pc:sldMk cId="1007887036" sldId="2147481943"/>
            <ac:graphicFrameMk id="3" creationId="{2AFD5F15-67A7-4DE0-B97B-E94C6F9E69D9}"/>
          </ac:graphicFrameMkLst>
        </pc:graphicFrameChg>
        <pc:graphicFrameChg chg="mod modGraphic">
          <ac:chgData name="이성규 " userId="98dcb10c-4041-40a2-af36-ccf93803936b" providerId="ADAL" clId="{FB5A83B7-018E-40DE-8C1B-739DC0305052}" dt="2025-10-30T01:34:15.344" v="497" actId="20577"/>
          <ac:graphicFrameMkLst>
            <pc:docMk/>
            <pc:sldMk cId="1007887036" sldId="2147481943"/>
            <ac:graphicFrameMk id="7" creationId="{3E86696F-E35A-4B06-9B46-63A4A6A986C1}"/>
          </ac:graphicFrameMkLst>
        </pc:graphicFrameChg>
      </pc:sldChg>
    </pc:docChg>
  </pc:docChgLst>
  <pc:docChgLst>
    <pc:chgData name="김석중(SEOKJUNG KIM)[ksj_0420]/사원/제조DX.제조DX솔루션.롤맵기술팀" userId="4e10f057-622c-4bad-88ca-d96f01a66173" providerId="ADAL" clId="{CAC677A2-FED1-43E6-814E-0C44E9389AA2}"/>
    <pc:docChg chg="undo custSel modSld">
      <pc:chgData name="김석중(SEOKJUNG KIM)[ksj_0420]/사원/제조DX.제조DX솔루션.롤맵기술팀" userId="4e10f057-622c-4bad-88ca-d96f01a66173" providerId="ADAL" clId="{CAC677A2-FED1-43E6-814E-0C44E9389AA2}" dt="2025-12-10T06:33:01.985" v="1234" actId="20577"/>
      <pc:docMkLst>
        <pc:docMk/>
      </pc:docMkLst>
      <pc:sldChg chg="modSp mod">
        <pc:chgData name="김석중(SEOKJUNG KIM)[ksj_0420]/사원/제조DX.제조DX솔루션.롤맵기술팀" userId="4e10f057-622c-4bad-88ca-d96f01a66173" providerId="ADAL" clId="{CAC677A2-FED1-43E6-814E-0C44E9389AA2}" dt="2025-12-10T06:20:06.611" v="642" actId="207"/>
        <pc:sldMkLst>
          <pc:docMk/>
          <pc:sldMk cId="31248691" sldId="2147481916"/>
        </pc:sldMkLst>
        <pc:spChg chg="mod">
          <ac:chgData name="김석중(SEOKJUNG KIM)[ksj_0420]/사원/제조DX.제조DX솔루션.롤맵기술팀" userId="4e10f057-622c-4bad-88ca-d96f01a66173" providerId="ADAL" clId="{CAC677A2-FED1-43E6-814E-0C44E9389AA2}" dt="2025-12-10T06:18:30.854" v="272" actId="20577"/>
          <ac:spMkLst>
            <pc:docMk/>
            <pc:sldMk cId="31248691" sldId="2147481916"/>
            <ac:spMk id="18" creationId="{72943F47-EAEA-4391-A2BC-C7C33A8E8CFD}"/>
          </ac:spMkLst>
        </pc:spChg>
        <pc:graphicFrameChg chg="mod modGraphic">
          <ac:chgData name="김석중(SEOKJUNG KIM)[ksj_0420]/사원/제조DX.제조DX솔루션.롤맵기술팀" userId="4e10f057-622c-4bad-88ca-d96f01a66173" providerId="ADAL" clId="{CAC677A2-FED1-43E6-814E-0C44E9389AA2}" dt="2025-12-10T06:20:06.611" v="642" actId="207"/>
          <ac:graphicFrameMkLst>
            <pc:docMk/>
            <pc:sldMk cId="31248691" sldId="2147481916"/>
            <ac:graphicFrameMk id="3" creationId="{3E86696F-E35A-4B06-9B46-63A4A6A986C1}"/>
          </ac:graphicFrameMkLst>
        </pc:graphicFrameChg>
      </pc:sldChg>
      <pc:sldChg chg="modSp mod">
        <pc:chgData name="김석중(SEOKJUNG KIM)[ksj_0420]/사원/제조DX.제조DX솔루션.롤맵기술팀" userId="4e10f057-622c-4bad-88ca-d96f01a66173" providerId="ADAL" clId="{CAC677A2-FED1-43E6-814E-0C44E9389AA2}" dt="2025-12-10T06:26:40.402" v="1136" actId="207"/>
        <pc:sldMkLst>
          <pc:docMk/>
          <pc:sldMk cId="2827412370" sldId="2147481939"/>
        </pc:sldMkLst>
        <pc:spChg chg="mod">
          <ac:chgData name="김석중(SEOKJUNG KIM)[ksj_0420]/사원/제조DX.제조DX솔루션.롤맵기술팀" userId="4e10f057-622c-4bad-88ca-d96f01a66173" providerId="ADAL" clId="{CAC677A2-FED1-43E6-814E-0C44E9389AA2}" dt="2025-12-10T06:20:33.429" v="648" actId="20577"/>
          <ac:spMkLst>
            <pc:docMk/>
            <pc:sldMk cId="2827412370" sldId="2147481939"/>
            <ac:spMk id="18" creationId="{72943F47-EAEA-4391-A2BC-C7C33A8E8CFD}"/>
          </ac:spMkLst>
        </pc:spChg>
        <pc:graphicFrameChg chg="mod modGraphic">
          <ac:chgData name="김석중(SEOKJUNG KIM)[ksj_0420]/사원/제조DX.제조DX솔루션.롤맵기술팀" userId="4e10f057-622c-4bad-88ca-d96f01a66173" providerId="ADAL" clId="{CAC677A2-FED1-43E6-814E-0C44E9389AA2}" dt="2025-12-10T06:26:40.402" v="1136" actId="207"/>
          <ac:graphicFrameMkLst>
            <pc:docMk/>
            <pc:sldMk cId="2827412370" sldId="2147481939"/>
            <ac:graphicFrameMk id="3" creationId="{3E86696F-E35A-4B06-9B46-63A4A6A986C1}"/>
          </ac:graphicFrameMkLst>
        </pc:graphicFrameChg>
      </pc:sldChg>
      <pc:sldChg chg="modSp mod">
        <pc:chgData name="김석중(SEOKJUNG KIM)[ksj_0420]/사원/제조DX.제조DX솔루션.롤맵기술팀" userId="4e10f057-622c-4bad-88ca-d96f01a66173" providerId="ADAL" clId="{CAC677A2-FED1-43E6-814E-0C44E9389AA2}" dt="2025-12-10T06:31:24.511" v="1158" actId="20577"/>
        <pc:sldMkLst>
          <pc:docMk/>
          <pc:sldMk cId="3218446010" sldId="2147481940"/>
        </pc:sldMkLst>
        <pc:graphicFrameChg chg="modGraphic">
          <ac:chgData name="김석중(SEOKJUNG KIM)[ksj_0420]/사원/제조DX.제조DX솔루션.롤맵기술팀" userId="4e10f057-622c-4bad-88ca-d96f01a66173" providerId="ADAL" clId="{CAC677A2-FED1-43E6-814E-0C44E9389AA2}" dt="2025-12-10T06:31:24.511" v="1158" actId="20577"/>
          <ac:graphicFrameMkLst>
            <pc:docMk/>
            <pc:sldMk cId="3218446010" sldId="2147481940"/>
            <ac:graphicFrameMk id="18" creationId="{BAF0B2EF-E0A9-4EBE-8B41-8BAD7EC3E9EB}"/>
          </ac:graphicFrameMkLst>
        </pc:graphicFrameChg>
      </pc:sldChg>
      <pc:sldChg chg="modSp mod">
        <pc:chgData name="김석중(SEOKJUNG KIM)[ksj_0420]/사원/제조DX.제조DX솔루션.롤맵기술팀" userId="4e10f057-622c-4bad-88ca-d96f01a66173" providerId="ADAL" clId="{CAC677A2-FED1-43E6-814E-0C44E9389AA2}" dt="2025-12-10T06:20:28.491" v="645" actId="20577"/>
        <pc:sldMkLst>
          <pc:docMk/>
          <pc:sldMk cId="120050373" sldId="2147481971"/>
        </pc:sldMkLst>
        <pc:spChg chg="mod">
          <ac:chgData name="김석중(SEOKJUNG KIM)[ksj_0420]/사원/제조DX.제조DX솔루션.롤맵기술팀" userId="4e10f057-622c-4bad-88ca-d96f01a66173" providerId="ADAL" clId="{CAC677A2-FED1-43E6-814E-0C44E9389AA2}" dt="2025-12-10T06:20:28.491" v="645" actId="20577"/>
          <ac:spMkLst>
            <pc:docMk/>
            <pc:sldMk cId="120050373" sldId="2147481971"/>
            <ac:spMk id="18" creationId="{72943F47-EAEA-4391-A2BC-C7C33A8E8CFD}"/>
          </ac:spMkLst>
        </pc:spChg>
      </pc:sldChg>
      <pc:sldChg chg="modSp mod">
        <pc:chgData name="김석중(SEOKJUNG KIM)[ksj_0420]/사원/제조DX.제조DX솔루션.롤맵기술팀" userId="4e10f057-622c-4bad-88ca-d96f01a66173" providerId="ADAL" clId="{CAC677A2-FED1-43E6-814E-0C44E9389AA2}" dt="2025-12-10T06:33:01.985" v="1234" actId="20577"/>
        <pc:sldMkLst>
          <pc:docMk/>
          <pc:sldMk cId="719476191" sldId="2147482153"/>
        </pc:sldMkLst>
        <pc:graphicFrameChg chg="mod">
          <ac:chgData name="김석중(SEOKJUNG KIM)[ksj_0420]/사원/제조DX.제조DX솔루션.롤맵기술팀" userId="4e10f057-622c-4bad-88ca-d96f01a66173" providerId="ADAL" clId="{CAC677A2-FED1-43E6-814E-0C44E9389AA2}" dt="2025-12-10T06:31:31.350" v="1159"/>
          <ac:graphicFrameMkLst>
            <pc:docMk/>
            <pc:sldMk cId="719476191" sldId="2147482153"/>
            <ac:graphicFrameMk id="16" creationId="{7D721578-E29B-1908-F5C8-865F5E8CB423}"/>
          </ac:graphicFrameMkLst>
        </pc:graphicFrameChg>
        <pc:graphicFrameChg chg="mod modGraphic">
          <ac:chgData name="김석중(SEOKJUNG KIM)[ksj_0420]/사원/제조DX.제조DX솔루션.롤맵기술팀" userId="4e10f057-622c-4bad-88ca-d96f01a66173" providerId="ADAL" clId="{CAC677A2-FED1-43E6-814E-0C44E9389AA2}" dt="2025-12-10T06:33:01.985" v="1234" actId="20577"/>
          <ac:graphicFrameMkLst>
            <pc:docMk/>
            <pc:sldMk cId="719476191" sldId="2147482153"/>
            <ac:graphicFrameMk id="30" creationId="{FD723AF4-8C6A-45D2-91AF-E831F6E1C5CD}"/>
          </ac:graphicFrameMkLst>
        </pc:graphicFrameChg>
      </pc:sldChg>
      <pc:sldChg chg="modSp">
        <pc:chgData name="김석중(SEOKJUNG KIM)[ksj_0420]/사원/제조DX.제조DX솔루션.롤맵기술팀" userId="4e10f057-622c-4bad-88ca-d96f01a66173" providerId="ADAL" clId="{CAC677A2-FED1-43E6-814E-0C44E9389AA2}" dt="2025-12-10T06:31:35.249" v="1160"/>
        <pc:sldMkLst>
          <pc:docMk/>
          <pc:sldMk cId="1357361098" sldId="2147482154"/>
        </pc:sldMkLst>
        <pc:graphicFrameChg chg="mod">
          <ac:chgData name="김석중(SEOKJUNG KIM)[ksj_0420]/사원/제조DX.제조DX솔루션.롤맵기술팀" userId="4e10f057-622c-4bad-88ca-d96f01a66173" providerId="ADAL" clId="{CAC677A2-FED1-43E6-814E-0C44E9389AA2}" dt="2025-12-10T06:31:35.249" v="1160"/>
          <ac:graphicFrameMkLst>
            <pc:docMk/>
            <pc:sldMk cId="1357361098" sldId="2147482154"/>
            <ac:graphicFrameMk id="16" creationId="{D6B5DFDE-F607-1154-D4E6-3B128C81C5CC}"/>
          </ac:graphicFrameMkLst>
        </pc:graphicFrameChg>
      </pc:sldChg>
      <pc:sldChg chg="modSp">
        <pc:chgData name="김석중(SEOKJUNG KIM)[ksj_0420]/사원/제조DX.제조DX솔루션.롤맵기술팀" userId="4e10f057-622c-4bad-88ca-d96f01a66173" providerId="ADAL" clId="{CAC677A2-FED1-43E6-814E-0C44E9389AA2}" dt="2025-12-10T06:31:38.146" v="1161"/>
        <pc:sldMkLst>
          <pc:docMk/>
          <pc:sldMk cId="2756542074" sldId="2147482155"/>
        </pc:sldMkLst>
        <pc:graphicFrameChg chg="mod">
          <ac:chgData name="김석중(SEOKJUNG KIM)[ksj_0420]/사원/제조DX.제조DX솔루션.롤맵기술팀" userId="4e10f057-622c-4bad-88ca-d96f01a66173" providerId="ADAL" clId="{CAC677A2-FED1-43E6-814E-0C44E9389AA2}" dt="2025-12-10T06:31:38.146" v="1161"/>
          <ac:graphicFrameMkLst>
            <pc:docMk/>
            <pc:sldMk cId="2756542074" sldId="2147482155"/>
            <ac:graphicFrameMk id="16" creationId="{A49895C2-4737-1562-091D-B6B603641885}"/>
          </ac:graphicFrameMkLst>
        </pc:graphicFrameChg>
      </pc:sldChg>
      <pc:sldChg chg="modSp">
        <pc:chgData name="김석중(SEOKJUNG KIM)[ksj_0420]/사원/제조DX.제조DX솔루션.롤맵기술팀" userId="4e10f057-622c-4bad-88ca-d96f01a66173" providerId="ADAL" clId="{CAC677A2-FED1-43E6-814E-0C44E9389AA2}" dt="2025-12-10T06:31:41.830" v="1162"/>
        <pc:sldMkLst>
          <pc:docMk/>
          <pc:sldMk cId="1685760430" sldId="2147482156"/>
        </pc:sldMkLst>
        <pc:graphicFrameChg chg="mod">
          <ac:chgData name="김석중(SEOKJUNG KIM)[ksj_0420]/사원/제조DX.제조DX솔루션.롤맵기술팀" userId="4e10f057-622c-4bad-88ca-d96f01a66173" providerId="ADAL" clId="{CAC677A2-FED1-43E6-814E-0C44E9389AA2}" dt="2025-12-10T06:31:41.830" v="1162"/>
          <ac:graphicFrameMkLst>
            <pc:docMk/>
            <pc:sldMk cId="1685760430" sldId="2147482156"/>
            <ac:graphicFrameMk id="16" creationId="{4763483A-EA72-223E-C795-104BBB0A00FB}"/>
          </ac:graphicFrameMkLst>
        </pc:graphicFrameChg>
      </pc:sldChg>
      <pc:sldChg chg="modSp">
        <pc:chgData name="김석중(SEOKJUNG KIM)[ksj_0420]/사원/제조DX.제조DX솔루션.롤맵기술팀" userId="4e10f057-622c-4bad-88ca-d96f01a66173" providerId="ADAL" clId="{CAC677A2-FED1-43E6-814E-0C44E9389AA2}" dt="2025-12-10T06:31:47.079" v="1163"/>
        <pc:sldMkLst>
          <pc:docMk/>
          <pc:sldMk cId="1270712381" sldId="2147482157"/>
        </pc:sldMkLst>
        <pc:graphicFrameChg chg="mod">
          <ac:chgData name="김석중(SEOKJUNG KIM)[ksj_0420]/사원/제조DX.제조DX솔루션.롤맵기술팀" userId="4e10f057-622c-4bad-88ca-d96f01a66173" providerId="ADAL" clId="{CAC677A2-FED1-43E6-814E-0C44E9389AA2}" dt="2025-12-10T06:31:47.079" v="1163"/>
          <ac:graphicFrameMkLst>
            <pc:docMk/>
            <pc:sldMk cId="1270712381" sldId="2147482157"/>
            <ac:graphicFrameMk id="16" creationId="{036EE05A-7B4C-FBDE-5F92-A050D4DFE80E}"/>
          </ac:graphicFrameMkLst>
        </pc:graphicFrameChg>
      </pc:sldChg>
      <pc:sldChg chg="modSp">
        <pc:chgData name="김석중(SEOKJUNG KIM)[ksj_0420]/사원/제조DX.제조DX솔루션.롤맵기술팀" userId="4e10f057-622c-4bad-88ca-d96f01a66173" providerId="ADAL" clId="{CAC677A2-FED1-43E6-814E-0C44E9389AA2}" dt="2025-12-10T06:31:49.635" v="1164"/>
        <pc:sldMkLst>
          <pc:docMk/>
          <pc:sldMk cId="3468524003" sldId="2147482158"/>
        </pc:sldMkLst>
        <pc:graphicFrameChg chg="mod">
          <ac:chgData name="김석중(SEOKJUNG KIM)[ksj_0420]/사원/제조DX.제조DX솔루션.롤맵기술팀" userId="4e10f057-622c-4bad-88ca-d96f01a66173" providerId="ADAL" clId="{CAC677A2-FED1-43E6-814E-0C44E9389AA2}" dt="2025-12-10T06:31:49.635" v="1164"/>
          <ac:graphicFrameMkLst>
            <pc:docMk/>
            <pc:sldMk cId="3468524003" sldId="2147482158"/>
            <ac:graphicFrameMk id="16" creationId="{CB0E2323-D1D0-F431-66A8-D4863F47FEF4}"/>
          </ac:graphicFrameMkLst>
        </pc:graphicFrameChg>
      </pc:sldChg>
      <pc:sldChg chg="modSp">
        <pc:chgData name="김석중(SEOKJUNG KIM)[ksj_0420]/사원/제조DX.제조DX솔루션.롤맵기술팀" userId="4e10f057-622c-4bad-88ca-d96f01a66173" providerId="ADAL" clId="{CAC677A2-FED1-43E6-814E-0C44E9389AA2}" dt="2025-12-10T06:31:52.761" v="1165"/>
        <pc:sldMkLst>
          <pc:docMk/>
          <pc:sldMk cId="3982393149" sldId="2147482159"/>
        </pc:sldMkLst>
        <pc:graphicFrameChg chg="mod">
          <ac:chgData name="김석중(SEOKJUNG KIM)[ksj_0420]/사원/제조DX.제조DX솔루션.롤맵기술팀" userId="4e10f057-622c-4bad-88ca-d96f01a66173" providerId="ADAL" clId="{CAC677A2-FED1-43E6-814E-0C44E9389AA2}" dt="2025-12-10T06:31:52.761" v="1165"/>
          <ac:graphicFrameMkLst>
            <pc:docMk/>
            <pc:sldMk cId="3982393149" sldId="2147482159"/>
            <ac:graphicFrameMk id="16" creationId="{83986431-2BA6-7FBA-CA12-CF463506D301}"/>
          </ac:graphicFrameMkLst>
        </pc:graphicFrameChg>
      </pc:sldChg>
      <pc:sldChg chg="modSp mod">
        <pc:chgData name="김석중(SEOKJUNG KIM)[ksj_0420]/사원/제조DX.제조DX솔루션.롤맵기술팀" userId="4e10f057-622c-4bad-88ca-d96f01a66173" providerId="ADAL" clId="{CAC677A2-FED1-43E6-814E-0C44E9389AA2}" dt="2025-12-10T06:32:21.335" v="1169" actId="20577"/>
        <pc:sldMkLst>
          <pc:docMk/>
          <pc:sldMk cId="4127400384" sldId="2147482160"/>
        </pc:sldMkLst>
        <pc:graphicFrameChg chg="mod modGraphic">
          <ac:chgData name="김석중(SEOKJUNG KIM)[ksj_0420]/사원/제조DX.제조DX솔루션.롤맵기술팀" userId="4e10f057-622c-4bad-88ca-d96f01a66173" providerId="ADAL" clId="{CAC677A2-FED1-43E6-814E-0C44E9389AA2}" dt="2025-12-10T06:32:21.335" v="1169" actId="20577"/>
          <ac:graphicFrameMkLst>
            <pc:docMk/>
            <pc:sldMk cId="4127400384" sldId="2147482160"/>
            <ac:graphicFrameMk id="15" creationId="{CDC76027-00C0-E482-F77B-ED0912123DEF}"/>
          </ac:graphicFrameMkLst>
        </pc:graphicFrameChg>
      </pc:sldChg>
    </pc:docChg>
  </pc:docChgLst>
  <pc:docChgLst>
    <pc:chgData name="박위대(WI DAE PARK)[widae]/팀장/제조DX.제조DX솔루션.데이터통합분석팀" userId="3cfa7188-e76a-49be-bfbb-63c3f45a9cc3" providerId="ADAL" clId="{5FD7307F-6746-4CBD-8207-1C4206D43B88}"/>
    <pc:docChg chg="undo custSel modSld">
      <pc:chgData name="박위대(WI DAE PARK)[widae]/팀장/제조DX.제조DX솔루션.데이터통합분석팀" userId="3cfa7188-e76a-49be-bfbb-63c3f45a9cc3" providerId="ADAL" clId="{5FD7307F-6746-4CBD-8207-1C4206D43B88}" dt="2025-11-26T08:42:21.141" v="3734" actId="1076"/>
      <pc:docMkLst>
        <pc:docMk/>
      </pc:docMkLst>
      <pc:sldChg chg="addSp delSp modSp mod">
        <pc:chgData name="박위대(WI DAE PARK)[widae]/팀장/제조DX.제조DX솔루션.데이터통합분석팀" userId="3cfa7188-e76a-49be-bfbb-63c3f45a9cc3" providerId="ADAL" clId="{5FD7307F-6746-4CBD-8207-1C4206D43B88}" dt="2025-11-26T08:41:54.046" v="3728"/>
        <pc:sldMkLst>
          <pc:docMk/>
          <pc:sldMk cId="3422623579" sldId="2147482052"/>
        </pc:sldMkLst>
        <pc:spChg chg="add mod">
          <ac:chgData name="박위대(WI DAE PARK)[widae]/팀장/제조DX.제조DX솔루션.데이터통합분석팀" userId="3cfa7188-e76a-49be-bfbb-63c3f45a9cc3" providerId="ADAL" clId="{5FD7307F-6746-4CBD-8207-1C4206D43B88}" dt="2025-11-26T08:41:29.499" v="3722"/>
          <ac:spMkLst>
            <pc:docMk/>
            <pc:sldMk cId="3422623579" sldId="2147482052"/>
            <ac:spMk id="2" creationId="{6BC9B294-291A-D23F-C381-45EA6FDC28AB}"/>
          </ac:spMkLst>
        </pc:spChg>
        <pc:spChg chg="add del mod ord">
          <ac:chgData name="박위대(WI DAE PARK)[widae]/팀장/제조DX.제조DX솔루션.데이터통합분석팀" userId="3cfa7188-e76a-49be-bfbb-63c3f45a9cc3" providerId="ADAL" clId="{5FD7307F-6746-4CBD-8207-1C4206D43B88}" dt="2025-11-26T08:41:33.686" v="3723" actId="478"/>
          <ac:spMkLst>
            <pc:docMk/>
            <pc:sldMk cId="3422623579" sldId="2147482052"/>
            <ac:spMk id="3" creationId="{BD8A109E-EE72-B93F-FEBC-D5B84127E922}"/>
          </ac:spMkLst>
        </pc:spChg>
        <pc:spChg chg="del">
          <ac:chgData name="박위대(WI DAE PARK)[widae]/팀장/제조DX.제조DX솔루션.데이터통합분석팀" userId="3cfa7188-e76a-49be-bfbb-63c3f45a9cc3" providerId="ADAL" clId="{5FD7307F-6746-4CBD-8207-1C4206D43B88}" dt="2025-11-26T06:46:23.704" v="0" actId="478"/>
          <ac:spMkLst>
            <pc:docMk/>
            <pc:sldMk cId="3422623579" sldId="2147482052"/>
            <ac:spMk id="3" creationId="{EC90659D-40C1-2A21-E4F6-73BECD5B6CCC}"/>
          </ac:spMkLst>
        </pc:spChg>
        <pc:spChg chg="del">
          <ac:chgData name="박위대(WI DAE PARK)[widae]/팀장/제조DX.제조DX솔루션.데이터통합분석팀" userId="3cfa7188-e76a-49be-bfbb-63c3f45a9cc3" providerId="ADAL" clId="{5FD7307F-6746-4CBD-8207-1C4206D43B88}" dt="2025-11-26T06:46:23.704" v="0" actId="478"/>
          <ac:spMkLst>
            <pc:docMk/>
            <pc:sldMk cId="3422623579" sldId="2147482052"/>
            <ac:spMk id="4" creationId="{C293B005-8F7F-C4BD-295D-81365AE2AA2F}"/>
          </ac:spMkLst>
        </pc:spChg>
        <pc:spChg chg="add del mod">
          <ac:chgData name="박위대(WI DAE PARK)[widae]/팀장/제조DX.제조DX솔루션.데이터통합분석팀" userId="3cfa7188-e76a-49be-bfbb-63c3f45a9cc3" providerId="ADAL" clId="{5FD7307F-6746-4CBD-8207-1C4206D43B88}" dt="2025-11-26T08:41:45.249" v="3727"/>
          <ac:spMkLst>
            <pc:docMk/>
            <pc:sldMk cId="3422623579" sldId="2147482052"/>
            <ac:spMk id="5" creationId="{6BC9B294-291A-D23F-C381-45EA6FDC28AB}"/>
          </ac:spMkLst>
        </pc:spChg>
        <pc:spChg chg="del">
          <ac:chgData name="박위대(WI DAE PARK)[widae]/팀장/제조DX.제조DX솔루션.데이터통합분석팀" userId="3cfa7188-e76a-49be-bfbb-63c3f45a9cc3" providerId="ADAL" clId="{5FD7307F-6746-4CBD-8207-1C4206D43B88}" dt="2025-11-26T06:46:23.704" v="0" actId="478"/>
          <ac:spMkLst>
            <pc:docMk/>
            <pc:sldMk cId="3422623579" sldId="2147482052"/>
            <ac:spMk id="6" creationId="{34FF76E7-F786-E324-2D8D-08E497C9026F}"/>
          </ac:spMkLst>
        </pc:spChg>
        <pc:spChg chg="del">
          <ac:chgData name="박위대(WI DAE PARK)[widae]/팀장/제조DX.제조DX솔루션.데이터통합분석팀" userId="3cfa7188-e76a-49be-bfbb-63c3f45a9cc3" providerId="ADAL" clId="{5FD7307F-6746-4CBD-8207-1C4206D43B88}" dt="2025-11-26T06:56:16" v="599" actId="478"/>
          <ac:spMkLst>
            <pc:docMk/>
            <pc:sldMk cId="3422623579" sldId="2147482052"/>
            <ac:spMk id="11" creationId="{0AA8025B-DD63-4B45-EC33-ACB99CE681F6}"/>
          </ac:spMkLst>
        </pc:spChg>
        <pc:grpChg chg="del mod">
          <ac:chgData name="박위대(WI DAE PARK)[widae]/팀장/제조DX.제조DX솔루션.데이터통합분석팀" userId="3cfa7188-e76a-49be-bfbb-63c3f45a9cc3" providerId="ADAL" clId="{5FD7307F-6746-4CBD-8207-1C4206D43B88}" dt="2025-11-26T08:14:37.032" v="3710" actId="478"/>
          <ac:grpSpMkLst>
            <pc:docMk/>
            <pc:sldMk cId="3422623579" sldId="2147482052"/>
            <ac:grpSpMk id="2" creationId="{239DD73F-0043-75ED-D651-D0E5D3609F7C}"/>
          </ac:grpSpMkLst>
        </pc:grpChg>
        <pc:graphicFrameChg chg="add mod">
          <ac:chgData name="박위대(WI DAE PARK)[widae]/팀장/제조DX.제조DX솔루션.데이터통합분석팀" userId="3cfa7188-e76a-49be-bfbb-63c3f45a9cc3" providerId="ADAL" clId="{5FD7307F-6746-4CBD-8207-1C4206D43B88}" dt="2025-11-26T08:41:29.499" v="3722"/>
          <ac:graphicFrameMkLst>
            <pc:docMk/>
            <pc:sldMk cId="3422623579" sldId="2147482052"/>
            <ac:graphicFrameMk id="4" creationId="{ED1D777A-F458-D0BE-C537-083D00DFCE32}"/>
          </ac:graphicFrameMkLst>
        </pc:graphicFrameChg>
        <pc:graphicFrameChg chg="add del mod">
          <ac:chgData name="박위대(WI DAE PARK)[widae]/팀장/제조DX.제조DX솔루션.데이터통합분석팀" userId="3cfa7188-e76a-49be-bfbb-63c3f45a9cc3" providerId="ADAL" clId="{5FD7307F-6746-4CBD-8207-1C4206D43B88}" dt="2025-11-26T08:41:54.046" v="3728"/>
          <ac:graphicFrameMkLst>
            <pc:docMk/>
            <pc:sldMk cId="3422623579" sldId="2147482052"/>
            <ac:graphicFrameMk id="7" creationId="{ED1D777A-F458-D0BE-C537-083D00DFCE32}"/>
          </ac:graphicFrameMkLst>
        </pc:graphicFrameChg>
        <pc:graphicFrameChg chg="del mod">
          <ac:chgData name="박위대(WI DAE PARK)[widae]/팀장/제조DX.제조DX솔루션.데이터통합분석팀" userId="3cfa7188-e76a-49be-bfbb-63c3f45a9cc3" providerId="ADAL" clId="{5FD7307F-6746-4CBD-8207-1C4206D43B88}" dt="2025-11-26T08:14:37.032" v="3710" actId="478"/>
          <ac:graphicFrameMkLst>
            <pc:docMk/>
            <pc:sldMk cId="3422623579" sldId="2147482052"/>
            <ac:graphicFrameMk id="8" creationId="{9F593721-68A0-50F6-F9A2-24B7FD3C4A98}"/>
          </ac:graphicFrameMkLst>
        </pc:graphicFrameChg>
        <pc:graphicFrameChg chg="add del mod">
          <ac:chgData name="박위대(WI DAE PARK)[widae]/팀장/제조DX.제조DX솔루션.데이터통합분석팀" userId="3cfa7188-e76a-49be-bfbb-63c3f45a9cc3" providerId="ADAL" clId="{5FD7307F-6746-4CBD-8207-1C4206D43B88}" dt="2025-11-26T06:58:06.411" v="611" actId="478"/>
          <ac:graphicFrameMkLst>
            <pc:docMk/>
            <pc:sldMk cId="3422623579" sldId="2147482052"/>
            <ac:graphicFrameMk id="9" creationId="{4EECB9D1-31C8-BB3E-7DA5-02E2E12C72AD}"/>
          </ac:graphicFrameMkLst>
        </pc:graphicFrameChg>
        <pc:graphicFrameChg chg="del mod">
          <ac:chgData name="박위대(WI DAE PARK)[widae]/팀장/제조DX.제조DX솔루션.데이터통합분석팀" userId="3cfa7188-e76a-49be-bfbb-63c3f45a9cc3" providerId="ADAL" clId="{5FD7307F-6746-4CBD-8207-1C4206D43B88}" dt="2025-11-26T08:14:37.032" v="3710" actId="478"/>
          <ac:graphicFrameMkLst>
            <pc:docMk/>
            <pc:sldMk cId="3422623579" sldId="2147482052"/>
            <ac:graphicFrameMk id="16" creationId="{613F9ABA-5239-42FE-8096-8438F8CEB7F0}"/>
          </ac:graphicFrameMkLst>
        </pc:graphicFrameChg>
        <pc:picChg chg="add del mod">
          <ac:chgData name="박위대(WI DAE PARK)[widae]/팀장/제조DX.제조DX솔루션.데이터통합분석팀" userId="3cfa7188-e76a-49be-bfbb-63c3f45a9cc3" providerId="ADAL" clId="{5FD7307F-6746-4CBD-8207-1C4206D43B88}" dt="2025-11-26T07:13:03.046" v="1610" actId="478"/>
          <ac:picMkLst>
            <pc:docMk/>
            <pc:sldMk cId="3422623579" sldId="2147482052"/>
            <ac:picMk id="13" creationId="{D65E3B1D-B907-3A69-8952-66C2149EA90F}"/>
          </ac:picMkLst>
        </pc:picChg>
      </pc:sldChg>
      <pc:sldChg chg="addSp delSp modSp mod">
        <pc:chgData name="박위대(WI DAE PARK)[widae]/팀장/제조DX.제조DX솔루션.데이터통합분석팀" userId="3cfa7188-e76a-49be-bfbb-63c3f45a9cc3" providerId="ADAL" clId="{5FD7307F-6746-4CBD-8207-1C4206D43B88}" dt="2025-11-26T08:42:21.141" v="3734" actId="1076"/>
        <pc:sldMkLst>
          <pc:docMk/>
          <pc:sldMk cId="3572448725" sldId="2147482058"/>
        </pc:sldMkLst>
        <pc:spChg chg="add mod">
          <ac:chgData name="박위대(WI DAE PARK)[widae]/팀장/제조DX.제조DX솔루션.데이터통합분석팀" userId="3cfa7188-e76a-49be-bfbb-63c3f45a9cc3" providerId="ADAL" clId="{5FD7307F-6746-4CBD-8207-1C4206D43B88}" dt="2025-11-26T08:42:21.141" v="3734" actId="1076"/>
          <ac:spMkLst>
            <pc:docMk/>
            <pc:sldMk cId="3572448725" sldId="2147482058"/>
            <ac:spMk id="2" creationId="{0D3EDB68-F13E-2D72-326B-E68EF923D5D8}"/>
          </ac:spMkLst>
        </pc:spChg>
        <pc:spChg chg="add mod">
          <ac:chgData name="박위대(WI DAE PARK)[widae]/팀장/제조DX.제조DX솔루션.데이터통합분석팀" userId="3cfa7188-e76a-49be-bfbb-63c3f45a9cc3" providerId="ADAL" clId="{5FD7307F-6746-4CBD-8207-1C4206D43B88}" dt="2025-11-26T08:42:21.141" v="3734" actId="1076"/>
          <ac:spMkLst>
            <pc:docMk/>
            <pc:sldMk cId="3572448725" sldId="2147482058"/>
            <ac:spMk id="3" creationId="{C654BCC3-9C84-004B-8BFF-8679B4A8FEDF}"/>
          </ac:spMkLst>
        </pc:spChg>
        <pc:spChg chg="add del mod">
          <ac:chgData name="박위대(WI DAE PARK)[widae]/팀장/제조DX.제조DX솔루션.데이터통합분석팀" userId="3cfa7188-e76a-49be-bfbb-63c3f45a9cc3" providerId="ADAL" clId="{5FD7307F-6746-4CBD-8207-1C4206D43B88}" dt="2025-11-26T08:03:56.049" v="3601" actId="478"/>
          <ac:spMkLst>
            <pc:docMk/>
            <pc:sldMk cId="3572448725" sldId="2147482058"/>
            <ac:spMk id="3" creationId="{E1E4A748-540D-1DAD-3FE0-5CBFDB80926B}"/>
          </ac:spMkLst>
        </pc:spChg>
        <pc:spChg chg="del mod">
          <ac:chgData name="박위대(WI DAE PARK)[widae]/팀장/제조DX.제조DX솔루션.데이터통합분석팀" userId="3cfa7188-e76a-49be-bfbb-63c3f45a9cc3" providerId="ADAL" clId="{5FD7307F-6746-4CBD-8207-1C4206D43B88}" dt="2025-11-26T08:42:12.431" v="3732" actId="478"/>
          <ac:spMkLst>
            <pc:docMk/>
            <pc:sldMk cId="3572448725" sldId="2147482058"/>
            <ac:spMk id="8" creationId="{16DBF7B1-473C-4F9D-BF80-46862D710BBB}"/>
          </ac:spMkLst>
        </pc:spChg>
        <pc:spChg chg="mod">
          <ac:chgData name="박위대(WI DAE PARK)[widae]/팀장/제조DX.제조DX솔루션.데이터통합분석팀" userId="3cfa7188-e76a-49be-bfbb-63c3f45a9cc3" providerId="ADAL" clId="{5FD7307F-6746-4CBD-8207-1C4206D43B88}" dt="2025-11-26T08:42:08.047" v="3731"/>
          <ac:spMkLst>
            <pc:docMk/>
            <pc:sldMk cId="3572448725" sldId="2147482058"/>
            <ac:spMk id="20" creationId="{BB178E88-B809-4A0C-AEDB-08EDDEFC3101}"/>
          </ac:spMkLst>
        </pc:spChg>
        <pc:spChg chg="del mod">
          <ac:chgData name="박위대(WI DAE PARK)[widae]/팀장/제조DX.제조DX솔루션.데이터통합분석팀" userId="3cfa7188-e76a-49be-bfbb-63c3f45a9cc3" providerId="ADAL" clId="{5FD7307F-6746-4CBD-8207-1C4206D43B88}" dt="2025-11-26T08:42:12.431" v="3732" actId="478"/>
          <ac:spMkLst>
            <pc:docMk/>
            <pc:sldMk cId="3572448725" sldId="2147482058"/>
            <ac:spMk id="23" creationId="{C388D58C-BB4A-4EFF-A0ED-C6F5489ED342}"/>
          </ac:spMkLst>
        </pc:spChg>
        <pc:graphicFrameChg chg="add mod">
          <ac:chgData name="박위대(WI DAE PARK)[widae]/팀장/제조DX.제조DX솔루션.데이터통합분석팀" userId="3cfa7188-e76a-49be-bfbb-63c3f45a9cc3" providerId="ADAL" clId="{5FD7307F-6746-4CBD-8207-1C4206D43B88}" dt="2025-11-26T08:42:21.141" v="3734" actId="1076"/>
          <ac:graphicFrameMkLst>
            <pc:docMk/>
            <pc:sldMk cId="3572448725" sldId="2147482058"/>
            <ac:graphicFrameMk id="4" creationId="{73A3AF91-63B3-634C-B723-8CE6B7EF4CD9}"/>
          </ac:graphicFrameMkLst>
        </pc:graphicFrameChg>
        <pc:graphicFrameChg chg="del mod modGraphic">
          <ac:chgData name="박위대(WI DAE PARK)[widae]/팀장/제조DX.제조DX솔루션.데이터통합분석팀" userId="3cfa7188-e76a-49be-bfbb-63c3f45a9cc3" providerId="ADAL" clId="{5FD7307F-6746-4CBD-8207-1C4206D43B88}" dt="2025-11-26T08:42:12.431" v="3732" actId="478"/>
          <ac:graphicFrameMkLst>
            <pc:docMk/>
            <pc:sldMk cId="3572448725" sldId="2147482058"/>
            <ac:graphicFrameMk id="21" creationId="{239DA397-BD92-48EA-BEA6-985A3C26CD6F}"/>
          </ac:graphicFrameMkLst>
        </pc:graphicFrameChg>
      </pc:sldChg>
    </pc:docChg>
  </pc:docChgLst>
  <pc:docChgLst>
    <pc:chgData name="이석훈(SEOKHUN LEE)[shlee92]/선임/제조DX.제조DX솔루션.셀추적기술팀" userId="ed8d7f7a-7732-4146-a631-b3af2ed9f832" providerId="ADAL" clId="{ADB40E79-F9F3-4DD0-97F8-FD07A0A5772D}"/>
    <pc:docChg chg="undo custSel modSld">
      <pc:chgData name="이석훈(SEOKHUN LEE)[shlee92]/선임/제조DX.제조DX솔루션.셀추적기술팀" userId="ed8d7f7a-7732-4146-a631-b3af2ed9f832" providerId="ADAL" clId="{ADB40E79-F9F3-4DD0-97F8-FD07A0A5772D}" dt="2025-10-15T04:37:42.980" v="5734" actId="478"/>
      <pc:docMkLst>
        <pc:docMk/>
      </pc:docMkLst>
      <pc:sldChg chg="delSp modSp">
        <pc:chgData name="이석훈(SEOKHUN LEE)[shlee92]/선임/제조DX.제조DX솔루션.셀추적기술팀" userId="ed8d7f7a-7732-4146-a631-b3af2ed9f832" providerId="ADAL" clId="{ADB40E79-F9F3-4DD0-97F8-FD07A0A5772D}" dt="2025-10-15T01:23:55.844" v="1862"/>
        <pc:sldMkLst>
          <pc:docMk/>
          <pc:sldMk cId="1726257096" sldId="2147481882"/>
        </pc:sldMkLst>
        <pc:spChg chg="mod">
          <ac:chgData name="이석훈(SEOKHUN LEE)[shlee92]/선임/제조DX.제조DX솔루션.셀추적기술팀" userId="ed8d7f7a-7732-4146-a631-b3af2ed9f832" providerId="ADAL" clId="{ADB40E79-F9F3-4DD0-97F8-FD07A0A5772D}" dt="2025-10-14T16:11:21.329" v="6" actId="20577"/>
          <ac:spMkLst>
            <pc:docMk/>
            <pc:sldMk cId="1726257096" sldId="2147481882"/>
            <ac:spMk id="33" creationId="{708B1D54-9D52-42CB-82CB-E5D69946BACE}"/>
          </ac:spMkLst>
        </pc:spChg>
        <pc:grpChg chg="mod">
          <ac:chgData name="이석훈(SEOKHUN LEE)[shlee92]/선임/제조DX.제조DX솔루션.셀추적기술팀" userId="ed8d7f7a-7732-4146-a631-b3af2ed9f832" providerId="ADAL" clId="{ADB40E79-F9F3-4DD0-97F8-FD07A0A5772D}" dt="2025-10-14T16:21:23.327" v="1846" actId="1038"/>
          <ac:grpSpMkLst>
            <pc:docMk/>
            <pc:sldMk cId="1726257096" sldId="2147481882"/>
            <ac:grpSpMk id="17" creationId="{AC6BF300-D2AF-4B5E-B0E9-8F5A166564DD}"/>
          </ac:grpSpMkLst>
        </pc:grpChg>
        <pc:graphicFrameChg chg="mod modGraphic">
          <ac:chgData name="이석훈(SEOKHUN LEE)[shlee92]/선임/제조DX.제조DX솔루션.셀추적기술팀" userId="ed8d7f7a-7732-4146-a631-b3af2ed9f832" providerId="ADAL" clId="{ADB40E79-F9F3-4DD0-97F8-FD07A0A5772D}" dt="2025-10-14T16:21:35.311" v="1847" actId="207"/>
          <ac:graphicFrameMkLst>
            <pc:docMk/>
            <pc:sldMk cId="1726257096" sldId="2147481882"/>
            <ac:graphicFrameMk id="16" creationId="{4BFC913D-0803-4177-9C1D-6527949DA1F4}"/>
          </ac:graphicFrameMkLst>
        </pc:graphicFrameChg>
        <pc:graphicFrameChg chg="mod modGraphic">
          <ac:chgData name="이석훈(SEOKHUN LEE)[shlee92]/선임/제조DX.제조DX솔루션.셀추적기술팀" userId="ed8d7f7a-7732-4146-a631-b3af2ed9f832" providerId="ADAL" clId="{ADB40E79-F9F3-4DD0-97F8-FD07A0A5772D}" dt="2025-10-15T01:23:55.844" v="1862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delSp modSp">
        <pc:chgData name="이석훈(SEOKHUN LEE)[shlee92]/선임/제조DX.제조DX솔루션.셀추적기술팀" userId="ed8d7f7a-7732-4146-a631-b3af2ed9f832" providerId="ADAL" clId="{ADB40E79-F9F3-4DD0-97F8-FD07A0A5772D}" dt="2025-10-15T04:37:42.980" v="5734" actId="478"/>
        <pc:sldMkLst>
          <pc:docMk/>
          <pc:sldMk cId="863012316" sldId="2147482046"/>
        </pc:sldMkLst>
        <pc:graphicFrameChg chg="mod modGraphic">
          <ac:chgData name="이석훈(SEOKHUN LEE)[shlee92]/선임/제조DX.제조DX솔루션.셀추적기술팀" userId="ed8d7f7a-7732-4146-a631-b3af2ed9f832" providerId="ADAL" clId="{ADB40E79-F9F3-4DD0-97F8-FD07A0A5772D}" dt="2025-10-15T04:37:40.699" v="5733" actId="207"/>
          <ac:graphicFrameMkLst>
            <pc:docMk/>
            <pc:sldMk cId="863012316" sldId="2147482046"/>
            <ac:graphicFrameMk id="7" creationId="{3E86696F-E35A-4B06-9B46-63A4A6A986C1}"/>
          </ac:graphicFrameMkLst>
        </pc:graphicFrameChg>
        <pc:graphicFrameChg chg="mod">
          <ac:chgData name="이석훈(SEOKHUN LEE)[shlee92]/선임/제조DX.제조DX솔루션.셀추적기술팀" userId="ed8d7f7a-7732-4146-a631-b3af2ed9f832" providerId="ADAL" clId="{ADB40E79-F9F3-4DD0-97F8-FD07A0A5772D}" dt="2025-10-15T03:16:33.338" v="3668" actId="1076"/>
          <ac:graphicFrameMkLst>
            <pc:docMk/>
            <pc:sldMk cId="863012316" sldId="2147482046"/>
            <ac:graphicFrameMk id="60" creationId="{499311D7-9307-4912-8265-D228438D7B30}"/>
          </ac:graphicFrameMkLst>
        </pc:graphicFrameChg>
      </pc:sldChg>
    </pc:docChg>
  </pc:docChgLst>
  <pc:docChgLst>
    <pc:chgData name="김종우(JONG WOO KIM)[jongwoo_kim]/선임/제조DX.제조DX솔루션.데이터통합분석팀" userId="6450e1e1-3f1f-47a4-8c73-1100abcc7951" providerId="ADAL" clId="{1C546684-E58E-4435-9DC1-4AA99EC0D886}"/>
    <pc:docChg chg="undo custSel modSld">
      <pc:chgData name="김종우(JONG WOO KIM)[jongwoo_kim]/선임/제조DX.제조DX솔루션.데이터통합분석팀" userId="6450e1e1-3f1f-47a4-8c73-1100abcc7951" providerId="ADAL" clId="{1C546684-E58E-4435-9DC1-4AA99EC0D886}" dt="2025-10-22T06:44:25.269" v="5382"/>
      <pc:docMkLst>
        <pc:docMk/>
      </pc:docMkLst>
      <pc:sldChg chg="modSp">
        <pc:chgData name="김종우(JONG WOO KIM)[jongwoo_kim]/선임/제조DX.제조DX솔루션.데이터통합분석팀" userId="6450e1e1-3f1f-47a4-8c73-1100abcc7951" providerId="ADAL" clId="{1C546684-E58E-4435-9DC1-4AA99EC0D886}" dt="2025-10-22T02:25:58.476" v="3036" actId="20577"/>
        <pc:sldMkLst>
          <pc:docMk/>
          <pc:sldMk cId="1581856275" sldId="2147482000"/>
        </pc:sldMkLst>
        <pc:graphicFrameChg chg="mod modGraphic">
          <ac:chgData name="김종우(JONG WOO KIM)[jongwoo_kim]/선임/제조DX.제조DX솔루션.데이터통합분석팀" userId="6450e1e1-3f1f-47a4-8c73-1100abcc7951" providerId="ADAL" clId="{1C546684-E58E-4435-9DC1-4AA99EC0D886}" dt="2025-10-22T02:25:58.476" v="3036" actId="20577"/>
          <ac:graphicFrameMkLst>
            <pc:docMk/>
            <pc:sldMk cId="1581856275" sldId="2147482000"/>
            <ac:graphicFrameMk id="19" creationId="{4485889C-7C23-1E44-3F44-63DAC7688EA0}"/>
          </ac:graphicFrameMkLst>
        </pc:graphicFrameChg>
      </pc:sldChg>
      <pc:sldChg chg="modSp">
        <pc:chgData name="김종우(JONG WOO KIM)[jongwoo_kim]/선임/제조DX.제조DX솔루션.데이터통합분석팀" userId="6450e1e1-3f1f-47a4-8c73-1100abcc7951" providerId="ADAL" clId="{1C546684-E58E-4435-9DC1-4AA99EC0D886}" dt="2025-10-22T02:11:18.266" v="1546" actId="20577"/>
        <pc:sldMkLst>
          <pc:docMk/>
          <pc:sldMk cId="918579543" sldId="2147482001"/>
        </pc:sldMkLst>
        <pc:graphicFrameChg chg="mod modGraphic">
          <ac:chgData name="김종우(JONG WOO KIM)[jongwoo_kim]/선임/제조DX.제조DX솔루션.데이터통합분석팀" userId="6450e1e1-3f1f-47a4-8c73-1100abcc7951" providerId="ADAL" clId="{1C546684-E58E-4435-9DC1-4AA99EC0D886}" dt="2025-10-22T02:11:18.266" v="1546" actId="20577"/>
          <ac:graphicFrameMkLst>
            <pc:docMk/>
            <pc:sldMk cId="918579543" sldId="2147482001"/>
            <ac:graphicFrameMk id="19" creationId="{74A97E53-4B3E-7B1D-6455-30F66AF12773}"/>
          </ac:graphicFrameMkLst>
        </pc:graphicFrameChg>
      </pc:sldChg>
    </pc:docChg>
  </pc:docChgLst>
  <pc:docChgLst>
    <pc:chgData name="박수완(SUWAN PARK)[jacob]/선임/제조DX.제조DX솔루션.롤맵기술팀" userId="a93f8606-b708-4471-898c-5970f970088f" providerId="ADAL" clId="{71FA151F-3326-4E14-95B0-ABC5837DAC03}"/>
    <pc:docChg chg="undo custSel modSld">
      <pc:chgData name="박수완(SUWAN PARK)[jacob]/선임/제조DX.제조DX솔루션.롤맵기술팀" userId="a93f8606-b708-4471-898c-5970f970088f" providerId="ADAL" clId="{71FA151F-3326-4E14-95B0-ABC5837DAC03}" dt="2025-10-15T22:30:47.484" v="360" actId="207"/>
      <pc:docMkLst>
        <pc:docMk/>
      </pc:docMkLst>
    </pc:docChg>
  </pc:docChgLst>
  <pc:docChgLst>
    <pc:chgData name="박경찬(KYOUNGCHAN PARK)[park.kc]/팀장/제조DX.제조DX솔루션.셀추적기술팀" userId="e138e4af-6173-47cb-8422-ef183f7b2c63" providerId="ADAL" clId="{5D9575B3-8ABC-4B27-A908-6484F8C1E761}"/>
    <pc:docChg chg="custSel modSld">
      <pc:chgData name="박경찬(KYOUNGCHAN PARK)[park.kc]/팀장/제조DX.제조DX솔루션.셀추적기술팀" userId="e138e4af-6173-47cb-8422-ef183f7b2c63" providerId="ADAL" clId="{5D9575B3-8ABC-4B27-A908-6484F8C1E761}" dt="2025-10-29T11:46:06.089" v="6" actId="6549"/>
      <pc:docMkLst>
        <pc:docMk/>
      </pc:docMkLst>
      <pc:sldChg chg="addSp delSp modSp mod">
        <pc:chgData name="박경찬(KYOUNGCHAN PARK)[park.kc]/팀장/제조DX.제조DX솔루션.셀추적기술팀" userId="e138e4af-6173-47cb-8422-ef183f7b2c63" providerId="ADAL" clId="{5D9575B3-8ABC-4B27-A908-6484F8C1E761}" dt="2025-10-29T11:46:06.089" v="6" actId="6549"/>
        <pc:sldMkLst>
          <pc:docMk/>
          <pc:sldMk cId="2105941167" sldId="2117"/>
        </pc:sldMkLst>
      </pc:sldChg>
    </pc:docChg>
  </pc:docChgLst>
  <pc:docChgLst>
    <pc:chgData name="조은지(EUNJI JO)[joeunji]/선임/제조DX.제조DX솔루션.데이터통합분석팀" userId="d82ce3d5-2c2f-4d6b-9fbb-477c92d9f333" providerId="ADAL" clId="{226E3D3F-D790-46E4-967A-7FD7D5422C3E}"/>
    <pc:docChg chg="undo custSel modSld">
      <pc:chgData name="조은지(EUNJI JO)[joeunji]/선임/제조DX.제조DX솔루션.데이터통합분석팀" userId="d82ce3d5-2c2f-4d6b-9fbb-477c92d9f333" providerId="ADAL" clId="{226E3D3F-D790-46E4-967A-7FD7D5422C3E}" dt="2025-12-03T02:33:46.097" v="1499" actId="20577"/>
      <pc:docMkLst>
        <pc:docMk/>
      </pc:docMkLst>
      <pc:sldChg chg="modSp">
        <pc:chgData name="조은지(EUNJI JO)[joeunji]/선임/제조DX.제조DX솔루션.데이터통합분석팀" userId="d82ce3d5-2c2f-4d6b-9fbb-477c92d9f333" providerId="ADAL" clId="{226E3D3F-D790-46E4-967A-7FD7D5422C3E}" dt="2025-12-02T07:33:46.511" v="27" actId="207"/>
        <pc:sldMkLst>
          <pc:docMk/>
          <pc:sldMk cId="921970639" sldId="2147481788"/>
        </pc:sldMkLst>
        <pc:spChg chg="mod">
          <ac:chgData name="조은지(EUNJI JO)[joeunji]/선임/제조DX.제조DX솔루션.데이터통합분석팀" userId="d82ce3d5-2c2f-4d6b-9fbb-477c92d9f333" providerId="ADAL" clId="{226E3D3F-D790-46E4-967A-7FD7D5422C3E}" dt="2025-12-02T07:31:07.026" v="26" actId="20577"/>
          <ac:spMkLst>
            <pc:docMk/>
            <pc:sldMk cId="921970639" sldId="2147481788"/>
            <ac:spMk id="9" creationId="{00000000-0000-0000-0000-000000000000}"/>
          </ac:spMkLst>
        </pc:spChg>
        <pc:graphicFrameChg chg="modGraphic">
          <ac:chgData name="조은지(EUNJI JO)[joeunji]/선임/제조DX.제조DX솔루션.데이터통합분석팀" userId="d82ce3d5-2c2f-4d6b-9fbb-477c92d9f333" providerId="ADAL" clId="{226E3D3F-D790-46E4-967A-7FD7D5422C3E}" dt="2025-12-02T07:33:46.511" v="27" actId="207"/>
          <ac:graphicFrameMkLst>
            <pc:docMk/>
            <pc:sldMk cId="921970639" sldId="2147481788"/>
            <ac:graphicFrameMk id="19" creationId="{3E86696F-E35A-4B06-9B46-63A4A6A986C1}"/>
          </ac:graphicFrameMkLst>
        </pc:graphicFrameChg>
        <pc:picChg chg="mod">
          <ac:chgData name="조은지(EUNJI JO)[joeunji]/선임/제조DX.제조DX솔루션.데이터통합분석팀" userId="d82ce3d5-2c2f-4d6b-9fbb-477c92d9f333" providerId="ADAL" clId="{226E3D3F-D790-46E4-967A-7FD7D5422C3E}" dt="2025-12-02T07:30:24.228" v="13" actId="14826"/>
          <ac:picMkLst>
            <pc:docMk/>
            <pc:sldMk cId="921970639" sldId="2147481788"/>
            <ac:picMk id="4" creationId="{4C5E0C0D-AC3C-4100-8028-E2A9F83C856E}"/>
          </ac:picMkLst>
        </pc:picChg>
        <pc:picChg chg="mod">
          <ac:chgData name="조은지(EUNJI JO)[joeunji]/선임/제조DX.제조DX솔루션.데이터통합분석팀" userId="d82ce3d5-2c2f-4d6b-9fbb-477c92d9f333" providerId="ADAL" clId="{226E3D3F-D790-46E4-967A-7FD7D5422C3E}" dt="2025-12-02T07:27:12.080" v="0" actId="14826"/>
          <ac:picMkLst>
            <pc:docMk/>
            <pc:sldMk cId="921970639" sldId="2147481788"/>
            <ac:picMk id="5" creationId="{AF036937-D67C-4866-AE5D-29D75EF5272F}"/>
          </ac:picMkLst>
        </pc:picChg>
      </pc:sldChg>
      <pc:sldChg chg="modSp">
        <pc:chgData name="조은지(EUNJI JO)[joeunji]/선임/제조DX.제조DX솔루션.데이터통합분석팀" userId="d82ce3d5-2c2f-4d6b-9fbb-477c92d9f333" providerId="ADAL" clId="{226E3D3F-D790-46E4-967A-7FD7D5422C3E}" dt="2025-12-02T07:55:52.844" v="61" actId="20577"/>
        <pc:sldMkLst>
          <pc:docMk/>
          <pc:sldMk cId="317861486" sldId="2147481830"/>
        </pc:sldMkLst>
        <pc:spChg chg="mod">
          <ac:chgData name="조은지(EUNJI JO)[joeunji]/선임/제조DX.제조DX솔루션.데이터통합분석팀" userId="d82ce3d5-2c2f-4d6b-9fbb-477c92d9f333" providerId="ADAL" clId="{226E3D3F-D790-46E4-967A-7FD7D5422C3E}" dt="2025-12-02T07:55:52.844" v="61" actId="20577"/>
          <ac:spMkLst>
            <pc:docMk/>
            <pc:sldMk cId="317861486" sldId="2147481830"/>
            <ac:spMk id="41" creationId="{88611533-2EB6-4D24-AED6-C795A5A2B08E}"/>
          </ac:spMkLst>
        </pc:spChg>
      </pc:sldChg>
      <pc:sldChg chg="modSp">
        <pc:chgData name="조은지(EUNJI JO)[joeunji]/선임/제조DX.제조DX솔루션.데이터통합분석팀" userId="d82ce3d5-2c2f-4d6b-9fbb-477c92d9f333" providerId="ADAL" clId="{226E3D3F-D790-46E4-967A-7FD7D5422C3E}" dt="2025-12-02T07:53:51.609" v="54" actId="20577"/>
        <pc:sldMkLst>
          <pc:docMk/>
          <pc:sldMk cId="1625678813" sldId="2147481949"/>
        </pc:sldMkLst>
        <pc:spChg chg="mod">
          <ac:chgData name="조은지(EUNJI JO)[joeunji]/선임/제조DX.제조DX솔루션.데이터통합분석팀" userId="d82ce3d5-2c2f-4d6b-9fbb-477c92d9f333" providerId="ADAL" clId="{226E3D3F-D790-46E4-967A-7FD7D5422C3E}" dt="2025-12-02T07:53:51.609" v="54" actId="20577"/>
          <ac:spMkLst>
            <pc:docMk/>
            <pc:sldMk cId="1625678813" sldId="2147481949"/>
            <ac:spMk id="9" creationId="{00000000-0000-0000-0000-000000000000}"/>
          </ac:spMkLst>
        </pc:spChg>
        <pc:graphicFrameChg chg="modGraphic">
          <ac:chgData name="조은지(EUNJI JO)[joeunji]/선임/제조DX.제조DX솔루션.데이터통합분석팀" userId="d82ce3d5-2c2f-4d6b-9fbb-477c92d9f333" providerId="ADAL" clId="{226E3D3F-D790-46E4-967A-7FD7D5422C3E}" dt="2025-12-02T07:53:46.968" v="47" actId="20577"/>
          <ac:graphicFrameMkLst>
            <pc:docMk/>
            <pc:sldMk cId="1625678813" sldId="2147481949"/>
            <ac:graphicFrameMk id="19" creationId="{3E86696F-E35A-4B06-9B46-63A4A6A986C1}"/>
          </ac:graphicFrameMkLst>
        </pc:graphicFrameChg>
        <pc:picChg chg="mod">
          <ac:chgData name="조은지(EUNJI JO)[joeunji]/선임/제조DX.제조DX솔루션.데이터통합분석팀" userId="d82ce3d5-2c2f-4d6b-9fbb-477c92d9f333" providerId="ADAL" clId="{226E3D3F-D790-46E4-967A-7FD7D5422C3E}" dt="2025-12-02T07:40:46.770" v="43" actId="14826"/>
          <ac:picMkLst>
            <pc:docMk/>
            <pc:sldMk cId="1625678813" sldId="2147481949"/>
            <ac:picMk id="7" creationId="{38CBFD90-029D-46A2-B11A-6E1E178CB95D}"/>
          </ac:picMkLst>
        </pc:picChg>
        <pc:picChg chg="mod">
          <ac:chgData name="조은지(EUNJI JO)[joeunji]/선임/제조DX.제조DX솔루션.데이터통합분석팀" userId="d82ce3d5-2c2f-4d6b-9fbb-477c92d9f333" providerId="ADAL" clId="{226E3D3F-D790-46E4-967A-7FD7D5422C3E}" dt="2025-12-02T07:34:21.026" v="29" actId="14826"/>
          <ac:picMkLst>
            <pc:docMk/>
            <pc:sldMk cId="1625678813" sldId="2147481949"/>
            <ac:picMk id="8" creationId="{BA2C43F2-4B52-4C03-96AE-3CA2D75093A3}"/>
          </ac:picMkLst>
        </pc:picChg>
      </pc:sldChg>
      <pc:sldChg chg="addSp modSp">
        <pc:chgData name="조은지(EUNJI JO)[joeunji]/선임/제조DX.제조DX솔루션.데이터통합분석팀" userId="d82ce3d5-2c2f-4d6b-9fbb-477c92d9f333" providerId="ADAL" clId="{226E3D3F-D790-46E4-967A-7FD7D5422C3E}" dt="2025-12-02T08:38:56.190" v="1398" actId="1076"/>
        <pc:sldMkLst>
          <pc:docMk/>
          <pc:sldMk cId="2230191528" sldId="2147481954"/>
        </pc:sldMkLst>
        <pc:spChg chg="add mod ord">
          <ac:chgData name="조은지(EUNJI JO)[joeunji]/선임/제조DX.제조DX솔루션.데이터통합분석팀" userId="d82ce3d5-2c2f-4d6b-9fbb-477c92d9f333" providerId="ADAL" clId="{226E3D3F-D790-46E4-967A-7FD7D5422C3E}" dt="2025-12-02T08:38:56.190" v="1398" actId="1076"/>
          <ac:spMkLst>
            <pc:docMk/>
            <pc:sldMk cId="2230191528" sldId="2147481954"/>
            <ac:spMk id="4" creationId="{02E6E929-2FD7-4E0C-BDCB-7BFAFB3CCC32}"/>
          </ac:spMkLst>
        </pc:spChg>
        <pc:spChg chg="mod">
          <ac:chgData name="조은지(EUNJI JO)[joeunji]/선임/제조DX.제조DX솔루션.데이터통합분석팀" userId="d82ce3d5-2c2f-4d6b-9fbb-477c92d9f333" providerId="ADAL" clId="{226E3D3F-D790-46E4-967A-7FD7D5422C3E}" dt="2025-12-02T08:05:16.408" v="65" actId="20577"/>
          <ac:spMkLst>
            <pc:docMk/>
            <pc:sldMk cId="2230191528" sldId="2147481954"/>
            <ac:spMk id="35" creationId="{ABE19A9F-A8FA-462C-9FAC-B538C1BB4CB0}"/>
          </ac:spMkLst>
        </pc:spChg>
        <pc:graphicFrameChg chg="mod modGraphic">
          <ac:chgData name="조은지(EUNJI JO)[joeunji]/선임/제조DX.제조DX솔루션.데이터통합분석팀" userId="d82ce3d5-2c2f-4d6b-9fbb-477c92d9f333" providerId="ADAL" clId="{226E3D3F-D790-46E4-967A-7FD7D5422C3E}" dt="2025-12-02T08:37:13.234" v="937"/>
          <ac:graphicFrameMkLst>
            <pc:docMk/>
            <pc:sldMk cId="2230191528" sldId="2147481954"/>
            <ac:graphicFrameMk id="19" creationId="{3E86696F-E35A-4B06-9B46-63A4A6A986C1}"/>
          </ac:graphicFrameMkLst>
        </pc:graphicFrameChg>
        <pc:picChg chg="add mod">
          <ac:chgData name="조은지(EUNJI JO)[joeunji]/선임/제조DX.제조DX솔루션.데이터통합분석팀" userId="d82ce3d5-2c2f-4d6b-9fbb-477c92d9f333" providerId="ADAL" clId="{226E3D3F-D790-46E4-967A-7FD7D5422C3E}" dt="2025-12-02T08:35:42.857" v="607" actId="1076"/>
          <ac:picMkLst>
            <pc:docMk/>
            <pc:sldMk cId="2230191528" sldId="2147481954"/>
            <ac:picMk id="2" creationId="{32627403-D761-4CC1-80C1-1FF34470A9C2}"/>
          </ac:picMkLst>
        </pc:picChg>
        <pc:picChg chg="add mod">
          <ac:chgData name="조은지(EUNJI JO)[joeunji]/선임/제조DX.제조DX솔루션.데이터통합분석팀" userId="d82ce3d5-2c2f-4d6b-9fbb-477c92d9f333" providerId="ADAL" clId="{226E3D3F-D790-46E4-967A-7FD7D5422C3E}" dt="2025-12-02T08:35:59.534" v="654" actId="1035"/>
          <ac:picMkLst>
            <pc:docMk/>
            <pc:sldMk cId="2230191528" sldId="2147481954"/>
            <ac:picMk id="3" creationId="{D074CB69-DD49-46AF-B24F-74A479EA487C}"/>
          </ac:picMkLst>
        </pc:picChg>
      </pc:sldChg>
      <pc:sldChg chg="modSp">
        <pc:chgData name="조은지(EUNJI JO)[joeunji]/선임/제조DX.제조DX솔루션.데이터통합분석팀" userId="d82ce3d5-2c2f-4d6b-9fbb-477c92d9f333" providerId="ADAL" clId="{226E3D3F-D790-46E4-967A-7FD7D5422C3E}" dt="2025-12-03T02:31:58.966" v="1489"/>
        <pc:sldMkLst>
          <pc:docMk/>
          <pc:sldMk cId="1631578392" sldId="2147482120"/>
        </pc:sldMkLst>
        <pc:graphicFrameChg chg="mod modGraphic">
          <ac:chgData name="조은지(EUNJI JO)[joeunji]/선임/제조DX.제조DX솔루션.데이터통합분석팀" userId="d82ce3d5-2c2f-4d6b-9fbb-477c92d9f333" providerId="ADAL" clId="{226E3D3F-D790-46E4-967A-7FD7D5422C3E}" dt="2025-12-03T02:31:58.966" v="1489"/>
          <ac:graphicFrameMkLst>
            <pc:docMk/>
            <pc:sldMk cId="1631578392" sldId="2147482120"/>
            <ac:graphicFrameMk id="19" creationId="{3E86696F-E35A-4B06-9B46-63A4A6A986C1}"/>
          </ac:graphicFrameMkLst>
        </pc:graphicFrameChg>
      </pc:sldChg>
      <pc:sldChg chg="modSp">
        <pc:chgData name="조은지(EUNJI JO)[joeunji]/선임/제조DX.제조DX솔루션.데이터통합분석팀" userId="d82ce3d5-2c2f-4d6b-9fbb-477c92d9f333" providerId="ADAL" clId="{226E3D3F-D790-46E4-967A-7FD7D5422C3E}" dt="2025-12-03T02:33:46.097" v="1499" actId="20577"/>
        <pc:sldMkLst>
          <pc:docMk/>
          <pc:sldMk cId="199823846" sldId="2147482123"/>
        </pc:sldMkLst>
        <pc:graphicFrameChg chg="modGraphic">
          <ac:chgData name="조은지(EUNJI JO)[joeunji]/선임/제조DX.제조DX솔루션.데이터통합분석팀" userId="d82ce3d5-2c2f-4d6b-9fbb-477c92d9f333" providerId="ADAL" clId="{226E3D3F-D790-46E4-967A-7FD7D5422C3E}" dt="2025-12-03T02:33:46.097" v="1499" actId="20577"/>
          <ac:graphicFrameMkLst>
            <pc:docMk/>
            <pc:sldMk cId="199823846" sldId="2147482123"/>
            <ac:graphicFrameMk id="2" creationId="{906418C3-B267-4D15-9EEA-263A19B39D07}"/>
          </ac:graphicFrameMkLst>
        </pc:graphicFrameChg>
      </pc:sldChg>
    </pc:docChg>
  </pc:docChgLst>
  <pc:docChgLst>
    <pc:chgData name="윤성렬(SUNGRYEOL YUN)[sungryeol.y]/사원/제조DX.제조DX솔루션.롤맵기술팀" userId="b5311d10-d61f-46bb-bd4a-1d8342705f0f" providerId="ADAL" clId="{59CDEDED-9DB6-4E2E-A4ED-DE36445DC7EB}"/>
    <pc:docChg chg="undo custSel modSld">
      <pc:chgData name="윤성렬(SUNGRYEOL YUN)[sungryeol.y]/사원/제조DX.제조DX솔루션.롤맵기술팀" userId="b5311d10-d61f-46bb-bd4a-1d8342705f0f" providerId="ADAL" clId="{59CDEDED-9DB6-4E2E-A4ED-DE36445DC7EB}" dt="2025-11-12T00:44:00.427" v="2840" actId="20577"/>
      <pc:docMkLst>
        <pc:docMk/>
      </pc:docMkLst>
      <pc:sldChg chg="addSp delSp modSp mod">
        <pc:chgData name="윤성렬(SUNGRYEOL YUN)[sungryeol.y]/사원/제조DX.제조DX솔루션.롤맵기술팀" userId="b5311d10-d61f-46bb-bd4a-1d8342705f0f" providerId="ADAL" clId="{59CDEDED-9DB6-4E2E-A4ED-DE36445DC7EB}" dt="2025-11-12T00:23:12.399" v="985" actId="21"/>
        <pc:sldMkLst>
          <pc:docMk/>
          <pc:sldMk cId="4145388933" sldId="2147481913"/>
        </pc:sldMkLst>
        <pc:spChg chg="mod">
          <ac:chgData name="윤성렬(SUNGRYEOL YUN)[sungryeol.y]/사원/제조DX.제조DX솔루션.롤맵기술팀" userId="b5311d10-d61f-46bb-bd4a-1d8342705f0f" providerId="ADAL" clId="{59CDEDED-9DB6-4E2E-A4ED-DE36445DC7EB}" dt="2025-11-12T00:22:36.340" v="980" actId="20577"/>
          <ac:spMkLst>
            <pc:docMk/>
            <pc:sldMk cId="4145388933" sldId="2147481913"/>
            <ac:spMk id="18" creationId="{72943F47-EAEA-4391-A2BC-C7C33A8E8CFD}"/>
          </ac:spMkLst>
        </pc:spChg>
        <pc:graphicFrameChg chg="mod modGraphic">
          <ac:chgData name="윤성렬(SUNGRYEOL YUN)[sungryeol.y]/사원/제조DX.제조DX솔루션.롤맵기술팀" userId="b5311d10-d61f-46bb-bd4a-1d8342705f0f" providerId="ADAL" clId="{59CDEDED-9DB6-4E2E-A4ED-DE36445DC7EB}" dt="2025-11-12T00:23:02.269" v="984" actId="207"/>
          <ac:graphicFrameMkLst>
            <pc:docMk/>
            <pc:sldMk cId="4145388933" sldId="2147481913"/>
            <ac:graphicFrameMk id="3" creationId="{3E86696F-E35A-4B06-9B46-63A4A6A986C1}"/>
          </ac:graphicFrameMkLst>
        </pc:graphicFrameChg>
        <pc:picChg chg="add del mod">
          <ac:chgData name="윤성렬(SUNGRYEOL YUN)[sungryeol.y]/사원/제조DX.제조DX솔루션.롤맵기술팀" userId="b5311d10-d61f-46bb-bd4a-1d8342705f0f" providerId="ADAL" clId="{59CDEDED-9DB6-4E2E-A4ED-DE36445DC7EB}" dt="2025-11-12T00:23:12.399" v="985" actId="21"/>
          <ac:picMkLst>
            <pc:docMk/>
            <pc:sldMk cId="4145388933" sldId="2147481913"/>
            <ac:picMk id="4" creationId="{3033B291-3787-F81A-FCF7-FB81F2285F90}"/>
          </ac:picMkLst>
        </pc:picChg>
      </pc:sldChg>
      <pc:sldChg chg="addSp delSp modSp mod">
        <pc:chgData name="윤성렬(SUNGRYEOL YUN)[sungryeol.y]/사원/제조DX.제조DX솔루션.롤맵기술팀" userId="b5311d10-d61f-46bb-bd4a-1d8342705f0f" providerId="ADAL" clId="{59CDEDED-9DB6-4E2E-A4ED-DE36445DC7EB}" dt="2025-11-12T00:36:14.927" v="2371" actId="20577"/>
        <pc:sldMkLst>
          <pc:docMk/>
          <pc:sldMk cId="1894137771" sldId="2147481918"/>
        </pc:sldMkLst>
        <pc:spChg chg="mod">
          <ac:chgData name="윤성렬(SUNGRYEOL YUN)[sungryeol.y]/사원/제조DX.제조DX솔루션.롤맵기술팀" userId="b5311d10-d61f-46bb-bd4a-1d8342705f0f" providerId="ADAL" clId="{59CDEDED-9DB6-4E2E-A4ED-DE36445DC7EB}" dt="2025-11-12T00:36:14.927" v="2371" actId="20577"/>
          <ac:spMkLst>
            <pc:docMk/>
            <pc:sldMk cId="1894137771" sldId="2147481918"/>
            <ac:spMk id="18" creationId="{72943F47-EAEA-4391-A2BC-C7C33A8E8CFD}"/>
          </ac:spMkLst>
        </pc:spChg>
        <pc:grpChg chg="mod">
          <ac:chgData name="윤성렬(SUNGRYEOL YUN)[sungryeol.y]/사원/제조DX.제조DX솔루션.롤맵기술팀" userId="b5311d10-d61f-46bb-bd4a-1d8342705f0f" providerId="ADAL" clId="{59CDEDED-9DB6-4E2E-A4ED-DE36445DC7EB}" dt="2025-11-12T00:31:48.729" v="1658" actId="1037"/>
          <ac:grpSpMkLst>
            <pc:docMk/>
            <pc:sldMk cId="1894137771" sldId="2147481918"/>
            <ac:grpSpMk id="13" creationId="{9B4F5933-8292-4A21-8096-733B3DA50D92}"/>
          </ac:grpSpMkLst>
        </pc:grpChg>
        <pc:graphicFrameChg chg="mod modGraphic">
          <ac:chgData name="윤성렬(SUNGRYEOL YUN)[sungryeol.y]/사원/제조DX.제조DX솔루션.롤맵기술팀" userId="b5311d10-d61f-46bb-bd4a-1d8342705f0f" providerId="ADAL" clId="{59CDEDED-9DB6-4E2E-A4ED-DE36445DC7EB}" dt="2025-11-12T00:35:42.381" v="2367" actId="207"/>
          <ac:graphicFrameMkLst>
            <pc:docMk/>
            <pc:sldMk cId="1894137771" sldId="2147481918"/>
            <ac:graphicFrameMk id="3" creationId="{3E86696F-E35A-4B06-9B46-63A4A6A986C1}"/>
          </ac:graphicFrameMkLst>
        </pc:graphicFrameChg>
        <pc:graphicFrameChg chg="mod modGraphic">
          <ac:chgData name="윤성렬(SUNGRYEOL YUN)[sungryeol.y]/사원/제조DX.제조DX솔루션.롤맵기술팀" userId="b5311d10-d61f-46bb-bd4a-1d8342705f0f" providerId="ADAL" clId="{59CDEDED-9DB6-4E2E-A4ED-DE36445DC7EB}" dt="2025-11-12T00:31:41.541" v="1632" actId="20577"/>
          <ac:graphicFrameMkLst>
            <pc:docMk/>
            <pc:sldMk cId="1894137771" sldId="2147481918"/>
            <ac:graphicFrameMk id="12" creationId="{7D57EAEA-032C-4675-9E1F-ED12B661CDA8}"/>
          </ac:graphicFrameMkLst>
        </pc:graphicFrameChg>
        <pc:picChg chg="add del mod">
          <ac:chgData name="윤성렬(SUNGRYEOL YUN)[sungryeol.y]/사원/제조DX.제조DX솔루션.롤맵기술팀" userId="b5311d10-d61f-46bb-bd4a-1d8342705f0f" providerId="ADAL" clId="{59CDEDED-9DB6-4E2E-A4ED-DE36445DC7EB}" dt="2025-11-12T00:30:22.685" v="1446" actId="478"/>
          <ac:picMkLst>
            <pc:docMk/>
            <pc:sldMk cId="1894137771" sldId="2147481918"/>
            <ac:picMk id="4" creationId="{3033B291-3787-F81A-FCF7-FB81F2285F90}"/>
          </ac:picMkLst>
        </pc:picChg>
        <pc:picChg chg="add del mod">
          <ac:chgData name="윤성렬(SUNGRYEOL YUN)[sungryeol.y]/사원/제조DX.제조DX솔루션.롤맵기술팀" userId="b5311d10-d61f-46bb-bd4a-1d8342705f0f" providerId="ADAL" clId="{59CDEDED-9DB6-4E2E-A4ED-DE36445DC7EB}" dt="2025-11-12T00:35:49.383" v="2368" actId="478"/>
          <ac:picMkLst>
            <pc:docMk/>
            <pc:sldMk cId="1894137771" sldId="2147481918"/>
            <ac:picMk id="5" creationId="{DAC4A8D4-D7B4-850B-4518-A96CAEBCCEEE}"/>
          </ac:picMkLst>
        </pc:picChg>
      </pc:sldChg>
      <pc:sldChg chg="addSp delSp modSp mod">
        <pc:chgData name="윤성렬(SUNGRYEOL YUN)[sungryeol.y]/사원/제조DX.제조DX솔루션.롤맵기술팀" userId="b5311d10-d61f-46bb-bd4a-1d8342705f0f" providerId="ADAL" clId="{59CDEDED-9DB6-4E2E-A4ED-DE36445DC7EB}" dt="2025-11-12T00:39:22.856" v="2812" actId="207"/>
        <pc:sldMkLst>
          <pc:docMk/>
          <pc:sldMk cId="2750834388" sldId="2147481930"/>
        </pc:sldMkLst>
        <pc:spChg chg="mod">
          <ac:chgData name="윤성렬(SUNGRYEOL YUN)[sungryeol.y]/사원/제조DX.제조DX솔루션.롤맵기술팀" userId="b5311d10-d61f-46bb-bd4a-1d8342705f0f" providerId="ADAL" clId="{59CDEDED-9DB6-4E2E-A4ED-DE36445DC7EB}" dt="2025-11-12T00:38:05.856" v="2575" actId="20577"/>
          <ac:spMkLst>
            <pc:docMk/>
            <pc:sldMk cId="2750834388" sldId="2147481930"/>
            <ac:spMk id="18" creationId="{72943F47-EAEA-4391-A2BC-C7C33A8E8CFD}"/>
          </ac:spMkLst>
        </pc:spChg>
        <pc:graphicFrameChg chg="mod modGraphic">
          <ac:chgData name="윤성렬(SUNGRYEOL YUN)[sungryeol.y]/사원/제조DX.제조DX솔루션.롤맵기술팀" userId="b5311d10-d61f-46bb-bd4a-1d8342705f0f" providerId="ADAL" clId="{59CDEDED-9DB6-4E2E-A4ED-DE36445DC7EB}" dt="2025-11-12T00:39:22.856" v="2812" actId="207"/>
          <ac:graphicFrameMkLst>
            <pc:docMk/>
            <pc:sldMk cId="2750834388" sldId="2147481930"/>
            <ac:graphicFrameMk id="3" creationId="{3E86696F-E35A-4B06-9B46-63A4A6A986C1}"/>
          </ac:graphicFrameMkLst>
        </pc:graphicFrameChg>
        <pc:picChg chg="add del">
          <ac:chgData name="윤성렬(SUNGRYEOL YUN)[sungryeol.y]/사원/제조DX.제조DX솔루션.롤맵기술팀" userId="b5311d10-d61f-46bb-bd4a-1d8342705f0f" providerId="ADAL" clId="{59CDEDED-9DB6-4E2E-A4ED-DE36445DC7EB}" dt="2025-11-12T00:38:21.463" v="2586" actId="478"/>
          <ac:picMkLst>
            <pc:docMk/>
            <pc:sldMk cId="2750834388" sldId="2147481930"/>
            <ac:picMk id="7" creationId="{9A865696-6D0B-3D3E-E8BC-7ECC2F2788FC}"/>
          </ac:picMkLst>
        </pc:picChg>
      </pc:sldChg>
      <pc:sldChg chg="modSp mod">
        <pc:chgData name="윤성렬(SUNGRYEOL YUN)[sungryeol.y]/사원/제조DX.제조DX솔루션.롤맵기술팀" userId="b5311d10-d61f-46bb-bd4a-1d8342705f0f" providerId="ADAL" clId="{59CDEDED-9DB6-4E2E-A4ED-DE36445DC7EB}" dt="2025-11-12T00:36:37.155" v="2377" actId="20577"/>
        <pc:sldMkLst>
          <pc:docMk/>
          <pc:sldMk cId="2781412765" sldId="2147482059"/>
        </pc:sldMkLst>
        <pc:spChg chg="mod">
          <ac:chgData name="윤성렬(SUNGRYEOL YUN)[sungryeol.y]/사원/제조DX.제조DX솔루션.롤맵기술팀" userId="b5311d10-d61f-46bb-bd4a-1d8342705f0f" providerId="ADAL" clId="{59CDEDED-9DB6-4E2E-A4ED-DE36445DC7EB}" dt="2025-11-12T00:36:37.155" v="2377" actId="20577"/>
          <ac:spMkLst>
            <pc:docMk/>
            <pc:sldMk cId="2781412765" sldId="2147482059"/>
            <ac:spMk id="18" creationId="{72943F47-EAEA-4391-A2BC-C7C33A8E8CFD}"/>
          </ac:spMkLst>
        </pc:spChg>
        <pc:graphicFrameChg chg="modGraphic">
          <ac:chgData name="윤성렬(SUNGRYEOL YUN)[sungryeol.y]/사원/제조DX.제조DX솔루션.롤맵기술팀" userId="b5311d10-d61f-46bb-bd4a-1d8342705f0f" providerId="ADAL" clId="{59CDEDED-9DB6-4E2E-A4ED-DE36445DC7EB}" dt="2025-11-12T00:36:34.030" v="2374" actId="207"/>
          <ac:graphicFrameMkLst>
            <pc:docMk/>
            <pc:sldMk cId="2781412765" sldId="2147482059"/>
            <ac:graphicFrameMk id="3" creationId="{3E86696F-E35A-4B06-9B46-63A4A6A986C1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59CDEDED-9DB6-4E2E-A4ED-DE36445DC7EB}" dt="2025-11-12T00:23:38.700" v="991" actId="20577"/>
        <pc:sldMkLst>
          <pc:docMk/>
          <pc:sldMk cId="681262127" sldId="2147482091"/>
        </pc:sldMkLst>
        <pc:spChg chg="mod">
          <ac:chgData name="윤성렬(SUNGRYEOL YUN)[sungryeol.y]/사원/제조DX.제조DX솔루션.롤맵기술팀" userId="b5311d10-d61f-46bb-bd4a-1d8342705f0f" providerId="ADAL" clId="{59CDEDED-9DB6-4E2E-A4ED-DE36445DC7EB}" dt="2025-11-12T00:23:38.700" v="991" actId="20577"/>
          <ac:spMkLst>
            <pc:docMk/>
            <pc:sldMk cId="681262127" sldId="2147482091"/>
            <ac:spMk id="18" creationId="{72943F47-EAEA-4391-A2BC-C7C33A8E8CFD}"/>
          </ac:spMkLst>
        </pc:spChg>
        <pc:graphicFrameChg chg="modGraphic">
          <ac:chgData name="윤성렬(SUNGRYEOL YUN)[sungryeol.y]/사원/제조DX.제조DX솔루션.롤맵기술팀" userId="b5311d10-d61f-46bb-bd4a-1d8342705f0f" providerId="ADAL" clId="{59CDEDED-9DB6-4E2E-A4ED-DE36445DC7EB}" dt="2025-11-12T00:23:35.096" v="988" actId="207"/>
          <ac:graphicFrameMkLst>
            <pc:docMk/>
            <pc:sldMk cId="681262127" sldId="2147482091"/>
            <ac:graphicFrameMk id="3" creationId="{3E86696F-E35A-4B06-9B46-63A4A6A986C1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59CDEDED-9DB6-4E2E-A4ED-DE36445DC7EB}" dt="2025-11-12T00:40:28.768" v="2826" actId="1037"/>
        <pc:sldMkLst>
          <pc:docMk/>
          <pc:sldMk cId="24529797" sldId="2147482142"/>
        </pc:sldMkLst>
        <pc:spChg chg="mod">
          <ac:chgData name="윤성렬(SUNGRYEOL YUN)[sungryeol.y]/사원/제조DX.제조DX솔루션.롤맵기술팀" userId="b5311d10-d61f-46bb-bd4a-1d8342705f0f" providerId="ADAL" clId="{59CDEDED-9DB6-4E2E-A4ED-DE36445DC7EB}" dt="2025-11-12T00:40:22.192" v="2818" actId="20577"/>
          <ac:spMkLst>
            <pc:docMk/>
            <pc:sldMk cId="24529797" sldId="2147482142"/>
            <ac:spMk id="18" creationId="{A7F473DF-C875-A323-6679-F5CA881CD9C4}"/>
          </ac:spMkLst>
        </pc:spChg>
        <pc:graphicFrameChg chg="modGraphic">
          <ac:chgData name="윤성렬(SUNGRYEOL YUN)[sungryeol.y]/사원/제조DX.제조DX솔루션.롤맵기술팀" userId="b5311d10-d61f-46bb-bd4a-1d8342705f0f" providerId="ADAL" clId="{59CDEDED-9DB6-4E2E-A4ED-DE36445DC7EB}" dt="2025-11-12T00:40:18.549" v="2815" actId="207"/>
          <ac:graphicFrameMkLst>
            <pc:docMk/>
            <pc:sldMk cId="24529797" sldId="2147482142"/>
            <ac:graphicFrameMk id="3" creationId="{688BD945-555D-E069-F619-02973A6A481F}"/>
          </ac:graphicFrameMkLst>
        </pc:graphicFrameChg>
        <pc:graphicFrameChg chg="mod">
          <ac:chgData name="윤성렬(SUNGRYEOL YUN)[sungryeol.y]/사원/제조DX.제조DX솔루션.롤맵기술팀" userId="b5311d10-d61f-46bb-bd4a-1d8342705f0f" providerId="ADAL" clId="{59CDEDED-9DB6-4E2E-A4ED-DE36445DC7EB}" dt="2025-11-12T00:40:28.768" v="2826" actId="1037"/>
          <ac:graphicFrameMkLst>
            <pc:docMk/>
            <pc:sldMk cId="24529797" sldId="2147482142"/>
            <ac:graphicFrameMk id="4" creationId="{AF52D927-D9F3-D666-6F2C-381354363BB6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59CDEDED-9DB6-4E2E-A4ED-DE36445DC7EB}" dt="2025-11-12T00:44:00.427" v="2840" actId="20577"/>
        <pc:sldMkLst>
          <pc:docMk/>
          <pc:sldMk cId="1357361098" sldId="2147482154"/>
        </pc:sldMkLst>
        <pc:spChg chg="mod">
          <ac:chgData name="윤성렬(SUNGRYEOL YUN)[sungryeol.y]/사원/제조DX.제조DX솔루션.롤맵기술팀" userId="b5311d10-d61f-46bb-bd4a-1d8342705f0f" providerId="ADAL" clId="{59CDEDED-9DB6-4E2E-A4ED-DE36445DC7EB}" dt="2025-11-12T00:41:23.177" v="2838" actId="20577"/>
          <ac:spMkLst>
            <pc:docMk/>
            <pc:sldMk cId="1357361098" sldId="2147482154"/>
            <ac:spMk id="48" creationId="{1FD2A273-0668-47B6-89E6-8F1F1347835C}"/>
          </ac:spMkLst>
        </pc:spChg>
        <pc:spChg chg="mod">
          <ac:chgData name="윤성렬(SUNGRYEOL YUN)[sungryeol.y]/사원/제조DX.제조DX솔루션.롤맵기술팀" userId="b5311d10-d61f-46bb-bd4a-1d8342705f0f" providerId="ADAL" clId="{59CDEDED-9DB6-4E2E-A4ED-DE36445DC7EB}" dt="2025-11-12T00:44:00.427" v="2840" actId="20577"/>
          <ac:spMkLst>
            <pc:docMk/>
            <pc:sldMk cId="1357361098" sldId="2147482154"/>
            <ac:spMk id="49" creationId="{BB128FB1-3EFC-4D75-AD89-CA93AB9357F8}"/>
          </ac:spMkLst>
        </pc:spChg>
        <pc:graphicFrameChg chg="modGraphic">
          <ac:chgData name="윤성렬(SUNGRYEOL YUN)[sungryeol.y]/사원/제조DX.제조DX솔루션.롤맵기술팀" userId="b5311d10-d61f-46bb-bd4a-1d8342705f0f" providerId="ADAL" clId="{59CDEDED-9DB6-4E2E-A4ED-DE36445DC7EB}" dt="2025-11-12T00:41:05.184" v="2831" actId="207"/>
          <ac:graphicFrameMkLst>
            <pc:docMk/>
            <pc:sldMk cId="1357361098" sldId="2147482154"/>
            <ac:graphicFrameMk id="22" creationId="{800175D4-D7D2-4E39-BE37-BF38446744A7}"/>
          </ac:graphicFrameMkLst>
        </pc:graphicFrameChg>
      </pc:sldChg>
    </pc:docChg>
  </pc:docChgLst>
  <pc:docChgLst>
    <pc:chgData name="윤병호(Byeongho Yun)[bhyun91]/사원/제조지능화.제조PI.지능화기반.기반구축2팀" userId="32fa0f43-f624-4105-82ae-739587876fc5" providerId="ADAL" clId="{93197E04-62B8-4406-8154-4EB9694B2007}"/>
    <pc:docChg chg="undo custSel modSld">
      <pc:chgData name="윤병호(Byeongho Yun)[bhyun91]/사원/제조지능화.제조PI.지능화기반.기반구축2팀" userId="32fa0f43-f624-4105-82ae-739587876fc5" providerId="ADAL" clId="{93197E04-62B8-4406-8154-4EB9694B2007}" dt="2025-10-30T02:15:29.593" v="3082" actId="14100"/>
      <pc:docMkLst>
        <pc:docMk/>
      </pc:docMkLst>
      <pc:sldChg chg="delSp modSp">
        <pc:chgData name="윤병호(Byeongho Yun)[bhyun91]/사원/제조지능화.제조PI.지능화기반.기반구축2팀" userId="32fa0f43-f624-4105-82ae-739587876fc5" providerId="ADAL" clId="{93197E04-62B8-4406-8154-4EB9694B2007}" dt="2025-10-29T00:06:24.545" v="819" actId="207"/>
        <pc:sldMkLst>
          <pc:docMk/>
          <pc:sldMk cId="2105941167" sldId="2117"/>
        </pc:sldMkLst>
      </pc:sldChg>
      <pc:sldChg chg="modSp">
        <pc:chgData name="윤병호(Byeongho Yun)[bhyun91]/사원/제조지능화.제조PI.지능화기반.기반구축2팀" userId="32fa0f43-f624-4105-82ae-739587876fc5" providerId="ADAL" clId="{93197E04-62B8-4406-8154-4EB9694B2007}" dt="2025-10-29T00:12:43.266" v="1552" actId="20577"/>
        <pc:sldMkLst>
          <pc:docMk/>
          <pc:sldMk cId="2559780372" sldId="2147481944"/>
        </pc:sldMkLst>
        <pc:spChg chg="mod">
          <ac:chgData name="윤병호(Byeongho Yun)[bhyun91]/사원/제조지능화.제조PI.지능화기반.기반구축2팀" userId="32fa0f43-f624-4105-82ae-739587876fc5" providerId="ADAL" clId="{93197E04-62B8-4406-8154-4EB9694B2007}" dt="2025-10-29T00:09:57.361" v="1267" actId="1035"/>
          <ac:spMkLst>
            <pc:docMk/>
            <pc:sldMk cId="2559780372" sldId="2147481944"/>
            <ac:spMk id="19" creationId="{2E578BFA-4F52-473A-8A6A-891E8673C473}"/>
          </ac:spMkLst>
        </pc:spChg>
        <pc:spChg chg="mod">
          <ac:chgData name="윤병호(Byeongho Yun)[bhyun91]/사원/제조지능화.제조PI.지능화기반.기반구축2팀" userId="32fa0f43-f624-4105-82ae-739587876fc5" providerId="ADAL" clId="{93197E04-62B8-4406-8154-4EB9694B2007}" dt="2025-10-29T00:09:57.361" v="1267" actId="1035"/>
          <ac:spMkLst>
            <pc:docMk/>
            <pc:sldMk cId="2559780372" sldId="2147481944"/>
            <ac:spMk id="21" creationId="{56504C36-E416-4555-A91B-93214BBA4B92}"/>
          </ac:spMkLst>
        </pc:spChg>
        <pc:spChg chg="mod">
          <ac:chgData name="윤병호(Byeongho Yun)[bhyun91]/사원/제조지능화.제조PI.지능화기반.기반구축2팀" userId="32fa0f43-f624-4105-82ae-739587876fc5" providerId="ADAL" clId="{93197E04-62B8-4406-8154-4EB9694B2007}" dt="2025-10-29T00:07:07.735" v="825" actId="20577"/>
          <ac:spMkLst>
            <pc:docMk/>
            <pc:sldMk cId="2559780372" sldId="2147481944"/>
            <ac:spMk id="22" creationId="{81B17DB2-3DCC-4A8F-9347-F9695BEF8B6D}"/>
          </ac:spMkLst>
        </pc:spChg>
        <pc:graphicFrameChg chg="mod modGraphic">
          <ac:chgData name="윤병호(Byeongho Yun)[bhyun91]/사원/제조지능화.제조PI.지능화기반.기반구축2팀" userId="32fa0f43-f624-4105-82ae-739587876fc5" providerId="ADAL" clId="{93197E04-62B8-4406-8154-4EB9694B2007}" dt="2025-10-29T00:12:43.266" v="1552" actId="20577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  <pc:graphicFrameChg chg="mod">
          <ac:chgData name="윤병호(Byeongho Yun)[bhyun91]/사원/제조지능화.제조PI.지능화기반.기반구축2팀" userId="32fa0f43-f624-4105-82ae-739587876fc5" providerId="ADAL" clId="{93197E04-62B8-4406-8154-4EB9694B2007}" dt="2025-10-29T00:09:51.934" v="1263" actId="1035"/>
          <ac:graphicFrameMkLst>
            <pc:docMk/>
            <pc:sldMk cId="2559780372" sldId="2147481944"/>
            <ac:graphicFrameMk id="14" creationId="{C0FEE8D4-249E-4A1E-A47A-4401A1E7C448}"/>
          </ac:graphicFrameMkLst>
        </pc:graphicFrameChg>
      </pc:sldChg>
      <pc:sldChg chg="addSp delSp modSp">
        <pc:chgData name="윤병호(Byeongho Yun)[bhyun91]/사원/제조지능화.제조PI.지능화기반.기반구축2팀" userId="32fa0f43-f624-4105-82ae-739587876fc5" providerId="ADAL" clId="{93197E04-62B8-4406-8154-4EB9694B2007}" dt="2025-10-30T02:15:29.593" v="3082" actId="14100"/>
        <pc:sldMkLst>
          <pc:docMk/>
          <pc:sldMk cId="863012316" sldId="2147482046"/>
        </pc:sldMkLst>
        <pc:spChg chg="mod">
          <ac:chgData name="윤병호(Byeongho Yun)[bhyun91]/사원/제조지능화.제조PI.지능화기반.기반구축2팀" userId="32fa0f43-f624-4105-82ae-739587876fc5" providerId="ADAL" clId="{93197E04-62B8-4406-8154-4EB9694B2007}" dt="2025-10-29T00:13:29.587" v="1564"/>
          <ac:spMkLst>
            <pc:docMk/>
            <pc:sldMk cId="863012316" sldId="2147482046"/>
            <ac:spMk id="20" creationId="{3C29B833-2C84-4243-9D4D-9B1D408F91DE}"/>
          </ac:spMkLst>
        </pc:spChg>
        <pc:spChg chg="add mod">
          <ac:chgData name="윤병호(Byeongho Yun)[bhyun91]/사원/제조지능화.제조PI.지능화기반.기반구축2팀" userId="32fa0f43-f624-4105-82ae-739587876fc5" providerId="ADAL" clId="{93197E04-62B8-4406-8154-4EB9694B2007}" dt="2025-10-29T00:26:24.116" v="2504" actId="1076"/>
          <ac:spMkLst>
            <pc:docMk/>
            <pc:sldMk cId="863012316" sldId="2147482046"/>
            <ac:spMk id="58" creationId="{F2331789-FEC8-45FE-8F7A-D6ABFF734719}"/>
          </ac:spMkLst>
        </pc:spChg>
        <pc:spChg chg="add mod">
          <ac:chgData name="윤병호(Byeongho Yun)[bhyun91]/사원/제조지능화.제조PI.지능화기반.기반구축2팀" userId="32fa0f43-f624-4105-82ae-739587876fc5" providerId="ADAL" clId="{93197E04-62B8-4406-8154-4EB9694B2007}" dt="2025-10-29T00:26:26.989" v="2505" actId="1076"/>
          <ac:spMkLst>
            <pc:docMk/>
            <pc:sldMk cId="863012316" sldId="2147482046"/>
            <ac:spMk id="59" creationId="{74E6BC2D-72A7-4557-8795-9662B7AC276C}"/>
          </ac:spMkLst>
        </pc:spChg>
        <pc:graphicFrameChg chg="mod modGraphic">
          <ac:chgData name="윤병호(Byeongho Yun)[bhyun91]/사원/제조지능화.제조PI.지능화기반.기반구축2팀" userId="32fa0f43-f624-4105-82ae-739587876fc5" providerId="ADAL" clId="{93197E04-62B8-4406-8154-4EB9694B2007}" dt="2025-10-30T02:14:56.490" v="3074" actId="20577"/>
          <ac:graphicFrameMkLst>
            <pc:docMk/>
            <pc:sldMk cId="863012316" sldId="2147482046"/>
            <ac:graphicFrameMk id="7" creationId="{3E86696F-E35A-4B06-9B46-63A4A6A986C1}"/>
          </ac:graphicFrameMkLst>
        </pc:graphicFrameChg>
        <pc:graphicFrameChg chg="mod modGraphic">
          <ac:chgData name="윤병호(Byeongho Yun)[bhyun91]/사원/제조지능화.제조PI.지능화기반.기반구축2팀" userId="32fa0f43-f624-4105-82ae-739587876fc5" providerId="ADAL" clId="{93197E04-62B8-4406-8154-4EB9694B2007}" dt="2025-10-30T02:15:26.178" v="3081" actId="1076"/>
          <ac:graphicFrameMkLst>
            <pc:docMk/>
            <pc:sldMk cId="863012316" sldId="2147482046"/>
            <ac:graphicFrameMk id="60" creationId="{499311D7-9307-4912-8265-D228438D7B30}"/>
          </ac:graphicFrameMkLst>
        </pc:graphicFrameChg>
      </pc:sldChg>
    </pc:docChg>
  </pc:docChgLst>
  <pc:docChgLst>
    <pc:chgData name="서준효(JUNHYO SU)[sujunhyo]/책임/제조DX.제조DX솔루션.데이터통합분석팀" userId="d69e963c-cd7d-4842-a4a9-f0ce48daaa93" providerId="ADAL" clId="{BFA3E119-4361-46EE-ACD9-00D19FC33A97}"/>
    <pc:docChg chg="undo custSel modSld">
      <pc:chgData name="서준효(JUNHYO SU)[sujunhyo]/책임/제조DX.제조DX솔루션.데이터통합분석팀" userId="d69e963c-cd7d-4842-a4a9-f0ce48daaa93" providerId="ADAL" clId="{BFA3E119-4361-46EE-ACD9-00D19FC33A97}" dt="2025-11-26T01:52:31.084" v="622" actId="20577"/>
      <pc:docMkLst>
        <pc:docMk/>
      </pc:docMkLst>
      <pc:sldChg chg="addSp modSp mod">
        <pc:chgData name="서준효(JUNHYO SU)[sujunhyo]/책임/제조DX.제조DX솔루션.데이터통합분석팀" userId="d69e963c-cd7d-4842-a4a9-f0ce48daaa93" providerId="ADAL" clId="{BFA3E119-4361-46EE-ACD9-00D19FC33A97}" dt="2025-11-26T01:52:31.084" v="622" actId="20577"/>
        <pc:sldMkLst>
          <pc:docMk/>
          <pc:sldMk cId="3422623579" sldId="2147482052"/>
        </pc:sldMkLst>
        <pc:spChg chg="add mod">
          <ac:chgData name="서준효(JUNHYO SU)[sujunhyo]/책임/제조DX.제조DX솔루션.데이터통합분석팀" userId="d69e963c-cd7d-4842-a4a9-f0ce48daaa93" providerId="ADAL" clId="{BFA3E119-4361-46EE-ACD9-00D19FC33A97}" dt="2025-11-26T01:52:14.458" v="545" actId="14100"/>
          <ac:spMkLst>
            <pc:docMk/>
            <pc:sldMk cId="3422623579" sldId="2147482052"/>
            <ac:spMk id="3" creationId="{EC90659D-40C1-2A21-E4F6-73BECD5B6CCC}"/>
          </ac:spMkLst>
        </pc:spChg>
        <pc:spChg chg="add mod">
          <ac:chgData name="서준효(JUNHYO SU)[sujunhyo]/책임/제조DX.제조DX솔루션.데이터통합분석팀" userId="d69e963c-cd7d-4842-a4a9-f0ce48daaa93" providerId="ADAL" clId="{BFA3E119-4361-46EE-ACD9-00D19FC33A97}" dt="2025-11-26T01:52:31.084" v="622" actId="20577"/>
          <ac:spMkLst>
            <pc:docMk/>
            <pc:sldMk cId="3422623579" sldId="2147482052"/>
            <ac:spMk id="4" creationId="{C293B005-8F7F-C4BD-295D-81365AE2AA2F}"/>
          </ac:spMkLst>
        </pc:spChg>
        <pc:spChg chg="mod">
          <ac:chgData name="서준효(JUNHYO SU)[sujunhyo]/책임/제조DX.제조DX솔루션.데이터통합분석팀" userId="d69e963c-cd7d-4842-a4a9-f0ce48daaa93" providerId="ADAL" clId="{BFA3E119-4361-46EE-ACD9-00D19FC33A97}" dt="2025-11-26T01:48:19.845" v="391" actId="20577"/>
          <ac:spMkLst>
            <pc:docMk/>
            <pc:sldMk cId="3422623579" sldId="2147482052"/>
            <ac:spMk id="5" creationId="{6BC9B294-291A-D23F-C381-45EA6FDC28AB}"/>
          </ac:spMkLst>
        </pc:spChg>
        <pc:spChg chg="add mod">
          <ac:chgData name="서준효(JUNHYO SU)[sujunhyo]/책임/제조DX.제조DX솔루션.데이터통합분석팀" userId="d69e963c-cd7d-4842-a4a9-f0ce48daaa93" providerId="ADAL" clId="{BFA3E119-4361-46EE-ACD9-00D19FC33A97}" dt="2025-11-26T01:52:11.943" v="544"/>
          <ac:spMkLst>
            <pc:docMk/>
            <pc:sldMk cId="3422623579" sldId="2147482052"/>
            <ac:spMk id="6" creationId="{34FF76E7-F786-E324-2D8D-08E497C9026F}"/>
          </ac:spMkLst>
        </pc:spChg>
        <pc:graphicFrameChg chg="mod modGraphic">
          <ac:chgData name="서준효(JUNHYO SU)[sujunhyo]/책임/제조DX.제조DX솔루션.데이터통합분석팀" userId="d69e963c-cd7d-4842-a4a9-f0ce48daaa93" providerId="ADAL" clId="{BFA3E119-4361-46EE-ACD9-00D19FC33A97}" dt="2025-11-26T01:44:49.216" v="303" actId="20577"/>
          <ac:graphicFrameMkLst>
            <pc:docMk/>
            <pc:sldMk cId="3422623579" sldId="2147482052"/>
            <ac:graphicFrameMk id="7" creationId="{ED1D777A-F458-D0BE-C537-083D00DFCE32}"/>
          </ac:graphicFrameMkLst>
        </pc:graphicFrameChg>
      </pc:sldChg>
    </pc:docChg>
  </pc:docChgLst>
  <pc:docChgLst>
    <pc:chgData name="박형식 " userId="0cd7f50e-5bcd-4bfb-9828-a186843fb8c8" providerId="ADAL" clId="{4500FF83-19AB-414A-926A-7FA0ADEEB246}"/>
    <pc:docChg chg="undo custSel modSld">
      <pc:chgData name="박형식 " userId="0cd7f50e-5bcd-4bfb-9828-a186843fb8c8" providerId="ADAL" clId="{4500FF83-19AB-414A-926A-7FA0ADEEB246}" dt="2025-11-26T02:49:07.621" v="3061" actId="20577"/>
      <pc:docMkLst>
        <pc:docMk/>
      </pc:docMkLst>
      <pc:sldChg chg="addSp delSp modSp">
        <pc:chgData name="박형식 " userId="0cd7f50e-5bcd-4bfb-9828-a186843fb8c8" providerId="ADAL" clId="{4500FF83-19AB-414A-926A-7FA0ADEEB246}" dt="2025-11-26T02:49:07.621" v="3061" actId="20577"/>
        <pc:sldMkLst>
          <pc:docMk/>
          <pc:sldMk cId="710661984" sldId="2147482065"/>
        </pc:sldMkLst>
        <pc:spChg chg="add mod">
          <ac:chgData name="박형식 " userId="0cd7f50e-5bcd-4bfb-9828-a186843fb8c8" providerId="ADAL" clId="{4500FF83-19AB-414A-926A-7FA0ADEEB246}" dt="2025-11-26T02:46:21.628" v="2848" actId="1036"/>
          <ac:spMkLst>
            <pc:docMk/>
            <pc:sldMk cId="710661984" sldId="2147482065"/>
            <ac:spMk id="24" creationId="{B9746CF0-C26B-44A6-B353-9A0381293DDF}"/>
          </ac:spMkLst>
        </pc:spChg>
        <pc:spChg chg="add mod">
          <ac:chgData name="박형식 " userId="0cd7f50e-5bcd-4bfb-9828-a186843fb8c8" providerId="ADAL" clId="{4500FF83-19AB-414A-926A-7FA0ADEEB246}" dt="2025-11-26T02:46:54.175" v="2858" actId="1035"/>
          <ac:spMkLst>
            <pc:docMk/>
            <pc:sldMk cId="710661984" sldId="2147482065"/>
            <ac:spMk id="26" creationId="{85ED8C23-7F0E-4AE7-8B56-643CD8D8870C}"/>
          </ac:spMkLst>
        </pc:spChg>
        <pc:spChg chg="mod">
          <ac:chgData name="박형식 " userId="0cd7f50e-5bcd-4bfb-9828-a186843fb8c8" providerId="ADAL" clId="{4500FF83-19AB-414A-926A-7FA0ADEEB246}" dt="2025-11-26T02:49:07.621" v="3061" actId="20577"/>
          <ac:spMkLst>
            <pc:docMk/>
            <pc:sldMk cId="710661984" sldId="2147482065"/>
            <ac:spMk id="28" creationId="{1397614B-B268-4B17-A9FC-A5A1F2BAC63A}"/>
          </ac:spMkLst>
        </pc:spChg>
        <pc:spChg chg="mod">
          <ac:chgData name="박형식 " userId="0cd7f50e-5bcd-4bfb-9828-a186843fb8c8" providerId="ADAL" clId="{4500FF83-19AB-414A-926A-7FA0ADEEB246}" dt="2025-11-26T02:37:10.347" v="2420" actId="1035"/>
          <ac:spMkLst>
            <pc:docMk/>
            <pc:sldMk cId="710661984" sldId="2147482065"/>
            <ac:spMk id="36" creationId="{4CA6FAD3-8012-4B50-9F8A-FA6590A69D7A}"/>
          </ac:spMkLst>
        </pc:spChg>
        <pc:spChg chg="mod">
          <ac:chgData name="박형식 " userId="0cd7f50e-5bcd-4bfb-9828-a186843fb8c8" providerId="ADAL" clId="{4500FF83-19AB-414A-926A-7FA0ADEEB246}" dt="2025-11-26T02:37:10.347" v="2420" actId="1035"/>
          <ac:spMkLst>
            <pc:docMk/>
            <pc:sldMk cId="710661984" sldId="2147482065"/>
            <ac:spMk id="37" creationId="{76A02D9B-F385-44AC-99DC-3777B6EB2F29}"/>
          </ac:spMkLst>
        </pc:spChg>
        <pc:spChg chg="mod">
          <ac:chgData name="박형식 " userId="0cd7f50e-5bcd-4bfb-9828-a186843fb8c8" providerId="ADAL" clId="{4500FF83-19AB-414A-926A-7FA0ADEEB246}" dt="2025-11-26T02:37:10.347" v="2420" actId="1035"/>
          <ac:spMkLst>
            <pc:docMk/>
            <pc:sldMk cId="710661984" sldId="2147482065"/>
            <ac:spMk id="38" creationId="{626C505A-864E-4E4C-927E-F8E55FD1D67F}"/>
          </ac:spMkLst>
        </pc:spChg>
        <pc:spChg chg="mod">
          <ac:chgData name="박형식 " userId="0cd7f50e-5bcd-4bfb-9828-a186843fb8c8" providerId="ADAL" clId="{4500FF83-19AB-414A-926A-7FA0ADEEB246}" dt="2025-11-26T02:37:10.347" v="2420" actId="1035"/>
          <ac:spMkLst>
            <pc:docMk/>
            <pc:sldMk cId="710661984" sldId="2147482065"/>
            <ac:spMk id="39" creationId="{B4AAED0A-5473-4EC3-AA11-BC2E3F62D2EE}"/>
          </ac:spMkLst>
        </pc:spChg>
        <pc:spChg chg="mod">
          <ac:chgData name="박형식 " userId="0cd7f50e-5bcd-4bfb-9828-a186843fb8c8" providerId="ADAL" clId="{4500FF83-19AB-414A-926A-7FA0ADEEB246}" dt="2025-11-25T07:59:24.927" v="19" actId="20577"/>
          <ac:spMkLst>
            <pc:docMk/>
            <pc:sldMk cId="710661984" sldId="2147482065"/>
            <ac:spMk id="40" creationId="{874AA230-4BEB-4ECB-B45C-5FDEB60FB5EC}"/>
          </ac:spMkLst>
        </pc:spChg>
        <pc:spChg chg="del mod">
          <ac:chgData name="박형식 " userId="0cd7f50e-5bcd-4bfb-9828-a186843fb8c8" providerId="ADAL" clId="{4500FF83-19AB-414A-926A-7FA0ADEEB246}" dt="2025-11-26T02:43:30.529" v="2761" actId="478"/>
          <ac:spMkLst>
            <pc:docMk/>
            <pc:sldMk cId="710661984" sldId="2147482065"/>
            <ac:spMk id="42" creationId="{B4ABE7EC-9166-4D86-8D9F-7940057C48D5}"/>
          </ac:spMkLst>
        </pc:spChg>
        <pc:spChg chg="add mod">
          <ac:chgData name="박형식 " userId="0cd7f50e-5bcd-4bfb-9828-a186843fb8c8" providerId="ADAL" clId="{4500FF83-19AB-414A-926A-7FA0ADEEB246}" dt="2025-11-26T02:48:26.928" v="3041" actId="1076"/>
          <ac:spMkLst>
            <pc:docMk/>
            <pc:sldMk cId="710661984" sldId="2147482065"/>
            <ac:spMk id="43" creationId="{62AB2110-04E2-46B9-9340-447B04CCE1F1}"/>
          </ac:spMkLst>
        </pc:spChg>
        <pc:spChg chg="add mod">
          <ac:chgData name="박형식 " userId="0cd7f50e-5bcd-4bfb-9828-a186843fb8c8" providerId="ADAL" clId="{4500FF83-19AB-414A-926A-7FA0ADEEB246}" dt="2025-11-26T02:48:43.834" v="3057" actId="20577"/>
          <ac:spMkLst>
            <pc:docMk/>
            <pc:sldMk cId="710661984" sldId="2147482065"/>
            <ac:spMk id="44" creationId="{38C9A791-8643-4F8B-8A57-0A7F31FDCFF3}"/>
          </ac:spMkLst>
        </pc:spChg>
        <pc:graphicFrameChg chg="mod modGraphic">
          <ac:chgData name="박형식 " userId="0cd7f50e-5bcd-4bfb-9828-a186843fb8c8" providerId="ADAL" clId="{4500FF83-19AB-414A-926A-7FA0ADEEB246}" dt="2025-11-26T02:43:34.030" v="2766" actId="20577"/>
          <ac:graphicFrameMkLst>
            <pc:docMk/>
            <pc:sldMk cId="710661984" sldId="2147482065"/>
            <ac:graphicFrameMk id="27" creationId="{C0FBC9B7-527F-49F4-9D3C-676F45B49387}"/>
          </ac:graphicFrameMkLst>
        </pc:graphicFrameChg>
        <pc:graphicFrameChg chg="mod modGraphic">
          <ac:chgData name="박형식 " userId="0cd7f50e-5bcd-4bfb-9828-a186843fb8c8" providerId="ADAL" clId="{4500FF83-19AB-414A-926A-7FA0ADEEB246}" dt="2025-11-26T01:04:35.720" v="1432" actId="2165"/>
          <ac:graphicFrameMkLst>
            <pc:docMk/>
            <pc:sldMk cId="710661984" sldId="2147482065"/>
            <ac:graphicFrameMk id="33" creationId="{ACB985E5-A980-461B-96AF-E2F1238E6023}"/>
          </ac:graphicFrameMkLst>
        </pc:graphicFrameChg>
        <pc:picChg chg="add mod">
          <ac:chgData name="박형식 " userId="0cd7f50e-5bcd-4bfb-9828-a186843fb8c8" providerId="ADAL" clId="{4500FF83-19AB-414A-926A-7FA0ADEEB246}" dt="2025-11-26T02:47:38.801" v="2903" actId="14826"/>
          <ac:picMkLst>
            <pc:docMk/>
            <pc:sldMk cId="710661984" sldId="2147482065"/>
            <ac:picMk id="2" creationId="{034CF82E-8D98-4A75-98E5-7045C9742615}"/>
          </ac:picMkLst>
        </pc:picChg>
        <pc:picChg chg="add mod">
          <ac:chgData name="박형식 " userId="0cd7f50e-5bcd-4bfb-9828-a186843fb8c8" providerId="ADAL" clId="{4500FF83-19AB-414A-926A-7FA0ADEEB246}" dt="2025-11-26T02:47:47.177" v="2904" actId="14826"/>
          <ac:picMkLst>
            <pc:docMk/>
            <pc:sldMk cId="710661984" sldId="2147482065"/>
            <ac:picMk id="3" creationId="{DAB2228E-A109-4BB6-90D8-9F31366EB9BD}"/>
          </ac:picMkLst>
        </pc:picChg>
        <pc:picChg chg="add mod">
          <ac:chgData name="박형식 " userId="0cd7f50e-5bcd-4bfb-9828-a186843fb8c8" providerId="ADAL" clId="{4500FF83-19AB-414A-926A-7FA0ADEEB246}" dt="2025-11-26T02:45:55.096" v="2823" actId="1038"/>
          <ac:picMkLst>
            <pc:docMk/>
            <pc:sldMk cId="710661984" sldId="2147482065"/>
            <ac:picMk id="4" creationId="{10B3953F-AE33-4C7B-911F-C952EFF0E395}"/>
          </ac:picMkLst>
        </pc:picChg>
        <pc:picChg chg="add mod">
          <ac:chgData name="박형식 " userId="0cd7f50e-5bcd-4bfb-9828-a186843fb8c8" providerId="ADAL" clId="{4500FF83-19AB-414A-926A-7FA0ADEEB246}" dt="2025-11-26T02:45:51.611" v="2812" actId="1038"/>
          <ac:picMkLst>
            <pc:docMk/>
            <pc:sldMk cId="710661984" sldId="2147482065"/>
            <ac:picMk id="5" creationId="{521F0433-C3D3-4916-B3E5-730028FA79FC}"/>
          </ac:picMkLst>
        </pc:picChg>
        <pc:picChg chg="mod">
          <ac:chgData name="박형식 " userId="0cd7f50e-5bcd-4bfb-9828-a186843fb8c8" providerId="ADAL" clId="{4500FF83-19AB-414A-926A-7FA0ADEEB246}" dt="2025-11-26T02:37:10.347" v="2420" actId="1035"/>
          <ac:picMkLst>
            <pc:docMk/>
            <pc:sldMk cId="710661984" sldId="2147482065"/>
            <ac:picMk id="35" creationId="{13823C37-7F0D-45EF-B3AB-273F464E33D0}"/>
          </ac:picMkLst>
        </pc:picChg>
        <pc:picChg chg="del mod">
          <ac:chgData name="박형식 " userId="0cd7f50e-5bcd-4bfb-9828-a186843fb8c8" providerId="ADAL" clId="{4500FF83-19AB-414A-926A-7FA0ADEEB246}" dt="2025-11-26T02:43:30.529" v="2761" actId="478"/>
          <ac:picMkLst>
            <pc:docMk/>
            <pc:sldMk cId="710661984" sldId="2147482065"/>
            <ac:picMk id="41" creationId="{B26C0ADE-CD24-4FC9-9FE4-2DF6210D1C58}"/>
          </ac:picMkLst>
        </pc:picChg>
      </pc:sldChg>
    </pc:docChg>
  </pc:docChgLst>
  <pc:docChgLst>
    <pc:chgData name="박위대(WI DAE PARK)[widae]/팀장/제조DX.제조DX솔루션.데이터통합분석팀" userId="3cfa7188-e76a-49be-bfbb-63c3f45a9cc3" providerId="ADAL" clId="{53153440-F3F2-4604-92EC-F1257ACF12A1}"/>
    <pc:docChg chg="undo custSel modSld">
      <pc:chgData name="박위대(WI DAE PARK)[widae]/팀장/제조DX.제조DX솔루션.데이터통합분석팀" userId="3cfa7188-e76a-49be-bfbb-63c3f45a9cc3" providerId="ADAL" clId="{53153440-F3F2-4604-92EC-F1257ACF12A1}" dt="2025-11-20T01:44:19.073" v="51" actId="1076"/>
      <pc:docMkLst>
        <pc:docMk/>
      </pc:docMkLst>
      <pc:sldChg chg="modSp mod">
        <pc:chgData name="박위대(WI DAE PARK)[widae]/팀장/제조DX.제조DX솔루션.데이터통합분석팀" userId="3cfa7188-e76a-49be-bfbb-63c3f45a9cc3" providerId="ADAL" clId="{53153440-F3F2-4604-92EC-F1257ACF12A1}" dt="2025-11-20T01:44:19.073" v="51" actId="1076"/>
        <pc:sldMkLst>
          <pc:docMk/>
          <pc:sldMk cId="3422623579" sldId="2147482052"/>
        </pc:sldMkLst>
        <pc:spChg chg="mod">
          <ac:chgData name="박위대(WI DAE PARK)[widae]/팀장/제조DX.제조DX솔루션.데이터통합분석팀" userId="3cfa7188-e76a-49be-bfbb-63c3f45a9cc3" providerId="ADAL" clId="{53153440-F3F2-4604-92EC-F1257ACF12A1}" dt="2025-11-20T01:43:50.611" v="50" actId="20577"/>
          <ac:spMkLst>
            <pc:docMk/>
            <pc:sldMk cId="3422623579" sldId="2147482052"/>
            <ac:spMk id="5" creationId="{6BC9B294-291A-D23F-C381-45EA6FDC28AB}"/>
          </ac:spMkLst>
        </pc:spChg>
        <pc:spChg chg="mod">
          <ac:chgData name="박위대(WI DAE PARK)[widae]/팀장/제조DX.제조DX솔루션.데이터통합분석팀" userId="3cfa7188-e76a-49be-bfbb-63c3f45a9cc3" providerId="ADAL" clId="{53153440-F3F2-4604-92EC-F1257ACF12A1}" dt="2025-11-20T01:44:19.073" v="51" actId="1076"/>
          <ac:spMkLst>
            <pc:docMk/>
            <pc:sldMk cId="3422623579" sldId="2147482052"/>
            <ac:spMk id="12" creationId="{6692D194-EAA7-4A30-B79B-2E6BD596C9C1}"/>
          </ac:spMkLst>
        </pc:spChg>
        <pc:spChg chg="mod">
          <ac:chgData name="박위대(WI DAE PARK)[widae]/팀장/제조DX.제조DX솔루션.데이터통합분석팀" userId="3cfa7188-e76a-49be-bfbb-63c3f45a9cc3" providerId="ADAL" clId="{53153440-F3F2-4604-92EC-F1257ACF12A1}" dt="2025-11-20T01:44:19.073" v="51" actId="1076"/>
          <ac:spMkLst>
            <pc:docMk/>
            <pc:sldMk cId="3422623579" sldId="2147482052"/>
            <ac:spMk id="14" creationId="{FF3B58DF-5463-4003-B574-D2C07836F890}"/>
          </ac:spMkLst>
        </pc:spChg>
        <pc:spChg chg="mod">
          <ac:chgData name="박위대(WI DAE PARK)[widae]/팀장/제조DX.제조DX솔루션.데이터통합분석팀" userId="3cfa7188-e76a-49be-bfbb-63c3f45a9cc3" providerId="ADAL" clId="{53153440-F3F2-4604-92EC-F1257ACF12A1}" dt="2025-11-20T01:44:19.073" v="51" actId="1076"/>
          <ac:spMkLst>
            <pc:docMk/>
            <pc:sldMk cId="3422623579" sldId="2147482052"/>
            <ac:spMk id="15" creationId="{1347EB15-DE53-4F8D-A41D-C25B54697F69}"/>
          </ac:spMkLst>
        </pc:spChg>
        <pc:spChg chg="mod">
          <ac:chgData name="박위대(WI DAE PARK)[widae]/팀장/제조DX.제조DX솔루션.데이터통합분석팀" userId="3cfa7188-e76a-49be-bfbb-63c3f45a9cc3" providerId="ADAL" clId="{53153440-F3F2-4604-92EC-F1257ACF12A1}" dt="2025-11-20T01:44:19.073" v="51" actId="1076"/>
          <ac:spMkLst>
            <pc:docMk/>
            <pc:sldMk cId="3422623579" sldId="2147482052"/>
            <ac:spMk id="18" creationId="{B039936C-EA9E-4773-B7D0-A42716E92176}"/>
          </ac:spMkLst>
        </pc:spChg>
        <pc:spChg chg="mod">
          <ac:chgData name="박위대(WI DAE PARK)[widae]/팀장/제조DX.제조DX솔루션.데이터통합분석팀" userId="3cfa7188-e76a-49be-bfbb-63c3f45a9cc3" providerId="ADAL" clId="{53153440-F3F2-4604-92EC-F1257ACF12A1}" dt="2025-11-20T01:44:19.073" v="51" actId="1076"/>
          <ac:spMkLst>
            <pc:docMk/>
            <pc:sldMk cId="3422623579" sldId="2147482052"/>
            <ac:spMk id="19" creationId="{47237EF7-60B2-4748-A9B6-B8972E1054A8}"/>
          </ac:spMkLst>
        </pc:spChg>
        <pc:spChg chg="mod">
          <ac:chgData name="박위대(WI DAE PARK)[widae]/팀장/제조DX.제조DX솔루션.데이터통합분석팀" userId="3cfa7188-e76a-49be-bfbb-63c3f45a9cc3" providerId="ADAL" clId="{53153440-F3F2-4604-92EC-F1257ACF12A1}" dt="2025-11-20T01:44:19.073" v="51" actId="1076"/>
          <ac:spMkLst>
            <pc:docMk/>
            <pc:sldMk cId="3422623579" sldId="2147482052"/>
            <ac:spMk id="20" creationId="{3F2F36C2-F626-42D6-AE61-D4F0D42979D7}"/>
          </ac:spMkLst>
        </pc:spChg>
        <pc:graphicFrameChg chg="mod">
          <ac:chgData name="박위대(WI DAE PARK)[widae]/팀장/제조DX.제조DX솔루션.데이터통합분석팀" userId="3cfa7188-e76a-49be-bfbb-63c3f45a9cc3" providerId="ADAL" clId="{53153440-F3F2-4604-92EC-F1257ACF12A1}" dt="2025-11-20T01:44:19.073" v="51" actId="1076"/>
          <ac:graphicFrameMkLst>
            <pc:docMk/>
            <pc:sldMk cId="3422623579" sldId="2147482052"/>
            <ac:graphicFrameMk id="8" creationId="{9F593721-68A0-50F6-F9A2-24B7FD3C4A98}"/>
          </ac:graphicFrameMkLst>
        </pc:graphicFrameChg>
        <pc:graphicFrameChg chg="mod">
          <ac:chgData name="박위대(WI DAE PARK)[widae]/팀장/제조DX.제조DX솔루션.데이터통합분석팀" userId="3cfa7188-e76a-49be-bfbb-63c3f45a9cc3" providerId="ADAL" clId="{53153440-F3F2-4604-92EC-F1257ACF12A1}" dt="2025-11-20T01:44:19.073" v="51" actId="1076"/>
          <ac:graphicFrameMkLst>
            <pc:docMk/>
            <pc:sldMk cId="3422623579" sldId="2147482052"/>
            <ac:graphicFrameMk id="16" creationId="{613F9ABA-5239-42FE-8096-8438F8CEB7F0}"/>
          </ac:graphicFrameMkLst>
        </pc:graphicFrameChg>
      </pc:sldChg>
    </pc:docChg>
  </pc:docChgLst>
  <pc:docChgLst>
    <pc:chgData name="김종우(JONG WOO KIM)[jongwoo_kim]/선임/제조DX.제조DX솔루션.데이터통합분석팀" userId="S::jongwoo_kim@lgensol.com::724af6f9-8cbb-4db2-a128-c90de53c6762" providerId="AD" clId="Web-{6F1F94FD-B7BA-49E5-8F34-26E22DE3BA23}"/>
    <pc:docChg chg="modSld">
      <pc:chgData name="김종우(JONG WOO KIM)[jongwoo_kim]/선임/제조DX.제조DX솔루션.데이터통합분석팀" userId="S::jongwoo_kim@lgensol.com::724af6f9-8cbb-4db2-a128-c90de53c6762" providerId="AD" clId="Web-{6F1F94FD-B7BA-49E5-8F34-26E22DE3BA23}" dt="2025-11-12T10:45:43.103" v="11"/>
      <pc:docMkLst>
        <pc:docMk/>
      </pc:docMkLst>
      <pc:sldChg chg="modSp">
        <pc:chgData name="김종우(JONG WOO KIM)[jongwoo_kim]/선임/제조DX.제조DX솔루션.데이터통합분석팀" userId="S::jongwoo_kim@lgensol.com::724af6f9-8cbb-4db2-a128-c90de53c6762" providerId="AD" clId="Web-{6F1F94FD-B7BA-49E5-8F34-26E22DE3BA23}" dt="2025-11-12T10:45:43.103" v="11"/>
        <pc:sldMkLst>
          <pc:docMk/>
          <pc:sldMk cId="2384569951" sldId="2147482053"/>
        </pc:sldMkLst>
        <pc:graphicFrameChg chg="mod modGraphic">
          <ac:chgData name="김종우(JONG WOO KIM)[jongwoo_kim]/선임/제조DX.제조DX솔루션.데이터통합분석팀" userId="S::jongwoo_kim@lgensol.com::724af6f9-8cbb-4db2-a128-c90de53c6762" providerId="AD" clId="Web-{6F1F94FD-B7BA-49E5-8F34-26E22DE3BA23}" dt="2025-11-12T10:45:43.103" v="11"/>
          <ac:graphicFrameMkLst>
            <pc:docMk/>
            <pc:sldMk cId="2384569951" sldId="2147482053"/>
            <ac:graphicFrameMk id="19" creationId="{3E86696F-E35A-4B06-9B46-63A4A6A986C1}"/>
          </ac:graphicFrameMkLst>
        </pc:graphicFrameChg>
      </pc:sldChg>
    </pc:docChg>
  </pc:docChgLst>
  <pc:docChgLst>
    <pc:chgData name="윤성렬(SUNGRYEOL YUN)[sungryeol.y]/사원/제조DX.제조DX솔루션.롤맵기술팀" userId="b5311d10-d61f-46bb-bd4a-1d8342705f0f" providerId="ADAL" clId="{BE864EEE-7825-4789-A8E3-3FB1C53EAC0F}"/>
    <pc:docChg chg="undo custSel modSld">
      <pc:chgData name="윤성렬(SUNGRYEOL YUN)[sungryeol.y]/사원/제조DX.제조DX솔루션.롤맵기술팀" userId="b5311d10-d61f-46bb-bd4a-1d8342705f0f" providerId="ADAL" clId="{BE864EEE-7825-4789-A8E3-3FB1C53EAC0F}" dt="2025-11-26T00:42:45.051" v="2014" actId="207"/>
      <pc:docMkLst>
        <pc:docMk/>
      </pc:docMkLst>
      <pc:sldChg chg="modSp mod">
        <pc:chgData name="윤성렬(SUNGRYEOL YUN)[sungryeol.y]/사원/제조DX.제조DX솔루션.롤맵기술팀" userId="b5311d10-d61f-46bb-bd4a-1d8342705f0f" providerId="ADAL" clId="{BE864EEE-7825-4789-A8E3-3FB1C53EAC0F}" dt="2025-11-25T21:14:51.361" v="1614" actId="20577"/>
        <pc:sldMkLst>
          <pc:docMk/>
          <pc:sldMk cId="3266697761" sldId="2278"/>
        </pc:sldMkLst>
        <pc:spChg chg="mod">
          <ac:chgData name="윤성렬(SUNGRYEOL YUN)[sungryeol.y]/사원/제조DX.제조DX솔루션.롤맵기술팀" userId="b5311d10-d61f-46bb-bd4a-1d8342705f0f" providerId="ADAL" clId="{BE864EEE-7825-4789-A8E3-3FB1C53EAC0F}" dt="2025-11-25T21:14:51.361" v="1614" actId="20577"/>
          <ac:spMkLst>
            <pc:docMk/>
            <pc:sldMk cId="3266697761" sldId="2278"/>
            <ac:spMk id="16" creationId="{64103116-79E6-4EAD-A94F-CA5060A46E07}"/>
          </ac:spMkLst>
        </pc:spChg>
      </pc:sldChg>
      <pc:sldChg chg="addSp delSp modSp mod">
        <pc:chgData name="윤성렬(SUNGRYEOL YUN)[sungryeol.y]/사원/제조DX.제조DX솔루션.롤맵기술팀" userId="b5311d10-d61f-46bb-bd4a-1d8342705f0f" providerId="ADAL" clId="{BE864EEE-7825-4789-A8E3-3FB1C53EAC0F}" dt="2025-11-25T21:09:18.396" v="1041" actId="207"/>
        <pc:sldMkLst>
          <pc:docMk/>
          <pc:sldMk cId="4145388933" sldId="2147481913"/>
        </pc:sldMkLst>
        <pc:spChg chg="mod">
          <ac:chgData name="윤성렬(SUNGRYEOL YUN)[sungryeol.y]/사원/제조DX.제조DX솔루션.롤맵기술팀" userId="b5311d10-d61f-46bb-bd4a-1d8342705f0f" providerId="ADAL" clId="{BE864EEE-7825-4789-A8E3-3FB1C53EAC0F}" dt="2025-11-25T21:08:18.299" v="894" actId="20577"/>
          <ac:spMkLst>
            <pc:docMk/>
            <pc:sldMk cId="4145388933" sldId="2147481913"/>
            <ac:spMk id="18" creationId="{72943F47-EAEA-4391-A2BC-C7C33A8E8CFD}"/>
          </ac:spMkLst>
        </pc:spChg>
        <pc:graphicFrameChg chg="mod modGraphic">
          <ac:chgData name="윤성렬(SUNGRYEOL YUN)[sungryeol.y]/사원/제조DX.제조DX솔루션.롤맵기술팀" userId="b5311d10-d61f-46bb-bd4a-1d8342705f0f" providerId="ADAL" clId="{BE864EEE-7825-4789-A8E3-3FB1C53EAC0F}" dt="2025-11-25T21:09:18.396" v="1041" actId="207"/>
          <ac:graphicFrameMkLst>
            <pc:docMk/>
            <pc:sldMk cId="4145388933" sldId="2147481913"/>
            <ac:graphicFrameMk id="3" creationId="{3E86696F-E35A-4B06-9B46-63A4A6A986C1}"/>
          </ac:graphicFrameMkLst>
        </pc:graphicFrameChg>
        <pc:picChg chg="add del mod">
          <ac:chgData name="윤성렬(SUNGRYEOL YUN)[sungryeol.y]/사원/제조DX.제조DX솔루션.롤맵기술팀" userId="b5311d10-d61f-46bb-bd4a-1d8342705f0f" providerId="ADAL" clId="{BE864EEE-7825-4789-A8E3-3FB1C53EAC0F}" dt="2025-11-25T21:06:12.744" v="815" actId="478"/>
          <ac:picMkLst>
            <pc:docMk/>
            <pc:sldMk cId="4145388933" sldId="2147481913"/>
            <ac:picMk id="4" creationId="{E09FEA15-5DDE-7B0C-66C4-77807BB2BFB3}"/>
          </ac:picMkLst>
        </pc:picChg>
      </pc:sldChg>
      <pc:sldChg chg="addSp delSp modSp mod">
        <pc:chgData name="윤성렬(SUNGRYEOL YUN)[sungryeol.y]/사원/제조DX.제조DX솔루션.롤맵기술팀" userId="b5311d10-d61f-46bb-bd4a-1d8342705f0f" providerId="ADAL" clId="{BE864EEE-7825-4789-A8E3-3FB1C53EAC0F}" dt="2025-11-25T21:12:32.960" v="1420" actId="478"/>
        <pc:sldMkLst>
          <pc:docMk/>
          <pc:sldMk cId="1894137771" sldId="2147481918"/>
        </pc:sldMkLst>
        <pc:spChg chg="mod">
          <ac:chgData name="윤성렬(SUNGRYEOL YUN)[sungryeol.y]/사원/제조DX.제조DX솔루션.롤맵기술팀" userId="b5311d10-d61f-46bb-bd4a-1d8342705f0f" providerId="ADAL" clId="{BE864EEE-7825-4789-A8E3-3FB1C53EAC0F}" dt="2025-11-25T21:11:40.627" v="1242" actId="20577"/>
          <ac:spMkLst>
            <pc:docMk/>
            <pc:sldMk cId="1894137771" sldId="2147481918"/>
            <ac:spMk id="18" creationId="{72943F47-EAEA-4391-A2BC-C7C33A8E8CFD}"/>
          </ac:spMkLst>
        </pc:spChg>
        <pc:graphicFrameChg chg="mod modGraphic">
          <ac:chgData name="윤성렬(SUNGRYEOL YUN)[sungryeol.y]/사원/제조DX.제조DX솔루션.롤맵기술팀" userId="b5311d10-d61f-46bb-bd4a-1d8342705f0f" providerId="ADAL" clId="{BE864EEE-7825-4789-A8E3-3FB1C53EAC0F}" dt="2025-11-25T21:12:26.972" v="1418" actId="207"/>
          <ac:graphicFrameMkLst>
            <pc:docMk/>
            <pc:sldMk cId="1894137771" sldId="2147481918"/>
            <ac:graphicFrameMk id="3" creationId="{3E86696F-E35A-4B06-9B46-63A4A6A986C1}"/>
          </ac:graphicFrameMkLst>
        </pc:graphicFrameChg>
        <pc:picChg chg="add del mod">
          <ac:chgData name="윤성렬(SUNGRYEOL YUN)[sungryeol.y]/사원/제조DX.제조DX솔루션.롤맵기술팀" userId="b5311d10-d61f-46bb-bd4a-1d8342705f0f" providerId="ADAL" clId="{BE864EEE-7825-4789-A8E3-3FB1C53EAC0F}" dt="2025-11-25T21:12:32.960" v="1420" actId="478"/>
          <ac:picMkLst>
            <pc:docMk/>
            <pc:sldMk cId="1894137771" sldId="2147481918"/>
            <ac:picMk id="4" creationId="{47E4C57C-D799-3095-7B04-D6506AF6C400}"/>
          </ac:picMkLst>
        </pc:picChg>
      </pc:sldChg>
      <pc:sldChg chg="modSp mod">
        <pc:chgData name="윤성렬(SUNGRYEOL YUN)[sungryeol.y]/사원/제조DX.제조DX솔루션.롤맵기술팀" userId="b5311d10-d61f-46bb-bd4a-1d8342705f0f" providerId="ADAL" clId="{BE864EEE-7825-4789-A8E3-3FB1C53EAC0F}" dt="2025-11-25T21:21:49.312" v="1754" actId="207"/>
        <pc:sldMkLst>
          <pc:docMk/>
          <pc:sldMk cId="2750834388" sldId="2147481930"/>
        </pc:sldMkLst>
        <pc:spChg chg="mod">
          <ac:chgData name="윤성렬(SUNGRYEOL YUN)[sungryeol.y]/사원/제조DX.제조DX솔루션.롤맵기술팀" userId="b5311d10-d61f-46bb-bd4a-1d8342705f0f" providerId="ADAL" clId="{BE864EEE-7825-4789-A8E3-3FB1C53EAC0F}" dt="2025-11-25T21:19:08.850" v="1735" actId="20577"/>
          <ac:spMkLst>
            <pc:docMk/>
            <pc:sldMk cId="2750834388" sldId="2147481930"/>
            <ac:spMk id="18" creationId="{72943F47-EAEA-4391-A2BC-C7C33A8E8CFD}"/>
          </ac:spMkLst>
        </pc:spChg>
        <pc:graphicFrameChg chg="mod modGraphic">
          <ac:chgData name="윤성렬(SUNGRYEOL YUN)[sungryeol.y]/사원/제조DX.제조DX솔루션.롤맵기술팀" userId="b5311d10-d61f-46bb-bd4a-1d8342705f0f" providerId="ADAL" clId="{BE864EEE-7825-4789-A8E3-3FB1C53EAC0F}" dt="2025-11-25T21:21:49.312" v="1754" actId="207"/>
          <ac:graphicFrameMkLst>
            <pc:docMk/>
            <pc:sldMk cId="2750834388" sldId="2147481930"/>
            <ac:graphicFrameMk id="3" creationId="{3E86696F-E35A-4B06-9B46-63A4A6A986C1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BE864EEE-7825-4789-A8E3-3FB1C53EAC0F}" dt="2025-11-25T22:01:06.461" v="1850" actId="207"/>
        <pc:sldMkLst>
          <pc:docMk/>
          <pc:sldMk cId="3218446010" sldId="2147481940"/>
        </pc:sldMkLst>
        <pc:graphicFrameChg chg="modGraphic">
          <ac:chgData name="윤성렬(SUNGRYEOL YUN)[sungryeol.y]/사원/제조DX.제조DX솔루션.롤맵기술팀" userId="b5311d10-d61f-46bb-bd4a-1d8342705f0f" providerId="ADAL" clId="{BE864EEE-7825-4789-A8E3-3FB1C53EAC0F}" dt="2025-11-25T22:01:06.461" v="1850" actId="207"/>
          <ac:graphicFrameMkLst>
            <pc:docMk/>
            <pc:sldMk cId="3218446010" sldId="2147481940"/>
            <ac:graphicFrameMk id="21" creationId="{B17BC81E-4040-4B89-BFD6-444CE79E9A52}"/>
          </ac:graphicFrameMkLst>
        </pc:graphicFrameChg>
      </pc:sldChg>
      <pc:sldChg chg="addSp delSp modSp mod">
        <pc:chgData name="윤성렬(SUNGRYEOL YUN)[sungryeol.y]/사원/제조DX.제조DX솔루션.롤맵기술팀" userId="b5311d10-d61f-46bb-bd4a-1d8342705f0f" providerId="ADAL" clId="{BE864EEE-7825-4789-A8E3-3FB1C53EAC0F}" dt="2025-11-25T21:14:23.258" v="1571" actId="20577"/>
        <pc:sldMkLst>
          <pc:docMk/>
          <pc:sldMk cId="2781412765" sldId="2147482059"/>
        </pc:sldMkLst>
        <pc:spChg chg="mod">
          <ac:chgData name="윤성렬(SUNGRYEOL YUN)[sungryeol.y]/사원/제조DX.제조DX솔루션.롤맵기술팀" userId="b5311d10-d61f-46bb-bd4a-1d8342705f0f" providerId="ADAL" clId="{BE864EEE-7825-4789-A8E3-3FB1C53EAC0F}" dt="2025-11-25T21:13:25.748" v="1461" actId="20577"/>
          <ac:spMkLst>
            <pc:docMk/>
            <pc:sldMk cId="2781412765" sldId="2147482059"/>
            <ac:spMk id="18" creationId="{72943F47-EAEA-4391-A2BC-C7C33A8E8CFD}"/>
          </ac:spMkLst>
        </pc:spChg>
        <pc:graphicFrameChg chg="mod modGraphic">
          <ac:chgData name="윤성렬(SUNGRYEOL YUN)[sungryeol.y]/사원/제조DX.제조DX솔루션.롤맵기술팀" userId="b5311d10-d61f-46bb-bd4a-1d8342705f0f" providerId="ADAL" clId="{BE864EEE-7825-4789-A8E3-3FB1C53EAC0F}" dt="2025-11-25T21:14:23.258" v="1571" actId="20577"/>
          <ac:graphicFrameMkLst>
            <pc:docMk/>
            <pc:sldMk cId="2781412765" sldId="2147482059"/>
            <ac:graphicFrameMk id="3" creationId="{3E86696F-E35A-4B06-9B46-63A4A6A986C1}"/>
          </ac:graphicFrameMkLst>
        </pc:graphicFrameChg>
        <pc:picChg chg="add del mod">
          <ac:chgData name="윤성렬(SUNGRYEOL YUN)[sungryeol.y]/사원/제조DX.제조DX솔루션.롤맵기술팀" userId="b5311d10-d61f-46bb-bd4a-1d8342705f0f" providerId="ADAL" clId="{BE864EEE-7825-4789-A8E3-3FB1C53EAC0F}" dt="2025-11-25T21:13:28.425" v="1462" actId="478"/>
          <ac:picMkLst>
            <pc:docMk/>
            <pc:sldMk cId="2781412765" sldId="2147482059"/>
            <ac:picMk id="4" creationId="{AD1C6665-64E5-4799-9FF4-CCD4B1DB9A88}"/>
          </ac:picMkLst>
        </pc:picChg>
      </pc:sldChg>
      <pc:sldChg chg="modSp mod">
        <pc:chgData name="윤성렬(SUNGRYEOL YUN)[sungryeol.y]/사원/제조DX.제조DX솔루션.롤맵기술팀" userId="b5311d10-d61f-46bb-bd4a-1d8342705f0f" providerId="ADAL" clId="{BE864EEE-7825-4789-A8E3-3FB1C53EAC0F}" dt="2025-11-25T21:10:07.951" v="1048" actId="207"/>
        <pc:sldMkLst>
          <pc:docMk/>
          <pc:sldMk cId="681262127" sldId="2147482091"/>
        </pc:sldMkLst>
        <pc:spChg chg="mod">
          <ac:chgData name="윤성렬(SUNGRYEOL YUN)[sungryeol.y]/사원/제조DX.제조DX솔루션.롤맵기술팀" userId="b5311d10-d61f-46bb-bd4a-1d8342705f0f" providerId="ADAL" clId="{BE864EEE-7825-4789-A8E3-3FB1C53EAC0F}" dt="2025-11-25T21:09:57.360" v="1045" actId="20577"/>
          <ac:spMkLst>
            <pc:docMk/>
            <pc:sldMk cId="681262127" sldId="2147482091"/>
            <ac:spMk id="18" creationId="{72943F47-EAEA-4391-A2BC-C7C33A8E8CFD}"/>
          </ac:spMkLst>
        </pc:spChg>
        <pc:graphicFrameChg chg="modGraphic">
          <ac:chgData name="윤성렬(SUNGRYEOL YUN)[sungryeol.y]/사원/제조DX.제조DX솔루션.롤맵기술팀" userId="b5311d10-d61f-46bb-bd4a-1d8342705f0f" providerId="ADAL" clId="{BE864EEE-7825-4789-A8E3-3FB1C53EAC0F}" dt="2025-11-25T21:10:07.951" v="1048" actId="207"/>
          <ac:graphicFrameMkLst>
            <pc:docMk/>
            <pc:sldMk cId="681262127" sldId="2147482091"/>
            <ac:graphicFrameMk id="3" creationId="{3E86696F-E35A-4B06-9B46-63A4A6A986C1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BE864EEE-7825-4789-A8E3-3FB1C53EAC0F}" dt="2025-11-25T21:22:45.377" v="1761" actId="20577"/>
        <pc:sldMkLst>
          <pc:docMk/>
          <pc:sldMk cId="24529797" sldId="2147482142"/>
        </pc:sldMkLst>
        <pc:spChg chg="mod">
          <ac:chgData name="윤성렬(SUNGRYEOL YUN)[sungryeol.y]/사원/제조DX.제조DX솔루션.롤맵기술팀" userId="b5311d10-d61f-46bb-bd4a-1d8342705f0f" providerId="ADAL" clId="{BE864EEE-7825-4789-A8E3-3FB1C53EAC0F}" dt="2025-11-25T21:22:45.377" v="1761" actId="20577"/>
          <ac:spMkLst>
            <pc:docMk/>
            <pc:sldMk cId="24529797" sldId="2147482142"/>
            <ac:spMk id="18" creationId="{A7F473DF-C875-A323-6679-F5CA881CD9C4}"/>
          </ac:spMkLst>
        </pc:spChg>
        <pc:graphicFrameChg chg="modGraphic">
          <ac:chgData name="윤성렬(SUNGRYEOL YUN)[sungryeol.y]/사원/제조DX.제조DX솔루션.롤맵기술팀" userId="b5311d10-d61f-46bb-bd4a-1d8342705f0f" providerId="ADAL" clId="{BE864EEE-7825-4789-A8E3-3FB1C53EAC0F}" dt="2025-11-25T21:22:41.179" v="1757" actId="207"/>
          <ac:graphicFrameMkLst>
            <pc:docMk/>
            <pc:sldMk cId="24529797" sldId="2147482142"/>
            <ac:graphicFrameMk id="3" creationId="{688BD945-555D-E069-F619-02973A6A481F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BE864EEE-7825-4789-A8E3-3FB1C53EAC0F}" dt="2025-11-25T22:02:05.030" v="1855" actId="207"/>
        <pc:sldMkLst>
          <pc:docMk/>
          <pc:sldMk cId="4216273303" sldId="2147482152"/>
        </pc:sldMkLst>
        <pc:graphicFrameChg chg="mod modGraphic">
          <ac:chgData name="윤성렬(SUNGRYEOL YUN)[sungryeol.y]/사원/제조DX.제조DX솔루션.롤맵기술팀" userId="b5311d10-d61f-46bb-bd4a-1d8342705f0f" providerId="ADAL" clId="{BE864EEE-7825-4789-A8E3-3FB1C53EAC0F}" dt="2025-11-25T22:02:05.030" v="1855" actId="207"/>
          <ac:graphicFrameMkLst>
            <pc:docMk/>
            <pc:sldMk cId="4216273303" sldId="2147482152"/>
            <ac:graphicFrameMk id="18" creationId="{E5337A66-4735-450F-BB05-1241FCE56139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BE864EEE-7825-4789-A8E3-3FB1C53EAC0F}" dt="2025-11-25T22:02:53.830" v="1860" actId="207"/>
        <pc:sldMkLst>
          <pc:docMk/>
          <pc:sldMk cId="719476191" sldId="2147482153"/>
        </pc:sldMkLst>
        <pc:graphicFrameChg chg="mod modGraphic">
          <ac:chgData name="윤성렬(SUNGRYEOL YUN)[sungryeol.y]/사원/제조DX.제조DX솔루션.롤맵기술팀" userId="b5311d10-d61f-46bb-bd4a-1d8342705f0f" providerId="ADAL" clId="{BE864EEE-7825-4789-A8E3-3FB1C53EAC0F}" dt="2025-11-25T22:02:53.830" v="1860" actId="207"/>
          <ac:graphicFrameMkLst>
            <pc:docMk/>
            <pc:sldMk cId="719476191" sldId="2147482153"/>
            <ac:graphicFrameMk id="24" creationId="{DA9720D5-9E5D-4270-AD52-B8674BAB70D6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BE864EEE-7825-4789-A8E3-3FB1C53EAC0F}" dt="2025-11-25T22:09:35.868" v="1987" actId="20577"/>
        <pc:sldMkLst>
          <pc:docMk/>
          <pc:sldMk cId="1357361098" sldId="2147482154"/>
        </pc:sldMkLst>
        <pc:spChg chg="mod">
          <ac:chgData name="윤성렬(SUNGRYEOL YUN)[sungryeol.y]/사원/제조DX.제조DX솔루션.롤맵기술팀" userId="b5311d10-d61f-46bb-bd4a-1d8342705f0f" providerId="ADAL" clId="{BE864EEE-7825-4789-A8E3-3FB1C53EAC0F}" dt="2025-11-25T22:09:21.989" v="1946" actId="20577"/>
          <ac:spMkLst>
            <pc:docMk/>
            <pc:sldMk cId="1357361098" sldId="2147482154"/>
            <ac:spMk id="41" creationId="{B7C38D5B-39CD-4C59-8C14-1563DBCC2E75}"/>
          </ac:spMkLst>
        </pc:spChg>
        <pc:graphicFrameChg chg="mod modGraphic">
          <ac:chgData name="윤성렬(SUNGRYEOL YUN)[sungryeol.y]/사원/제조DX.제조DX솔루션.롤맵기술팀" userId="b5311d10-d61f-46bb-bd4a-1d8342705f0f" providerId="ADAL" clId="{BE864EEE-7825-4789-A8E3-3FB1C53EAC0F}" dt="2025-11-25T22:06:40.840" v="1865" actId="207"/>
          <ac:graphicFrameMkLst>
            <pc:docMk/>
            <pc:sldMk cId="1357361098" sldId="2147482154"/>
            <ac:graphicFrameMk id="20" creationId="{4D0A5B9B-816F-4E0A-A314-C8D20D26917B}"/>
          </ac:graphicFrameMkLst>
        </pc:graphicFrameChg>
        <pc:graphicFrameChg chg="mod modGraphic">
          <ac:chgData name="윤성렬(SUNGRYEOL YUN)[sungryeol.y]/사원/제조DX.제조DX솔루션.롤맵기술팀" userId="b5311d10-d61f-46bb-bd4a-1d8342705f0f" providerId="ADAL" clId="{BE864EEE-7825-4789-A8E3-3FB1C53EAC0F}" dt="2025-11-25T22:09:35.868" v="1987" actId="20577"/>
          <ac:graphicFrameMkLst>
            <pc:docMk/>
            <pc:sldMk cId="1357361098" sldId="2147482154"/>
            <ac:graphicFrameMk id="22" creationId="{800175D4-D7D2-4E39-BE37-BF38446744A7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BE864EEE-7825-4789-A8E3-3FB1C53EAC0F}" dt="2025-11-25T22:09:03.916" v="1939" actId="207"/>
        <pc:sldMkLst>
          <pc:docMk/>
          <pc:sldMk cId="2756542074" sldId="2147482155"/>
        </pc:sldMkLst>
        <pc:graphicFrameChg chg="mod modGraphic">
          <ac:chgData name="윤성렬(SUNGRYEOL YUN)[sungryeol.y]/사원/제조DX.제조DX솔루션.롤맵기술팀" userId="b5311d10-d61f-46bb-bd4a-1d8342705f0f" providerId="ADAL" clId="{BE864EEE-7825-4789-A8E3-3FB1C53EAC0F}" dt="2025-11-25T22:09:03.916" v="1939" actId="207"/>
          <ac:graphicFrameMkLst>
            <pc:docMk/>
            <pc:sldMk cId="2756542074" sldId="2147482155"/>
            <ac:graphicFrameMk id="20" creationId="{C29AEFF0-7244-4E41-A5B8-902A91A671C8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BE864EEE-7825-4789-A8E3-3FB1C53EAC0F}" dt="2025-11-25T22:10:16.690" v="1993" actId="207"/>
        <pc:sldMkLst>
          <pc:docMk/>
          <pc:sldMk cId="1685760430" sldId="2147482156"/>
        </pc:sldMkLst>
        <pc:graphicFrameChg chg="mod modGraphic">
          <ac:chgData name="윤성렬(SUNGRYEOL YUN)[sungryeol.y]/사원/제조DX.제조DX솔루션.롤맵기술팀" userId="b5311d10-d61f-46bb-bd4a-1d8342705f0f" providerId="ADAL" clId="{BE864EEE-7825-4789-A8E3-3FB1C53EAC0F}" dt="2025-11-25T22:10:16.690" v="1993" actId="207"/>
          <ac:graphicFrameMkLst>
            <pc:docMk/>
            <pc:sldMk cId="1685760430" sldId="2147482156"/>
            <ac:graphicFrameMk id="19" creationId="{197AC351-9B94-4151-9F3E-1F17E57ED62B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BE864EEE-7825-4789-A8E3-3FB1C53EAC0F}" dt="2025-11-26T00:40:40.193" v="1998" actId="207"/>
        <pc:sldMkLst>
          <pc:docMk/>
          <pc:sldMk cId="1270712381" sldId="2147482157"/>
        </pc:sldMkLst>
        <pc:graphicFrameChg chg="mod modGraphic">
          <ac:chgData name="윤성렬(SUNGRYEOL YUN)[sungryeol.y]/사원/제조DX.제조DX솔루션.롤맵기술팀" userId="b5311d10-d61f-46bb-bd4a-1d8342705f0f" providerId="ADAL" clId="{BE864EEE-7825-4789-A8E3-3FB1C53EAC0F}" dt="2025-11-26T00:40:40.193" v="1998" actId="207"/>
          <ac:graphicFrameMkLst>
            <pc:docMk/>
            <pc:sldMk cId="1270712381" sldId="2147482157"/>
            <ac:graphicFrameMk id="19" creationId="{57F9DB81-8AAF-42BC-806B-D07D80EC3A48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BE864EEE-7825-4789-A8E3-3FB1C53EAC0F}" dt="2025-11-26T00:41:38.784" v="2003" actId="207"/>
        <pc:sldMkLst>
          <pc:docMk/>
          <pc:sldMk cId="3468524003" sldId="2147482158"/>
        </pc:sldMkLst>
        <pc:graphicFrameChg chg="mod modGraphic">
          <ac:chgData name="윤성렬(SUNGRYEOL YUN)[sungryeol.y]/사원/제조DX.제조DX솔루션.롤맵기술팀" userId="b5311d10-d61f-46bb-bd4a-1d8342705f0f" providerId="ADAL" clId="{BE864EEE-7825-4789-A8E3-3FB1C53EAC0F}" dt="2025-11-26T00:41:38.784" v="2003" actId="207"/>
          <ac:graphicFrameMkLst>
            <pc:docMk/>
            <pc:sldMk cId="3468524003" sldId="2147482158"/>
            <ac:graphicFrameMk id="19" creationId="{BBA4D3A6-B372-42DE-9842-8CC4E02BD613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BE864EEE-7825-4789-A8E3-3FB1C53EAC0F}" dt="2025-11-26T00:42:12.182" v="2008" actId="207"/>
        <pc:sldMkLst>
          <pc:docMk/>
          <pc:sldMk cId="3982393149" sldId="2147482159"/>
        </pc:sldMkLst>
        <pc:graphicFrameChg chg="mod modGraphic">
          <ac:chgData name="윤성렬(SUNGRYEOL YUN)[sungryeol.y]/사원/제조DX.제조DX솔루션.롤맵기술팀" userId="b5311d10-d61f-46bb-bd4a-1d8342705f0f" providerId="ADAL" clId="{BE864EEE-7825-4789-A8E3-3FB1C53EAC0F}" dt="2025-11-26T00:42:12.182" v="2008" actId="207"/>
          <ac:graphicFrameMkLst>
            <pc:docMk/>
            <pc:sldMk cId="3982393149" sldId="2147482159"/>
            <ac:graphicFrameMk id="19" creationId="{9C1806C0-446E-47C8-944A-06A94EA73D8F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BE864EEE-7825-4789-A8E3-3FB1C53EAC0F}" dt="2025-11-26T00:42:45.051" v="2014" actId="207"/>
        <pc:sldMkLst>
          <pc:docMk/>
          <pc:sldMk cId="4127400384" sldId="2147482160"/>
        </pc:sldMkLst>
        <pc:graphicFrameChg chg="mod modGraphic">
          <ac:chgData name="윤성렬(SUNGRYEOL YUN)[sungryeol.y]/사원/제조DX.제조DX솔루션.롤맵기술팀" userId="b5311d10-d61f-46bb-bd4a-1d8342705f0f" providerId="ADAL" clId="{BE864EEE-7825-4789-A8E3-3FB1C53EAC0F}" dt="2025-11-26T00:42:45.051" v="2014" actId="207"/>
          <ac:graphicFrameMkLst>
            <pc:docMk/>
            <pc:sldMk cId="4127400384" sldId="2147482160"/>
            <ac:graphicFrameMk id="18" creationId="{D90C02AA-15F8-4E0D-BE1B-0BF9BF5A1C7F}"/>
          </ac:graphicFrameMkLst>
        </pc:graphicFrameChg>
      </pc:sldChg>
    </pc:docChg>
  </pc:docChgLst>
  <pc:docChgLst>
    <pc:chgData name="이석훈(SEOKHUN LEE)[shlee92]/선임/제조DX.제조DX솔루션.셀추적기술팀" userId="ed8d7f7a-7732-4146-a631-b3af2ed9f832" providerId="ADAL" clId="{6D9D1B6C-8992-4904-A650-DFE1D1AF7D66}"/>
    <pc:docChg chg="custSel modSld">
      <pc:chgData name="이석훈(SEOKHUN LEE)[shlee92]/선임/제조DX.제조DX솔루션.셀추적기술팀" userId="ed8d7f7a-7732-4146-a631-b3af2ed9f832" providerId="ADAL" clId="{6D9D1B6C-8992-4904-A650-DFE1D1AF7D66}" dt="2025-12-10T01:14:06.424" v="68" actId="20577"/>
      <pc:docMkLst>
        <pc:docMk/>
      </pc:docMkLst>
      <pc:sldChg chg="modSp mod">
        <pc:chgData name="이석훈(SEOKHUN LEE)[shlee92]/선임/제조DX.제조DX솔루션.셀추적기술팀" userId="ed8d7f7a-7732-4146-a631-b3af2ed9f832" providerId="ADAL" clId="{6D9D1B6C-8992-4904-A650-DFE1D1AF7D66}" dt="2025-12-10T01:14:06.424" v="68" actId="20577"/>
        <pc:sldMkLst>
          <pc:docMk/>
          <pc:sldMk cId="1726257096" sldId="2147481882"/>
        </pc:sldMkLst>
        <pc:spChg chg="mod">
          <ac:chgData name="이석훈(SEOKHUN LEE)[shlee92]/선임/제조DX.제조DX솔루션.셀추적기술팀" userId="ed8d7f7a-7732-4146-a631-b3af2ed9f832" providerId="ADAL" clId="{6D9D1B6C-8992-4904-A650-DFE1D1AF7D66}" dt="2025-12-10T01:14:06.424" v="68" actId="20577"/>
          <ac:spMkLst>
            <pc:docMk/>
            <pc:sldMk cId="1726257096" sldId="2147481882"/>
            <ac:spMk id="33" creationId="{708B1D54-9D52-42CB-82CB-E5D69946BACE}"/>
          </ac:spMkLst>
        </pc:spChg>
        <pc:graphicFrameChg chg="mod modGraphic">
          <ac:chgData name="이석훈(SEOKHUN LEE)[shlee92]/선임/제조DX.제조DX솔루션.셀추적기술팀" userId="ed8d7f7a-7732-4146-a631-b3af2ed9f832" providerId="ADAL" clId="{6D9D1B6C-8992-4904-A650-DFE1D1AF7D66}" dt="2025-12-10T01:13:40.885" v="55"/>
          <ac:graphicFrameMkLst>
            <pc:docMk/>
            <pc:sldMk cId="1726257096" sldId="2147481882"/>
            <ac:graphicFrameMk id="16" creationId="{4BFC913D-0803-4177-9C1D-6527949DA1F4}"/>
          </ac:graphicFrameMkLst>
        </pc:graphicFrameChg>
        <pc:graphicFrameChg chg="modGraphic">
          <ac:chgData name="이석훈(SEOKHUN LEE)[shlee92]/선임/제조DX.제조DX솔루션.셀추적기술팀" userId="ed8d7f7a-7732-4146-a631-b3af2ed9f832" providerId="ADAL" clId="{6D9D1B6C-8992-4904-A650-DFE1D1AF7D66}" dt="2025-12-10T01:13:53.606" v="61" actId="20577"/>
          <ac:graphicFrameMkLst>
            <pc:docMk/>
            <pc:sldMk cId="1726257096" sldId="2147481882"/>
            <ac:graphicFrameMk id="36" creationId="{66252906-857F-42C8-86CE-4F1F8E43E2F9}"/>
          </ac:graphicFrameMkLst>
        </pc:graphicFrameChg>
      </pc:sldChg>
    </pc:docChg>
  </pc:docChgLst>
  <pc:docChgLst>
    <pc:chgData name="윤병호(Byeongho Yun)[bhyun91]/사원/제조지능화.제조PI.지능화기반.기반구축2팀" userId="32fa0f43-f624-4105-82ae-739587876fc5" providerId="ADAL" clId="{65FA17B4-D13E-4658-A408-6FE99F023505}"/>
    <pc:docChg chg="undo custSel modSld">
      <pc:chgData name="윤병호(Byeongho Yun)[bhyun91]/사원/제조지능화.제조PI.지능화기반.기반구축2팀" userId="32fa0f43-f624-4105-82ae-739587876fc5" providerId="ADAL" clId="{65FA17B4-D13E-4658-A408-6FE99F023505}" dt="2025-11-05T00:32:55.255" v="5136" actId="1076"/>
      <pc:docMkLst>
        <pc:docMk/>
      </pc:docMkLst>
      <pc:sldChg chg="modSp">
        <pc:chgData name="윤병호(Byeongho Yun)[bhyun91]/사원/제조지능화.제조PI.지능화기반.기반구축2팀" userId="32fa0f43-f624-4105-82ae-739587876fc5" providerId="ADAL" clId="{65FA17B4-D13E-4658-A408-6FE99F023505}" dt="2025-11-05T00:32:55.255" v="5136" actId="1076"/>
        <pc:sldMkLst>
          <pc:docMk/>
          <pc:sldMk cId="2105941167" sldId="2117"/>
        </pc:sldMkLst>
      </pc:sldChg>
      <pc:sldChg chg="addSp modSp">
        <pc:chgData name="윤병호(Byeongho Yun)[bhyun91]/사원/제조지능화.제조PI.지능화기반.기반구축2팀" userId="32fa0f43-f624-4105-82ae-739587876fc5" providerId="ADAL" clId="{65FA17B4-D13E-4658-A408-6FE99F023505}" dt="2025-11-04T02:49:24.315" v="4924"/>
        <pc:sldMkLst>
          <pc:docMk/>
          <pc:sldMk cId="2559780372" sldId="2147481944"/>
        </pc:sldMkLst>
        <pc:spChg chg="add mod">
          <ac:chgData name="윤병호(Byeongho Yun)[bhyun91]/사원/제조지능화.제조PI.지능화기반.기반구축2팀" userId="32fa0f43-f624-4105-82ae-739587876fc5" providerId="ADAL" clId="{65FA17B4-D13E-4658-A408-6FE99F023505}" dt="2025-11-04T02:17:24.280" v="2221" actId="14100"/>
          <ac:spMkLst>
            <pc:docMk/>
            <pc:sldMk cId="2559780372" sldId="2147481944"/>
            <ac:spMk id="12" creationId="{AF9CA680-6295-49E1-BD5F-5505FAB214B8}"/>
          </ac:spMkLst>
        </pc:spChg>
        <pc:spChg chg="mod">
          <ac:chgData name="윤병호(Byeongho Yun)[bhyun91]/사원/제조지능화.제조PI.지능화기반.기반구축2팀" userId="32fa0f43-f624-4105-82ae-739587876fc5" providerId="ADAL" clId="{65FA17B4-D13E-4658-A408-6FE99F023505}" dt="2025-11-04T02:15:02.546" v="1927" actId="1076"/>
          <ac:spMkLst>
            <pc:docMk/>
            <pc:sldMk cId="2559780372" sldId="2147481944"/>
            <ac:spMk id="19" creationId="{2E578BFA-4F52-473A-8A6A-891E8673C473}"/>
          </ac:spMkLst>
        </pc:spChg>
        <pc:spChg chg="mod">
          <ac:chgData name="윤병호(Byeongho Yun)[bhyun91]/사원/제조지능화.제조PI.지능화기반.기반구축2팀" userId="32fa0f43-f624-4105-82ae-739587876fc5" providerId="ADAL" clId="{65FA17B4-D13E-4658-A408-6FE99F023505}" dt="2025-11-04T02:15:07.326" v="1928" actId="14100"/>
          <ac:spMkLst>
            <pc:docMk/>
            <pc:sldMk cId="2559780372" sldId="2147481944"/>
            <ac:spMk id="21" creationId="{56504C36-E416-4555-A91B-93214BBA4B92}"/>
          </ac:spMkLst>
        </pc:spChg>
        <pc:spChg chg="mod">
          <ac:chgData name="윤병호(Byeongho Yun)[bhyun91]/사원/제조지능화.제조PI.지능화기반.기반구축2팀" userId="32fa0f43-f624-4105-82ae-739587876fc5" providerId="ADAL" clId="{65FA17B4-D13E-4658-A408-6FE99F023505}" dt="2025-11-04T01:43:08.977" v="12" actId="20577"/>
          <ac:spMkLst>
            <pc:docMk/>
            <pc:sldMk cId="2559780372" sldId="2147481944"/>
            <ac:spMk id="22" creationId="{81B17DB2-3DCC-4A8F-9347-F9695BEF8B6D}"/>
          </ac:spMkLst>
        </pc:spChg>
        <pc:graphicFrameChg chg="mod modGraphic">
          <ac:chgData name="윤병호(Byeongho Yun)[bhyun91]/사원/제조지능화.제조PI.지능화기반.기반구축2팀" userId="32fa0f43-f624-4105-82ae-739587876fc5" providerId="ADAL" clId="{65FA17B4-D13E-4658-A408-6FE99F023505}" dt="2025-11-04T02:49:24.315" v="4924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  <pc:graphicFrameChg chg="mod">
          <ac:chgData name="윤병호(Byeongho Yun)[bhyun91]/사원/제조지능화.제조PI.지능화기반.기반구축2팀" userId="32fa0f43-f624-4105-82ae-739587876fc5" providerId="ADAL" clId="{65FA17B4-D13E-4658-A408-6FE99F023505}" dt="2025-11-04T02:14:58.186" v="1926" actId="1076"/>
          <ac:graphicFrameMkLst>
            <pc:docMk/>
            <pc:sldMk cId="2559780372" sldId="2147481944"/>
            <ac:graphicFrameMk id="14" creationId="{C0FEE8D4-249E-4A1E-A47A-4401A1E7C448}"/>
          </ac:graphicFrameMkLst>
        </pc:graphicFrameChg>
      </pc:sldChg>
      <pc:sldChg chg="addSp delSp modSp">
        <pc:chgData name="윤병호(Byeongho Yun)[bhyun91]/사원/제조지능화.제조PI.지능화기반.기반구축2팀" userId="32fa0f43-f624-4105-82ae-739587876fc5" providerId="ADAL" clId="{65FA17B4-D13E-4658-A408-6FE99F023505}" dt="2025-11-05T00:09:13.293" v="5098"/>
        <pc:sldMkLst>
          <pc:docMk/>
          <pc:sldMk cId="863012316" sldId="2147482046"/>
        </pc:sldMkLst>
        <pc:spChg chg="mod">
          <ac:chgData name="윤병호(Byeongho Yun)[bhyun91]/사원/제조지능화.제조PI.지능화기반.기반구축2팀" userId="32fa0f43-f624-4105-82ae-739587876fc5" providerId="ADAL" clId="{65FA17B4-D13E-4658-A408-6FE99F023505}" dt="2025-11-04T02:33:35.919" v="3763" actId="1076"/>
          <ac:spMkLst>
            <pc:docMk/>
            <pc:sldMk cId="863012316" sldId="2147482046"/>
            <ac:spMk id="58" creationId="{F2331789-FEC8-45FE-8F7A-D6ABFF734719}"/>
          </ac:spMkLst>
        </pc:spChg>
        <pc:spChg chg="mod">
          <ac:chgData name="윤병호(Byeongho Yun)[bhyun91]/사원/제조지능화.제조PI.지능화기반.기반구축2팀" userId="32fa0f43-f624-4105-82ae-739587876fc5" providerId="ADAL" clId="{65FA17B4-D13E-4658-A408-6FE99F023505}" dt="2025-11-04T02:33:35.919" v="3763" actId="1076"/>
          <ac:spMkLst>
            <pc:docMk/>
            <pc:sldMk cId="863012316" sldId="2147482046"/>
            <ac:spMk id="59" creationId="{74E6BC2D-72A7-4557-8795-9662B7AC276C}"/>
          </ac:spMkLst>
        </pc:spChg>
        <pc:spChg chg="add">
          <ac:chgData name="윤병호(Byeongho Yun)[bhyun91]/사원/제조지능화.제조PI.지능화기반.기반구축2팀" userId="32fa0f43-f624-4105-82ae-739587876fc5" providerId="ADAL" clId="{65FA17B4-D13E-4658-A408-6FE99F023505}" dt="2025-11-04T02:42:59.738" v="4843"/>
          <ac:spMkLst>
            <pc:docMk/>
            <pc:sldMk cId="863012316" sldId="2147482046"/>
            <ac:spMk id="63" creationId="{F7E9B123-1E21-48F6-86C5-2777566B3419}"/>
          </ac:spMkLst>
        </pc:spChg>
        <pc:spChg chg="add">
          <ac:chgData name="윤병호(Byeongho Yun)[bhyun91]/사원/제조지능화.제조PI.지능화기반.기반구축2팀" userId="32fa0f43-f624-4105-82ae-739587876fc5" providerId="ADAL" clId="{65FA17B4-D13E-4658-A408-6FE99F023505}" dt="2025-11-04T02:43:39.245" v="4845"/>
          <ac:spMkLst>
            <pc:docMk/>
            <pc:sldMk cId="863012316" sldId="2147482046"/>
            <ac:spMk id="64" creationId="{5254A73B-646A-4A35-BD50-4BE028547AAE}"/>
          </ac:spMkLst>
        </pc:spChg>
        <pc:grpChg chg="mod">
          <ac:chgData name="윤병호(Byeongho Yun)[bhyun91]/사원/제조지능화.제조PI.지능화기반.기반구축2팀" userId="32fa0f43-f624-4105-82ae-739587876fc5" providerId="ADAL" clId="{65FA17B4-D13E-4658-A408-6FE99F023505}" dt="2025-11-04T02:23:52.574" v="3184" actId="1076"/>
          <ac:grpSpMkLst>
            <pc:docMk/>
            <pc:sldMk cId="863012316" sldId="2147482046"/>
            <ac:grpSpMk id="16" creationId="{EBEBA6D1-3187-4E2E-8242-D9FD8CAB6FCA}"/>
          </ac:grpSpMkLst>
        </pc:grpChg>
        <pc:graphicFrameChg chg="mod modGraphic">
          <ac:chgData name="윤병호(Byeongho Yun)[bhyun91]/사원/제조지능화.제조PI.지능화기반.기반구축2팀" userId="32fa0f43-f624-4105-82ae-739587876fc5" providerId="ADAL" clId="{65FA17B4-D13E-4658-A408-6FE99F023505}" dt="2025-11-05T00:09:13.293" v="5098"/>
          <ac:graphicFrameMkLst>
            <pc:docMk/>
            <pc:sldMk cId="863012316" sldId="2147482046"/>
            <ac:graphicFrameMk id="7" creationId="{3E86696F-E35A-4B06-9B46-63A4A6A986C1}"/>
          </ac:graphicFrameMkLst>
        </pc:graphicFrameChg>
        <pc:graphicFrameChg chg="mod modGraphic">
          <ac:chgData name="윤병호(Byeongho Yun)[bhyun91]/사원/제조지능화.제조PI.지능화기반.기반구축2팀" userId="32fa0f43-f624-4105-82ae-739587876fc5" providerId="ADAL" clId="{65FA17B4-D13E-4658-A408-6FE99F023505}" dt="2025-11-04T02:23:36.250" v="3182" actId="14100"/>
          <ac:graphicFrameMkLst>
            <pc:docMk/>
            <pc:sldMk cId="863012316" sldId="2147482046"/>
            <ac:graphicFrameMk id="14" creationId="{C0FEE8D4-249E-4A1E-A47A-4401A1E7C448}"/>
          </ac:graphicFrameMkLst>
        </pc:graphicFrameChg>
        <pc:graphicFrameChg chg="mod modGraphic">
          <ac:chgData name="윤병호(Byeongho Yun)[bhyun91]/사원/제조지능화.제조PI.지능화기반.기반구축2팀" userId="32fa0f43-f624-4105-82ae-739587876fc5" providerId="ADAL" clId="{65FA17B4-D13E-4658-A408-6FE99F023505}" dt="2025-11-05T00:07:06.739" v="5085"/>
          <ac:graphicFrameMkLst>
            <pc:docMk/>
            <pc:sldMk cId="863012316" sldId="2147482046"/>
            <ac:graphicFrameMk id="60" creationId="{499311D7-9307-4912-8265-D228438D7B30}"/>
          </ac:graphicFrameMkLst>
        </pc:graphicFrameChg>
      </pc:sldChg>
    </pc:docChg>
  </pc:docChgLst>
  <pc:docChgLst>
    <pc:chgData name="박수완(SUWAN PARK)[jacob]/선임/제조DX.제조DX솔루션.롤맵기술팀" userId="S::jacob@lgensol.com::0230ccc1-b16e-4889-91b5-b65c894d4b0b" providerId="AD" clId="Web-{7372F164-AD6D-4624-9F97-90018652B134}"/>
    <pc:docChg chg="modSld">
      <pc:chgData name="박수완(SUWAN PARK)[jacob]/선임/제조DX.제조DX솔루션.롤맵기술팀" userId="S::jacob@lgensol.com::0230ccc1-b16e-4889-91b5-b65c894d4b0b" providerId="AD" clId="Web-{7372F164-AD6D-4624-9F97-90018652B134}" dt="2025-11-05T23:36:43.813" v="1"/>
      <pc:docMkLst>
        <pc:docMk/>
      </pc:docMkLst>
    </pc:docChg>
  </pc:docChgLst>
  <pc:docChgLst>
    <pc:chgData name="임상현(IAN SANGHYUN LIM)[ilim0507]/선임/제조DX.제조DX솔루션.셀추적기술팀" userId="1bdf7f23-b0bd-4e65-8e13-272ca93280fa" providerId="ADAL" clId="{92230CED-8D8F-41D1-B21F-D453E7959B7F}"/>
    <pc:docChg chg="undo modSld">
      <pc:chgData name="임상현(IAN SANGHYUN LIM)[ilim0507]/선임/제조DX.제조DX솔루션.셀추적기술팀" userId="1bdf7f23-b0bd-4e65-8e13-272ca93280fa" providerId="ADAL" clId="{92230CED-8D8F-41D1-B21F-D453E7959B7F}" dt="2025-12-03T06:50:59.181" v="87" actId="207"/>
      <pc:docMkLst>
        <pc:docMk/>
      </pc:docMkLst>
      <pc:sldChg chg="modSp">
        <pc:chgData name="임상현(IAN SANGHYUN LIM)[ilim0507]/선임/제조DX.제조DX솔루션.셀추적기술팀" userId="1bdf7f23-b0bd-4e65-8e13-272ca93280fa" providerId="ADAL" clId="{92230CED-8D8F-41D1-B21F-D453E7959B7F}" dt="2025-12-03T06:50:59.181" v="87" actId="207"/>
        <pc:sldMkLst>
          <pc:docMk/>
          <pc:sldMk cId="2197542616" sldId="2241"/>
        </pc:sldMkLst>
        <pc:spChg chg="mod">
          <ac:chgData name="임상현(IAN SANGHYUN LIM)[ilim0507]/선임/제조DX.제조DX솔루션.셀추적기술팀" userId="1bdf7f23-b0bd-4e65-8e13-272ca93280fa" providerId="ADAL" clId="{92230CED-8D8F-41D1-B21F-D453E7959B7F}" dt="2025-12-03T06:50:59.181" v="87" actId="207"/>
          <ac:spMkLst>
            <pc:docMk/>
            <pc:sldMk cId="2197542616" sldId="2241"/>
            <ac:spMk id="24" creationId="{9E88BCD6-65AC-474C-9E19-A37722C332DC}"/>
          </ac:spMkLst>
        </pc:spChg>
        <pc:spChg chg="mod">
          <ac:chgData name="임상현(IAN SANGHYUN LIM)[ilim0507]/선임/제조DX.제조DX솔루션.셀추적기술팀" userId="1bdf7f23-b0bd-4e65-8e13-272ca93280fa" providerId="ADAL" clId="{92230CED-8D8F-41D1-B21F-D453E7959B7F}" dt="2025-12-03T06:48:34.797" v="2" actId="20577"/>
          <ac:spMkLst>
            <pc:docMk/>
            <pc:sldMk cId="2197542616" sldId="2241"/>
            <ac:spMk id="28" creationId="{EAE9226F-F722-4CEF-AF1A-BC8DF22E007D}"/>
          </ac:spMkLst>
        </pc:spChg>
        <pc:graphicFrameChg chg="mod modGraphic">
          <ac:chgData name="임상현(IAN SANGHYUN LIM)[ilim0507]/선임/제조DX.제조DX솔루션.셀추적기술팀" userId="1bdf7f23-b0bd-4e65-8e13-272ca93280fa" providerId="ADAL" clId="{92230CED-8D8F-41D1-B21F-D453E7959B7F}" dt="2025-12-03T06:50:42.008" v="86" actId="20577"/>
          <ac:graphicFrameMkLst>
            <pc:docMk/>
            <pc:sldMk cId="2197542616" sldId="2241"/>
            <ac:graphicFrameMk id="23" creationId="{5C18F150-F800-4366-B81F-1DDA815C713E}"/>
          </ac:graphicFrameMkLst>
        </pc:graphicFrameChg>
      </pc:sldChg>
    </pc:docChg>
  </pc:docChgLst>
  <pc:docChgLst>
    <pc:chgData name="임성묵(SUNGMOOK LIM)[muksung0084]/선임/제조DX.제조DX솔루션.데이터통합분석팀" userId="5ef6c119-0718-4bd2-a22e-105ab5e97655" providerId="ADAL" clId="{F7FDAD3D-519C-44B9-8DD8-113B8C1D146A}"/>
    <pc:docChg chg="undo custSel modSld">
      <pc:chgData name="임성묵(SUNGMOOK LIM)[muksung0084]/선임/제조DX.제조DX솔루션.데이터통합분석팀" userId="5ef6c119-0718-4bd2-a22e-105ab5e97655" providerId="ADAL" clId="{F7FDAD3D-519C-44B9-8DD8-113B8C1D146A}" dt="2025-11-26T08:28:18.063" v="2245"/>
      <pc:docMkLst>
        <pc:docMk/>
      </pc:docMkLst>
      <pc:sldChg chg="modSp">
        <pc:chgData name="임성묵(SUNGMOOK LIM)[muksung0084]/선임/제조DX.제조DX솔루션.데이터통합분석팀" userId="5ef6c119-0718-4bd2-a22e-105ab5e97655" providerId="ADAL" clId="{F7FDAD3D-519C-44B9-8DD8-113B8C1D146A}" dt="2025-11-26T04:13:32.852" v="2167" actId="207"/>
        <pc:sldMkLst>
          <pc:docMk/>
          <pc:sldMk cId="216908218" sldId="2147481958"/>
        </pc:sldMkLst>
        <pc:spChg chg="mod">
          <ac:chgData name="임성묵(SUNGMOOK LIM)[muksung0084]/선임/제조DX.제조DX솔루션.데이터통합분석팀" userId="5ef6c119-0718-4bd2-a22e-105ab5e97655" providerId="ADAL" clId="{F7FDAD3D-519C-44B9-8DD8-113B8C1D146A}" dt="2025-11-26T04:13:29.015" v="2166" actId="20577"/>
          <ac:spMkLst>
            <pc:docMk/>
            <pc:sldMk cId="216908218" sldId="2147481958"/>
            <ac:spMk id="9" creationId="{00000000-0000-0000-0000-000000000000}"/>
          </ac:spMkLst>
        </pc:spChg>
        <pc:graphicFrameChg chg="modGraphic">
          <ac:chgData name="임성묵(SUNGMOOK LIM)[muksung0084]/선임/제조DX.제조DX솔루션.데이터통합분석팀" userId="5ef6c119-0718-4bd2-a22e-105ab5e97655" providerId="ADAL" clId="{F7FDAD3D-519C-44B9-8DD8-113B8C1D146A}" dt="2025-11-26T04:13:32.852" v="2167" actId="207"/>
          <ac:graphicFrameMkLst>
            <pc:docMk/>
            <pc:sldMk cId="216908218" sldId="2147481958"/>
            <ac:graphicFrameMk id="19" creationId="{3E86696F-E35A-4B06-9B46-63A4A6A986C1}"/>
          </ac:graphicFrameMkLst>
        </pc:graphicFrameChg>
      </pc:sldChg>
      <pc:sldChg chg="modSp">
        <pc:chgData name="임성묵(SUNGMOOK LIM)[muksung0084]/선임/제조DX.제조DX솔루션.데이터통합분석팀" userId="5ef6c119-0718-4bd2-a22e-105ab5e97655" providerId="ADAL" clId="{F7FDAD3D-519C-44B9-8DD8-113B8C1D146A}" dt="2025-11-26T04:02:14.225" v="1922" actId="1035"/>
        <pc:sldMkLst>
          <pc:docMk/>
          <pc:sldMk cId="1836933339" sldId="2147481967"/>
        </pc:sldMkLst>
        <pc:spChg chg="mod">
          <ac:chgData name="임성묵(SUNGMOOK LIM)[muksung0084]/선임/제조DX.제조DX솔루션.데이터통합분석팀" userId="5ef6c119-0718-4bd2-a22e-105ab5e97655" providerId="ADAL" clId="{F7FDAD3D-519C-44B9-8DD8-113B8C1D146A}" dt="2025-11-26T04:00:29.210" v="1556" actId="20577"/>
          <ac:spMkLst>
            <pc:docMk/>
            <pc:sldMk cId="1836933339" sldId="2147481967"/>
            <ac:spMk id="3" creationId="{8F2E0B2C-C282-4F8C-9665-16016B36AE34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F7FDAD3D-519C-44B9-8DD8-113B8C1D146A}" dt="2025-11-26T04:02:07.930" v="1916" actId="20577"/>
          <ac:graphicFrameMkLst>
            <pc:docMk/>
            <pc:sldMk cId="1836933339" sldId="2147481967"/>
            <ac:graphicFrameMk id="2" creationId="{7AEF2CFF-477B-47DA-8339-6D17E423C984}"/>
          </ac:graphicFrameMkLst>
        </pc:graphicFrameChg>
        <pc:picChg chg="mod">
          <ac:chgData name="임성묵(SUNGMOOK LIM)[muksung0084]/선임/제조DX.제조DX솔루션.데이터통합분석팀" userId="5ef6c119-0718-4bd2-a22e-105ab5e97655" providerId="ADAL" clId="{F7FDAD3D-519C-44B9-8DD8-113B8C1D146A}" dt="2025-11-26T04:02:14.225" v="1922" actId="1035"/>
          <ac:picMkLst>
            <pc:docMk/>
            <pc:sldMk cId="1836933339" sldId="2147481967"/>
            <ac:picMk id="9" creationId="{B814DF06-B9B9-4A31-AF26-7B577E077569}"/>
          </ac:picMkLst>
        </pc:picChg>
      </pc:sldChg>
      <pc:sldChg chg="addSp delSp modSp">
        <pc:chgData name="임성묵(SUNGMOOK LIM)[muksung0084]/선임/제조DX.제조DX솔루션.데이터통합분석팀" userId="5ef6c119-0718-4bd2-a22e-105ab5e97655" providerId="ADAL" clId="{F7FDAD3D-519C-44B9-8DD8-113B8C1D146A}" dt="2025-11-26T08:17:42.529" v="2226" actId="20577"/>
        <pc:sldMkLst>
          <pc:docMk/>
          <pc:sldMk cId="3572448725" sldId="2147482058"/>
        </pc:sldMkLst>
        <pc:spChg chg="add del mod">
          <ac:chgData name="임성묵(SUNGMOOK LIM)[muksung0084]/선임/제조DX.제조DX솔루션.데이터통합분석팀" userId="5ef6c119-0718-4bd2-a22e-105ab5e97655" providerId="ADAL" clId="{F7FDAD3D-519C-44B9-8DD8-113B8C1D146A}" dt="2025-11-26T01:24:15.189" v="17" actId="478"/>
          <ac:spMkLst>
            <pc:docMk/>
            <pc:sldMk cId="3572448725" sldId="2147482058"/>
            <ac:spMk id="2" creationId="{2A6ABE56-F5BE-4BC7-B394-4E8134BFE812}"/>
          </ac:spMkLst>
        </pc:spChg>
        <pc:spChg chg="mod">
          <ac:chgData name="임성묵(SUNGMOOK LIM)[muksung0084]/선임/제조DX.제조DX솔루션.데이터통합분석팀" userId="5ef6c119-0718-4bd2-a22e-105ab5e97655" providerId="ADAL" clId="{F7FDAD3D-519C-44B9-8DD8-113B8C1D146A}" dt="2025-11-26T04:12:24.106" v="2145" actId="20577"/>
          <ac:spMkLst>
            <pc:docMk/>
            <pc:sldMk cId="3572448725" sldId="2147482058"/>
            <ac:spMk id="20" creationId="{BB178E88-B809-4A0C-AEDB-08EDDEFC3101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F7FDAD3D-519C-44B9-8DD8-113B8C1D146A}" dt="2025-11-26T08:17:42.529" v="2226" actId="20577"/>
          <ac:graphicFrameMkLst>
            <pc:docMk/>
            <pc:sldMk cId="3572448725" sldId="2147482058"/>
            <ac:graphicFrameMk id="21" creationId="{239DA397-BD92-48EA-BEA6-985A3C26CD6F}"/>
          </ac:graphicFrameMkLst>
        </pc:graphicFrameChg>
      </pc:sldChg>
      <pc:sldChg chg="modSp">
        <pc:chgData name="임성묵(SUNGMOOK LIM)[muksung0084]/선임/제조DX.제조DX솔루션.데이터통합분석팀" userId="5ef6c119-0718-4bd2-a22e-105ab5e97655" providerId="ADAL" clId="{F7FDAD3D-519C-44B9-8DD8-113B8C1D146A}" dt="2025-11-26T08:27:33.439" v="2243" actId="20577"/>
        <pc:sldMkLst>
          <pc:docMk/>
          <pc:sldMk cId="1631578392" sldId="2147482120"/>
        </pc:sldMkLst>
        <pc:spChg chg="mod">
          <ac:chgData name="임성묵(SUNGMOOK LIM)[muksung0084]/선임/제조DX.제조DX솔루션.데이터통합분석팀" userId="5ef6c119-0718-4bd2-a22e-105ab5e97655" providerId="ADAL" clId="{F7FDAD3D-519C-44B9-8DD8-113B8C1D146A}" dt="2025-11-26T01:32:43.699" v="687" actId="20577"/>
          <ac:spMkLst>
            <pc:docMk/>
            <pc:sldMk cId="1631578392" sldId="2147482120"/>
            <ac:spMk id="9" creationId="{00000000-0000-0000-0000-000000000000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F7FDAD3D-519C-44B9-8DD8-113B8C1D146A}" dt="2025-11-26T08:27:33.439" v="2243" actId="20577"/>
          <ac:graphicFrameMkLst>
            <pc:docMk/>
            <pc:sldMk cId="1631578392" sldId="2147482120"/>
            <ac:graphicFrameMk id="3" creationId="{24D9821D-E40C-4362-A605-161229E262A8}"/>
          </ac:graphicFrameMkLst>
        </pc:graphicFrameChg>
        <pc:graphicFrameChg chg="mod modGraphic">
          <ac:chgData name="임성묵(SUNGMOOK LIM)[muksung0084]/선임/제조DX.제조DX솔루션.데이터통합분석팀" userId="5ef6c119-0718-4bd2-a22e-105ab5e97655" providerId="ADAL" clId="{F7FDAD3D-519C-44B9-8DD8-113B8C1D146A}" dt="2025-11-26T04:12:53.825" v="2159" actId="20577"/>
          <ac:graphicFrameMkLst>
            <pc:docMk/>
            <pc:sldMk cId="1631578392" sldId="2147482120"/>
            <ac:graphicFrameMk id="19" creationId="{3E86696F-E35A-4B06-9B46-63A4A6A986C1}"/>
          </ac:graphicFrameMkLst>
        </pc:graphicFrameChg>
      </pc:sldChg>
      <pc:sldChg chg="modSp">
        <pc:chgData name="임성묵(SUNGMOOK LIM)[muksung0084]/선임/제조DX.제조DX솔루션.데이터통합분석팀" userId="5ef6c119-0718-4bd2-a22e-105ab5e97655" providerId="ADAL" clId="{F7FDAD3D-519C-44B9-8DD8-113B8C1D146A}" dt="2025-11-26T08:28:18.063" v="2245"/>
        <pc:sldMkLst>
          <pc:docMk/>
          <pc:sldMk cId="199823846" sldId="2147482123"/>
        </pc:sldMkLst>
        <pc:spChg chg="mod">
          <ac:chgData name="임성묵(SUNGMOOK LIM)[muksung0084]/선임/제조DX.제조DX솔루션.데이터통합분석팀" userId="5ef6c119-0718-4bd2-a22e-105ab5e97655" providerId="ADAL" clId="{F7FDAD3D-519C-44B9-8DD8-113B8C1D146A}" dt="2025-11-26T01:32:50.388" v="691" actId="20577"/>
          <ac:spMkLst>
            <pc:docMk/>
            <pc:sldMk cId="199823846" sldId="2147482123"/>
            <ac:spMk id="14" creationId="{C637FE6F-3FE5-4466-894B-728BEC961433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F7FDAD3D-519C-44B9-8DD8-113B8C1D146A}" dt="2025-11-26T08:28:18.063" v="2245"/>
          <ac:graphicFrameMkLst>
            <pc:docMk/>
            <pc:sldMk cId="199823846" sldId="2147482123"/>
            <ac:graphicFrameMk id="2" creationId="{906418C3-B267-4D15-9EEA-263A19B39D07}"/>
          </ac:graphicFrameMkLst>
        </pc:graphicFrameChg>
        <pc:graphicFrameChg chg="modGraphic">
          <ac:chgData name="임성묵(SUNGMOOK LIM)[muksung0084]/선임/제조DX.제조DX솔루션.데이터통합분석팀" userId="5ef6c119-0718-4bd2-a22e-105ab5e97655" providerId="ADAL" clId="{F7FDAD3D-519C-44B9-8DD8-113B8C1D146A}" dt="2025-11-26T01:33:10.313" v="692" actId="207"/>
          <ac:graphicFrameMkLst>
            <pc:docMk/>
            <pc:sldMk cId="199823846" sldId="2147482123"/>
            <ac:graphicFrameMk id="19" creationId="{3E86696F-E35A-4B06-9B46-63A4A6A986C1}"/>
          </ac:graphicFrameMkLst>
        </pc:graphicFrameChg>
      </pc:sldChg>
      <pc:sldChg chg="modSp modTransition">
        <pc:chgData name="임성묵(SUNGMOOK LIM)[muksung0084]/선임/제조DX.제조DX솔루션.데이터통합분석팀" userId="5ef6c119-0718-4bd2-a22e-105ab5e97655" providerId="ADAL" clId="{F7FDAD3D-519C-44B9-8DD8-113B8C1D146A}" dt="2025-11-26T04:14:07.531" v="2170" actId="1076"/>
        <pc:sldMkLst>
          <pc:docMk/>
          <pc:sldMk cId="1017769001" sldId="2147482124"/>
        </pc:sldMkLst>
        <pc:spChg chg="mod">
          <ac:chgData name="임성묵(SUNGMOOK LIM)[muksung0084]/선임/제조DX.제조DX솔루션.데이터통합분석팀" userId="5ef6c119-0718-4bd2-a22e-105ab5e97655" providerId="ADAL" clId="{F7FDAD3D-519C-44B9-8DD8-113B8C1D146A}" dt="2025-11-26T04:02:41.147" v="1926" actId="20577"/>
          <ac:spMkLst>
            <pc:docMk/>
            <pc:sldMk cId="1017769001" sldId="2147482124"/>
            <ac:spMk id="9" creationId="{00000000-0000-0000-0000-000000000000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F7FDAD3D-519C-44B9-8DD8-113B8C1D146A}" dt="2025-11-26T04:14:07.531" v="2170" actId="1076"/>
          <ac:graphicFrameMkLst>
            <pc:docMk/>
            <pc:sldMk cId="1017769001" sldId="2147482124"/>
            <ac:graphicFrameMk id="19" creationId="{3E86696F-E35A-4B06-9B46-63A4A6A986C1}"/>
          </ac:graphicFrameMkLst>
        </pc:graphicFrameChg>
      </pc:sldChg>
      <pc:sldChg chg="addSp delSp modSp">
        <pc:chgData name="임성묵(SUNGMOOK LIM)[muksung0084]/선임/제조DX.제조DX솔루션.데이터통합분석팀" userId="5ef6c119-0718-4bd2-a22e-105ab5e97655" providerId="ADAL" clId="{F7FDAD3D-519C-44B9-8DD8-113B8C1D146A}" dt="2025-11-26T04:13:09.508" v="2162" actId="1038"/>
        <pc:sldMkLst>
          <pc:docMk/>
          <pc:sldMk cId="2449185649" sldId="2147482171"/>
        </pc:sldMkLst>
        <pc:spChg chg="del">
          <ac:chgData name="임성묵(SUNGMOOK LIM)[muksung0084]/선임/제조DX.제조DX솔루션.데이터통합분석팀" userId="5ef6c119-0718-4bd2-a22e-105ab5e97655" providerId="ADAL" clId="{F7FDAD3D-519C-44B9-8DD8-113B8C1D146A}" dt="2025-11-26T03:51:32.531" v="948" actId="478"/>
          <ac:spMkLst>
            <pc:docMk/>
            <pc:sldMk cId="2449185649" sldId="2147482171"/>
            <ac:spMk id="8" creationId="{6AF56332-0D3B-43D9-822B-020C9BCF3270}"/>
          </ac:spMkLst>
        </pc:spChg>
        <pc:spChg chg="mod">
          <ac:chgData name="임성묵(SUNGMOOK LIM)[muksung0084]/선임/제조DX.제조DX솔루션.데이터통합분석팀" userId="5ef6c119-0718-4bd2-a22e-105ab5e97655" providerId="ADAL" clId="{F7FDAD3D-519C-44B9-8DD8-113B8C1D146A}" dt="2025-11-26T04:07:40.398" v="2009" actId="20577"/>
          <ac:spMkLst>
            <pc:docMk/>
            <pc:sldMk cId="2449185649" sldId="2147482171"/>
            <ac:spMk id="16" creationId="{7C6CFD3D-905B-4553-8A78-2363086CB065}"/>
          </ac:spMkLst>
        </pc:spChg>
        <pc:spChg chg="mod">
          <ac:chgData name="임성묵(SUNGMOOK LIM)[muksung0084]/선임/제조DX.제조DX솔루션.데이터통합분석팀" userId="5ef6c119-0718-4bd2-a22e-105ab5e97655" providerId="ADAL" clId="{F7FDAD3D-519C-44B9-8DD8-113B8C1D146A}" dt="2025-11-26T04:07:50.023" v="2040" actId="1037"/>
          <ac:spMkLst>
            <pc:docMk/>
            <pc:sldMk cId="2449185649" sldId="2147482171"/>
            <ac:spMk id="25" creationId="{A6CB3439-1484-4668-82E6-24FDB4127F90}"/>
          </ac:spMkLst>
        </pc:spChg>
        <pc:spChg chg="mod">
          <ac:chgData name="임성묵(SUNGMOOK LIM)[muksung0084]/선임/제조DX.제조DX솔루션.데이터통합분석팀" userId="5ef6c119-0718-4bd2-a22e-105ab5e97655" providerId="ADAL" clId="{F7FDAD3D-519C-44B9-8DD8-113B8C1D146A}" dt="2025-11-26T04:07:50.023" v="2040" actId="1037"/>
          <ac:spMkLst>
            <pc:docMk/>
            <pc:sldMk cId="2449185649" sldId="2147482171"/>
            <ac:spMk id="26" creationId="{1131DAC4-EFE7-46BE-A690-6EFA9702620C}"/>
          </ac:spMkLst>
        </pc:spChg>
        <pc:spChg chg="mod">
          <ac:chgData name="임성묵(SUNGMOOK LIM)[muksung0084]/선임/제조DX.제조DX솔루션.데이터통합분석팀" userId="5ef6c119-0718-4bd2-a22e-105ab5e97655" providerId="ADAL" clId="{F7FDAD3D-519C-44B9-8DD8-113B8C1D146A}" dt="2025-11-26T04:07:50.023" v="2040" actId="1037"/>
          <ac:spMkLst>
            <pc:docMk/>
            <pc:sldMk cId="2449185649" sldId="2147482171"/>
            <ac:spMk id="27" creationId="{3A4A57E0-828A-4E32-A5B6-60B2AB76E7D6}"/>
          </ac:spMkLst>
        </pc:spChg>
        <pc:spChg chg="del">
          <ac:chgData name="임성묵(SUNGMOOK LIM)[muksung0084]/선임/제조DX.제조DX솔루션.데이터통합분석팀" userId="5ef6c119-0718-4bd2-a22e-105ab5e97655" providerId="ADAL" clId="{F7FDAD3D-519C-44B9-8DD8-113B8C1D146A}" dt="2025-11-26T03:51:32.531" v="948" actId="478"/>
          <ac:spMkLst>
            <pc:docMk/>
            <pc:sldMk cId="2449185649" sldId="2147482171"/>
            <ac:spMk id="28" creationId="{6E420D3D-059B-4D8F-A827-3EA2461D0BB8}"/>
          </ac:spMkLst>
        </pc:spChg>
        <pc:spChg chg="del">
          <ac:chgData name="임성묵(SUNGMOOK LIM)[muksung0084]/선임/제조DX.제조DX솔루션.데이터통합분석팀" userId="5ef6c119-0718-4bd2-a22e-105ab5e97655" providerId="ADAL" clId="{F7FDAD3D-519C-44B9-8DD8-113B8C1D146A}" dt="2025-11-26T03:53:06.466" v="951" actId="478"/>
          <ac:spMkLst>
            <pc:docMk/>
            <pc:sldMk cId="2449185649" sldId="2147482171"/>
            <ac:spMk id="29" creationId="{0D52790C-147A-4452-BED8-718A98270228}"/>
          </ac:spMkLst>
        </pc:spChg>
        <pc:spChg chg="del">
          <ac:chgData name="임성묵(SUNGMOOK LIM)[muksung0084]/선임/제조DX.제조DX솔루션.데이터통합분석팀" userId="5ef6c119-0718-4bd2-a22e-105ab5e97655" providerId="ADAL" clId="{F7FDAD3D-519C-44B9-8DD8-113B8C1D146A}" dt="2025-11-26T03:51:32.531" v="948" actId="478"/>
          <ac:spMkLst>
            <pc:docMk/>
            <pc:sldMk cId="2449185649" sldId="2147482171"/>
            <ac:spMk id="30" creationId="{778C3CCC-9289-4100-A883-5D9D260FD217}"/>
          </ac:spMkLst>
        </pc:spChg>
        <pc:spChg chg="del">
          <ac:chgData name="임성묵(SUNGMOOK LIM)[muksung0084]/선임/제조DX.제조DX솔루션.데이터통합분석팀" userId="5ef6c119-0718-4bd2-a22e-105ab5e97655" providerId="ADAL" clId="{F7FDAD3D-519C-44B9-8DD8-113B8C1D146A}" dt="2025-11-26T03:51:29.989" v="947" actId="478"/>
          <ac:spMkLst>
            <pc:docMk/>
            <pc:sldMk cId="2449185649" sldId="2147482171"/>
            <ac:spMk id="31" creationId="{CAA8A307-3573-4719-BB31-9D06A114C105}"/>
          </ac:spMkLst>
        </pc:spChg>
        <pc:spChg chg="del">
          <ac:chgData name="임성묵(SUNGMOOK LIM)[muksung0084]/선임/제조DX.제조DX솔루션.데이터통합분석팀" userId="5ef6c119-0718-4bd2-a22e-105ab5e97655" providerId="ADAL" clId="{F7FDAD3D-519C-44B9-8DD8-113B8C1D146A}" dt="2025-11-26T03:53:03.943" v="949" actId="478"/>
          <ac:spMkLst>
            <pc:docMk/>
            <pc:sldMk cId="2449185649" sldId="2147482171"/>
            <ac:spMk id="32" creationId="{BB145B28-5A4D-44D5-9B51-ABAC7EB114B9}"/>
          </ac:spMkLst>
        </pc:spChg>
        <pc:spChg chg="add mod">
          <ac:chgData name="임성묵(SUNGMOOK LIM)[muksung0084]/선임/제조DX.제조DX솔루션.데이터통합분석팀" userId="5ef6c119-0718-4bd2-a22e-105ab5e97655" providerId="ADAL" clId="{F7FDAD3D-519C-44B9-8DD8-113B8C1D146A}" dt="2025-11-26T04:13:09.508" v="2162" actId="1038"/>
          <ac:spMkLst>
            <pc:docMk/>
            <pc:sldMk cId="2449185649" sldId="2147482171"/>
            <ac:spMk id="34" creationId="{7BAF0672-DDA7-4B5A-A017-25612E00F1C4}"/>
          </ac:spMkLst>
        </pc:spChg>
        <pc:spChg chg="del">
          <ac:chgData name="임성묵(SUNGMOOK LIM)[muksung0084]/선임/제조DX.제조DX솔루션.데이터통합분석팀" userId="5ef6c119-0718-4bd2-a22e-105ab5e97655" providerId="ADAL" clId="{F7FDAD3D-519C-44B9-8DD8-113B8C1D146A}" dt="2025-11-26T03:53:03.943" v="949" actId="478"/>
          <ac:spMkLst>
            <pc:docMk/>
            <pc:sldMk cId="2449185649" sldId="2147482171"/>
            <ac:spMk id="35" creationId="{1A2A79CD-0D0A-4ADE-A5C4-07E32A474360}"/>
          </ac:spMkLst>
        </pc:spChg>
        <pc:spChg chg="add mod">
          <ac:chgData name="임성묵(SUNGMOOK LIM)[muksung0084]/선임/제조DX.제조DX솔루션.데이터통합분석팀" userId="5ef6c119-0718-4bd2-a22e-105ab5e97655" providerId="ADAL" clId="{F7FDAD3D-519C-44B9-8DD8-113B8C1D146A}" dt="2025-11-26T04:13:09.508" v="2162" actId="1038"/>
          <ac:spMkLst>
            <pc:docMk/>
            <pc:sldMk cId="2449185649" sldId="2147482171"/>
            <ac:spMk id="36" creationId="{3C7C565C-513A-4577-934A-95BDC5886514}"/>
          </ac:spMkLst>
        </pc:spChg>
        <pc:spChg chg="add mod">
          <ac:chgData name="임성묵(SUNGMOOK LIM)[muksung0084]/선임/제조DX.제조DX솔루션.데이터통합분석팀" userId="5ef6c119-0718-4bd2-a22e-105ab5e97655" providerId="ADAL" clId="{F7FDAD3D-519C-44B9-8DD8-113B8C1D146A}" dt="2025-11-26T04:13:09.508" v="2162" actId="1038"/>
          <ac:spMkLst>
            <pc:docMk/>
            <pc:sldMk cId="2449185649" sldId="2147482171"/>
            <ac:spMk id="38" creationId="{5CFF80DA-5BCB-4274-BCBF-0A0CC207DC84}"/>
          </ac:spMkLst>
        </pc:spChg>
        <pc:spChg chg="add mod">
          <ac:chgData name="임성묵(SUNGMOOK LIM)[muksung0084]/선임/제조DX.제조DX솔루션.데이터통합분석팀" userId="5ef6c119-0718-4bd2-a22e-105ab5e97655" providerId="ADAL" clId="{F7FDAD3D-519C-44B9-8DD8-113B8C1D146A}" dt="2025-11-26T04:13:09.508" v="2162" actId="1038"/>
          <ac:spMkLst>
            <pc:docMk/>
            <pc:sldMk cId="2449185649" sldId="2147482171"/>
            <ac:spMk id="40" creationId="{4847F05D-544C-4C49-A7C0-90E0C3EC07A7}"/>
          </ac:spMkLst>
        </pc:spChg>
        <pc:spChg chg="del">
          <ac:chgData name="임성묵(SUNGMOOK LIM)[muksung0084]/선임/제조DX.제조DX솔루션.데이터통합분석팀" userId="5ef6c119-0718-4bd2-a22e-105ab5e97655" providerId="ADAL" clId="{F7FDAD3D-519C-44B9-8DD8-113B8C1D146A}" dt="2025-11-26T03:53:03.943" v="949" actId="478"/>
          <ac:spMkLst>
            <pc:docMk/>
            <pc:sldMk cId="2449185649" sldId="2147482171"/>
            <ac:spMk id="43" creationId="{1E70982D-2E1A-44F5-BB5C-B434FF9E80A0}"/>
          </ac:spMkLst>
        </pc:spChg>
        <pc:spChg chg="add mod">
          <ac:chgData name="임성묵(SUNGMOOK LIM)[muksung0084]/선임/제조DX.제조DX솔루션.데이터통합분석팀" userId="5ef6c119-0718-4bd2-a22e-105ab5e97655" providerId="ADAL" clId="{F7FDAD3D-519C-44B9-8DD8-113B8C1D146A}" dt="2025-11-26T04:13:09.508" v="2162" actId="1038"/>
          <ac:spMkLst>
            <pc:docMk/>
            <pc:sldMk cId="2449185649" sldId="2147482171"/>
            <ac:spMk id="45" creationId="{2B4C66CF-60B4-4230-9369-FD1A0493D780}"/>
          </ac:spMkLst>
        </pc:spChg>
        <pc:spChg chg="mod">
          <ac:chgData name="임성묵(SUNGMOOK LIM)[muksung0084]/선임/제조DX.제조DX솔루션.데이터통합분석팀" userId="5ef6c119-0718-4bd2-a22e-105ab5e97655" providerId="ADAL" clId="{F7FDAD3D-519C-44B9-8DD8-113B8C1D146A}" dt="2025-11-26T03:56:35.740" v="1384" actId="207"/>
          <ac:spMkLst>
            <pc:docMk/>
            <pc:sldMk cId="2449185649" sldId="2147482171"/>
            <ac:spMk id="46" creationId="{FC3B12BE-4589-4397-8B71-019FF34AA35E}"/>
          </ac:spMkLst>
        </pc:spChg>
        <pc:spChg chg="add mod">
          <ac:chgData name="임성묵(SUNGMOOK LIM)[muksung0084]/선임/제조DX.제조DX솔루션.데이터통합분석팀" userId="5ef6c119-0718-4bd2-a22e-105ab5e97655" providerId="ADAL" clId="{F7FDAD3D-519C-44B9-8DD8-113B8C1D146A}" dt="2025-11-26T04:13:09.508" v="2162" actId="1038"/>
          <ac:spMkLst>
            <pc:docMk/>
            <pc:sldMk cId="2449185649" sldId="2147482171"/>
            <ac:spMk id="47" creationId="{7027ECE5-9430-40A0-9731-84F739FE154F}"/>
          </ac:spMkLst>
        </pc:spChg>
        <pc:spChg chg="add mod">
          <ac:chgData name="임성묵(SUNGMOOK LIM)[muksung0084]/선임/제조DX.제조DX솔루션.데이터통합분석팀" userId="5ef6c119-0718-4bd2-a22e-105ab5e97655" providerId="ADAL" clId="{F7FDAD3D-519C-44B9-8DD8-113B8C1D146A}" dt="2025-11-26T04:13:09.508" v="2162" actId="1038"/>
          <ac:spMkLst>
            <pc:docMk/>
            <pc:sldMk cId="2449185649" sldId="2147482171"/>
            <ac:spMk id="48" creationId="{80C90217-B89C-4008-AF7D-F0D567B2779B}"/>
          </ac:spMkLst>
        </pc:spChg>
        <pc:spChg chg="add mod">
          <ac:chgData name="임성묵(SUNGMOOK LIM)[muksung0084]/선임/제조DX.제조DX솔루션.데이터통합분석팀" userId="5ef6c119-0718-4bd2-a22e-105ab5e97655" providerId="ADAL" clId="{F7FDAD3D-519C-44B9-8DD8-113B8C1D146A}" dt="2025-11-26T04:13:09.508" v="2162" actId="1038"/>
          <ac:spMkLst>
            <pc:docMk/>
            <pc:sldMk cId="2449185649" sldId="2147482171"/>
            <ac:spMk id="49" creationId="{857B1124-9A62-4D66-B25E-1C6CC36F7D36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F7FDAD3D-519C-44B9-8DD8-113B8C1D146A}" dt="2025-11-26T04:09:08.117" v="2133"/>
          <ac:graphicFrameMkLst>
            <pc:docMk/>
            <pc:sldMk cId="2449185649" sldId="2147482171"/>
            <ac:graphicFrameMk id="19" creationId="{3E86696F-E35A-4B06-9B46-63A4A6A986C1}"/>
          </ac:graphicFrameMkLst>
        </pc:graphicFrameChg>
        <pc:picChg chg="del">
          <ac:chgData name="임성묵(SUNGMOOK LIM)[muksung0084]/선임/제조DX.제조DX솔루션.데이터통합분석팀" userId="5ef6c119-0718-4bd2-a22e-105ab5e97655" providerId="ADAL" clId="{F7FDAD3D-519C-44B9-8DD8-113B8C1D146A}" dt="2025-11-26T03:53:05.052" v="950" actId="478"/>
          <ac:picMkLst>
            <pc:docMk/>
            <pc:sldMk cId="2449185649" sldId="2147482171"/>
            <ac:picMk id="2" creationId="{E04E4009-1E01-4E41-8028-9FAA3C57ED98}"/>
          </ac:picMkLst>
        </pc:picChg>
        <pc:picChg chg="add mod">
          <ac:chgData name="임성묵(SUNGMOOK LIM)[muksung0084]/선임/제조DX.제조DX솔루션.데이터통합분석팀" userId="5ef6c119-0718-4bd2-a22e-105ab5e97655" providerId="ADAL" clId="{F7FDAD3D-519C-44B9-8DD8-113B8C1D146A}" dt="2025-11-26T04:13:09.508" v="2162" actId="1038"/>
          <ac:picMkLst>
            <pc:docMk/>
            <pc:sldMk cId="2449185649" sldId="2147482171"/>
            <ac:picMk id="3" creationId="{FF041DBF-DF01-405F-8E66-F02A3DDE8C72}"/>
          </ac:picMkLst>
        </pc:picChg>
        <pc:picChg chg="del">
          <ac:chgData name="임성묵(SUNGMOOK LIM)[muksung0084]/선임/제조DX.제조DX솔루션.데이터통합분석팀" userId="5ef6c119-0718-4bd2-a22e-105ab5e97655" providerId="ADAL" clId="{F7FDAD3D-519C-44B9-8DD8-113B8C1D146A}" dt="2025-11-26T03:51:28.896" v="946" actId="478"/>
          <ac:picMkLst>
            <pc:docMk/>
            <pc:sldMk cId="2449185649" sldId="2147482171"/>
            <ac:picMk id="4" creationId="{2CDFA0C6-184E-4665-A5C6-8147658BFEA7}"/>
          </ac:picMkLst>
        </pc:picChg>
        <pc:picChg chg="add mod">
          <ac:chgData name="임성묵(SUNGMOOK LIM)[muksung0084]/선임/제조DX.제조DX솔루션.데이터통합분석팀" userId="5ef6c119-0718-4bd2-a22e-105ab5e97655" providerId="ADAL" clId="{F7FDAD3D-519C-44B9-8DD8-113B8C1D146A}" dt="2025-11-26T04:13:09.508" v="2162" actId="1038"/>
          <ac:picMkLst>
            <pc:docMk/>
            <pc:sldMk cId="2449185649" sldId="2147482171"/>
            <ac:picMk id="33" creationId="{81954BF0-8857-4F9D-93B0-B5F38C64131C}"/>
          </ac:picMkLst>
        </pc:picChg>
      </pc:sldChg>
    </pc:docChg>
  </pc:docChgLst>
  <pc:docChgLst>
    <pc:chgData name="윤병호(BYEONGHO YUN)[bhyun91]/선임/제조DX.제조DX솔루션.셀추적기술팀" userId="94db4b4c-14ac-4104-bc57-d99881f0b25d" providerId="ADAL" clId="{407B40BC-4432-4AA0-94F3-0D3BB3AE7EA1}"/>
    <pc:docChg chg="custSel modSld">
      <pc:chgData name="윤병호(BYEONGHO YUN)[bhyun91]/선임/제조DX.제조DX솔루션.셀추적기술팀" userId="94db4b4c-14ac-4104-bc57-d99881f0b25d" providerId="ADAL" clId="{407B40BC-4432-4AA0-94F3-0D3BB3AE7EA1}" dt="2025-12-15T05:50:39.149" v="2497"/>
      <pc:docMkLst>
        <pc:docMk/>
      </pc:docMkLst>
      <pc:sldChg chg="modSp mod">
        <pc:chgData name="윤병호(BYEONGHO YUN)[bhyun91]/선임/제조DX.제조DX솔루션.셀추적기술팀" userId="94db4b4c-14ac-4104-bc57-d99881f0b25d" providerId="ADAL" clId="{407B40BC-4432-4AA0-94F3-0D3BB3AE7EA1}" dt="2025-12-15T05:50:39.149" v="2497"/>
        <pc:sldMkLst>
          <pc:docMk/>
          <pc:sldMk cId="2559780372" sldId="2147481944"/>
        </pc:sldMkLst>
        <pc:spChg chg="mod">
          <ac:chgData name="윤병호(BYEONGHO YUN)[bhyun91]/선임/제조DX.제조DX솔루션.셀추적기술팀" userId="94db4b4c-14ac-4104-bc57-d99881f0b25d" providerId="ADAL" clId="{407B40BC-4432-4AA0-94F3-0D3BB3AE7EA1}" dt="2025-12-15T05:44:59.360" v="2040" actId="1076"/>
          <ac:spMkLst>
            <pc:docMk/>
            <pc:sldMk cId="2559780372" sldId="2147481944"/>
            <ac:spMk id="15" creationId="{283663EA-C7B0-434A-9ECD-E1EE37F619AF}"/>
          </ac:spMkLst>
        </pc:spChg>
        <pc:spChg chg="mod">
          <ac:chgData name="윤병호(BYEONGHO YUN)[bhyun91]/선임/제조DX.제조DX솔루션.셀추적기술팀" userId="94db4b4c-14ac-4104-bc57-d99881f0b25d" providerId="ADAL" clId="{407B40BC-4432-4AA0-94F3-0D3BB3AE7EA1}" dt="2025-12-15T05:50:39.149" v="2497"/>
          <ac:spMkLst>
            <pc:docMk/>
            <pc:sldMk cId="2559780372" sldId="2147481944"/>
            <ac:spMk id="20" creationId="{3C29B833-2C84-4243-9D4D-9B1D408F91DE}"/>
          </ac:spMkLst>
        </pc:spChg>
        <pc:spChg chg="mod">
          <ac:chgData name="윤병호(BYEONGHO YUN)[bhyun91]/선임/제조DX.제조DX솔루션.셀추적기술팀" userId="94db4b4c-14ac-4104-bc57-d99881f0b25d" providerId="ADAL" clId="{407B40BC-4432-4AA0-94F3-0D3BB3AE7EA1}" dt="2025-12-15T05:43:57.404" v="2039" actId="20577"/>
          <ac:spMkLst>
            <pc:docMk/>
            <pc:sldMk cId="2559780372" sldId="2147481944"/>
            <ac:spMk id="22" creationId="{81B17DB2-3DCC-4A8F-9347-F9695BEF8B6D}"/>
          </ac:spMkLst>
        </pc:spChg>
        <pc:graphicFrameChg chg="mod modGraphic">
          <ac:chgData name="윤병호(BYEONGHO YUN)[bhyun91]/선임/제조DX.제조DX솔루션.셀추적기술팀" userId="94db4b4c-14ac-4104-bc57-d99881f0b25d" providerId="ADAL" clId="{407B40BC-4432-4AA0-94F3-0D3BB3AE7EA1}" dt="2025-12-15T05:43:46.051" v="2034" actId="207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</pc:sldChg>
      <pc:sldChg chg="modSp mod">
        <pc:chgData name="윤병호(BYEONGHO YUN)[bhyun91]/선임/제조DX.제조DX솔루션.셀추적기술팀" userId="94db4b4c-14ac-4104-bc57-d99881f0b25d" providerId="ADAL" clId="{407B40BC-4432-4AA0-94F3-0D3BB3AE7EA1}" dt="2025-12-15T05:49:57.566" v="2469" actId="20577"/>
        <pc:sldMkLst>
          <pc:docMk/>
          <pc:sldMk cId="863012316" sldId="2147482046"/>
        </pc:sldMkLst>
        <pc:spChg chg="mod">
          <ac:chgData name="윤병호(BYEONGHO YUN)[bhyun91]/선임/제조DX.제조DX솔루션.셀추적기술팀" userId="94db4b4c-14ac-4104-bc57-d99881f0b25d" providerId="ADAL" clId="{407B40BC-4432-4AA0-94F3-0D3BB3AE7EA1}" dt="2025-12-15T05:29:58.003" v="6" actId="20577"/>
          <ac:spMkLst>
            <pc:docMk/>
            <pc:sldMk cId="863012316" sldId="2147482046"/>
            <ac:spMk id="63" creationId="{F7E9B123-1E21-48F6-86C5-2777566B3419}"/>
          </ac:spMkLst>
        </pc:spChg>
        <pc:graphicFrameChg chg="mod modGraphic">
          <ac:chgData name="윤병호(BYEONGHO YUN)[bhyun91]/선임/제조DX.제조DX솔루션.셀추적기술팀" userId="94db4b4c-14ac-4104-bc57-d99881f0b25d" providerId="ADAL" clId="{407B40BC-4432-4AA0-94F3-0D3BB3AE7EA1}" dt="2025-12-15T05:49:57.566" v="2469" actId="20577"/>
          <ac:graphicFrameMkLst>
            <pc:docMk/>
            <pc:sldMk cId="863012316" sldId="2147482046"/>
            <ac:graphicFrameMk id="7" creationId="{3E86696F-E35A-4B06-9B46-63A4A6A986C1}"/>
          </ac:graphicFrameMkLst>
        </pc:graphicFrameChg>
        <pc:graphicFrameChg chg="mod modGraphic">
          <ac:chgData name="윤병호(BYEONGHO YUN)[bhyun91]/선임/제조DX.제조DX솔루션.셀추적기술팀" userId="94db4b4c-14ac-4104-bc57-d99881f0b25d" providerId="ADAL" clId="{407B40BC-4432-4AA0-94F3-0D3BB3AE7EA1}" dt="2025-12-15T05:31:21.725" v="145" actId="20577"/>
          <ac:graphicFrameMkLst>
            <pc:docMk/>
            <pc:sldMk cId="863012316" sldId="2147482046"/>
            <ac:graphicFrameMk id="60" creationId="{499311D7-9307-4912-8265-D228438D7B30}"/>
          </ac:graphicFrameMkLst>
        </pc:graphicFrameChg>
      </pc:sldChg>
      <pc:sldChg chg="modSp mod">
        <pc:chgData name="윤병호(BYEONGHO YUN)[bhyun91]/선임/제조DX.제조DX솔루션.셀추적기술팀" userId="94db4b4c-14ac-4104-bc57-d99881f0b25d" providerId="ADAL" clId="{407B40BC-4432-4AA0-94F3-0D3BB3AE7EA1}" dt="2025-12-15T05:48:51.855" v="2357" actId="20577"/>
        <pc:sldMkLst>
          <pc:docMk/>
          <pc:sldMk cId="593023446" sldId="2147482183"/>
        </pc:sldMkLst>
        <pc:spChg chg="mod">
          <ac:chgData name="윤병호(BYEONGHO YUN)[bhyun91]/선임/제조DX.제조DX솔루션.셀추적기술팀" userId="94db4b4c-14ac-4104-bc57-d99881f0b25d" providerId="ADAL" clId="{407B40BC-4432-4AA0-94F3-0D3BB3AE7EA1}" dt="2025-12-15T05:45:12.355" v="2045" actId="20577"/>
          <ac:spMkLst>
            <pc:docMk/>
            <pc:sldMk cId="593023446" sldId="2147482183"/>
            <ac:spMk id="22" creationId="{81B17DB2-3DCC-4A8F-9347-F9695BEF8B6D}"/>
          </ac:spMkLst>
        </pc:spChg>
        <pc:graphicFrameChg chg="mod modGraphic">
          <ac:chgData name="윤병호(BYEONGHO YUN)[bhyun91]/선임/제조DX.제조DX솔루션.셀추적기술팀" userId="94db4b4c-14ac-4104-bc57-d99881f0b25d" providerId="ADAL" clId="{407B40BC-4432-4AA0-94F3-0D3BB3AE7EA1}" dt="2025-12-15T05:48:51.855" v="2357" actId="20577"/>
          <ac:graphicFrameMkLst>
            <pc:docMk/>
            <pc:sldMk cId="593023446" sldId="2147482183"/>
            <ac:graphicFrameMk id="7" creationId="{3E86696F-E35A-4B06-9B46-63A4A6A986C1}"/>
          </ac:graphicFrameMkLst>
        </pc:graphicFrameChg>
      </pc:sldChg>
    </pc:docChg>
  </pc:docChgLst>
  <pc:docChgLst>
    <pc:chgData name="김준범(JUNBEOM KIM)[junbeom.kim]/책임/제조DX.제조DX솔루션.셀추적기술팀" userId="5dd9b06e-3472-4758-bc11-385e41985431" providerId="ADAL" clId="{AC1AC84A-A233-4449-AD3C-B9703EC0A56B}"/>
    <pc:docChg chg="custSel modSld">
      <pc:chgData name="김준범(JUNBEOM KIM)[junbeom.kim]/책임/제조DX.제조DX솔루션.셀추적기술팀" userId="5dd9b06e-3472-4758-bc11-385e41985431" providerId="ADAL" clId="{AC1AC84A-A233-4449-AD3C-B9703EC0A56B}" dt="2025-12-10T00:50:16.210" v="213" actId="207"/>
      <pc:docMkLst>
        <pc:docMk/>
      </pc:docMkLst>
      <pc:sldChg chg="modSp mod">
        <pc:chgData name="김준범(JUNBEOM KIM)[junbeom.kim]/책임/제조DX.제조DX솔루션.셀추적기술팀" userId="5dd9b06e-3472-4758-bc11-385e41985431" providerId="ADAL" clId="{AC1AC84A-A233-4449-AD3C-B9703EC0A56B}" dt="2025-12-10T00:45:06.757" v="7" actId="207"/>
        <pc:sldMkLst>
          <pc:docMk/>
          <pc:sldMk cId="2130555548" sldId="2147481730"/>
        </pc:sldMkLst>
        <pc:spChg chg="mod">
          <ac:chgData name="김준범(JUNBEOM KIM)[junbeom.kim]/책임/제조DX.제조DX솔루션.셀추적기술팀" userId="5dd9b06e-3472-4758-bc11-385e41985431" providerId="ADAL" clId="{AC1AC84A-A233-4449-AD3C-B9703EC0A56B}" dt="2025-12-10T00:44:49.887" v="6" actId="20577"/>
          <ac:spMkLst>
            <pc:docMk/>
            <pc:sldMk cId="2130555548" sldId="2147481730"/>
            <ac:spMk id="19" creationId="{ADF5974A-A7FA-4655-ABC5-EE48FEFF31B0}"/>
          </ac:spMkLst>
        </pc:spChg>
        <pc:spChg chg="mod">
          <ac:chgData name="김준범(JUNBEOM KIM)[junbeom.kim]/책임/제조DX.제조DX솔루션.셀추적기술팀" userId="5dd9b06e-3472-4758-bc11-385e41985431" providerId="ADAL" clId="{AC1AC84A-A233-4449-AD3C-B9703EC0A56B}" dt="2025-12-10T00:45:06.757" v="7" actId="207"/>
          <ac:spMkLst>
            <pc:docMk/>
            <pc:sldMk cId="2130555548" sldId="2147481730"/>
            <ac:spMk id="21" creationId="{4C3181BD-8769-4C0D-8973-C9F2BE0DC598}"/>
          </ac:spMkLst>
        </pc:spChg>
      </pc:sldChg>
      <pc:sldChg chg="modSp mod">
        <pc:chgData name="김준범(JUNBEOM KIM)[junbeom.kim]/책임/제조DX.제조DX솔루션.셀추적기술팀" userId="5dd9b06e-3472-4758-bc11-385e41985431" providerId="ADAL" clId="{AC1AC84A-A233-4449-AD3C-B9703EC0A56B}" dt="2025-12-10T00:50:16.210" v="213" actId="207"/>
        <pc:sldMkLst>
          <pc:docMk/>
          <pc:sldMk cId="1726257096" sldId="2147481882"/>
        </pc:sldMkLst>
        <pc:spChg chg="mod">
          <ac:chgData name="김준범(JUNBEOM KIM)[junbeom.kim]/책임/제조DX.제조DX솔루션.셀추적기술팀" userId="5dd9b06e-3472-4758-bc11-385e41985431" providerId="ADAL" clId="{AC1AC84A-A233-4449-AD3C-B9703EC0A56B}" dt="2025-12-10T00:49:08.782" v="166" actId="20577"/>
          <ac:spMkLst>
            <pc:docMk/>
            <pc:sldMk cId="1726257096" sldId="2147481882"/>
            <ac:spMk id="33" creationId="{708B1D54-9D52-42CB-82CB-E5D69946BACE}"/>
          </ac:spMkLst>
        </pc:spChg>
        <pc:graphicFrameChg chg="mod modGraphic">
          <ac:chgData name="김준범(JUNBEOM KIM)[junbeom.kim]/책임/제조DX.제조DX솔루션.셀추적기술팀" userId="5dd9b06e-3472-4758-bc11-385e41985431" providerId="ADAL" clId="{AC1AC84A-A233-4449-AD3C-B9703EC0A56B}" dt="2025-12-10T00:50:16.210" v="213" actId="20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modSp mod">
        <pc:chgData name="김준범(JUNBEOM KIM)[junbeom.kim]/책임/제조DX.제조DX솔루션.셀추적기술팀" userId="5dd9b06e-3472-4758-bc11-385e41985431" providerId="ADAL" clId="{AC1AC84A-A233-4449-AD3C-B9703EC0A56B}" dt="2025-12-10T00:43:46.821" v="0" actId="207"/>
        <pc:sldMkLst>
          <pc:docMk/>
          <pc:sldMk cId="116437091" sldId="2147482180"/>
        </pc:sldMkLst>
        <pc:graphicFrameChg chg="modGraphic">
          <ac:chgData name="김준범(JUNBEOM KIM)[junbeom.kim]/책임/제조DX.제조DX솔루션.셀추적기술팀" userId="5dd9b06e-3472-4758-bc11-385e41985431" providerId="ADAL" clId="{AC1AC84A-A233-4449-AD3C-B9703EC0A56B}" dt="2025-12-10T00:43:46.821" v="0" actId="207"/>
          <ac:graphicFrameMkLst>
            <pc:docMk/>
            <pc:sldMk cId="116437091" sldId="2147482180"/>
            <ac:graphicFrameMk id="39" creationId="{36D09815-1974-4BCF-A55B-BBF74D36A8E4}"/>
          </ac:graphicFrameMkLst>
        </pc:graphicFrameChg>
      </pc:sldChg>
    </pc:docChg>
  </pc:docChgLst>
  <pc:docChgLst>
    <pc:chgData name="박위대(WI DAE PARK)[widae]/팀장/제조DX.제조DX솔루션.데이터통합분석팀" userId="3cfa7188-e76a-49be-bfbb-63c3f45a9cc3" providerId="ADAL" clId="{CC69D505-F25D-4E65-B6ED-A9A5C2F9443C}"/>
    <pc:docChg chg="undo custSel modSld">
      <pc:chgData name="박위대(WI DAE PARK)[widae]/팀장/제조DX.제조DX솔루션.데이터통합분석팀" userId="3cfa7188-e76a-49be-bfbb-63c3f45a9cc3" providerId="ADAL" clId="{CC69D505-F25D-4E65-B6ED-A9A5C2F9443C}" dt="2025-12-11T04:19:52.058" v="397"/>
      <pc:docMkLst>
        <pc:docMk/>
      </pc:docMkLst>
      <pc:sldChg chg="delSp modSp mod">
        <pc:chgData name="박위대(WI DAE PARK)[widae]/팀장/제조DX.제조DX솔루션.데이터통합분석팀" userId="3cfa7188-e76a-49be-bfbb-63c3f45a9cc3" providerId="ADAL" clId="{CC69D505-F25D-4E65-B6ED-A9A5C2F9443C}" dt="2025-12-11T04:19:52.058" v="397"/>
        <pc:sldMkLst>
          <pc:docMk/>
          <pc:sldMk cId="3422623579" sldId="2147482052"/>
        </pc:sldMkLst>
        <pc:spChg chg="mod">
          <ac:chgData name="박위대(WI DAE PARK)[widae]/팀장/제조DX.제조DX솔루션.데이터통합분석팀" userId="3cfa7188-e76a-49be-bfbb-63c3f45a9cc3" providerId="ADAL" clId="{CC69D505-F25D-4E65-B6ED-A9A5C2F9443C}" dt="2025-12-10T23:59:58.805" v="8" actId="1076"/>
          <ac:spMkLst>
            <pc:docMk/>
            <pc:sldMk cId="3422623579" sldId="2147482052"/>
            <ac:spMk id="3" creationId="{BD8A109E-EE72-B93F-FEBC-D5B84127E922}"/>
          </ac:spMkLst>
        </pc:spChg>
        <pc:spChg chg="mod">
          <ac:chgData name="박위대(WI DAE PARK)[widae]/팀장/제조DX.제조DX솔루션.데이터통합분석팀" userId="3cfa7188-e76a-49be-bfbb-63c3f45a9cc3" providerId="ADAL" clId="{CC69D505-F25D-4E65-B6ED-A9A5C2F9443C}" dt="2025-12-11T04:19:52.058" v="397"/>
          <ac:spMkLst>
            <pc:docMk/>
            <pc:sldMk cId="3422623579" sldId="2147482052"/>
            <ac:spMk id="5" creationId="{6BC9B294-291A-D23F-C381-45EA6FDC28AB}"/>
          </ac:spMkLst>
        </pc:spChg>
        <pc:spChg chg="del">
          <ac:chgData name="박위대(WI DAE PARK)[widae]/팀장/제조DX.제조DX솔루션.데이터통합분석팀" userId="3cfa7188-e76a-49be-bfbb-63c3f45a9cc3" providerId="ADAL" clId="{CC69D505-F25D-4E65-B6ED-A9A5C2F9443C}" dt="2025-12-10T23:58:50.232" v="0" actId="478"/>
          <ac:spMkLst>
            <pc:docMk/>
            <pc:sldMk cId="3422623579" sldId="2147482052"/>
            <ac:spMk id="8" creationId="{FA51419B-CCA0-007F-CA83-917AC5F64056}"/>
          </ac:spMkLst>
        </pc:spChg>
      </pc:sldChg>
      <pc:sldChg chg="addSp delSp modSp mod">
        <pc:chgData name="박위대(WI DAE PARK)[widae]/팀장/제조DX.제조DX솔루션.데이터통합분석팀" userId="3cfa7188-e76a-49be-bfbb-63c3f45a9cc3" providerId="ADAL" clId="{CC69D505-F25D-4E65-B6ED-A9A5C2F9443C}" dt="2025-12-11T04:13:14.052" v="335" actId="20577"/>
        <pc:sldMkLst>
          <pc:docMk/>
          <pc:sldMk cId="3572448725" sldId="2147482058"/>
        </pc:sldMkLst>
        <pc:spChg chg="mod">
          <ac:chgData name="박위대(WI DAE PARK)[widae]/팀장/제조DX.제조DX솔루션.데이터통합분석팀" userId="3cfa7188-e76a-49be-bfbb-63c3f45a9cc3" providerId="ADAL" clId="{CC69D505-F25D-4E65-B6ED-A9A5C2F9443C}" dt="2025-12-11T04:11:32.439" v="262" actId="1076"/>
          <ac:spMkLst>
            <pc:docMk/>
            <pc:sldMk cId="3572448725" sldId="2147482058"/>
            <ac:spMk id="5" creationId="{BE2EBE7D-DDC3-97AF-1560-59ACDD24D5D3}"/>
          </ac:spMkLst>
        </pc:spChg>
        <pc:spChg chg="add del mod ord">
          <ac:chgData name="박위대(WI DAE PARK)[widae]/팀장/제조DX.제조DX솔루션.데이터통합분석팀" userId="3cfa7188-e76a-49be-bfbb-63c3f45a9cc3" providerId="ADAL" clId="{CC69D505-F25D-4E65-B6ED-A9A5C2F9443C}" dt="2025-12-11T04:11:23.398" v="257" actId="167"/>
          <ac:spMkLst>
            <pc:docMk/>
            <pc:sldMk cId="3572448725" sldId="2147482058"/>
            <ac:spMk id="6" creationId="{D66DFD72-1418-1B12-1E5F-EF742F1AB1E3}"/>
          </ac:spMkLst>
        </pc:spChg>
        <pc:spChg chg="add mod ord">
          <ac:chgData name="박위대(WI DAE PARK)[widae]/팀장/제조DX.제조DX솔루션.데이터통합분석팀" userId="3cfa7188-e76a-49be-bfbb-63c3f45a9cc3" providerId="ADAL" clId="{CC69D505-F25D-4E65-B6ED-A9A5C2F9443C}" dt="2025-12-11T04:12:59.264" v="279" actId="167"/>
          <ac:spMkLst>
            <pc:docMk/>
            <pc:sldMk cId="3572448725" sldId="2147482058"/>
            <ac:spMk id="7" creationId="{0082E162-5C0A-80BB-CF4E-27A031B59C65}"/>
          </ac:spMkLst>
        </pc:spChg>
        <pc:spChg chg="mod">
          <ac:chgData name="박위대(WI DAE PARK)[widae]/팀장/제조DX.제조DX솔루션.데이터통합분석팀" userId="3cfa7188-e76a-49be-bfbb-63c3f45a9cc3" providerId="ADAL" clId="{CC69D505-F25D-4E65-B6ED-A9A5C2F9443C}" dt="2025-12-11T04:13:14.052" v="335" actId="20577"/>
          <ac:spMkLst>
            <pc:docMk/>
            <pc:sldMk cId="3572448725" sldId="2147482058"/>
            <ac:spMk id="20" creationId="{BB178E88-B809-4A0C-AEDB-08EDDEFC3101}"/>
          </ac:spMkLst>
        </pc:spChg>
      </pc:sldChg>
    </pc:docChg>
  </pc:docChgLst>
  <pc:docChgLst>
    <pc:chgData name="박재완(parkjaewan)[jaewan25]/사원/제조지능화.데이터솔루션.전극롤맵기술팀" userId="f6b571f3-609a-4560-9b16-be759616b682" providerId="ADAL" clId="{F76D1BC3-ACF8-4B4A-9730-8EE066F3689B}"/>
    <pc:docChg chg="custSel modSld">
      <pc:chgData name="박재완(parkjaewan)[jaewan25]/사원/제조지능화.데이터솔루션.전극롤맵기술팀" userId="f6b571f3-609a-4560-9b16-be759616b682" providerId="ADAL" clId="{F76D1BC3-ACF8-4B4A-9730-8EE066F3689B}" dt="2025-12-03T04:27:54.229" v="585" actId="207"/>
      <pc:docMkLst>
        <pc:docMk/>
      </pc:docMkLst>
      <pc:sldChg chg="modSp">
        <pc:chgData name="박재완(parkjaewan)[jaewan25]/사원/제조지능화.데이터솔루션.전극롤맵기술팀" userId="f6b571f3-609a-4560-9b16-be759616b682" providerId="ADAL" clId="{F76D1BC3-ACF8-4B4A-9730-8EE066F3689B}" dt="2025-12-03T01:54:37.346" v="148" actId="20577"/>
        <pc:sldMkLst>
          <pc:docMk/>
          <pc:sldMk cId="1357868518" sldId="2147481919"/>
        </pc:sldMkLst>
        <pc:spChg chg="mod">
          <ac:chgData name="박재완(parkjaewan)[jaewan25]/사원/제조지능화.데이터솔루션.전극롤맵기술팀" userId="f6b571f3-609a-4560-9b16-be759616b682" providerId="ADAL" clId="{F76D1BC3-ACF8-4B4A-9730-8EE066F3689B}" dt="2025-12-03T01:54:37.346" v="148" actId="20577"/>
          <ac:spMkLst>
            <pc:docMk/>
            <pc:sldMk cId="1357868518" sldId="2147481919"/>
            <ac:spMk id="18" creationId="{72943F47-EAEA-4391-A2BC-C7C33A8E8CFD}"/>
          </ac:spMkLst>
        </pc:spChg>
        <pc:graphicFrameChg chg="mod modGraphic">
          <ac:chgData name="박재완(parkjaewan)[jaewan25]/사원/제조지능화.데이터솔루션.전극롤맵기술팀" userId="f6b571f3-609a-4560-9b16-be759616b682" providerId="ADAL" clId="{F76D1BC3-ACF8-4B4A-9730-8EE066F3689B}" dt="2025-12-03T01:54:29.670" v="144" actId="207"/>
          <ac:graphicFrameMkLst>
            <pc:docMk/>
            <pc:sldMk cId="1357868518" sldId="2147481919"/>
            <ac:graphicFrameMk id="3" creationId="{3E86696F-E35A-4B06-9B46-63A4A6A986C1}"/>
          </ac:graphicFrameMkLst>
        </pc:graphicFrameChg>
      </pc:sldChg>
      <pc:sldChg chg="modSp">
        <pc:chgData name="박재완(parkjaewan)[jaewan25]/사원/제조지능화.데이터솔루션.전극롤맵기술팀" userId="f6b571f3-609a-4560-9b16-be759616b682" providerId="ADAL" clId="{F76D1BC3-ACF8-4B4A-9730-8EE066F3689B}" dt="2025-12-03T04:26:13.644" v="584" actId="207"/>
        <pc:sldMkLst>
          <pc:docMk/>
          <pc:sldMk cId="3218446010" sldId="2147481940"/>
        </pc:sldMkLst>
        <pc:graphicFrameChg chg="mod modGraphic">
          <ac:chgData name="박재완(parkjaewan)[jaewan25]/사원/제조지능화.데이터솔루션.전극롤맵기술팀" userId="f6b571f3-609a-4560-9b16-be759616b682" providerId="ADAL" clId="{F76D1BC3-ACF8-4B4A-9730-8EE066F3689B}" dt="2025-12-03T04:26:13.644" v="584" actId="207"/>
          <ac:graphicFrameMkLst>
            <pc:docMk/>
            <pc:sldMk cId="3218446010" sldId="2147481940"/>
            <ac:graphicFrameMk id="18" creationId="{BAF0B2EF-E0A9-4EBE-8B41-8BAD7EC3E9EB}"/>
          </ac:graphicFrameMkLst>
        </pc:graphicFrameChg>
      </pc:sldChg>
      <pc:sldChg chg="modSp">
        <pc:chgData name="박재완(parkjaewan)[jaewan25]/사원/제조지능화.데이터솔루션.전극롤맵기술팀" userId="f6b571f3-609a-4560-9b16-be759616b682" providerId="ADAL" clId="{F76D1BC3-ACF8-4B4A-9730-8EE066F3689B}" dt="2025-12-03T04:27:54.229" v="585" actId="207"/>
        <pc:sldMkLst>
          <pc:docMk/>
          <pc:sldMk cId="4216273303" sldId="2147482152"/>
        </pc:sldMkLst>
        <pc:graphicFrameChg chg="mod modGraphic">
          <ac:chgData name="박재완(parkjaewan)[jaewan25]/사원/제조지능화.데이터솔루션.전극롤맵기술팀" userId="f6b571f3-609a-4560-9b16-be759616b682" providerId="ADAL" clId="{F76D1BC3-ACF8-4B4A-9730-8EE066F3689B}" dt="2025-12-03T04:25:57.348" v="581" actId="207"/>
          <ac:graphicFrameMkLst>
            <pc:docMk/>
            <pc:sldMk cId="4216273303" sldId="2147482152"/>
            <ac:graphicFrameMk id="18" creationId="{A8CDB509-74DB-4A60-B71A-EA70783713FE}"/>
          </ac:graphicFrameMkLst>
        </pc:graphicFrameChg>
        <pc:graphicFrameChg chg="modGraphic">
          <ac:chgData name="박재완(parkjaewan)[jaewan25]/사원/제조지능화.데이터솔루션.전극롤맵기술팀" userId="f6b571f3-609a-4560-9b16-be759616b682" providerId="ADAL" clId="{F76D1BC3-ACF8-4B4A-9730-8EE066F3689B}" dt="2025-12-03T04:27:54.229" v="585" actId="207"/>
          <ac:graphicFrameMkLst>
            <pc:docMk/>
            <pc:sldMk cId="4216273303" sldId="2147482152"/>
            <ac:graphicFrameMk id="30" creationId="{FD723AF4-8C6A-45D2-91AF-E831F6E1C5CD}"/>
          </ac:graphicFrameMkLst>
        </pc:graphicFrameChg>
      </pc:sldChg>
      <pc:sldChg chg="modSp">
        <pc:chgData name="박재완(parkjaewan)[jaewan25]/사원/제조지능화.데이터솔루션.전극롤맵기술팀" userId="f6b571f3-609a-4560-9b16-be759616b682" providerId="ADAL" clId="{F76D1BC3-ACF8-4B4A-9730-8EE066F3689B}" dt="2025-12-03T04:25:44.453" v="578" actId="207"/>
        <pc:sldMkLst>
          <pc:docMk/>
          <pc:sldMk cId="719476191" sldId="2147482153"/>
        </pc:sldMkLst>
        <pc:graphicFrameChg chg="mod modGraphic">
          <ac:chgData name="박재완(parkjaewan)[jaewan25]/사원/제조지능화.데이터솔루션.전극롤맵기술팀" userId="f6b571f3-609a-4560-9b16-be759616b682" providerId="ADAL" clId="{F76D1BC3-ACF8-4B4A-9730-8EE066F3689B}" dt="2025-12-03T04:25:44.453" v="578" actId="207"/>
          <ac:graphicFrameMkLst>
            <pc:docMk/>
            <pc:sldMk cId="719476191" sldId="2147482153"/>
            <ac:graphicFrameMk id="18" creationId="{6CD43C1D-F1CA-4E84-917D-AA9E71571ED2}"/>
          </ac:graphicFrameMkLst>
        </pc:graphicFrameChg>
      </pc:sldChg>
      <pc:sldChg chg="modSp">
        <pc:chgData name="박재완(parkjaewan)[jaewan25]/사원/제조지능화.데이터솔루션.전극롤맵기술팀" userId="f6b571f3-609a-4560-9b16-be759616b682" providerId="ADAL" clId="{F76D1BC3-ACF8-4B4A-9730-8EE066F3689B}" dt="2025-12-03T04:25:27.114" v="575" actId="207"/>
        <pc:sldMkLst>
          <pc:docMk/>
          <pc:sldMk cId="1357361098" sldId="2147482154"/>
        </pc:sldMkLst>
        <pc:graphicFrameChg chg="mod modGraphic">
          <ac:chgData name="박재완(parkjaewan)[jaewan25]/사원/제조지능화.데이터솔루션.전극롤맵기술팀" userId="f6b571f3-609a-4560-9b16-be759616b682" providerId="ADAL" clId="{F76D1BC3-ACF8-4B4A-9730-8EE066F3689B}" dt="2025-12-03T04:25:27.114" v="575" actId="207"/>
          <ac:graphicFrameMkLst>
            <pc:docMk/>
            <pc:sldMk cId="1357361098" sldId="2147482154"/>
            <ac:graphicFrameMk id="18" creationId="{7F97E870-E457-4224-8EB3-3CFE5B6D2081}"/>
          </ac:graphicFrameMkLst>
        </pc:graphicFrameChg>
      </pc:sldChg>
      <pc:sldChg chg="addSp delSp modSp">
        <pc:chgData name="박재완(parkjaewan)[jaewan25]/사원/제조지능화.데이터솔루션.전극롤맵기술팀" userId="f6b571f3-609a-4560-9b16-be759616b682" providerId="ADAL" clId="{F76D1BC3-ACF8-4B4A-9730-8EE066F3689B}" dt="2025-12-03T02:47:06.169" v="547" actId="207"/>
        <pc:sldMkLst>
          <pc:docMk/>
          <pc:sldMk cId="2756542074" sldId="2147482155"/>
        </pc:sldMkLst>
        <pc:graphicFrameChg chg="modGraphic">
          <ac:chgData name="박재완(parkjaewan)[jaewan25]/사원/제조지능화.데이터솔루션.전극롤맵기술팀" userId="f6b571f3-609a-4560-9b16-be759616b682" providerId="ADAL" clId="{F76D1BC3-ACF8-4B4A-9730-8EE066F3689B}" dt="2025-12-03T01:57:22.110" v="191" actId="207"/>
          <ac:graphicFrameMkLst>
            <pc:docMk/>
            <pc:sldMk cId="2756542074" sldId="2147482155"/>
            <ac:graphicFrameMk id="19" creationId="{D18970A3-7771-481C-829C-72FCB9177DF4}"/>
          </ac:graphicFrameMkLst>
        </pc:graphicFrameChg>
        <pc:graphicFrameChg chg="mod modGraphic">
          <ac:chgData name="박재완(parkjaewan)[jaewan25]/사원/제조지능화.데이터솔루션.전극롤맵기술팀" userId="f6b571f3-609a-4560-9b16-be759616b682" providerId="ADAL" clId="{F76D1BC3-ACF8-4B4A-9730-8EE066F3689B}" dt="2025-12-03T02:47:06.169" v="547" actId="207"/>
          <ac:graphicFrameMkLst>
            <pc:docMk/>
            <pc:sldMk cId="2756542074" sldId="2147482155"/>
            <ac:graphicFrameMk id="30" creationId="{FD723AF4-8C6A-45D2-91AF-E831F6E1C5CD}"/>
          </ac:graphicFrameMkLst>
        </pc:graphicFrameChg>
        <pc:picChg chg="add del mod">
          <ac:chgData name="박재완(parkjaewan)[jaewan25]/사원/제조지능화.데이터솔루션.전극롤맵기술팀" userId="f6b571f3-609a-4560-9b16-be759616b682" providerId="ADAL" clId="{F76D1BC3-ACF8-4B4A-9730-8EE066F3689B}" dt="2025-12-03T02:10:29.966" v="422" actId="478"/>
          <ac:picMkLst>
            <pc:docMk/>
            <pc:sldMk cId="2756542074" sldId="2147482155"/>
            <ac:picMk id="3" creationId="{BDF668DC-072C-4170-A76A-E27EDF9C8BA9}"/>
          </ac:picMkLst>
        </pc:picChg>
      </pc:sldChg>
      <pc:sldChg chg="modSp">
        <pc:chgData name="박재완(parkjaewan)[jaewan25]/사원/제조지능화.데이터솔루션.전극롤맵기술팀" userId="f6b571f3-609a-4560-9b16-be759616b682" providerId="ADAL" clId="{F76D1BC3-ACF8-4B4A-9730-8EE066F3689B}" dt="2025-12-03T04:25:11.679" v="571" actId="207"/>
        <pc:sldMkLst>
          <pc:docMk/>
          <pc:sldMk cId="1685760430" sldId="2147482156"/>
        </pc:sldMkLst>
        <pc:graphicFrameChg chg="mod modGraphic">
          <ac:chgData name="박재완(parkjaewan)[jaewan25]/사원/제조지능화.데이터솔루션.전극롤맵기술팀" userId="f6b571f3-609a-4560-9b16-be759616b682" providerId="ADAL" clId="{F76D1BC3-ACF8-4B4A-9730-8EE066F3689B}" dt="2025-12-03T04:25:11.679" v="571" actId="207"/>
          <ac:graphicFrameMkLst>
            <pc:docMk/>
            <pc:sldMk cId="1685760430" sldId="2147482156"/>
            <ac:graphicFrameMk id="18" creationId="{B990A7B1-E996-4113-80B5-AAA184F21C91}"/>
          </ac:graphicFrameMkLst>
        </pc:graphicFrameChg>
      </pc:sldChg>
      <pc:sldChg chg="modSp">
        <pc:chgData name="박재완(parkjaewan)[jaewan25]/사원/제조지능화.데이터솔루션.전극롤맵기술팀" userId="f6b571f3-609a-4560-9b16-be759616b682" providerId="ADAL" clId="{F76D1BC3-ACF8-4B4A-9730-8EE066F3689B}" dt="2025-12-03T04:24:45.785" v="567" actId="207"/>
        <pc:sldMkLst>
          <pc:docMk/>
          <pc:sldMk cId="1270712381" sldId="2147482157"/>
        </pc:sldMkLst>
        <pc:graphicFrameChg chg="mod modGraphic">
          <ac:chgData name="박재완(parkjaewan)[jaewan25]/사원/제조지능화.데이터솔루션.전극롤맵기술팀" userId="f6b571f3-609a-4560-9b16-be759616b682" providerId="ADAL" clId="{F76D1BC3-ACF8-4B4A-9730-8EE066F3689B}" dt="2025-12-03T04:24:45.785" v="567" actId="207"/>
          <ac:graphicFrameMkLst>
            <pc:docMk/>
            <pc:sldMk cId="1270712381" sldId="2147482157"/>
            <ac:graphicFrameMk id="19" creationId="{43FAB421-ACF7-410A-A8E8-3096BE50C555}"/>
          </ac:graphicFrameMkLst>
        </pc:graphicFrameChg>
      </pc:sldChg>
      <pc:sldChg chg="modSp">
        <pc:chgData name="박재완(parkjaewan)[jaewan25]/사원/제조지능화.데이터솔루션.전극롤맵기술팀" userId="f6b571f3-609a-4560-9b16-be759616b682" providerId="ADAL" clId="{F76D1BC3-ACF8-4B4A-9730-8EE066F3689B}" dt="2025-12-03T04:23:20.343" v="553"/>
        <pc:sldMkLst>
          <pc:docMk/>
          <pc:sldMk cId="3468524003" sldId="2147482158"/>
        </pc:sldMkLst>
        <pc:graphicFrameChg chg="mod">
          <ac:chgData name="박재완(parkjaewan)[jaewan25]/사원/제조지능화.데이터솔루션.전극롤맵기술팀" userId="f6b571f3-609a-4560-9b16-be759616b682" providerId="ADAL" clId="{F76D1BC3-ACF8-4B4A-9730-8EE066F3689B}" dt="2025-12-03T04:23:20.343" v="553"/>
          <ac:graphicFrameMkLst>
            <pc:docMk/>
            <pc:sldMk cId="3468524003" sldId="2147482158"/>
            <ac:graphicFrameMk id="18" creationId="{4E22BB30-6CFC-4C3D-9731-68877F262519}"/>
          </ac:graphicFrameMkLst>
        </pc:graphicFrameChg>
      </pc:sldChg>
      <pc:sldChg chg="modSp">
        <pc:chgData name="박재완(parkjaewan)[jaewan25]/사원/제조지능화.데이터솔루션.전극롤맵기술팀" userId="f6b571f3-609a-4560-9b16-be759616b682" providerId="ADAL" clId="{F76D1BC3-ACF8-4B4A-9730-8EE066F3689B}" dt="2025-12-03T04:24:27.035" v="564" actId="207"/>
        <pc:sldMkLst>
          <pc:docMk/>
          <pc:sldMk cId="3982393149" sldId="2147482159"/>
        </pc:sldMkLst>
        <pc:graphicFrameChg chg="mod modGraphic">
          <ac:chgData name="박재완(parkjaewan)[jaewan25]/사원/제조지능화.데이터솔루션.전극롤맵기술팀" userId="f6b571f3-609a-4560-9b16-be759616b682" providerId="ADAL" clId="{F76D1BC3-ACF8-4B4A-9730-8EE066F3689B}" dt="2025-12-03T04:24:27.035" v="564" actId="207"/>
          <ac:graphicFrameMkLst>
            <pc:docMk/>
            <pc:sldMk cId="3982393149" sldId="2147482159"/>
            <ac:graphicFrameMk id="18" creationId="{A1AA0E56-D750-4FE2-8B1E-30A9D86E97B9}"/>
          </ac:graphicFrameMkLst>
        </pc:graphicFrameChg>
      </pc:sldChg>
      <pc:sldChg chg="modSp">
        <pc:chgData name="박재완(parkjaewan)[jaewan25]/사원/제조지능화.데이터솔루션.전극롤맵기술팀" userId="f6b571f3-609a-4560-9b16-be759616b682" providerId="ADAL" clId="{F76D1BC3-ACF8-4B4A-9730-8EE066F3689B}" dt="2025-12-03T04:23:59.401" v="560" actId="207"/>
        <pc:sldMkLst>
          <pc:docMk/>
          <pc:sldMk cId="4127400384" sldId="2147482160"/>
        </pc:sldMkLst>
        <pc:graphicFrameChg chg="mod modGraphic">
          <ac:chgData name="박재완(parkjaewan)[jaewan25]/사원/제조지능화.데이터솔루션.전극롤맵기술팀" userId="f6b571f3-609a-4560-9b16-be759616b682" providerId="ADAL" clId="{F76D1BC3-ACF8-4B4A-9730-8EE066F3689B}" dt="2025-12-03T04:23:59.401" v="560" actId="207"/>
          <ac:graphicFrameMkLst>
            <pc:docMk/>
            <pc:sldMk cId="4127400384" sldId="2147482160"/>
            <ac:graphicFrameMk id="17" creationId="{AE510A3E-A2F0-42D9-ADD6-281ADDDE2DD0}"/>
          </ac:graphicFrameMkLst>
        </pc:graphicFrameChg>
      </pc:sldChg>
    </pc:docChg>
  </pc:docChgLst>
  <pc:docChgLst>
    <pc:chgData name="최성민(SEONGMIN CHOI)[choi.sm]/책임/제조DX.제조DX솔루션.셀추적기술팀" userId="07d78882-1949-43a5-b27f-5851f4ea844b" providerId="ADAL" clId="{FFBC9035-39FB-42AA-9CBA-4FF29EF177C6}"/>
    <pc:docChg chg="undo custSel modSld">
      <pc:chgData name="최성민(SEONGMIN CHOI)[choi.sm]/책임/제조DX.제조DX솔루션.셀추적기술팀" userId="07d78882-1949-43a5-b27f-5851f4ea844b" providerId="ADAL" clId="{FFBC9035-39FB-42AA-9CBA-4FF29EF177C6}" dt="2025-12-16T13:31:19.597" v="3650" actId="313"/>
      <pc:docMkLst>
        <pc:docMk/>
      </pc:docMkLst>
      <pc:sldChg chg="addSp delSp modSp mod">
        <pc:chgData name="최성민(SEONGMIN CHOI)[choi.sm]/책임/제조DX.제조DX솔루션.셀추적기술팀" userId="07d78882-1949-43a5-b27f-5851f4ea844b" providerId="ADAL" clId="{FFBC9035-39FB-42AA-9CBA-4FF29EF177C6}" dt="2025-12-16T13:31:19.597" v="3650" actId="313"/>
        <pc:sldMkLst>
          <pc:docMk/>
          <pc:sldMk cId="3247425241" sldId="2209"/>
        </pc:sldMkLst>
        <pc:spChg chg="mod">
          <ac:chgData name="최성민(SEONGMIN CHOI)[choi.sm]/책임/제조DX.제조DX솔루션.셀추적기술팀" userId="07d78882-1949-43a5-b27f-5851f4ea844b" providerId="ADAL" clId="{FFBC9035-39FB-42AA-9CBA-4FF29EF177C6}" dt="2025-12-15T18:16:14.331" v="2" actId="20577"/>
          <ac:spMkLst>
            <pc:docMk/>
            <pc:sldMk cId="3247425241" sldId="2209"/>
            <ac:spMk id="4" creationId="{01A9972C-912C-D4D6-7371-FDEB8083BB52}"/>
          </ac:spMkLst>
        </pc:spChg>
        <pc:spChg chg="add del">
          <ac:chgData name="최성민(SEONGMIN CHOI)[choi.sm]/책임/제조DX.제조DX솔루션.셀추적기술팀" userId="07d78882-1949-43a5-b27f-5851f4ea844b" providerId="ADAL" clId="{FFBC9035-39FB-42AA-9CBA-4FF29EF177C6}" dt="2025-12-15T21:55:31.399" v="3548" actId="478"/>
          <ac:spMkLst>
            <pc:docMk/>
            <pc:sldMk cId="3247425241" sldId="2209"/>
            <ac:spMk id="10" creationId="{C616B016-3813-F110-AAA6-EC58BD47105B}"/>
          </ac:spMkLst>
        </pc:spChg>
        <pc:graphicFrameChg chg="mod modGraphic">
          <ac:chgData name="최성민(SEONGMIN CHOI)[choi.sm]/책임/제조DX.제조DX솔루션.셀추적기술팀" userId="07d78882-1949-43a5-b27f-5851f4ea844b" providerId="ADAL" clId="{FFBC9035-39FB-42AA-9CBA-4FF29EF177C6}" dt="2025-12-16T13:31:19.597" v="3650" actId="313"/>
          <ac:graphicFrameMkLst>
            <pc:docMk/>
            <pc:sldMk cId="3247425241" sldId="2209"/>
            <ac:graphicFrameMk id="2" creationId="{29E34190-670E-8138-9058-C8A6221C765B}"/>
          </ac:graphicFrameMkLst>
        </pc:graphicFrameChg>
      </pc:sldChg>
      <pc:sldChg chg="addSp delSp modSp mod">
        <pc:chgData name="최성민(SEONGMIN CHOI)[choi.sm]/책임/제조DX.제조DX솔루션.셀추적기술팀" userId="07d78882-1949-43a5-b27f-5851f4ea844b" providerId="ADAL" clId="{FFBC9035-39FB-42AA-9CBA-4FF29EF177C6}" dt="2025-12-15T21:58:02.143" v="3639" actId="20577"/>
        <pc:sldMkLst>
          <pc:docMk/>
          <pc:sldMk cId="2458212547" sldId="2147481747"/>
        </pc:sldMkLst>
        <pc:spChg chg="mod">
          <ac:chgData name="최성민(SEONGMIN CHOI)[choi.sm]/책임/제조DX.제조DX솔루션.셀추적기술팀" userId="07d78882-1949-43a5-b27f-5851f4ea844b" providerId="ADAL" clId="{FFBC9035-39FB-42AA-9CBA-4FF29EF177C6}" dt="2025-12-15T21:58:02.143" v="3639" actId="20577"/>
          <ac:spMkLst>
            <pc:docMk/>
            <pc:sldMk cId="2458212547" sldId="2147481747"/>
            <ac:spMk id="7" creationId="{BA910CD7-E9CF-953B-5522-AC8930FB5FE7}"/>
          </ac:spMkLst>
        </pc:spChg>
        <pc:spChg chg="mod">
          <ac:chgData name="최성민(SEONGMIN CHOI)[choi.sm]/책임/제조DX.제조DX솔루션.셀추적기술팀" userId="07d78882-1949-43a5-b27f-5851f4ea844b" providerId="ADAL" clId="{FFBC9035-39FB-42AA-9CBA-4FF29EF177C6}" dt="2025-12-15T18:19:23.494" v="65" actId="20577"/>
          <ac:spMkLst>
            <pc:docMk/>
            <pc:sldMk cId="2458212547" sldId="2147481747"/>
            <ac:spMk id="9" creationId="{1A064BA9-9B98-338B-D5F8-37689F43EA46}"/>
          </ac:spMkLst>
        </pc:spChg>
        <pc:spChg chg="add del mod">
          <ac:chgData name="최성민(SEONGMIN CHOI)[choi.sm]/책임/제조DX.제조DX솔루션.셀추적기술팀" userId="07d78882-1949-43a5-b27f-5851f4ea844b" providerId="ADAL" clId="{FFBC9035-39FB-42AA-9CBA-4FF29EF177C6}" dt="2025-12-15T18:45:42.143" v="1746" actId="478"/>
          <ac:spMkLst>
            <pc:docMk/>
            <pc:sldMk cId="2458212547" sldId="2147481747"/>
            <ac:spMk id="12" creationId="{582D5D19-9E9F-5E09-F34E-3878927F6954}"/>
          </ac:spMkLst>
        </pc:spChg>
        <pc:graphicFrameChg chg="del">
          <ac:chgData name="최성민(SEONGMIN CHOI)[choi.sm]/책임/제조DX.제조DX솔루션.셀추적기술팀" userId="07d78882-1949-43a5-b27f-5851f4ea844b" providerId="ADAL" clId="{FFBC9035-39FB-42AA-9CBA-4FF29EF177C6}" dt="2025-12-15T18:46:28.593" v="1775" actId="478"/>
          <ac:graphicFrameMkLst>
            <pc:docMk/>
            <pc:sldMk cId="2458212547" sldId="2147481747"/>
            <ac:graphicFrameMk id="2" creationId="{AC6FFAAA-D63C-40D2-EE86-DA4CD16E949F}"/>
          </ac:graphicFrameMkLst>
        </pc:graphicFrameChg>
      </pc:sldChg>
    </pc:docChg>
  </pc:docChgLst>
  <pc:docChgLst>
    <pc:chgData name="홍진표(JINPYO HONG)[jphong30]/사원/제조DX.제조DX솔루션.데이터통합분석팀" userId="e81a1c56-9779-419d-942e-8803f0d0cdcc" providerId="ADAL" clId="{DB8592EB-D7D0-4F49-89B7-C9F5EF742B8A}"/>
    <pc:docChg chg="custSel modSld">
      <pc:chgData name="홍진표(JINPYO HONG)[jphong30]/사원/제조DX.제조DX솔루션.데이터통합분석팀" userId="e81a1c56-9779-419d-942e-8803f0d0cdcc" providerId="ADAL" clId="{DB8592EB-D7D0-4F49-89B7-C9F5EF742B8A}" dt="2025-11-19T00:22:19.148" v="2284"/>
      <pc:docMkLst>
        <pc:docMk/>
      </pc:docMkLst>
      <pc:sldChg chg="delSp modSp">
        <pc:chgData name="홍진표(JINPYO HONG)[jphong30]/사원/제조DX.제조DX솔루션.데이터통합분석팀" userId="e81a1c56-9779-419d-942e-8803f0d0cdcc" providerId="ADAL" clId="{DB8592EB-D7D0-4F49-89B7-C9F5EF742B8A}" dt="2025-11-19T00:22:19.148" v="2284"/>
        <pc:sldMkLst>
          <pc:docMk/>
          <pc:sldMk cId="3645708370" sldId="2147482131"/>
        </pc:sldMkLst>
        <pc:spChg chg="del">
          <ac:chgData name="홍진표(JINPYO HONG)[jphong30]/사원/제조DX.제조DX솔루션.데이터통합분석팀" userId="e81a1c56-9779-419d-942e-8803f0d0cdcc" providerId="ADAL" clId="{DB8592EB-D7D0-4F49-89B7-C9F5EF742B8A}" dt="2025-11-18T23:55:16.678" v="710" actId="478"/>
          <ac:spMkLst>
            <pc:docMk/>
            <pc:sldMk cId="3645708370" sldId="2147482131"/>
            <ac:spMk id="4" creationId="{388914A9-115E-0B0A-2190-B2BA32F98A3D}"/>
          </ac:spMkLst>
        </pc:spChg>
        <pc:spChg chg="mod">
          <ac:chgData name="홍진표(JINPYO HONG)[jphong30]/사원/제조DX.제조DX솔루션.데이터통합분석팀" userId="e81a1c56-9779-419d-942e-8803f0d0cdcc" providerId="ADAL" clId="{DB8592EB-D7D0-4F49-89B7-C9F5EF742B8A}" dt="2025-11-19T00:22:19.148" v="2284"/>
          <ac:spMkLst>
            <pc:docMk/>
            <pc:sldMk cId="3645708370" sldId="2147482131"/>
            <ac:spMk id="5" creationId="{708A6887-4366-7F7E-F196-81FADA6436A1}"/>
          </ac:spMkLst>
        </pc:spChg>
        <pc:spChg chg="mod">
          <ac:chgData name="홍진표(JINPYO HONG)[jphong30]/사원/제조DX.제조DX솔루션.데이터통합분석팀" userId="e81a1c56-9779-419d-942e-8803f0d0cdcc" providerId="ADAL" clId="{DB8592EB-D7D0-4F49-89B7-C9F5EF742B8A}" dt="2025-11-18T06:34:31.508" v="103" actId="554"/>
          <ac:spMkLst>
            <pc:docMk/>
            <pc:sldMk cId="3645708370" sldId="2147482131"/>
            <ac:spMk id="6" creationId="{320D2681-64A3-3705-483F-2ACF34BBCDA6}"/>
          </ac:spMkLst>
        </pc:spChg>
        <pc:spChg chg="mod">
          <ac:chgData name="홍진표(JINPYO HONG)[jphong30]/사원/제조DX.제조DX솔루션.데이터통합분석팀" userId="e81a1c56-9779-419d-942e-8803f0d0cdcc" providerId="ADAL" clId="{DB8592EB-D7D0-4F49-89B7-C9F5EF742B8A}" dt="2025-11-18T06:34:31.508" v="103" actId="554"/>
          <ac:spMkLst>
            <pc:docMk/>
            <pc:sldMk cId="3645708370" sldId="2147482131"/>
            <ac:spMk id="7" creationId="{38CDA707-C83D-BE66-6047-01B5519F3896}"/>
          </ac:spMkLst>
        </pc:spChg>
        <pc:spChg chg="mod">
          <ac:chgData name="홍진표(JINPYO HONG)[jphong30]/사원/제조DX.제조DX솔루션.데이터통합분석팀" userId="e81a1c56-9779-419d-942e-8803f0d0cdcc" providerId="ADAL" clId="{DB8592EB-D7D0-4F49-89B7-C9F5EF742B8A}" dt="2025-11-18T06:34:31.508" v="103" actId="554"/>
          <ac:spMkLst>
            <pc:docMk/>
            <pc:sldMk cId="3645708370" sldId="2147482131"/>
            <ac:spMk id="13" creationId="{2852EE4A-FA57-4AD9-BCB6-D856364BC2BF}"/>
          </ac:spMkLst>
        </pc:spChg>
        <pc:graphicFrameChg chg="modGraphic">
          <ac:chgData name="홍진표(JINPYO HONG)[jphong30]/사원/제조DX.제조DX솔루션.데이터통합분석팀" userId="e81a1c56-9779-419d-942e-8803f0d0cdcc" providerId="ADAL" clId="{DB8592EB-D7D0-4F49-89B7-C9F5EF742B8A}" dt="2025-11-18T06:32:15.308" v="64" actId="20577"/>
          <ac:graphicFrameMkLst>
            <pc:docMk/>
            <pc:sldMk cId="3645708370" sldId="2147482131"/>
            <ac:graphicFrameMk id="3" creationId="{090EB11C-65C4-4DC4-B22B-11D34605F4E2}"/>
          </ac:graphicFrameMkLst>
        </pc:graphicFrameChg>
        <pc:graphicFrameChg chg="mod modGraphic">
          <ac:chgData name="홍진표(JINPYO HONG)[jphong30]/사원/제조DX.제조DX솔루션.데이터통합분석팀" userId="e81a1c56-9779-419d-942e-8803f0d0cdcc" providerId="ADAL" clId="{DB8592EB-D7D0-4F49-89B7-C9F5EF742B8A}" dt="2025-11-19T00:22:01.058" v="2278" actId="1076"/>
          <ac:graphicFrameMkLst>
            <pc:docMk/>
            <pc:sldMk cId="3645708370" sldId="2147482131"/>
            <ac:graphicFrameMk id="16" creationId="{859EBE2E-4A91-4CBB-BB78-8322FFA6D403}"/>
          </ac:graphicFrameMkLst>
        </pc:graphicFrameChg>
        <pc:graphicFrameChg chg="mod modGraphic">
          <ac:chgData name="홍진표(JINPYO HONG)[jphong30]/사원/제조DX.제조DX솔루션.데이터통합분석팀" userId="e81a1c56-9779-419d-942e-8803f0d0cdcc" providerId="ADAL" clId="{DB8592EB-D7D0-4F49-89B7-C9F5EF742B8A}" dt="2025-11-19T00:21:56.766" v="2277" actId="20577"/>
          <ac:graphicFrameMkLst>
            <pc:docMk/>
            <pc:sldMk cId="3645708370" sldId="2147482131"/>
            <ac:graphicFrameMk id="19" creationId="{3E86696F-E35A-4B06-9B46-63A4A6A986C1}"/>
          </ac:graphicFrameMkLst>
        </pc:graphicFrameChg>
      </pc:sldChg>
    </pc:docChg>
  </pc:docChgLst>
  <pc:docChgLst>
    <pc:chgData name="박형식(HYEONG SIK PARK)[hyspark]/사원/제조DX.제조DX솔루션.데이터통합분석팀" userId="0cd7f50e-5bcd-4bfb-9828-a186843fb8c8" providerId="ADAL" clId="{77E69A1C-9F6B-44BD-AFA3-A67934EB8D20}"/>
    <pc:docChg chg="undo custSel modSld">
      <pc:chgData name="박형식(HYEONG SIK PARK)[hyspark]/사원/제조DX.제조DX솔루션.데이터통합분석팀" userId="0cd7f50e-5bcd-4bfb-9828-a186843fb8c8" providerId="ADAL" clId="{77E69A1C-9F6B-44BD-AFA3-A67934EB8D20}" dt="2025-12-02T08:56:53.196" v="120" actId="2166"/>
      <pc:docMkLst>
        <pc:docMk/>
      </pc:docMkLst>
      <pc:sldChg chg="modSp mod">
        <pc:chgData name="박형식(HYEONG SIK PARK)[hyspark]/사원/제조DX.제조DX솔루션.데이터통합분석팀" userId="0cd7f50e-5bcd-4bfb-9828-a186843fb8c8" providerId="ADAL" clId="{77E69A1C-9F6B-44BD-AFA3-A67934EB8D20}" dt="2025-12-02T08:56:53.196" v="120" actId="2166"/>
        <pc:sldMkLst>
          <pc:docMk/>
          <pc:sldMk cId="710661984" sldId="2147482065"/>
        </pc:sldMkLst>
        <pc:spChg chg="mod">
          <ac:chgData name="박형식(HYEONG SIK PARK)[hyspark]/사원/제조DX.제조DX솔루션.데이터통합분석팀" userId="0cd7f50e-5bcd-4bfb-9828-a186843fb8c8" providerId="ADAL" clId="{77E69A1C-9F6B-44BD-AFA3-A67934EB8D20}" dt="2025-12-02T08:42:01.652" v="52" actId="20577"/>
          <ac:spMkLst>
            <pc:docMk/>
            <pc:sldMk cId="710661984" sldId="2147482065"/>
            <ac:spMk id="28" creationId="{1397614B-B268-4B17-A9FC-A5A1F2BAC63A}"/>
          </ac:spMkLst>
        </pc:spChg>
        <pc:spChg chg="mod">
          <ac:chgData name="박형식(HYEONG SIK PARK)[hyspark]/사원/제조DX.제조DX솔루션.데이터통합분석팀" userId="0cd7f50e-5bcd-4bfb-9828-a186843fb8c8" providerId="ADAL" clId="{77E69A1C-9F6B-44BD-AFA3-A67934EB8D20}" dt="2025-12-02T08:56:44.596" v="117" actId="20577"/>
          <ac:spMkLst>
            <pc:docMk/>
            <pc:sldMk cId="710661984" sldId="2147482065"/>
            <ac:spMk id="40" creationId="{874AA230-4BEB-4ECB-B45C-5FDEB60FB5EC}"/>
          </ac:spMkLst>
        </pc:spChg>
        <pc:graphicFrameChg chg="mod modGraphic">
          <ac:chgData name="박형식(HYEONG SIK PARK)[hyspark]/사원/제조DX.제조DX솔루션.데이터통합분석팀" userId="0cd7f50e-5bcd-4bfb-9828-a186843fb8c8" providerId="ADAL" clId="{77E69A1C-9F6B-44BD-AFA3-A67934EB8D20}" dt="2025-12-02T08:41:53.157" v="51" actId="207"/>
          <ac:graphicFrameMkLst>
            <pc:docMk/>
            <pc:sldMk cId="710661984" sldId="2147482065"/>
            <ac:graphicFrameMk id="27" creationId="{C0FBC9B7-527F-49F4-9D3C-676F45B49387}"/>
          </ac:graphicFrameMkLst>
        </pc:graphicFrameChg>
        <pc:graphicFrameChg chg="mod modGraphic">
          <ac:chgData name="박형식(HYEONG SIK PARK)[hyspark]/사원/제조DX.제조DX솔루션.데이터통합분석팀" userId="0cd7f50e-5bcd-4bfb-9828-a186843fb8c8" providerId="ADAL" clId="{77E69A1C-9F6B-44BD-AFA3-A67934EB8D20}" dt="2025-12-02T08:56:53.196" v="120" actId="2166"/>
          <ac:graphicFrameMkLst>
            <pc:docMk/>
            <pc:sldMk cId="710661984" sldId="2147482065"/>
            <ac:graphicFrameMk id="33" creationId="{ACB985E5-A980-461B-96AF-E2F1238E6023}"/>
          </ac:graphicFrameMkLst>
        </pc:graphicFrameChg>
      </pc:sldChg>
    </pc:docChg>
  </pc:docChgLst>
  <pc:docChgLst>
    <pc:chgData name="김도원(DOWON KIM)[ehdnjs104]/사원/제조DX.제조DX솔루션.롤맵기술팀" userId="40903c55-8d7f-4a01-bcfb-534127f384e5" providerId="ADAL" clId="{3EE2AE82-6068-4CD2-A675-7D1875AC2744}"/>
    <pc:docChg chg="undo custSel modSld">
      <pc:chgData name="김도원(DOWON KIM)[ehdnjs104]/사원/제조DX.제조DX솔루션.롤맵기술팀" userId="40903c55-8d7f-4a01-bcfb-534127f384e5" providerId="ADAL" clId="{3EE2AE82-6068-4CD2-A675-7D1875AC2744}" dt="2025-11-05T02:21:54.706" v="2505" actId="20577"/>
      <pc:docMkLst>
        <pc:docMk/>
      </pc:docMkLst>
      <pc:sldChg chg="modSp">
        <pc:chgData name="김도원(DOWON KIM)[ehdnjs104]/사원/제조DX.제조DX솔루션.롤맵기술팀" userId="40903c55-8d7f-4a01-bcfb-534127f384e5" providerId="ADAL" clId="{3EE2AE82-6068-4CD2-A675-7D1875AC2744}" dt="2025-11-05T02:11:07.755" v="2474" actId="20577"/>
        <pc:sldMkLst>
          <pc:docMk/>
          <pc:sldMk cId="170204060" sldId="2147481923"/>
        </pc:sldMkLst>
        <pc:spChg chg="mod">
          <ac:chgData name="김도원(DOWON KIM)[ehdnjs104]/사원/제조DX.제조DX솔루션.롤맵기술팀" userId="40903c55-8d7f-4a01-bcfb-534127f384e5" providerId="ADAL" clId="{3EE2AE82-6068-4CD2-A675-7D1875AC2744}" dt="2025-11-05T02:11:07.755" v="2474" actId="20577"/>
          <ac:spMkLst>
            <pc:docMk/>
            <pc:sldMk cId="170204060" sldId="2147481923"/>
            <ac:spMk id="18" creationId="{72943F47-EAEA-4391-A2BC-C7C33A8E8CFD}"/>
          </ac:spMkLst>
        </pc:spChg>
        <pc:spChg chg="mod">
          <ac:chgData name="김도원(DOWON KIM)[ehdnjs104]/사원/제조DX.제조DX솔루션.롤맵기술팀" userId="40903c55-8d7f-4a01-bcfb-534127f384e5" providerId="ADAL" clId="{3EE2AE82-6068-4CD2-A675-7D1875AC2744}" dt="2025-11-05T02:11:04.173" v="2469" actId="20577"/>
          <ac:spMkLst>
            <pc:docMk/>
            <pc:sldMk cId="170204060" sldId="2147481923"/>
            <ac:spMk id="19" creationId="{1CE4A1AF-5D49-43F9-9F31-E88EAE372D41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3EE2AE82-6068-4CD2-A675-7D1875AC2744}" dt="2025-11-05T02:11:00.486" v="2453" actId="207"/>
          <ac:graphicFrameMkLst>
            <pc:docMk/>
            <pc:sldMk cId="170204060" sldId="2147481923"/>
            <ac:graphicFrameMk id="3" creationId="{3E86696F-E35A-4B06-9B46-63A4A6A986C1}"/>
          </ac:graphicFrameMkLst>
        </pc:graphicFrameChg>
      </pc:sldChg>
    </pc:docChg>
  </pc:docChgLst>
  <pc:docChgLst>
    <pc:chgData name="강규택 " userId="0ef37451-361f-489e-8f72-3bb72ffceb72" providerId="ADAL" clId="{CE751A3E-5662-45B9-80D4-01066956560E}"/>
    <pc:docChg chg="custSel modSld">
      <pc:chgData name="강규택 " userId="0ef37451-361f-489e-8f72-3bb72ffceb72" providerId="ADAL" clId="{CE751A3E-5662-45B9-80D4-01066956560E}" dt="2025-11-05T04:55:35.381" v="378" actId="20577"/>
      <pc:docMkLst>
        <pc:docMk/>
      </pc:docMkLst>
      <pc:sldChg chg="modSp">
        <pc:chgData name="강규택 " userId="0ef37451-361f-489e-8f72-3bb72ffceb72" providerId="ADAL" clId="{CE751A3E-5662-45B9-80D4-01066956560E}" dt="2025-11-05T04:52:02.281" v="324" actId="207"/>
        <pc:sldMkLst>
          <pc:docMk/>
          <pc:sldMk cId="760095899" sldId="2147481914"/>
        </pc:sldMkLst>
        <pc:spChg chg="mod">
          <ac:chgData name="강규택 " userId="0ef37451-361f-489e-8f72-3bb72ffceb72" providerId="ADAL" clId="{CE751A3E-5662-45B9-80D4-01066956560E}" dt="2025-11-05T04:49:13.459" v="5" actId="20577"/>
          <ac:spMkLst>
            <pc:docMk/>
            <pc:sldMk cId="760095899" sldId="2147481914"/>
            <ac:spMk id="18" creationId="{72943F47-EAEA-4391-A2BC-C7C33A8E8CFD}"/>
          </ac:spMkLst>
        </pc:spChg>
        <pc:graphicFrameChg chg="mod modGraphic">
          <ac:chgData name="강규택 " userId="0ef37451-361f-489e-8f72-3bb72ffceb72" providerId="ADAL" clId="{CE751A3E-5662-45B9-80D4-01066956560E}" dt="2025-11-05T04:52:02.281" v="324" actId="207"/>
          <ac:graphicFrameMkLst>
            <pc:docMk/>
            <pc:sldMk cId="760095899" sldId="2147481914"/>
            <ac:graphicFrameMk id="3" creationId="{3E86696F-E35A-4B06-9B46-63A4A6A986C1}"/>
          </ac:graphicFrameMkLst>
        </pc:graphicFrameChg>
      </pc:sldChg>
      <pc:sldChg chg="modSp">
        <pc:chgData name="강규택 " userId="0ef37451-361f-489e-8f72-3bb72ffceb72" providerId="ADAL" clId="{CE751A3E-5662-45B9-80D4-01066956560E}" dt="2025-11-05T04:55:35.381" v="378" actId="20577"/>
        <pc:sldMkLst>
          <pc:docMk/>
          <pc:sldMk cId="197830340" sldId="2147481920"/>
        </pc:sldMkLst>
        <pc:spChg chg="mod">
          <ac:chgData name="강규택 " userId="0ef37451-361f-489e-8f72-3bb72ffceb72" providerId="ADAL" clId="{CE751A3E-5662-45B9-80D4-01066956560E}" dt="2025-11-05T04:53:48.399" v="333" actId="20577"/>
          <ac:spMkLst>
            <pc:docMk/>
            <pc:sldMk cId="197830340" sldId="2147481920"/>
            <ac:spMk id="11" creationId="{67F1B651-D06A-4EEC-A09C-7F9D9CBFDA37}"/>
          </ac:spMkLst>
        </pc:spChg>
        <pc:graphicFrameChg chg="mod modGraphic">
          <ac:chgData name="강규택 " userId="0ef37451-361f-489e-8f72-3bb72ffceb72" providerId="ADAL" clId="{CE751A3E-5662-45B9-80D4-01066956560E}" dt="2025-11-05T04:55:35.381" v="378" actId="20577"/>
          <ac:graphicFrameMkLst>
            <pc:docMk/>
            <pc:sldMk cId="197830340" sldId="2147481920"/>
            <ac:graphicFrameMk id="3" creationId="{3E86696F-E35A-4B06-9B46-63A4A6A986C1}"/>
          </ac:graphicFrameMkLst>
        </pc:graphicFrameChg>
      </pc:sldChg>
    </pc:docChg>
  </pc:docChgLst>
  <pc:docChgLst>
    <pc:chgData name="강규택 " userId="0ef37451-361f-489e-8f72-3bb72ffceb72" providerId="ADAL" clId="{1F27CFE5-AF6A-4BCD-8918-297049B51B54}"/>
    <pc:docChg chg="custSel modSld">
      <pc:chgData name="강규택 " userId="0ef37451-361f-489e-8f72-3bb72ffceb72" providerId="ADAL" clId="{1F27CFE5-AF6A-4BCD-8918-297049B51B54}" dt="2025-10-15T04:35:21.025" v="471" actId="20577"/>
      <pc:docMkLst>
        <pc:docMk/>
      </pc:docMkLst>
      <pc:sldChg chg="modSp">
        <pc:chgData name="강규택 " userId="0ef37451-361f-489e-8f72-3bb72ffceb72" providerId="ADAL" clId="{1F27CFE5-AF6A-4BCD-8918-297049B51B54}" dt="2025-10-15T04:31:35.227" v="324"/>
        <pc:sldMkLst>
          <pc:docMk/>
          <pc:sldMk cId="760095899" sldId="2147481914"/>
        </pc:sldMkLst>
        <pc:spChg chg="mod">
          <ac:chgData name="강규택 " userId="0ef37451-361f-489e-8f72-3bb72ffceb72" providerId="ADAL" clId="{1F27CFE5-AF6A-4BCD-8918-297049B51B54}" dt="2025-10-15T04:29:45.814" v="190" actId="20577"/>
          <ac:spMkLst>
            <pc:docMk/>
            <pc:sldMk cId="760095899" sldId="2147481914"/>
            <ac:spMk id="18" creationId="{72943F47-EAEA-4391-A2BC-C7C33A8E8CFD}"/>
          </ac:spMkLst>
        </pc:spChg>
        <pc:graphicFrameChg chg="mod modGraphic">
          <ac:chgData name="강규택 " userId="0ef37451-361f-489e-8f72-3bb72ffceb72" providerId="ADAL" clId="{1F27CFE5-AF6A-4BCD-8918-297049B51B54}" dt="2025-10-15T04:31:35.227" v="324"/>
          <ac:graphicFrameMkLst>
            <pc:docMk/>
            <pc:sldMk cId="760095899" sldId="2147481914"/>
            <ac:graphicFrameMk id="3" creationId="{3E86696F-E35A-4B06-9B46-63A4A6A986C1}"/>
          </ac:graphicFrameMkLst>
        </pc:graphicFrameChg>
      </pc:sldChg>
      <pc:sldChg chg="modSp">
        <pc:chgData name="강규택 " userId="0ef37451-361f-489e-8f72-3bb72ffceb72" providerId="ADAL" clId="{1F27CFE5-AF6A-4BCD-8918-297049B51B54}" dt="2025-10-15T04:35:21.025" v="471" actId="20577"/>
        <pc:sldMkLst>
          <pc:docMk/>
          <pc:sldMk cId="197830340" sldId="2147481920"/>
        </pc:sldMkLst>
        <pc:spChg chg="mod">
          <ac:chgData name="강규택 " userId="0ef37451-361f-489e-8f72-3bb72ffceb72" providerId="ADAL" clId="{1F27CFE5-AF6A-4BCD-8918-297049B51B54}" dt="2025-10-15T04:33:20.076" v="427" actId="20577"/>
          <ac:spMkLst>
            <pc:docMk/>
            <pc:sldMk cId="197830340" sldId="2147481920"/>
            <ac:spMk id="11" creationId="{67F1B651-D06A-4EEC-A09C-7F9D9CBFDA37}"/>
          </ac:spMkLst>
        </pc:spChg>
        <pc:graphicFrameChg chg="mod modGraphic">
          <ac:chgData name="강규택 " userId="0ef37451-361f-489e-8f72-3bb72ffceb72" providerId="ADAL" clId="{1F27CFE5-AF6A-4BCD-8918-297049B51B54}" dt="2025-10-15T04:35:21.025" v="471" actId="20577"/>
          <ac:graphicFrameMkLst>
            <pc:docMk/>
            <pc:sldMk cId="197830340" sldId="2147481920"/>
            <ac:graphicFrameMk id="3" creationId="{3E86696F-E35A-4B06-9B46-63A4A6A986C1}"/>
          </ac:graphicFrameMkLst>
        </pc:graphicFrameChg>
      </pc:sldChg>
    </pc:docChg>
  </pc:docChgLst>
  <pc:docChgLst>
    <pc:chgData name="김민희 " userId="d494d07f-6512-440f-b92e-289b650ee4e9" providerId="ADAL" clId="{E567C7E4-7645-4E9B-BFFC-C44CE19F851F}"/>
    <pc:docChg chg="undo custSel modSld">
      <pc:chgData name="김민희 " userId="d494d07f-6512-440f-b92e-289b650ee4e9" providerId="ADAL" clId="{E567C7E4-7645-4E9B-BFFC-C44CE19F851F}" dt="2025-10-22T08:39:54.533" v="2423" actId="14734"/>
      <pc:docMkLst>
        <pc:docMk/>
      </pc:docMkLst>
      <pc:sldChg chg="delSp modSp">
        <pc:chgData name="김민희 " userId="d494d07f-6512-440f-b92e-289b650ee4e9" providerId="ADAL" clId="{E567C7E4-7645-4E9B-BFFC-C44CE19F851F}" dt="2025-10-22T08:39:54.533" v="2423" actId="14734"/>
        <pc:sldMkLst>
          <pc:docMk/>
          <pc:sldMk cId="710661984" sldId="2147482065"/>
        </pc:sldMkLst>
      </pc:sldChg>
    </pc:docChg>
  </pc:docChgLst>
  <pc:docChgLst>
    <pc:chgData name="박재완(parkjaewan)[jaewan25]/사원/제조지능화.데이터솔루션.전극롤맵기술팀" userId="f6b571f3-609a-4560-9b16-be759616b682" providerId="ADAL" clId="{A32FE970-8160-42CB-A534-3CAA5F46C677}"/>
    <pc:docChg chg="undo custSel modSld">
      <pc:chgData name="박재완(parkjaewan)[jaewan25]/사원/제조지능화.데이터솔루션.전극롤맵기술팀" userId="f6b571f3-609a-4560-9b16-be759616b682" providerId="ADAL" clId="{A32FE970-8160-42CB-A534-3CAA5F46C677}" dt="2025-10-15T06:52:56.113" v="3057" actId="207"/>
      <pc:docMkLst>
        <pc:docMk/>
      </pc:docMkLst>
      <pc:sldChg chg="addSp delSp modSp">
        <pc:chgData name="박재완(parkjaewan)[jaewan25]/사원/제조지능화.데이터솔루션.전극롤맵기술팀" userId="f6b571f3-609a-4560-9b16-be759616b682" providerId="ADAL" clId="{A32FE970-8160-42CB-A534-3CAA5F46C677}" dt="2025-10-15T02:29:11.340" v="2104" actId="20577"/>
        <pc:sldMkLst>
          <pc:docMk/>
          <pc:sldMk cId="1357868518" sldId="2147481919"/>
        </pc:sldMkLst>
        <pc:spChg chg="mod">
          <ac:chgData name="박재완(parkjaewan)[jaewan25]/사원/제조지능화.데이터솔루션.전극롤맵기술팀" userId="f6b571f3-609a-4560-9b16-be759616b682" providerId="ADAL" clId="{A32FE970-8160-42CB-A534-3CAA5F46C677}" dt="2025-10-15T02:29:11.340" v="2104" actId="20577"/>
          <ac:spMkLst>
            <pc:docMk/>
            <pc:sldMk cId="1357868518" sldId="2147481919"/>
            <ac:spMk id="18" creationId="{72943F47-EAEA-4391-A2BC-C7C33A8E8CFD}"/>
          </ac:spMkLst>
        </pc:spChg>
        <pc:grpChg chg="mod">
          <ac:chgData name="박재완(parkjaewan)[jaewan25]/사원/제조지능화.데이터솔루션.전극롤맵기술팀" userId="f6b571f3-609a-4560-9b16-be759616b682" providerId="ADAL" clId="{A32FE970-8160-42CB-A534-3CAA5F46C677}" dt="2025-10-15T01:48:10.889" v="64" actId="1038"/>
          <ac:grpSpMkLst>
            <pc:docMk/>
            <pc:sldMk cId="1357868518" sldId="2147481919"/>
            <ac:grpSpMk id="10" creationId="{BFFAAF8F-3DCE-48B2-9D95-66D91A89B31F}"/>
          </ac:grpSpMkLst>
        </pc:grpChg>
        <pc:graphicFrameChg chg="mod modGraphic">
          <ac:chgData name="박재완(parkjaewan)[jaewan25]/사원/제조지능화.데이터솔루션.전극롤맵기술팀" userId="f6b571f3-609a-4560-9b16-be759616b682" providerId="ADAL" clId="{A32FE970-8160-42CB-A534-3CAA5F46C677}" dt="2025-10-15T02:29:01.181" v="2099" actId="207"/>
          <ac:graphicFrameMkLst>
            <pc:docMk/>
            <pc:sldMk cId="1357868518" sldId="2147481919"/>
            <ac:graphicFrameMk id="3" creationId="{3E86696F-E35A-4B06-9B46-63A4A6A986C1}"/>
          </ac:graphicFrameMkLst>
        </pc:graphicFrameChg>
        <pc:picChg chg="mod">
          <ac:chgData name="박재완(parkjaewan)[jaewan25]/사원/제조지능화.데이터솔루션.전극롤맵기술팀" userId="f6b571f3-609a-4560-9b16-be759616b682" providerId="ADAL" clId="{A32FE970-8160-42CB-A534-3CAA5F46C677}" dt="2025-10-15T02:07:23.795" v="1190" actId="1038"/>
          <ac:picMkLst>
            <pc:docMk/>
            <pc:sldMk cId="1357868518" sldId="2147481919"/>
            <ac:picMk id="2" creationId="{E1CB1BDC-A8BF-43F2-9648-099C11A7595C}"/>
          </ac:picMkLst>
        </pc:picChg>
      </pc:sldChg>
    </pc:docChg>
  </pc:docChgLst>
  <pc:docChgLst>
    <pc:chgData name="김종우(JONG WOO KIM)[jongwoo_kim]/선임/제조DX.제조DX솔루션.데이터통합분석팀" userId="S::jongwoo_kim@lgensol.com::724af6f9-8cbb-4db2-a128-c90de53c6762" providerId="AD" clId="Web-{30AB1B31-492C-0A22-2A33-318C48EF90C3}"/>
    <pc:docChg chg="modSld">
      <pc:chgData name="김종우(JONG WOO KIM)[jongwoo_kim]/선임/제조DX.제조DX솔루션.데이터통합분석팀" userId="S::jongwoo_kim@lgensol.com::724af6f9-8cbb-4db2-a128-c90de53c6762" providerId="AD" clId="Web-{30AB1B31-492C-0A22-2A33-318C48EF90C3}" dt="2025-11-26T07:44:03.729" v="254" actId="20577"/>
      <pc:docMkLst>
        <pc:docMk/>
      </pc:docMkLst>
      <pc:sldChg chg="modSp">
        <pc:chgData name="김종우(JONG WOO KIM)[jongwoo_kim]/선임/제조DX.제조DX솔루션.데이터통합분석팀" userId="S::jongwoo_kim@lgensol.com::724af6f9-8cbb-4db2-a128-c90de53c6762" providerId="AD" clId="Web-{30AB1B31-492C-0A22-2A33-318C48EF90C3}" dt="2025-11-26T07:36:48.753" v="146" actId="1076"/>
        <pc:sldMkLst>
          <pc:docMk/>
          <pc:sldMk cId="312166392" sldId="2147482002"/>
        </pc:sldMkLst>
        <pc:spChg chg="mod">
          <ac:chgData name="김종우(JONG WOO KIM)[jongwoo_kim]/선임/제조DX.제조DX솔루션.데이터통합분석팀" userId="S::jongwoo_kim@lgensol.com::724af6f9-8cbb-4db2-a128-c90de53c6762" providerId="AD" clId="Web-{30AB1B31-492C-0A22-2A33-318C48EF90C3}" dt="2025-11-26T07:35:04.468" v="139" actId="1076"/>
          <ac:spMkLst>
            <pc:docMk/>
            <pc:sldMk cId="312166392" sldId="2147482002"/>
            <ac:spMk id="26" creationId="{E3C769AB-2D27-4FCC-9CEA-0BAC3D918831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30AB1B31-492C-0A22-2A33-318C48EF90C3}" dt="2025-11-26T07:35:04.780" v="140" actId="1076"/>
          <ac:spMkLst>
            <pc:docMk/>
            <pc:sldMk cId="312166392" sldId="2147482002"/>
            <ac:spMk id="30" creationId="{AF5D302B-F0FA-4F20-8A49-38C8CF22A96C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30AB1B31-492C-0A22-2A33-318C48EF90C3}" dt="2025-11-26T07:35:05.061" v="141" actId="1076"/>
          <ac:spMkLst>
            <pc:docMk/>
            <pc:sldMk cId="312166392" sldId="2147482002"/>
            <ac:spMk id="32" creationId="{501187A7-1906-4D6B-A521-A81484904AA8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30AB1B31-492C-0A22-2A33-318C48EF90C3}" dt="2025-11-26T07:35:01.280" v="129" actId="1076"/>
          <ac:spMkLst>
            <pc:docMk/>
            <pc:sldMk cId="312166392" sldId="2147482002"/>
            <ac:spMk id="39" creationId="{02D21486-C6F4-40F7-9985-058EF1BFC7DF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30AB1B31-492C-0A22-2A33-318C48EF90C3}" dt="2025-11-26T07:35:01.546" v="130" actId="1076"/>
          <ac:spMkLst>
            <pc:docMk/>
            <pc:sldMk cId="312166392" sldId="2147482002"/>
            <ac:spMk id="45" creationId="{812D0328-CADA-422D-9A82-99CBFFA5D4AB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30AB1B31-492C-0A22-2A33-318C48EF90C3}" dt="2025-11-26T07:35:01.843" v="131" actId="1076"/>
          <ac:spMkLst>
            <pc:docMk/>
            <pc:sldMk cId="312166392" sldId="2147482002"/>
            <ac:spMk id="46" creationId="{997ADC17-4579-416F-82BC-E915E5DE6166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30AB1B31-492C-0A22-2A33-318C48EF90C3}" dt="2025-11-26T07:35:02.124" v="132" actId="1076"/>
          <ac:spMkLst>
            <pc:docMk/>
            <pc:sldMk cId="312166392" sldId="2147482002"/>
            <ac:spMk id="47" creationId="{67F9B96C-26F6-41FF-88EB-78DAD2F00133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30AB1B31-492C-0A22-2A33-318C48EF90C3}" dt="2025-11-26T07:35:02.499" v="133" actId="1076"/>
          <ac:spMkLst>
            <pc:docMk/>
            <pc:sldMk cId="312166392" sldId="2147482002"/>
            <ac:spMk id="48" creationId="{4F76E618-81BE-402C-8B1F-99E17332DE9F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30AB1B31-492C-0A22-2A33-318C48EF90C3}" dt="2025-11-26T07:35:02.764" v="134" actId="1076"/>
          <ac:spMkLst>
            <pc:docMk/>
            <pc:sldMk cId="312166392" sldId="2147482002"/>
            <ac:spMk id="49" creationId="{5253611E-91CE-41D6-BAC9-7E1CCF9FC5BF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30AB1B31-492C-0A22-2A33-318C48EF90C3}" dt="2025-11-26T07:35:03.061" v="135" actId="1076"/>
          <ac:spMkLst>
            <pc:docMk/>
            <pc:sldMk cId="312166392" sldId="2147482002"/>
            <ac:spMk id="50" creationId="{35FADD7C-FBB2-4460-AB22-4C95C715FA94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30AB1B31-492C-0A22-2A33-318C48EF90C3}" dt="2025-11-26T07:35:03.343" v="136" actId="1076"/>
          <ac:spMkLst>
            <pc:docMk/>
            <pc:sldMk cId="312166392" sldId="2147482002"/>
            <ac:spMk id="51" creationId="{456DCBD2-DBA6-49A1-9E16-AB4F1A90BCCF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30AB1B31-492C-0A22-2A33-318C48EF90C3}" dt="2025-11-26T07:35:03.686" v="137" actId="1076"/>
          <ac:spMkLst>
            <pc:docMk/>
            <pc:sldMk cId="312166392" sldId="2147482002"/>
            <ac:spMk id="52" creationId="{F5085A94-E520-49F9-84E8-F0E805003D7F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30AB1B31-492C-0A22-2A33-318C48EF90C3}" dt="2025-11-26T07:35:04.108" v="138" actId="1076"/>
          <ac:spMkLst>
            <pc:docMk/>
            <pc:sldMk cId="312166392" sldId="2147482002"/>
            <ac:spMk id="54" creationId="{77804A08-00C2-4345-9D9B-8B992EC7D8C8}"/>
          </ac:spMkLst>
        </pc:spChg>
        <pc:graphicFrameChg chg="mod modGraphic">
          <ac:chgData name="김종우(JONG WOO KIM)[jongwoo_kim]/선임/제조DX.제조DX솔루션.데이터통합분석팀" userId="S::jongwoo_kim@lgensol.com::724af6f9-8cbb-4db2-a128-c90de53c6762" providerId="AD" clId="Web-{30AB1B31-492C-0A22-2A33-318C48EF90C3}" dt="2025-11-26T07:35:49.718" v="144"/>
          <ac:graphicFrameMkLst>
            <pc:docMk/>
            <pc:sldMk cId="312166392" sldId="2147482002"/>
            <ac:graphicFrameMk id="19" creationId="{54728183-150A-36AF-E666-2145F7FF2814}"/>
          </ac:graphicFrameMkLst>
        </pc:graphicFrameChg>
        <pc:graphicFrameChg chg="mod">
          <ac:chgData name="김종우(JONG WOO KIM)[jongwoo_kim]/선임/제조DX.제조DX솔루션.데이터통합분석팀" userId="S::jongwoo_kim@lgensol.com::724af6f9-8cbb-4db2-a128-c90de53c6762" providerId="AD" clId="Web-{30AB1B31-492C-0A22-2A33-318C48EF90C3}" dt="2025-11-26T07:36:48.753" v="146" actId="1076"/>
          <ac:graphicFrameMkLst>
            <pc:docMk/>
            <pc:sldMk cId="312166392" sldId="2147482002"/>
            <ac:graphicFrameMk id="31" creationId="{52B29498-600E-4C61-A390-CBDE748E9B42}"/>
          </ac:graphicFrameMkLst>
        </pc:graphicFrameChg>
        <pc:picChg chg="mod">
          <ac:chgData name="김종우(JONG WOO KIM)[jongwoo_kim]/선임/제조DX.제조DX솔루션.데이터통합분석팀" userId="S::jongwoo_kim@lgensol.com::724af6f9-8cbb-4db2-a128-c90de53c6762" providerId="AD" clId="Web-{30AB1B31-492C-0A22-2A33-318C48EF90C3}" dt="2025-11-26T07:35:01.014" v="128" actId="1076"/>
          <ac:picMkLst>
            <pc:docMk/>
            <pc:sldMk cId="312166392" sldId="2147482002"/>
            <ac:picMk id="3" creationId="{88757D91-EB93-4B82-8296-E8B4EFFA4D92}"/>
          </ac:picMkLst>
        </pc:picChg>
      </pc:sldChg>
      <pc:sldChg chg="modSp">
        <pc:chgData name="김종우(JONG WOO KIM)[jongwoo_kim]/선임/제조DX.제조DX솔루션.데이터통합분석팀" userId="S::jongwoo_kim@lgensol.com::724af6f9-8cbb-4db2-a128-c90de53c6762" providerId="AD" clId="Web-{30AB1B31-492C-0A22-2A33-318C48EF90C3}" dt="2025-11-26T07:44:03.729" v="254" actId="20577"/>
        <pc:sldMkLst>
          <pc:docMk/>
          <pc:sldMk cId="3422623579" sldId="2147482052"/>
        </pc:sldMkLst>
        <pc:spChg chg="mod">
          <ac:chgData name="김종우(JONG WOO KIM)[jongwoo_kim]/선임/제조DX.제조DX솔루션.데이터통합분석팀" userId="S::jongwoo_kim@lgensol.com::724af6f9-8cbb-4db2-a128-c90de53c6762" providerId="AD" clId="Web-{30AB1B31-492C-0A22-2A33-318C48EF90C3}" dt="2025-11-26T07:44:03.729" v="254" actId="20577"/>
          <ac:spMkLst>
            <pc:docMk/>
            <pc:sldMk cId="3422623579" sldId="2147482052"/>
            <ac:spMk id="5" creationId="{6BC9B294-291A-D23F-C381-45EA6FDC28AB}"/>
          </ac:spMkLst>
        </pc:spChg>
      </pc:sldChg>
    </pc:docChg>
  </pc:docChgLst>
  <pc:docChgLst>
    <pc:chgData name="김도원(DOWON KIM)[ehdnjs104]/사원/제조DX.제조DX솔루션.롤맵기술팀" userId="40903c55-8d7f-4a01-bcfb-534127f384e5" providerId="ADAL" clId="{817FA555-E1DD-4E15-A40F-02B5C4210F5B}"/>
    <pc:docChg chg="undo custSel modSld">
      <pc:chgData name="김도원(DOWON KIM)[ehdnjs104]/사원/제조DX.제조DX솔루션.롤맵기술팀" userId="40903c55-8d7f-4a01-bcfb-534127f384e5" providerId="ADAL" clId="{817FA555-E1DD-4E15-A40F-02B5C4210F5B}" dt="2025-11-13T00:15:15.331" v="3096" actId="207"/>
      <pc:docMkLst>
        <pc:docMk/>
      </pc:docMkLst>
      <pc:sldChg chg="modSp">
        <pc:chgData name="김도원(DOWON KIM)[ehdnjs104]/사원/제조DX.제조DX솔루션.롤맵기술팀" userId="40903c55-8d7f-4a01-bcfb-534127f384e5" providerId="ADAL" clId="{817FA555-E1DD-4E15-A40F-02B5C4210F5B}" dt="2025-11-12T07:49:58.988" v="541" actId="113"/>
        <pc:sldMkLst>
          <pc:docMk/>
          <pc:sldMk cId="3266697761" sldId="2278"/>
        </pc:sldMkLst>
        <pc:spChg chg="mod">
          <ac:chgData name="김도원(DOWON KIM)[ehdnjs104]/사원/제조DX.제조DX솔루션.롤맵기술팀" userId="40903c55-8d7f-4a01-bcfb-534127f384e5" providerId="ADAL" clId="{817FA555-E1DD-4E15-A40F-02B5C4210F5B}" dt="2025-11-12T07:45:31.338" v="263" actId="1036"/>
          <ac:spMkLst>
            <pc:docMk/>
            <pc:sldMk cId="3266697761" sldId="2278"/>
            <ac:spMk id="16" creationId="{64103116-79E6-4EAD-A94F-CA5060A46E07}"/>
          </ac:spMkLst>
        </pc:spChg>
        <pc:spChg chg="mod">
          <ac:chgData name="김도원(DOWON KIM)[ehdnjs104]/사원/제조DX.제조DX솔루션.롤맵기술팀" userId="40903c55-8d7f-4a01-bcfb-534127f384e5" providerId="ADAL" clId="{817FA555-E1DD-4E15-A40F-02B5C4210F5B}" dt="2025-11-12T07:49:58.988" v="541" actId="113"/>
          <ac:spMkLst>
            <pc:docMk/>
            <pc:sldMk cId="3266697761" sldId="2278"/>
            <ac:spMk id="18" creationId="{FC55D7C3-19BB-417C-88D2-249E3D408DED}"/>
          </ac:spMkLst>
        </pc:spChg>
      </pc:sldChg>
      <pc:sldChg chg="modSp">
        <pc:chgData name="김도원(DOWON KIM)[ehdnjs104]/사원/제조DX.제조DX솔루션.롤맵기술팀" userId="40903c55-8d7f-4a01-bcfb-534127f384e5" providerId="ADAL" clId="{817FA555-E1DD-4E15-A40F-02B5C4210F5B}" dt="2025-11-12T07:55:38.175" v="554" actId="207"/>
        <pc:sldMkLst>
          <pc:docMk/>
          <pc:sldMk cId="3590236053" sldId="2147481921"/>
        </pc:sldMkLst>
        <pc:spChg chg="mod">
          <ac:chgData name="김도원(DOWON KIM)[ehdnjs104]/사원/제조DX.제조DX솔루션.롤맵기술팀" userId="40903c55-8d7f-4a01-bcfb-534127f384e5" providerId="ADAL" clId="{817FA555-E1DD-4E15-A40F-02B5C4210F5B}" dt="2025-11-12T07:55:31.616" v="553" actId="20577"/>
          <ac:spMkLst>
            <pc:docMk/>
            <pc:sldMk cId="3590236053" sldId="2147481921"/>
            <ac:spMk id="18" creationId="{72943F47-EAEA-4391-A2BC-C7C33A8E8CFD}"/>
          </ac:spMkLst>
        </pc:spChg>
        <pc:graphicFrameChg chg="modGraphic">
          <ac:chgData name="김도원(DOWON KIM)[ehdnjs104]/사원/제조DX.제조DX솔루션.롤맵기술팀" userId="40903c55-8d7f-4a01-bcfb-534127f384e5" providerId="ADAL" clId="{817FA555-E1DD-4E15-A40F-02B5C4210F5B}" dt="2025-11-12T07:55:38.175" v="554" actId="207"/>
          <ac:graphicFrameMkLst>
            <pc:docMk/>
            <pc:sldMk cId="3590236053" sldId="2147481921"/>
            <ac:graphicFrameMk id="3" creationId="{3E86696F-E35A-4B06-9B46-63A4A6A986C1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817FA555-E1DD-4E15-A40F-02B5C4210F5B}" dt="2025-11-12T08:03:06.527" v="1156" actId="20577"/>
        <pc:sldMkLst>
          <pc:docMk/>
          <pc:sldMk cId="1825793658" sldId="2147481922"/>
        </pc:sldMkLst>
        <pc:spChg chg="mod">
          <ac:chgData name="김도원(DOWON KIM)[ehdnjs104]/사원/제조DX.제조DX솔루션.롤맵기술팀" userId="40903c55-8d7f-4a01-bcfb-534127f384e5" providerId="ADAL" clId="{817FA555-E1DD-4E15-A40F-02B5C4210F5B}" dt="2025-11-12T08:03:02.707" v="1138" actId="20577"/>
          <ac:spMkLst>
            <pc:docMk/>
            <pc:sldMk cId="1825793658" sldId="2147481922"/>
            <ac:spMk id="18" creationId="{72943F47-EAEA-4391-A2BC-C7C33A8E8CFD}"/>
          </ac:spMkLst>
        </pc:spChg>
        <pc:spChg chg="mod">
          <ac:chgData name="김도원(DOWON KIM)[ehdnjs104]/사원/제조DX.제조DX솔루션.롤맵기술팀" userId="40903c55-8d7f-4a01-bcfb-534127f384e5" providerId="ADAL" clId="{817FA555-E1DD-4E15-A40F-02B5C4210F5B}" dt="2025-11-12T08:03:06.527" v="1156" actId="20577"/>
          <ac:spMkLst>
            <pc:docMk/>
            <pc:sldMk cId="1825793658" sldId="2147481922"/>
            <ac:spMk id="19" creationId="{1CE4A1AF-5D49-43F9-9F31-E88EAE372D41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817FA555-E1DD-4E15-A40F-02B5C4210F5B}" dt="2025-11-12T08:03:00.715" v="1135" actId="207"/>
          <ac:graphicFrameMkLst>
            <pc:docMk/>
            <pc:sldMk cId="1825793658" sldId="2147481922"/>
            <ac:graphicFrameMk id="3" creationId="{3E86696F-E35A-4B06-9B46-63A4A6A986C1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817FA555-E1DD-4E15-A40F-02B5C4210F5B}" dt="2025-11-12T07:55:19.977" v="544" actId="20577"/>
        <pc:sldMkLst>
          <pc:docMk/>
          <pc:sldMk cId="170204060" sldId="2147481923"/>
        </pc:sldMkLst>
        <pc:spChg chg="mod">
          <ac:chgData name="김도원(DOWON KIM)[ehdnjs104]/사원/제조DX.제조DX솔루션.롤맵기술팀" userId="40903c55-8d7f-4a01-bcfb-534127f384e5" providerId="ADAL" clId="{817FA555-E1DD-4E15-A40F-02B5C4210F5B}" dt="2025-11-12T07:55:19.977" v="544" actId="20577"/>
          <ac:spMkLst>
            <pc:docMk/>
            <pc:sldMk cId="170204060" sldId="2147481923"/>
            <ac:spMk id="18" creationId="{72943F47-EAEA-4391-A2BC-C7C33A8E8CFD}"/>
          </ac:spMkLst>
        </pc:spChg>
      </pc:sldChg>
      <pc:sldChg chg="modSp">
        <pc:chgData name="김도원(DOWON KIM)[ehdnjs104]/사원/제조DX.제조DX솔루션.롤맵기술팀" userId="40903c55-8d7f-4a01-bcfb-534127f384e5" providerId="ADAL" clId="{817FA555-E1DD-4E15-A40F-02B5C4210F5B}" dt="2025-11-12T08:08:49.066" v="2143" actId="207"/>
        <pc:sldMkLst>
          <pc:docMk/>
          <pc:sldMk cId="2994820085" sldId="2147481926"/>
        </pc:sldMkLst>
        <pc:spChg chg="mod">
          <ac:chgData name="김도원(DOWON KIM)[ehdnjs104]/사원/제조DX.제조DX솔루션.롤맵기술팀" userId="40903c55-8d7f-4a01-bcfb-534127f384e5" providerId="ADAL" clId="{817FA555-E1DD-4E15-A40F-02B5C4210F5B}" dt="2025-11-12T08:08:38.873" v="2117" actId="20577"/>
          <ac:spMkLst>
            <pc:docMk/>
            <pc:sldMk cId="2994820085" sldId="2147481926"/>
            <ac:spMk id="18" creationId="{72943F47-EAEA-4391-A2BC-C7C33A8E8CFD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817FA555-E1DD-4E15-A40F-02B5C4210F5B}" dt="2025-11-12T08:08:49.066" v="2143" actId="207"/>
          <ac:graphicFrameMkLst>
            <pc:docMk/>
            <pc:sldMk cId="2994820085" sldId="2147481926"/>
            <ac:graphicFrameMk id="11" creationId="{C66F9B45-D343-4DF8-ABA9-D48571FAC964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817FA555-E1DD-4E15-A40F-02B5C4210F5B}" dt="2025-11-12T08:34:17.633" v="3052" actId="207"/>
        <pc:sldMkLst>
          <pc:docMk/>
          <pc:sldMk cId="3218446010" sldId="2147481940"/>
        </pc:sldMkLst>
        <pc:graphicFrameChg chg="mod modGraphic">
          <ac:chgData name="김도원(DOWON KIM)[ehdnjs104]/사원/제조DX.제조DX솔루션.롤맵기술팀" userId="40903c55-8d7f-4a01-bcfb-534127f384e5" providerId="ADAL" clId="{817FA555-E1DD-4E15-A40F-02B5C4210F5B}" dt="2025-11-12T08:34:17.633" v="3052" actId="207"/>
          <ac:graphicFrameMkLst>
            <pc:docMk/>
            <pc:sldMk cId="3218446010" sldId="2147481940"/>
            <ac:graphicFrameMk id="21" creationId="{B17BC81E-4040-4B89-BFD6-444CE79E9A52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817FA555-E1DD-4E15-A40F-02B5C4210F5B}" dt="2025-11-12T08:06:57.629" v="1751" actId="20577"/>
        <pc:sldMkLst>
          <pc:docMk/>
          <pc:sldMk cId="3019991654" sldId="2147481963"/>
        </pc:sldMkLst>
        <pc:spChg chg="mod">
          <ac:chgData name="김도원(DOWON KIM)[ehdnjs104]/사원/제조DX.제조DX솔루션.롤맵기술팀" userId="40903c55-8d7f-4a01-bcfb-534127f384e5" providerId="ADAL" clId="{817FA555-E1DD-4E15-A40F-02B5C4210F5B}" dt="2025-11-12T08:06:55.943" v="1750" actId="1035"/>
          <ac:spMkLst>
            <pc:docMk/>
            <pc:sldMk cId="3019991654" sldId="2147481963"/>
            <ac:spMk id="2" creationId="{FA3F8657-BD69-41B3-B4AA-1F3B16F85410}"/>
          </ac:spMkLst>
        </pc:spChg>
        <pc:spChg chg="mod">
          <ac:chgData name="김도원(DOWON KIM)[ehdnjs104]/사원/제조DX.제조DX솔루션.롤맵기술팀" userId="40903c55-8d7f-4a01-bcfb-534127f384e5" providerId="ADAL" clId="{817FA555-E1DD-4E15-A40F-02B5C4210F5B}" dt="2025-11-12T08:03:25.833" v="1159" actId="20577"/>
          <ac:spMkLst>
            <pc:docMk/>
            <pc:sldMk cId="3019991654" sldId="2147481963"/>
            <ac:spMk id="18" creationId="{72943F47-EAEA-4391-A2BC-C7C33A8E8CFD}"/>
          </ac:spMkLst>
        </pc:spChg>
        <pc:spChg chg="mod">
          <ac:chgData name="김도원(DOWON KIM)[ehdnjs104]/사원/제조DX.제조DX솔루션.롤맵기술팀" userId="40903c55-8d7f-4a01-bcfb-534127f384e5" providerId="ADAL" clId="{817FA555-E1DD-4E15-A40F-02B5C4210F5B}" dt="2025-11-12T08:03:32.444" v="1189" actId="20577"/>
          <ac:spMkLst>
            <pc:docMk/>
            <pc:sldMk cId="3019991654" sldId="2147481963"/>
            <ac:spMk id="19" creationId="{1CE4A1AF-5D49-43F9-9F31-E88EAE372D41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817FA555-E1DD-4E15-A40F-02B5C4210F5B}" dt="2025-11-12T08:06:57.629" v="1751" actId="20577"/>
          <ac:graphicFrameMkLst>
            <pc:docMk/>
            <pc:sldMk cId="3019991654" sldId="2147481963"/>
            <ac:graphicFrameMk id="3" creationId="{3E86696F-E35A-4B06-9B46-63A4A6A986C1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817FA555-E1DD-4E15-A40F-02B5C4210F5B}" dt="2025-11-12T08:01:35.128" v="1091" actId="207"/>
        <pc:sldMkLst>
          <pc:docMk/>
          <pc:sldMk cId="3052076470" sldId="2147482071"/>
        </pc:sldMkLst>
        <pc:spChg chg="mod">
          <ac:chgData name="김도원(DOWON KIM)[ehdnjs104]/사원/제조DX.제조DX솔루션.롤맵기술팀" userId="40903c55-8d7f-4a01-bcfb-534127f384e5" providerId="ADAL" clId="{817FA555-E1DD-4E15-A40F-02B5C4210F5B}" dt="2025-11-12T08:01:28.318" v="1088" actId="20577"/>
          <ac:spMkLst>
            <pc:docMk/>
            <pc:sldMk cId="3052076470" sldId="2147482071"/>
            <ac:spMk id="18" creationId="{72943F47-EAEA-4391-A2BC-C7C33A8E8CFD}"/>
          </ac:spMkLst>
        </pc:spChg>
        <pc:graphicFrameChg chg="modGraphic">
          <ac:chgData name="김도원(DOWON KIM)[ehdnjs104]/사원/제조DX.제조DX솔루션.롤맵기술팀" userId="40903c55-8d7f-4a01-bcfb-534127f384e5" providerId="ADAL" clId="{817FA555-E1DD-4E15-A40F-02B5C4210F5B}" dt="2025-11-12T08:01:35.128" v="1091" actId="207"/>
          <ac:graphicFrameMkLst>
            <pc:docMk/>
            <pc:sldMk cId="3052076470" sldId="2147482071"/>
            <ac:graphicFrameMk id="11" creationId="{C66F9B45-D343-4DF8-ABA9-D48571FAC964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817FA555-E1DD-4E15-A40F-02B5C4210F5B}" dt="2025-11-12T08:09:20.686" v="2155" actId="20577"/>
        <pc:sldMkLst>
          <pc:docMk/>
          <pc:sldMk cId="645500483" sldId="2147482092"/>
        </pc:sldMkLst>
        <pc:spChg chg="mod">
          <ac:chgData name="김도원(DOWON KIM)[ehdnjs104]/사원/제조DX.제조DX솔루션.롤맵기술팀" userId="40903c55-8d7f-4a01-bcfb-534127f384e5" providerId="ADAL" clId="{817FA555-E1DD-4E15-A40F-02B5C4210F5B}" dt="2025-11-12T08:09:20.686" v="2155" actId="20577"/>
          <ac:spMkLst>
            <pc:docMk/>
            <pc:sldMk cId="645500483" sldId="2147482092"/>
            <ac:spMk id="6" creationId="{3E1F1638-F2C5-4E2F-ABED-94997FF8C926}"/>
          </ac:spMkLst>
        </pc:spChg>
        <pc:graphicFrameChg chg="modGraphic">
          <ac:chgData name="김도원(DOWON KIM)[ehdnjs104]/사원/제조DX.제조DX솔루션.롤맵기술팀" userId="40903c55-8d7f-4a01-bcfb-534127f384e5" providerId="ADAL" clId="{817FA555-E1DD-4E15-A40F-02B5C4210F5B}" dt="2025-11-12T08:09:18.378" v="2152" actId="207"/>
          <ac:graphicFrameMkLst>
            <pc:docMk/>
            <pc:sldMk cId="645500483" sldId="2147482092"/>
            <ac:graphicFrameMk id="2" creationId="{AA655E7B-33D1-41F9-B470-4F20832661EB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817FA555-E1DD-4E15-A40F-02B5C4210F5B}" dt="2025-11-12T08:09:08.450" v="2149" actId="20577"/>
        <pc:sldMkLst>
          <pc:docMk/>
          <pc:sldMk cId="1623035640" sldId="2147482093"/>
        </pc:sldMkLst>
        <pc:spChg chg="mod">
          <ac:chgData name="김도원(DOWON KIM)[ehdnjs104]/사원/제조DX.제조DX솔루션.롤맵기술팀" userId="40903c55-8d7f-4a01-bcfb-534127f384e5" providerId="ADAL" clId="{817FA555-E1DD-4E15-A40F-02B5C4210F5B}" dt="2025-11-12T08:09:08.450" v="2149" actId="20577"/>
          <ac:spMkLst>
            <pc:docMk/>
            <pc:sldMk cId="1623035640" sldId="2147482093"/>
            <ac:spMk id="18" creationId="{A7F473DF-C875-A323-6679-F5CA881CD9C4}"/>
          </ac:spMkLst>
        </pc:spChg>
        <pc:graphicFrameChg chg="modGraphic">
          <ac:chgData name="김도원(DOWON KIM)[ehdnjs104]/사원/제조DX.제조DX솔루션.롤맵기술팀" userId="40903c55-8d7f-4a01-bcfb-534127f384e5" providerId="ADAL" clId="{817FA555-E1DD-4E15-A40F-02B5C4210F5B}" dt="2025-11-12T08:09:05.601" v="2146" actId="207"/>
          <ac:graphicFrameMkLst>
            <pc:docMk/>
            <pc:sldMk cId="1623035640" sldId="2147482093"/>
            <ac:graphicFrameMk id="3" creationId="{688BD945-555D-E069-F619-02973A6A481F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817FA555-E1DD-4E15-A40F-02B5C4210F5B}" dt="2025-11-12T08:12:41.263" v="2315" actId="207"/>
        <pc:sldMkLst>
          <pc:docMk/>
          <pc:sldMk cId="1480914234" sldId="2147482094"/>
        </pc:sldMkLst>
        <pc:spChg chg="mod">
          <ac:chgData name="김도원(DOWON KIM)[ehdnjs104]/사원/제조DX.제조DX솔루션.롤맵기술팀" userId="40903c55-8d7f-4a01-bcfb-534127f384e5" providerId="ADAL" clId="{817FA555-E1DD-4E15-A40F-02B5C4210F5B}" dt="2025-11-12T08:09:24.661" v="2160" actId="20577"/>
          <ac:spMkLst>
            <pc:docMk/>
            <pc:sldMk cId="1480914234" sldId="2147482094"/>
            <ac:spMk id="5" creationId="{D18B8649-3C81-4EDD-A9C5-061A9DC39666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817FA555-E1DD-4E15-A40F-02B5C4210F5B}" dt="2025-11-12T08:12:41.263" v="2315" actId="207"/>
          <ac:graphicFrameMkLst>
            <pc:docMk/>
            <pc:sldMk cId="1480914234" sldId="2147482094"/>
            <ac:graphicFrameMk id="2" creationId="{BF944F8E-1F62-4F7E-B1C6-632F29AA10BD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817FA555-E1DD-4E15-A40F-02B5C4210F5B}" dt="2025-11-12T08:07:22.253" v="1773" actId="20577"/>
        <pc:sldMkLst>
          <pc:docMk/>
          <pc:sldMk cId="2069960929" sldId="2147482097"/>
        </pc:sldMkLst>
        <pc:spChg chg="mod">
          <ac:chgData name="김도원(DOWON KIM)[ehdnjs104]/사원/제조DX.제조DX솔루션.롤맵기술팀" userId="40903c55-8d7f-4a01-bcfb-534127f384e5" providerId="ADAL" clId="{817FA555-E1DD-4E15-A40F-02B5C4210F5B}" dt="2025-11-12T08:07:22.253" v="1773" actId="20577"/>
          <ac:spMkLst>
            <pc:docMk/>
            <pc:sldMk cId="2069960929" sldId="2147482097"/>
            <ac:spMk id="5" creationId="{1BA4416D-28F9-470C-B9CE-A95FA731A2E2}"/>
          </ac:spMkLst>
        </pc:spChg>
        <pc:graphicFrameChg chg="modGraphic">
          <ac:chgData name="김도원(DOWON KIM)[ehdnjs104]/사원/제조DX.제조DX솔루션.롤맵기술팀" userId="40903c55-8d7f-4a01-bcfb-534127f384e5" providerId="ADAL" clId="{817FA555-E1DD-4E15-A40F-02B5C4210F5B}" dt="2025-11-12T08:07:19.467" v="1770" actId="207"/>
          <ac:graphicFrameMkLst>
            <pc:docMk/>
            <pc:sldMk cId="2069960929" sldId="2147482097"/>
            <ac:graphicFrameMk id="2" creationId="{534EE123-7406-4F16-AB1D-7380FC4446F3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817FA555-E1DD-4E15-A40F-02B5C4210F5B}" dt="2025-11-12T08:01:07.025" v="1085" actId="20577"/>
        <pc:sldMkLst>
          <pc:docMk/>
          <pc:sldMk cId="1159326832" sldId="2147482102"/>
        </pc:sldMkLst>
        <pc:spChg chg="mod">
          <ac:chgData name="김도원(DOWON KIM)[ehdnjs104]/사원/제조DX.제조DX솔루션.롤맵기술팀" userId="40903c55-8d7f-4a01-bcfb-534127f384e5" providerId="ADAL" clId="{817FA555-E1DD-4E15-A40F-02B5C4210F5B}" dt="2025-11-12T08:00:59.048" v="1054" actId="20577"/>
          <ac:spMkLst>
            <pc:docMk/>
            <pc:sldMk cId="1159326832" sldId="2147482102"/>
            <ac:spMk id="18" creationId="{1891B744-4803-4B69-1352-A6C4DA4EEE93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817FA555-E1DD-4E15-A40F-02B5C4210F5B}" dt="2025-11-12T08:01:07.025" v="1085" actId="20577"/>
          <ac:graphicFrameMkLst>
            <pc:docMk/>
            <pc:sldMk cId="1159326832" sldId="2147482102"/>
            <ac:graphicFrameMk id="3" creationId="{FD6B18E8-DEC2-01A8-175D-70F1A4B3682F}"/>
          </ac:graphicFrameMkLst>
        </pc:graphicFrameChg>
      </pc:sldChg>
      <pc:sldChg chg="addSp delSp modSp">
        <pc:chgData name="김도원(DOWON KIM)[ehdnjs104]/사원/제조DX.제조DX솔루션.롤맵기술팀" userId="40903c55-8d7f-4a01-bcfb-534127f384e5" providerId="ADAL" clId="{817FA555-E1DD-4E15-A40F-02B5C4210F5B}" dt="2025-11-13T00:12:45.143" v="3064" actId="1076"/>
        <pc:sldMkLst>
          <pc:docMk/>
          <pc:sldMk cId="4216273303" sldId="2147482152"/>
        </pc:sldMkLst>
        <pc:spChg chg="add del">
          <ac:chgData name="김도원(DOWON KIM)[ehdnjs104]/사원/제조DX.제조DX솔루션.롤맵기술팀" userId="40903c55-8d7f-4a01-bcfb-534127f384e5" providerId="ADAL" clId="{817FA555-E1DD-4E15-A40F-02B5C4210F5B}" dt="2025-11-13T00:12:42.128" v="3062"/>
          <ac:spMkLst>
            <pc:docMk/>
            <pc:sldMk cId="4216273303" sldId="2147482152"/>
            <ac:spMk id="51" creationId="{C844DB07-56C5-495F-AF0C-A71BC52FB475}"/>
          </ac:spMkLst>
        </pc:spChg>
        <pc:spChg chg="add mod">
          <ac:chgData name="김도원(DOWON KIM)[ehdnjs104]/사원/제조DX.제조DX솔루션.롤맵기술팀" userId="40903c55-8d7f-4a01-bcfb-534127f384e5" providerId="ADAL" clId="{817FA555-E1DD-4E15-A40F-02B5C4210F5B}" dt="2025-11-13T00:12:45.143" v="3064" actId="1076"/>
          <ac:spMkLst>
            <pc:docMk/>
            <pc:sldMk cId="4216273303" sldId="2147482152"/>
            <ac:spMk id="52" creationId="{0D15CFA9-FC73-418A-A41F-DB5E27755CF0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817FA555-E1DD-4E15-A40F-02B5C4210F5B}" dt="2025-11-13T00:12:19.784" v="3056" actId="207"/>
          <ac:graphicFrameMkLst>
            <pc:docMk/>
            <pc:sldMk cId="4216273303" sldId="2147482152"/>
            <ac:graphicFrameMk id="18" creationId="{E5337A66-4735-450F-BB05-1241FCE56139}"/>
          </ac:graphicFrameMkLst>
        </pc:graphicFrameChg>
      </pc:sldChg>
      <pc:sldChg chg="addSp delSp modSp">
        <pc:chgData name="김도원(DOWON KIM)[ehdnjs104]/사원/제조DX.제조DX솔루션.롤맵기술팀" userId="40903c55-8d7f-4a01-bcfb-534127f384e5" providerId="ADAL" clId="{817FA555-E1DD-4E15-A40F-02B5C4210F5B}" dt="2025-11-13T00:12:52.847" v="3066" actId="1076"/>
        <pc:sldMkLst>
          <pc:docMk/>
          <pc:sldMk cId="719476191" sldId="2147482153"/>
        </pc:sldMkLst>
        <pc:spChg chg="add mod">
          <ac:chgData name="김도원(DOWON KIM)[ehdnjs104]/사원/제조DX.제조DX솔루션.롤맵기술팀" userId="40903c55-8d7f-4a01-bcfb-534127f384e5" providerId="ADAL" clId="{817FA555-E1DD-4E15-A40F-02B5C4210F5B}" dt="2025-11-13T00:12:52.847" v="3066" actId="1076"/>
          <ac:spMkLst>
            <pc:docMk/>
            <pc:sldMk cId="719476191" sldId="2147482153"/>
            <ac:spMk id="51" creationId="{CA6D81E1-FA2B-4E1F-8089-270963E42C25}"/>
          </ac:spMkLst>
        </pc:spChg>
        <pc:graphicFrameChg chg="add del">
          <ac:chgData name="김도원(DOWON KIM)[ehdnjs104]/사원/제조DX.제조DX솔루션.롤맵기술팀" userId="40903c55-8d7f-4a01-bcfb-534127f384e5" providerId="ADAL" clId="{817FA555-E1DD-4E15-A40F-02B5C4210F5B}" dt="2025-11-12T08:32:00.103" v="3000"/>
          <ac:graphicFrameMkLst>
            <pc:docMk/>
            <pc:sldMk cId="719476191" sldId="2147482153"/>
            <ac:graphicFrameMk id="4" creationId="{EACB1ABB-3FFB-444E-81A1-9CDF8E0E8F05}"/>
          </ac:graphicFrameMkLst>
        </pc:graphicFrameChg>
        <pc:graphicFrameChg chg="mod modGraphic">
          <ac:chgData name="김도원(DOWON KIM)[ehdnjs104]/사원/제조DX.제조DX솔루션.롤맵기술팀" userId="40903c55-8d7f-4a01-bcfb-534127f384e5" providerId="ADAL" clId="{817FA555-E1DD-4E15-A40F-02B5C4210F5B}" dt="2025-11-13T00:12:33.003" v="3060" actId="207"/>
          <ac:graphicFrameMkLst>
            <pc:docMk/>
            <pc:sldMk cId="719476191" sldId="2147482153"/>
            <ac:graphicFrameMk id="19" creationId="{0F79570F-3DCF-4863-A833-72BDE0F93B51}"/>
          </ac:graphicFrameMkLst>
        </pc:graphicFrameChg>
      </pc:sldChg>
      <pc:sldChg chg="addSp modSp">
        <pc:chgData name="김도원(DOWON KIM)[ehdnjs104]/사원/제조DX.제조DX솔루션.롤맵기술팀" userId="40903c55-8d7f-4a01-bcfb-534127f384e5" providerId="ADAL" clId="{817FA555-E1DD-4E15-A40F-02B5C4210F5B}" dt="2025-11-13T00:13:28.597" v="3072" actId="207"/>
        <pc:sldMkLst>
          <pc:docMk/>
          <pc:sldMk cId="1357361098" sldId="2147482154"/>
        </pc:sldMkLst>
        <pc:spChg chg="add mod">
          <ac:chgData name="김도원(DOWON KIM)[ehdnjs104]/사원/제조DX.제조DX솔루션.롤맵기술팀" userId="40903c55-8d7f-4a01-bcfb-534127f384e5" providerId="ADAL" clId="{817FA555-E1DD-4E15-A40F-02B5C4210F5B}" dt="2025-11-13T00:13:00.862" v="3068" actId="1076"/>
          <ac:spMkLst>
            <pc:docMk/>
            <pc:sldMk cId="1357361098" sldId="2147482154"/>
            <ac:spMk id="51" creationId="{0CDCB874-FC65-4A5F-A1AB-2FC3D2376D9E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817FA555-E1DD-4E15-A40F-02B5C4210F5B}" dt="2025-11-13T00:13:28.597" v="3072" actId="207"/>
          <ac:graphicFrameMkLst>
            <pc:docMk/>
            <pc:sldMk cId="1357361098" sldId="2147482154"/>
            <ac:graphicFrameMk id="18" creationId="{F0427CD8-D8D8-4F0B-B3D0-7BA0FF43451E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817FA555-E1DD-4E15-A40F-02B5C4210F5B}" dt="2025-11-13T00:13:44.206" v="3076" actId="207"/>
        <pc:sldMkLst>
          <pc:docMk/>
          <pc:sldMk cId="2756542074" sldId="2147482155"/>
        </pc:sldMkLst>
        <pc:graphicFrameChg chg="mod modGraphic">
          <ac:chgData name="김도원(DOWON KIM)[ehdnjs104]/사원/제조DX.제조DX솔루션.롤맵기술팀" userId="40903c55-8d7f-4a01-bcfb-534127f384e5" providerId="ADAL" clId="{817FA555-E1DD-4E15-A40F-02B5C4210F5B}" dt="2025-11-13T00:13:44.206" v="3076" actId="207"/>
          <ac:graphicFrameMkLst>
            <pc:docMk/>
            <pc:sldMk cId="2756542074" sldId="2147482155"/>
            <ac:graphicFrameMk id="19" creationId="{E0086ADA-4F54-4A5B-9A6F-D9AAF2193BB8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817FA555-E1DD-4E15-A40F-02B5C4210F5B}" dt="2025-11-13T00:14:04.425" v="3080" actId="207"/>
        <pc:sldMkLst>
          <pc:docMk/>
          <pc:sldMk cId="1685760430" sldId="2147482156"/>
        </pc:sldMkLst>
        <pc:graphicFrameChg chg="mod modGraphic">
          <ac:chgData name="김도원(DOWON KIM)[ehdnjs104]/사원/제조DX.제조DX솔루션.롤맵기술팀" userId="40903c55-8d7f-4a01-bcfb-534127f384e5" providerId="ADAL" clId="{817FA555-E1DD-4E15-A40F-02B5C4210F5B}" dt="2025-11-13T00:14:04.425" v="3080" actId="207"/>
          <ac:graphicFrameMkLst>
            <pc:docMk/>
            <pc:sldMk cId="1685760430" sldId="2147482156"/>
            <ac:graphicFrameMk id="18" creationId="{C1A39ABA-D842-40CF-8F85-E89576957934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817FA555-E1DD-4E15-A40F-02B5C4210F5B}" dt="2025-11-13T00:14:22.159" v="3084" actId="207"/>
        <pc:sldMkLst>
          <pc:docMk/>
          <pc:sldMk cId="1270712381" sldId="2147482157"/>
        </pc:sldMkLst>
        <pc:graphicFrameChg chg="mod modGraphic">
          <ac:chgData name="김도원(DOWON KIM)[ehdnjs104]/사원/제조DX.제조DX솔루션.롤맵기술팀" userId="40903c55-8d7f-4a01-bcfb-534127f384e5" providerId="ADAL" clId="{817FA555-E1DD-4E15-A40F-02B5C4210F5B}" dt="2025-11-13T00:14:22.159" v="3084" actId="207"/>
          <ac:graphicFrameMkLst>
            <pc:docMk/>
            <pc:sldMk cId="1270712381" sldId="2147482157"/>
            <ac:graphicFrameMk id="18" creationId="{03BE1D1D-EFE5-4FB2-848C-15ED9CAB7510}"/>
          </ac:graphicFrameMkLst>
        </pc:graphicFrameChg>
        <pc:graphicFrameChg chg="mod modGraphic">
          <ac:chgData name="김도원(DOWON KIM)[ehdnjs104]/사원/제조DX.제조DX솔루션.롤맵기술팀" userId="40903c55-8d7f-4a01-bcfb-534127f384e5" providerId="ADAL" clId="{817FA555-E1DD-4E15-A40F-02B5C4210F5B}" dt="2025-11-12T08:30:14.541" v="2947" actId="207"/>
          <ac:graphicFrameMkLst>
            <pc:docMk/>
            <pc:sldMk cId="1270712381" sldId="2147482157"/>
            <ac:graphicFrameMk id="30" creationId="{FD723AF4-8C6A-45D2-91AF-E831F6E1C5CD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817FA555-E1DD-4E15-A40F-02B5C4210F5B}" dt="2025-11-13T00:14:41.316" v="3088" actId="207"/>
        <pc:sldMkLst>
          <pc:docMk/>
          <pc:sldMk cId="3468524003" sldId="2147482158"/>
        </pc:sldMkLst>
        <pc:graphicFrameChg chg="mod modGraphic">
          <ac:chgData name="김도원(DOWON KIM)[ehdnjs104]/사원/제조DX.제조DX솔루션.롤맵기술팀" userId="40903c55-8d7f-4a01-bcfb-534127f384e5" providerId="ADAL" clId="{817FA555-E1DD-4E15-A40F-02B5C4210F5B}" dt="2025-11-13T00:14:41.316" v="3088" actId="207"/>
          <ac:graphicFrameMkLst>
            <pc:docMk/>
            <pc:sldMk cId="3468524003" sldId="2147482158"/>
            <ac:graphicFrameMk id="18" creationId="{53D5D584-F697-4396-A755-6B4EB5333B98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817FA555-E1DD-4E15-A40F-02B5C4210F5B}" dt="2025-11-13T00:14:55.175" v="3092" actId="207"/>
        <pc:sldMkLst>
          <pc:docMk/>
          <pc:sldMk cId="3982393149" sldId="2147482159"/>
        </pc:sldMkLst>
        <pc:graphicFrameChg chg="mod modGraphic">
          <ac:chgData name="김도원(DOWON KIM)[ehdnjs104]/사원/제조DX.제조DX솔루션.롤맵기술팀" userId="40903c55-8d7f-4a01-bcfb-534127f384e5" providerId="ADAL" clId="{817FA555-E1DD-4E15-A40F-02B5C4210F5B}" dt="2025-11-13T00:14:55.175" v="3092" actId="207"/>
          <ac:graphicFrameMkLst>
            <pc:docMk/>
            <pc:sldMk cId="3982393149" sldId="2147482159"/>
            <ac:graphicFrameMk id="18" creationId="{4FF06715-43F7-4F95-88A9-D674F55930BE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817FA555-E1DD-4E15-A40F-02B5C4210F5B}" dt="2025-11-13T00:15:15.331" v="3096" actId="207"/>
        <pc:sldMkLst>
          <pc:docMk/>
          <pc:sldMk cId="4127400384" sldId="2147482160"/>
        </pc:sldMkLst>
        <pc:graphicFrameChg chg="mod modGraphic">
          <ac:chgData name="김도원(DOWON KIM)[ehdnjs104]/사원/제조DX.제조DX솔루션.롤맵기술팀" userId="40903c55-8d7f-4a01-bcfb-534127f384e5" providerId="ADAL" clId="{817FA555-E1DD-4E15-A40F-02B5C4210F5B}" dt="2025-11-13T00:15:15.331" v="3096" actId="207"/>
          <ac:graphicFrameMkLst>
            <pc:docMk/>
            <pc:sldMk cId="4127400384" sldId="2147482160"/>
            <ac:graphicFrameMk id="17" creationId="{93C45855-E0B6-4751-9F50-8880CA87C80D}"/>
          </ac:graphicFrameMkLst>
        </pc:graphicFrameChg>
      </pc:sldChg>
    </pc:docChg>
  </pc:docChgLst>
  <pc:docChgLst>
    <pc:chgData name="이희원(HEEWON LEE)[heewon98]/선임/제조DX.제조DX솔루션.셀추적기술팀" userId="8f304cbb-bc09-4a19-abe9-f7657ad9f80a" providerId="ADAL" clId="{174FEDB6-706E-4AD3-815A-D983B7CF3195}"/>
    <pc:docChg chg="undo custSel modSld">
      <pc:chgData name="이희원(HEEWON LEE)[heewon98]/선임/제조DX.제조DX솔루션.셀추적기술팀" userId="8f304cbb-bc09-4a19-abe9-f7657ad9f80a" providerId="ADAL" clId="{174FEDB6-706E-4AD3-815A-D983B7CF3195}" dt="2025-12-03T04:46:38.943" v="208" actId="20577"/>
      <pc:docMkLst>
        <pc:docMk/>
      </pc:docMkLst>
      <pc:sldChg chg="modSp mod">
        <pc:chgData name="이희원(HEEWON LEE)[heewon98]/선임/제조DX.제조DX솔루션.셀추적기술팀" userId="8f304cbb-bc09-4a19-abe9-f7657ad9f80a" providerId="ADAL" clId="{174FEDB6-706E-4AD3-815A-D983B7CF3195}" dt="2025-12-03T04:46:38.943" v="208" actId="20577"/>
        <pc:sldMkLst>
          <pc:docMk/>
          <pc:sldMk cId="2130555548" sldId="2147481730"/>
        </pc:sldMkLst>
        <pc:spChg chg="mod">
          <ac:chgData name="이희원(HEEWON LEE)[heewon98]/선임/제조DX.제조DX솔루션.셀추적기술팀" userId="8f304cbb-bc09-4a19-abe9-f7657ad9f80a" providerId="ADAL" clId="{174FEDB6-706E-4AD3-815A-D983B7CF3195}" dt="2025-12-03T04:45:29.604" v="6" actId="20577"/>
          <ac:spMkLst>
            <pc:docMk/>
            <pc:sldMk cId="2130555548" sldId="2147481730"/>
            <ac:spMk id="19" creationId="{ADF5974A-A7FA-4655-ABC5-EE48FEFF31B0}"/>
          </ac:spMkLst>
        </pc:spChg>
        <pc:spChg chg="mod">
          <ac:chgData name="이희원(HEEWON LEE)[heewon98]/선임/제조DX.제조DX솔루션.셀추적기술팀" userId="8f304cbb-bc09-4a19-abe9-f7657ad9f80a" providerId="ADAL" clId="{174FEDB6-706E-4AD3-815A-D983B7CF3195}" dt="2025-12-03T04:46:38.943" v="208" actId="20577"/>
          <ac:spMkLst>
            <pc:docMk/>
            <pc:sldMk cId="2130555548" sldId="2147481730"/>
            <ac:spMk id="21" creationId="{4C3181BD-8769-4C0D-8973-C9F2BE0DC598}"/>
          </ac:spMkLst>
        </pc:spChg>
        <pc:graphicFrameChg chg="mod modGraphic">
          <ac:chgData name="이희원(HEEWON LEE)[heewon98]/선임/제조DX.제조DX솔루션.셀추적기술팀" userId="8f304cbb-bc09-4a19-abe9-f7657ad9f80a" providerId="ADAL" clId="{174FEDB6-706E-4AD3-815A-D983B7CF3195}" dt="2025-12-03T04:45:47.983" v="12" actId="20577"/>
          <ac:graphicFrameMkLst>
            <pc:docMk/>
            <pc:sldMk cId="2130555548" sldId="2147481730"/>
            <ac:graphicFrameMk id="13" creationId="{F757E1E4-6685-4945-A4F6-DAED56351FBF}"/>
          </ac:graphicFrameMkLst>
        </pc:graphicFrameChg>
      </pc:sldChg>
    </pc:docChg>
  </pc:docChgLst>
  <pc:docChgLst>
    <pc:chgData name="조은지(EUNJI JO)[joeunji]/선임/제조DX.제조DX솔루션.데이터통합분석팀" userId="d82ce3d5-2c2f-4d6b-9fbb-477c92d9f333" providerId="ADAL" clId="{980DDCDB-EC7A-474E-AC7C-C8E8A84DD48F}"/>
    <pc:docChg chg="custSel modSld">
      <pc:chgData name="조은지(EUNJI JO)[joeunji]/선임/제조DX.제조DX솔루션.데이터통합분석팀" userId="d82ce3d5-2c2f-4d6b-9fbb-477c92d9f333" providerId="ADAL" clId="{980DDCDB-EC7A-474E-AC7C-C8E8A84DD48F}" dt="2025-11-25T09:19:05.498" v="464" actId="20577"/>
      <pc:docMkLst>
        <pc:docMk/>
      </pc:docMkLst>
      <pc:sldChg chg="modSp">
        <pc:chgData name="조은지(EUNJI JO)[joeunji]/선임/제조DX.제조DX솔루션.데이터통합분석팀" userId="d82ce3d5-2c2f-4d6b-9fbb-477c92d9f333" providerId="ADAL" clId="{980DDCDB-EC7A-474E-AC7C-C8E8A84DD48F}" dt="2025-11-25T07:41:40.965" v="41" actId="20577"/>
        <pc:sldMkLst>
          <pc:docMk/>
          <pc:sldMk cId="921970639" sldId="2147481788"/>
        </pc:sldMkLst>
        <pc:spChg chg="mod">
          <ac:chgData name="조은지(EUNJI JO)[joeunji]/선임/제조DX.제조DX솔루션.데이터통합분석팀" userId="d82ce3d5-2c2f-4d6b-9fbb-477c92d9f333" providerId="ADAL" clId="{980DDCDB-EC7A-474E-AC7C-C8E8A84DD48F}" dt="2025-11-25T07:33:42.465" v="25" actId="20577"/>
          <ac:spMkLst>
            <pc:docMk/>
            <pc:sldMk cId="921970639" sldId="2147481788"/>
            <ac:spMk id="9" creationId="{00000000-0000-0000-0000-000000000000}"/>
          </ac:spMkLst>
        </pc:spChg>
        <pc:graphicFrameChg chg="modGraphic">
          <ac:chgData name="조은지(EUNJI JO)[joeunji]/선임/제조DX.제조DX솔루션.데이터통합분석팀" userId="d82ce3d5-2c2f-4d6b-9fbb-477c92d9f333" providerId="ADAL" clId="{980DDCDB-EC7A-474E-AC7C-C8E8A84DD48F}" dt="2025-11-25T07:41:40.965" v="41" actId="20577"/>
          <ac:graphicFrameMkLst>
            <pc:docMk/>
            <pc:sldMk cId="921970639" sldId="2147481788"/>
            <ac:graphicFrameMk id="19" creationId="{3E86696F-E35A-4B06-9B46-63A4A6A986C1}"/>
          </ac:graphicFrameMkLst>
        </pc:graphicFrameChg>
        <pc:picChg chg="mod">
          <ac:chgData name="조은지(EUNJI JO)[joeunji]/선임/제조DX.제조DX솔루션.데이터통합분석팀" userId="d82ce3d5-2c2f-4d6b-9fbb-477c92d9f333" providerId="ADAL" clId="{980DDCDB-EC7A-474E-AC7C-C8E8A84DD48F}" dt="2025-11-25T07:38:52.076" v="31" actId="14826"/>
          <ac:picMkLst>
            <pc:docMk/>
            <pc:sldMk cId="921970639" sldId="2147481788"/>
            <ac:picMk id="4" creationId="{4C5E0C0D-AC3C-4100-8028-E2A9F83C856E}"/>
          </ac:picMkLst>
        </pc:picChg>
        <pc:picChg chg="mod">
          <ac:chgData name="조은지(EUNJI JO)[joeunji]/선임/제조DX.제조DX솔루션.데이터통합분석팀" userId="d82ce3d5-2c2f-4d6b-9fbb-477c92d9f333" providerId="ADAL" clId="{980DDCDB-EC7A-474E-AC7C-C8E8A84DD48F}" dt="2025-11-25T07:41:28.459" v="33" actId="14826"/>
          <ac:picMkLst>
            <pc:docMk/>
            <pc:sldMk cId="921970639" sldId="2147481788"/>
            <ac:picMk id="5" creationId="{AF036937-D67C-4866-AE5D-29D75EF5272F}"/>
          </ac:picMkLst>
        </pc:picChg>
      </pc:sldChg>
      <pc:sldChg chg="modSp">
        <pc:chgData name="조은지(EUNJI JO)[joeunji]/선임/제조DX.제조DX솔루션.데이터통합분석팀" userId="d82ce3d5-2c2f-4d6b-9fbb-477c92d9f333" providerId="ADAL" clId="{980DDCDB-EC7A-474E-AC7C-C8E8A84DD48F}" dt="2025-11-25T07:32:33.001" v="14" actId="20577"/>
        <pc:sldMkLst>
          <pc:docMk/>
          <pc:sldMk cId="317861486" sldId="2147481830"/>
        </pc:sldMkLst>
        <pc:spChg chg="mod">
          <ac:chgData name="조은지(EUNJI JO)[joeunji]/선임/제조DX.제조DX솔루션.데이터통합분석팀" userId="d82ce3d5-2c2f-4d6b-9fbb-477c92d9f333" providerId="ADAL" clId="{980DDCDB-EC7A-474E-AC7C-C8E8A84DD48F}" dt="2025-11-25T07:32:33.001" v="14" actId="20577"/>
          <ac:spMkLst>
            <pc:docMk/>
            <pc:sldMk cId="317861486" sldId="2147481830"/>
            <ac:spMk id="41" creationId="{88611533-2EB6-4D24-AED6-C795A5A2B08E}"/>
          </ac:spMkLst>
        </pc:spChg>
        <pc:graphicFrameChg chg="modGraphic">
          <ac:chgData name="조은지(EUNJI JO)[joeunji]/선임/제조DX.제조DX솔루션.데이터통합분석팀" userId="d82ce3d5-2c2f-4d6b-9fbb-477c92d9f333" providerId="ADAL" clId="{980DDCDB-EC7A-474E-AC7C-C8E8A84DD48F}" dt="2025-11-25T07:32:30.691" v="10" actId="207"/>
          <ac:graphicFrameMkLst>
            <pc:docMk/>
            <pc:sldMk cId="317861486" sldId="2147481830"/>
            <ac:graphicFrameMk id="19" creationId="{3E86696F-E35A-4B06-9B46-63A4A6A986C1}"/>
          </ac:graphicFrameMkLst>
        </pc:graphicFrameChg>
      </pc:sldChg>
      <pc:sldChg chg="modSp">
        <pc:chgData name="조은지(EUNJI JO)[joeunji]/선임/제조DX.제조DX솔루션.데이터통합분석팀" userId="d82ce3d5-2c2f-4d6b-9fbb-477c92d9f333" providerId="ADAL" clId="{980DDCDB-EC7A-474E-AC7C-C8E8A84DD48F}" dt="2025-11-25T09:19:05.498" v="464" actId="20577"/>
        <pc:sldMkLst>
          <pc:docMk/>
          <pc:sldMk cId="1625678813" sldId="2147481949"/>
        </pc:sldMkLst>
        <pc:spChg chg="mod">
          <ac:chgData name="조은지(EUNJI JO)[joeunji]/선임/제조DX.제조DX솔루션.데이터통합분석팀" userId="d82ce3d5-2c2f-4d6b-9fbb-477c92d9f333" providerId="ADAL" clId="{980DDCDB-EC7A-474E-AC7C-C8E8A84DD48F}" dt="2025-11-25T07:42:31.413" v="52" actId="20577"/>
          <ac:spMkLst>
            <pc:docMk/>
            <pc:sldMk cId="1625678813" sldId="2147481949"/>
            <ac:spMk id="9" creationId="{00000000-0000-0000-0000-000000000000}"/>
          </ac:spMkLst>
        </pc:spChg>
        <pc:graphicFrameChg chg="mod modGraphic">
          <ac:chgData name="조은지(EUNJI JO)[joeunji]/선임/제조DX.제조DX솔루션.데이터통합분석팀" userId="d82ce3d5-2c2f-4d6b-9fbb-477c92d9f333" providerId="ADAL" clId="{980DDCDB-EC7A-474E-AC7C-C8E8A84DD48F}" dt="2025-11-25T09:19:05.498" v="464" actId="20577"/>
          <ac:graphicFrameMkLst>
            <pc:docMk/>
            <pc:sldMk cId="1625678813" sldId="2147481949"/>
            <ac:graphicFrameMk id="19" creationId="{3E86696F-E35A-4B06-9B46-63A4A6A986C1}"/>
          </ac:graphicFrameMkLst>
        </pc:graphicFrameChg>
        <pc:picChg chg="mod">
          <ac:chgData name="조은지(EUNJI JO)[joeunji]/선임/제조DX.제조DX솔루션.데이터통합분석팀" userId="d82ce3d5-2c2f-4d6b-9fbb-477c92d9f333" providerId="ADAL" clId="{980DDCDB-EC7A-474E-AC7C-C8E8A84DD48F}" dt="2025-11-25T08:20:42.924" v="122" actId="14826"/>
          <ac:picMkLst>
            <pc:docMk/>
            <pc:sldMk cId="1625678813" sldId="2147481949"/>
            <ac:picMk id="7" creationId="{38CBFD90-029D-46A2-B11A-6E1E178CB95D}"/>
          </ac:picMkLst>
        </pc:picChg>
        <pc:picChg chg="mod">
          <ac:chgData name="조은지(EUNJI JO)[joeunji]/선임/제조DX.제조DX솔루션.데이터통합분석팀" userId="d82ce3d5-2c2f-4d6b-9fbb-477c92d9f333" providerId="ADAL" clId="{980DDCDB-EC7A-474E-AC7C-C8E8A84DD48F}" dt="2025-11-25T07:50:25.599" v="68" actId="14826"/>
          <ac:picMkLst>
            <pc:docMk/>
            <pc:sldMk cId="1625678813" sldId="2147481949"/>
            <ac:picMk id="8" creationId="{BA2C43F2-4B52-4C03-96AE-3CA2D75093A3}"/>
          </ac:picMkLst>
        </pc:picChg>
      </pc:sldChg>
      <pc:sldChg chg="modSp">
        <pc:chgData name="조은지(EUNJI JO)[joeunji]/선임/제조DX.제조DX솔루션.데이터통합분석팀" userId="d82ce3d5-2c2f-4d6b-9fbb-477c92d9f333" providerId="ADAL" clId="{980DDCDB-EC7A-474E-AC7C-C8E8A84DD48F}" dt="2025-11-25T08:43:27.280" v="462" actId="20577"/>
        <pc:sldMkLst>
          <pc:docMk/>
          <pc:sldMk cId="2230191528" sldId="2147481954"/>
        </pc:sldMkLst>
        <pc:spChg chg="mod">
          <ac:chgData name="조은지(EUNJI JO)[joeunji]/선임/제조DX.제조DX솔루션.데이터통합분석팀" userId="d82ce3d5-2c2f-4d6b-9fbb-477c92d9f333" providerId="ADAL" clId="{980DDCDB-EC7A-474E-AC7C-C8E8A84DD48F}" dt="2025-11-25T07:19:35.682" v="9" actId="20577"/>
          <ac:spMkLst>
            <pc:docMk/>
            <pc:sldMk cId="2230191528" sldId="2147481954"/>
            <ac:spMk id="35" creationId="{ABE19A9F-A8FA-462C-9FAC-B538C1BB4CB0}"/>
          </ac:spMkLst>
        </pc:spChg>
        <pc:graphicFrameChg chg="mod modGraphic">
          <ac:chgData name="조은지(EUNJI JO)[joeunji]/선임/제조DX.제조DX솔루션.데이터통합분석팀" userId="d82ce3d5-2c2f-4d6b-9fbb-477c92d9f333" providerId="ADAL" clId="{980DDCDB-EC7A-474E-AC7C-C8E8A84DD48F}" dt="2025-11-25T08:43:27.280" v="462" actId="20577"/>
          <ac:graphicFrameMkLst>
            <pc:docMk/>
            <pc:sldMk cId="2230191528" sldId="2147481954"/>
            <ac:graphicFrameMk id="19" creationId="{3E86696F-E35A-4B06-9B46-63A4A6A986C1}"/>
          </ac:graphicFrameMkLst>
        </pc:graphicFrameChg>
      </pc:sldChg>
    </pc:docChg>
  </pc:docChgLst>
  <pc:docChgLst>
    <pc:chgData name="박재완(JAEWAN PARK)[jaewan25]/사원/제조DX.제조DX솔루션.롤맵기술팀" userId="9b8d3797-320f-4df6-b438-abc68e640190" providerId="ADAL" clId="{F306E465-EDDA-48A0-97D6-C2E0F40421CA}"/>
    <pc:docChg chg="undo custSel modSld">
      <pc:chgData name="박재완(JAEWAN PARK)[jaewan25]/사원/제조DX.제조DX솔루션.롤맵기술팀" userId="9b8d3797-320f-4df6-b438-abc68e640190" providerId="ADAL" clId="{F306E465-EDDA-48A0-97D6-C2E0F40421CA}" dt="2025-12-10T04:32:34.377" v="1594" actId="207"/>
      <pc:docMkLst>
        <pc:docMk/>
      </pc:docMkLst>
      <pc:sldChg chg="modSp mod">
        <pc:chgData name="박재완(JAEWAN PARK)[jaewan25]/사원/제조DX.제조DX솔루션.롤맵기술팀" userId="9b8d3797-320f-4df6-b438-abc68e640190" providerId="ADAL" clId="{F306E465-EDDA-48A0-97D6-C2E0F40421CA}" dt="2025-12-10T02:46:44.596" v="717" actId="20577"/>
        <pc:sldMkLst>
          <pc:docMk/>
          <pc:sldMk cId="3266697761" sldId="2278"/>
        </pc:sldMkLst>
        <pc:spChg chg="mod">
          <ac:chgData name="박재완(JAEWAN PARK)[jaewan25]/사원/제조DX.제조DX솔루션.롤맵기술팀" userId="9b8d3797-320f-4df6-b438-abc68e640190" providerId="ADAL" clId="{F306E465-EDDA-48A0-97D6-C2E0F40421CA}" dt="2025-12-10T02:46:44.596" v="717" actId="20577"/>
          <ac:spMkLst>
            <pc:docMk/>
            <pc:sldMk cId="3266697761" sldId="2278"/>
            <ac:spMk id="2" creationId="{D0FF2AED-0046-C817-3E30-4FE796B4077E}"/>
          </ac:spMkLst>
        </pc:spChg>
      </pc:sldChg>
      <pc:sldChg chg="modSp mod">
        <pc:chgData name="박재완(JAEWAN PARK)[jaewan25]/사원/제조DX.제조DX솔루션.롤맵기술팀" userId="9b8d3797-320f-4df6-b438-abc68e640190" providerId="ADAL" clId="{F306E465-EDDA-48A0-97D6-C2E0F40421CA}" dt="2025-12-10T02:52:02.017" v="1077" actId="207"/>
        <pc:sldMkLst>
          <pc:docMk/>
          <pc:sldMk cId="1357868518" sldId="2147481919"/>
        </pc:sldMkLst>
        <pc:spChg chg="mod">
          <ac:chgData name="박재완(JAEWAN PARK)[jaewan25]/사원/제조DX.제조DX솔루션.롤맵기술팀" userId="9b8d3797-320f-4df6-b438-abc68e640190" providerId="ADAL" clId="{F306E465-EDDA-48A0-97D6-C2E0F40421CA}" dt="2025-12-10T02:48:55.760" v="839" actId="20577"/>
          <ac:spMkLst>
            <pc:docMk/>
            <pc:sldMk cId="1357868518" sldId="2147481919"/>
            <ac:spMk id="18" creationId="{72943F47-EAEA-4391-A2BC-C7C33A8E8CFD}"/>
          </ac:spMkLst>
        </pc:spChg>
        <pc:graphicFrameChg chg="mod modGraphic">
          <ac:chgData name="박재완(JAEWAN PARK)[jaewan25]/사원/제조DX.제조DX솔루션.롤맵기술팀" userId="9b8d3797-320f-4df6-b438-abc68e640190" providerId="ADAL" clId="{F306E465-EDDA-48A0-97D6-C2E0F40421CA}" dt="2025-12-10T02:52:02.017" v="1077" actId="207"/>
          <ac:graphicFrameMkLst>
            <pc:docMk/>
            <pc:sldMk cId="1357868518" sldId="2147481919"/>
            <ac:graphicFrameMk id="3" creationId="{3E86696F-E35A-4B06-9B46-63A4A6A986C1}"/>
          </ac:graphicFrameMkLst>
        </pc:graphicFrameChg>
      </pc:sldChg>
      <pc:sldChg chg="modSp mod">
        <pc:chgData name="박재완(JAEWAN PARK)[jaewan25]/사원/제조DX.제조DX솔루션.롤맵기술팀" userId="9b8d3797-320f-4df6-b438-abc68e640190" providerId="ADAL" clId="{F306E465-EDDA-48A0-97D6-C2E0F40421CA}" dt="2025-12-10T04:32:34.377" v="1594" actId="207"/>
        <pc:sldMkLst>
          <pc:docMk/>
          <pc:sldMk cId="3218446010" sldId="2147481940"/>
        </pc:sldMkLst>
        <pc:graphicFrameChg chg="mod modGraphic">
          <ac:chgData name="박재완(JAEWAN PARK)[jaewan25]/사원/제조DX.제조DX솔루션.롤맵기술팀" userId="9b8d3797-320f-4df6-b438-abc68e640190" providerId="ADAL" clId="{F306E465-EDDA-48A0-97D6-C2E0F40421CA}" dt="2025-12-10T04:32:34.377" v="1594" actId="207"/>
          <ac:graphicFrameMkLst>
            <pc:docMk/>
            <pc:sldMk cId="3218446010" sldId="2147481940"/>
            <ac:graphicFrameMk id="18" creationId="{BAF0B2EF-E0A9-4EBE-8B41-8BAD7EC3E9EB}"/>
          </ac:graphicFrameMkLst>
        </pc:graphicFrameChg>
      </pc:sldChg>
      <pc:sldChg chg="modSp mod">
        <pc:chgData name="박재완(JAEWAN PARK)[jaewan25]/사원/제조DX.제조DX솔루션.롤맵기술팀" userId="9b8d3797-320f-4df6-b438-abc68e640190" providerId="ADAL" clId="{F306E465-EDDA-48A0-97D6-C2E0F40421CA}" dt="2025-12-10T02:13:11.243" v="2" actId="2084"/>
        <pc:sldMkLst>
          <pc:docMk/>
          <pc:sldMk cId="2260942690" sldId="2147481980"/>
        </pc:sldMkLst>
        <pc:graphicFrameChg chg="mod modGraphic">
          <ac:chgData name="박재완(JAEWAN PARK)[jaewan25]/사원/제조DX.제조DX솔루션.롤맵기술팀" userId="9b8d3797-320f-4df6-b438-abc68e640190" providerId="ADAL" clId="{F306E465-EDDA-48A0-97D6-C2E0F40421CA}" dt="2025-12-10T02:13:11.243" v="2" actId="2084"/>
          <ac:graphicFrameMkLst>
            <pc:docMk/>
            <pc:sldMk cId="2260942690" sldId="2147481980"/>
            <ac:graphicFrameMk id="49" creationId="{57380341-376F-4DEE-8A90-ED2633F4EBF8}"/>
          </ac:graphicFrameMkLst>
        </pc:graphicFrameChg>
      </pc:sldChg>
      <pc:sldChg chg="modSp mod">
        <pc:chgData name="박재완(JAEWAN PARK)[jaewan25]/사원/제조DX.제조DX솔루션.롤맵기술팀" userId="9b8d3797-320f-4df6-b438-abc68e640190" providerId="ADAL" clId="{F306E465-EDDA-48A0-97D6-C2E0F40421CA}" dt="2025-12-10T04:32:29.019" v="1592" actId="207"/>
        <pc:sldMkLst>
          <pc:docMk/>
          <pc:sldMk cId="719476191" sldId="2147482153"/>
        </pc:sldMkLst>
        <pc:graphicFrameChg chg="mod modGraphic">
          <ac:chgData name="박재완(JAEWAN PARK)[jaewan25]/사원/제조DX.제조DX솔루션.롤맵기술팀" userId="9b8d3797-320f-4df6-b438-abc68e640190" providerId="ADAL" clId="{F306E465-EDDA-48A0-97D6-C2E0F40421CA}" dt="2025-12-10T04:32:29.019" v="1592" actId="207"/>
          <ac:graphicFrameMkLst>
            <pc:docMk/>
            <pc:sldMk cId="719476191" sldId="2147482153"/>
            <ac:graphicFrameMk id="16" creationId="{7D721578-E29B-1908-F5C8-865F5E8CB423}"/>
          </ac:graphicFrameMkLst>
        </pc:graphicFrameChg>
      </pc:sldChg>
      <pc:sldChg chg="modSp mod">
        <pc:chgData name="박재완(JAEWAN PARK)[jaewan25]/사원/제조DX.제조DX솔루션.롤맵기술팀" userId="9b8d3797-320f-4df6-b438-abc68e640190" providerId="ADAL" clId="{F306E465-EDDA-48A0-97D6-C2E0F40421CA}" dt="2025-12-10T04:32:23.500" v="1590" actId="207"/>
        <pc:sldMkLst>
          <pc:docMk/>
          <pc:sldMk cId="1357361098" sldId="2147482154"/>
        </pc:sldMkLst>
        <pc:graphicFrameChg chg="mod modGraphic">
          <ac:chgData name="박재완(JAEWAN PARK)[jaewan25]/사원/제조DX.제조DX솔루션.롤맵기술팀" userId="9b8d3797-320f-4df6-b438-abc68e640190" providerId="ADAL" clId="{F306E465-EDDA-48A0-97D6-C2E0F40421CA}" dt="2025-12-10T04:32:23.500" v="1590" actId="207"/>
          <ac:graphicFrameMkLst>
            <pc:docMk/>
            <pc:sldMk cId="1357361098" sldId="2147482154"/>
            <ac:graphicFrameMk id="16" creationId="{D6B5DFDE-F607-1154-D4E6-3B128C81C5CC}"/>
          </ac:graphicFrameMkLst>
        </pc:graphicFrameChg>
      </pc:sldChg>
      <pc:sldChg chg="modSp mod">
        <pc:chgData name="박재완(JAEWAN PARK)[jaewan25]/사원/제조DX.제조DX솔루션.롤맵기술팀" userId="9b8d3797-320f-4df6-b438-abc68e640190" providerId="ADAL" clId="{F306E465-EDDA-48A0-97D6-C2E0F40421CA}" dt="2025-12-10T04:31:18.457" v="1570"/>
        <pc:sldMkLst>
          <pc:docMk/>
          <pc:sldMk cId="2756542074" sldId="2147482155"/>
        </pc:sldMkLst>
        <pc:graphicFrameChg chg="mod modGraphic">
          <ac:chgData name="박재완(JAEWAN PARK)[jaewan25]/사원/제조DX.제조DX솔루션.롤맵기술팀" userId="9b8d3797-320f-4df6-b438-abc68e640190" providerId="ADAL" clId="{F306E465-EDDA-48A0-97D6-C2E0F40421CA}" dt="2025-12-10T04:31:18.457" v="1570"/>
          <ac:graphicFrameMkLst>
            <pc:docMk/>
            <pc:sldMk cId="2756542074" sldId="2147482155"/>
            <ac:graphicFrameMk id="16" creationId="{A49895C2-4737-1562-091D-B6B603641885}"/>
          </ac:graphicFrameMkLst>
        </pc:graphicFrameChg>
        <pc:graphicFrameChg chg="mod modGraphic">
          <ac:chgData name="박재완(JAEWAN PARK)[jaewan25]/사원/제조DX.제조DX솔루션.롤맵기술팀" userId="9b8d3797-320f-4df6-b438-abc68e640190" providerId="ADAL" clId="{F306E465-EDDA-48A0-97D6-C2E0F40421CA}" dt="2025-12-10T04:30:50.566" v="1566" actId="207"/>
          <ac:graphicFrameMkLst>
            <pc:docMk/>
            <pc:sldMk cId="2756542074" sldId="2147482155"/>
            <ac:graphicFrameMk id="30" creationId="{FD723AF4-8C6A-45D2-91AF-E831F6E1C5CD}"/>
          </ac:graphicFrameMkLst>
        </pc:graphicFrameChg>
      </pc:sldChg>
      <pc:sldChg chg="modSp mod">
        <pc:chgData name="박재완(JAEWAN PARK)[jaewan25]/사원/제조DX.제조DX솔루션.롤맵기술팀" userId="9b8d3797-320f-4df6-b438-abc68e640190" providerId="ADAL" clId="{F306E465-EDDA-48A0-97D6-C2E0F40421CA}" dt="2025-12-10T04:32:14.350" v="1588" actId="207"/>
        <pc:sldMkLst>
          <pc:docMk/>
          <pc:sldMk cId="1685760430" sldId="2147482156"/>
        </pc:sldMkLst>
        <pc:graphicFrameChg chg="mod modGraphic">
          <ac:chgData name="박재완(JAEWAN PARK)[jaewan25]/사원/제조DX.제조DX솔루션.롤맵기술팀" userId="9b8d3797-320f-4df6-b438-abc68e640190" providerId="ADAL" clId="{F306E465-EDDA-48A0-97D6-C2E0F40421CA}" dt="2025-12-10T04:32:14.350" v="1588" actId="207"/>
          <ac:graphicFrameMkLst>
            <pc:docMk/>
            <pc:sldMk cId="1685760430" sldId="2147482156"/>
            <ac:graphicFrameMk id="16" creationId="{4763483A-EA72-223E-C795-104BBB0A00FB}"/>
          </ac:graphicFrameMkLst>
        </pc:graphicFrameChg>
      </pc:sldChg>
      <pc:sldChg chg="modSp mod">
        <pc:chgData name="박재완(JAEWAN PARK)[jaewan25]/사원/제조DX.제조DX솔루션.롤맵기술팀" userId="9b8d3797-320f-4df6-b438-abc68e640190" providerId="ADAL" clId="{F306E465-EDDA-48A0-97D6-C2E0F40421CA}" dt="2025-12-10T04:32:01.884" v="1583" actId="207"/>
        <pc:sldMkLst>
          <pc:docMk/>
          <pc:sldMk cId="1270712381" sldId="2147482157"/>
        </pc:sldMkLst>
        <pc:graphicFrameChg chg="mod modGraphic">
          <ac:chgData name="박재완(JAEWAN PARK)[jaewan25]/사원/제조DX.제조DX솔루션.롤맵기술팀" userId="9b8d3797-320f-4df6-b438-abc68e640190" providerId="ADAL" clId="{F306E465-EDDA-48A0-97D6-C2E0F40421CA}" dt="2025-12-10T04:32:01.884" v="1583" actId="207"/>
          <ac:graphicFrameMkLst>
            <pc:docMk/>
            <pc:sldMk cId="1270712381" sldId="2147482157"/>
            <ac:graphicFrameMk id="16" creationId="{036EE05A-7B4C-FBDE-5F92-A050D4DFE80E}"/>
          </ac:graphicFrameMkLst>
        </pc:graphicFrameChg>
      </pc:sldChg>
      <pc:sldChg chg="modSp mod">
        <pc:chgData name="박재완(JAEWAN PARK)[jaewan25]/사원/제조DX.제조DX솔루션.롤맵기술팀" userId="9b8d3797-320f-4df6-b438-abc68e640190" providerId="ADAL" clId="{F306E465-EDDA-48A0-97D6-C2E0F40421CA}" dt="2025-12-10T04:31:55.467" v="1581" actId="207"/>
        <pc:sldMkLst>
          <pc:docMk/>
          <pc:sldMk cId="3468524003" sldId="2147482158"/>
        </pc:sldMkLst>
        <pc:graphicFrameChg chg="mod modGraphic">
          <ac:chgData name="박재완(JAEWAN PARK)[jaewan25]/사원/제조DX.제조DX솔루션.롤맵기술팀" userId="9b8d3797-320f-4df6-b438-abc68e640190" providerId="ADAL" clId="{F306E465-EDDA-48A0-97D6-C2E0F40421CA}" dt="2025-12-10T04:31:55.467" v="1581" actId="207"/>
          <ac:graphicFrameMkLst>
            <pc:docMk/>
            <pc:sldMk cId="3468524003" sldId="2147482158"/>
            <ac:graphicFrameMk id="16" creationId="{CB0E2323-D1D0-F431-66A8-D4863F47FEF4}"/>
          </ac:graphicFrameMkLst>
        </pc:graphicFrameChg>
      </pc:sldChg>
      <pc:sldChg chg="modSp mod">
        <pc:chgData name="박재완(JAEWAN PARK)[jaewan25]/사원/제조DX.제조DX솔루션.롤맵기술팀" userId="9b8d3797-320f-4df6-b438-abc68e640190" providerId="ADAL" clId="{F306E465-EDDA-48A0-97D6-C2E0F40421CA}" dt="2025-12-10T04:31:49.348" v="1579" actId="207"/>
        <pc:sldMkLst>
          <pc:docMk/>
          <pc:sldMk cId="3982393149" sldId="2147482159"/>
        </pc:sldMkLst>
        <pc:graphicFrameChg chg="mod modGraphic">
          <ac:chgData name="박재완(JAEWAN PARK)[jaewan25]/사원/제조DX.제조DX솔루션.롤맵기술팀" userId="9b8d3797-320f-4df6-b438-abc68e640190" providerId="ADAL" clId="{F306E465-EDDA-48A0-97D6-C2E0F40421CA}" dt="2025-12-10T04:31:49.348" v="1579" actId="207"/>
          <ac:graphicFrameMkLst>
            <pc:docMk/>
            <pc:sldMk cId="3982393149" sldId="2147482159"/>
            <ac:graphicFrameMk id="16" creationId="{83986431-2BA6-7FBA-CA12-CF463506D301}"/>
          </ac:graphicFrameMkLst>
        </pc:graphicFrameChg>
      </pc:sldChg>
      <pc:sldChg chg="modSp mod">
        <pc:chgData name="박재완(JAEWAN PARK)[jaewan25]/사원/제조DX.제조DX솔루션.롤맵기술팀" userId="9b8d3797-320f-4df6-b438-abc68e640190" providerId="ADAL" clId="{F306E465-EDDA-48A0-97D6-C2E0F40421CA}" dt="2025-12-10T04:31:41.037" v="1577" actId="207"/>
        <pc:sldMkLst>
          <pc:docMk/>
          <pc:sldMk cId="4127400384" sldId="2147482160"/>
        </pc:sldMkLst>
        <pc:graphicFrameChg chg="mod modGraphic">
          <ac:chgData name="박재완(JAEWAN PARK)[jaewan25]/사원/제조DX.제조DX솔루션.롤맵기술팀" userId="9b8d3797-320f-4df6-b438-abc68e640190" providerId="ADAL" clId="{F306E465-EDDA-48A0-97D6-C2E0F40421CA}" dt="2025-12-10T04:31:41.037" v="1577" actId="207"/>
          <ac:graphicFrameMkLst>
            <pc:docMk/>
            <pc:sldMk cId="4127400384" sldId="2147482160"/>
            <ac:graphicFrameMk id="15" creationId="{CDC76027-00C0-E482-F77B-ED0912123DEF}"/>
          </ac:graphicFrameMkLst>
        </pc:graphicFrameChg>
      </pc:sldChg>
      <pc:sldChg chg="delSp modSp mod">
        <pc:chgData name="박재완(JAEWAN PARK)[jaewan25]/사원/제조DX.제조DX솔루션.롤맵기술팀" userId="9b8d3797-320f-4df6-b438-abc68e640190" providerId="ADAL" clId="{F306E465-EDDA-48A0-97D6-C2E0F40421CA}" dt="2025-12-10T02:48:07.553" v="828" actId="207"/>
        <pc:sldMkLst>
          <pc:docMk/>
          <pc:sldMk cId="1679489757" sldId="2147482178"/>
        </pc:sldMkLst>
        <pc:spChg chg="del">
          <ac:chgData name="박재완(JAEWAN PARK)[jaewan25]/사원/제조DX.제조DX솔루션.롤맵기술팀" userId="9b8d3797-320f-4df6-b438-abc68e640190" providerId="ADAL" clId="{F306E465-EDDA-48A0-97D6-C2E0F40421CA}" dt="2025-12-10T02:20:56.348" v="9" actId="478"/>
          <ac:spMkLst>
            <pc:docMk/>
            <pc:sldMk cId="1679489757" sldId="2147482178"/>
            <ac:spMk id="15" creationId="{038D2D51-B340-4A72-B5D6-D382D8790185}"/>
          </ac:spMkLst>
        </pc:spChg>
        <pc:spChg chg="mod">
          <ac:chgData name="박재완(JAEWAN PARK)[jaewan25]/사원/제조DX.제조DX솔루션.롤맵기술팀" userId="9b8d3797-320f-4df6-b438-abc68e640190" providerId="ADAL" clId="{F306E465-EDDA-48A0-97D6-C2E0F40421CA}" dt="2025-12-10T02:23:16.652" v="387" actId="20577"/>
          <ac:spMkLst>
            <pc:docMk/>
            <pc:sldMk cId="1679489757" sldId="2147482178"/>
            <ac:spMk id="18" creationId="{72943F47-EAEA-4391-A2BC-C7C33A8E8CFD}"/>
          </ac:spMkLst>
        </pc:spChg>
        <pc:graphicFrameChg chg="mod modGraphic">
          <ac:chgData name="박재완(JAEWAN PARK)[jaewan25]/사원/제조DX.제조DX솔루션.롤맵기술팀" userId="9b8d3797-320f-4df6-b438-abc68e640190" providerId="ADAL" clId="{F306E465-EDDA-48A0-97D6-C2E0F40421CA}" dt="2025-12-10T02:48:07.553" v="828" actId="207"/>
          <ac:graphicFrameMkLst>
            <pc:docMk/>
            <pc:sldMk cId="1679489757" sldId="2147482178"/>
            <ac:graphicFrameMk id="3" creationId="{3E86696F-E35A-4B06-9B46-63A4A6A986C1}"/>
          </ac:graphicFrameMkLst>
        </pc:graphicFrameChg>
      </pc:sldChg>
      <pc:sldChg chg="modSp mod">
        <pc:chgData name="박재완(JAEWAN PARK)[jaewan25]/사원/제조DX.제조DX솔루션.롤맵기술팀" userId="9b8d3797-320f-4df6-b438-abc68e640190" providerId="ADAL" clId="{F306E465-EDDA-48A0-97D6-C2E0F40421CA}" dt="2025-12-10T02:48:29.946" v="836" actId="207"/>
        <pc:sldMkLst>
          <pc:docMk/>
          <pc:sldMk cId="1221641555" sldId="2147482179"/>
        </pc:sldMkLst>
        <pc:spChg chg="mod">
          <ac:chgData name="박재완(JAEWAN PARK)[jaewan25]/사원/제조DX.제조DX솔루션.롤맵기술팀" userId="9b8d3797-320f-4df6-b438-abc68e640190" providerId="ADAL" clId="{F306E465-EDDA-48A0-97D6-C2E0F40421CA}" dt="2025-12-10T02:48:21.545" v="835" actId="20577"/>
          <ac:spMkLst>
            <pc:docMk/>
            <pc:sldMk cId="1221641555" sldId="2147482179"/>
            <ac:spMk id="18" creationId="{72943F47-EAEA-4391-A2BC-C7C33A8E8CFD}"/>
          </ac:spMkLst>
        </pc:spChg>
        <pc:graphicFrameChg chg="modGraphic">
          <ac:chgData name="박재완(JAEWAN PARK)[jaewan25]/사원/제조DX.제조DX솔루션.롤맵기술팀" userId="9b8d3797-320f-4df6-b438-abc68e640190" providerId="ADAL" clId="{F306E465-EDDA-48A0-97D6-C2E0F40421CA}" dt="2025-12-10T02:48:29.946" v="836" actId="207"/>
          <ac:graphicFrameMkLst>
            <pc:docMk/>
            <pc:sldMk cId="1221641555" sldId="2147482179"/>
            <ac:graphicFrameMk id="3" creationId="{3E86696F-E35A-4B06-9B46-63A4A6A986C1}"/>
          </ac:graphicFrameMkLst>
        </pc:graphicFrameChg>
      </pc:sldChg>
    </pc:docChg>
  </pc:docChgLst>
  <pc:docChgLst>
    <pc:chgData name="전기영(GIYEONG JEON)[jeongy]/책임/제조DX.제조DX솔루션.롤맵기술팀" userId="9bc6f0c3-3ae2-4a3b-ab31-c290bb6ed01a" providerId="ADAL" clId="{34F84ED5-C36C-41D9-B265-DF3BED2166F4}"/>
    <pc:docChg chg="custSel modSld">
      <pc:chgData name="전기영(GIYEONG JEON)[jeongy]/책임/제조DX.제조DX솔루션.롤맵기술팀" userId="9bc6f0c3-3ae2-4a3b-ab31-c290bb6ed01a" providerId="ADAL" clId="{34F84ED5-C36C-41D9-B265-DF3BED2166F4}" dt="2025-10-22T01:45:21.038" v="1907" actId="20577"/>
      <pc:docMkLst>
        <pc:docMk/>
      </pc:docMkLst>
      <pc:sldChg chg="modSp">
        <pc:chgData name="전기영(GIYEONG JEON)[jeongy]/책임/제조DX.제조DX솔루션.롤맵기술팀" userId="9bc6f0c3-3ae2-4a3b-ab31-c290bb6ed01a" providerId="ADAL" clId="{34F84ED5-C36C-41D9-B265-DF3BED2166F4}" dt="2025-10-22T01:26:14.400" v="7" actId="20577"/>
        <pc:sldMkLst>
          <pc:docMk/>
          <pc:sldMk cId="2838777384" sldId="1924"/>
        </pc:sldMkLst>
        <pc:spChg chg="mod">
          <ac:chgData name="전기영(GIYEONG JEON)[jeongy]/책임/제조DX.제조DX솔루션.롤맵기술팀" userId="9bc6f0c3-3ae2-4a3b-ab31-c290bb6ed01a" providerId="ADAL" clId="{34F84ED5-C36C-41D9-B265-DF3BED2166F4}" dt="2025-10-22T01:26:14.400" v="7" actId="20577"/>
          <ac:spMkLst>
            <pc:docMk/>
            <pc:sldMk cId="2838777384" sldId="1924"/>
            <ac:spMk id="26" creationId="{4B851281-5337-41CE-8F52-BF731257E53C}"/>
          </ac:spMkLst>
        </pc:spChg>
      </pc:sldChg>
      <pc:sldChg chg="modSp">
        <pc:chgData name="전기영(GIYEONG JEON)[jeongy]/책임/제조DX.제조DX솔루션.롤맵기술팀" userId="9bc6f0c3-3ae2-4a3b-ab31-c290bb6ed01a" providerId="ADAL" clId="{34F84ED5-C36C-41D9-B265-DF3BED2166F4}" dt="2025-10-22T01:29:56.161" v="151" actId="20577"/>
        <pc:sldMkLst>
          <pc:docMk/>
          <pc:sldMk cId="3266697761" sldId="2278"/>
        </pc:sldMkLst>
        <pc:spChg chg="mod">
          <ac:chgData name="전기영(GIYEONG JEON)[jeongy]/책임/제조DX.제조DX솔루션.롤맵기술팀" userId="9bc6f0c3-3ae2-4a3b-ab31-c290bb6ed01a" providerId="ADAL" clId="{34F84ED5-C36C-41D9-B265-DF3BED2166F4}" dt="2025-10-22T01:29:56.161" v="151" actId="20577"/>
          <ac:spMkLst>
            <pc:docMk/>
            <pc:sldMk cId="3266697761" sldId="2278"/>
            <ac:spMk id="18" creationId="{FC55D7C3-19BB-417C-88D2-249E3D408DED}"/>
          </ac:spMkLst>
        </pc:spChg>
      </pc:sldChg>
      <pc:sldChg chg="modSp">
        <pc:chgData name="전기영(GIYEONG JEON)[jeongy]/책임/제조DX.제조DX솔루션.롤맵기술팀" userId="9bc6f0c3-3ae2-4a3b-ab31-c290bb6ed01a" providerId="ADAL" clId="{34F84ED5-C36C-41D9-B265-DF3BED2166F4}" dt="2025-10-22T01:26:10.780" v="3" actId="20577"/>
        <pc:sldMkLst>
          <pc:docMk/>
          <pc:sldMk cId="2387407934" sldId="2147481881"/>
        </pc:sldMkLst>
        <pc:spChg chg="mod">
          <ac:chgData name="전기영(GIYEONG JEON)[jeongy]/책임/제조DX.제조DX솔루션.롤맵기술팀" userId="9bc6f0c3-3ae2-4a3b-ab31-c290bb6ed01a" providerId="ADAL" clId="{34F84ED5-C36C-41D9-B265-DF3BED2166F4}" dt="2025-10-22T01:26:10.780" v="3" actId="20577"/>
          <ac:spMkLst>
            <pc:docMk/>
            <pc:sldMk cId="2387407934" sldId="2147481881"/>
            <ac:spMk id="82" creationId="{6E629A8E-DFC1-46F5-86E9-DF516FCEBFAD}"/>
          </ac:spMkLst>
        </pc:spChg>
      </pc:sldChg>
      <pc:sldChg chg="modSp">
        <pc:chgData name="전기영(GIYEONG JEON)[jeongy]/책임/제조DX.제조DX솔루션.롤맵기술팀" userId="9bc6f0c3-3ae2-4a3b-ab31-c290bb6ed01a" providerId="ADAL" clId="{34F84ED5-C36C-41D9-B265-DF3BED2166F4}" dt="2025-10-22T01:32:24.019" v="358" actId="207"/>
        <pc:sldMkLst>
          <pc:docMk/>
          <pc:sldMk cId="1825793658" sldId="2147481922"/>
        </pc:sldMkLst>
        <pc:spChg chg="mod">
          <ac:chgData name="전기영(GIYEONG JEON)[jeongy]/책임/제조DX.제조DX솔루션.롤맵기술팀" userId="9bc6f0c3-3ae2-4a3b-ab31-c290bb6ed01a" providerId="ADAL" clId="{34F84ED5-C36C-41D9-B265-DF3BED2166F4}" dt="2025-10-22T01:30:55.884" v="157" actId="20577"/>
          <ac:spMkLst>
            <pc:docMk/>
            <pc:sldMk cId="1825793658" sldId="2147481922"/>
            <ac:spMk id="18" creationId="{72943F47-EAEA-4391-A2BC-C7C33A8E8CFD}"/>
          </ac:spMkLst>
        </pc:spChg>
        <pc:graphicFrameChg chg="mod modGraphic">
          <ac:chgData name="전기영(GIYEONG JEON)[jeongy]/책임/제조DX.제조DX솔루션.롤맵기술팀" userId="9bc6f0c3-3ae2-4a3b-ab31-c290bb6ed01a" providerId="ADAL" clId="{34F84ED5-C36C-41D9-B265-DF3BED2166F4}" dt="2025-10-22T01:32:24.019" v="358" actId="207"/>
          <ac:graphicFrameMkLst>
            <pc:docMk/>
            <pc:sldMk cId="1825793658" sldId="2147481922"/>
            <ac:graphicFrameMk id="3" creationId="{3E86696F-E35A-4B06-9B46-63A4A6A986C1}"/>
          </ac:graphicFrameMkLst>
        </pc:graphicFrameChg>
      </pc:sldChg>
      <pc:sldChg chg="modSp">
        <pc:chgData name="전기영(GIYEONG JEON)[jeongy]/책임/제조DX.제조DX솔루션.롤맵기술팀" userId="9bc6f0c3-3ae2-4a3b-ab31-c290bb6ed01a" providerId="ADAL" clId="{34F84ED5-C36C-41D9-B265-DF3BED2166F4}" dt="2025-10-22T01:39:57.145" v="1568" actId="207"/>
        <pc:sldMkLst>
          <pc:docMk/>
          <pc:sldMk cId="2994820085" sldId="2147481926"/>
        </pc:sldMkLst>
        <pc:spChg chg="mod">
          <ac:chgData name="전기영(GIYEONG JEON)[jeongy]/책임/제조DX.제조DX솔루션.롤맵기술팀" userId="9bc6f0c3-3ae2-4a3b-ab31-c290bb6ed01a" providerId="ADAL" clId="{34F84ED5-C36C-41D9-B265-DF3BED2166F4}" dt="2025-10-22T01:39:50.947" v="1567" actId="20577"/>
          <ac:spMkLst>
            <pc:docMk/>
            <pc:sldMk cId="2994820085" sldId="2147481926"/>
            <ac:spMk id="18" creationId="{72943F47-EAEA-4391-A2BC-C7C33A8E8CFD}"/>
          </ac:spMkLst>
        </pc:spChg>
        <pc:graphicFrameChg chg="mod modGraphic">
          <ac:chgData name="전기영(GIYEONG JEON)[jeongy]/책임/제조DX.제조DX솔루션.롤맵기술팀" userId="9bc6f0c3-3ae2-4a3b-ab31-c290bb6ed01a" providerId="ADAL" clId="{34F84ED5-C36C-41D9-B265-DF3BED2166F4}" dt="2025-10-22T01:39:57.145" v="1568" actId="207"/>
          <ac:graphicFrameMkLst>
            <pc:docMk/>
            <pc:sldMk cId="2994820085" sldId="2147481926"/>
            <ac:graphicFrameMk id="11" creationId="{C66F9B45-D343-4DF8-ABA9-D48571FAC964}"/>
          </ac:graphicFrameMkLst>
        </pc:graphicFrameChg>
      </pc:sldChg>
      <pc:sldChg chg="modSp">
        <pc:chgData name="전기영(GIYEONG JEON)[jeongy]/책임/제조DX.제조DX솔루션.롤맵기술팀" userId="9bc6f0c3-3ae2-4a3b-ab31-c290bb6ed01a" providerId="ADAL" clId="{34F84ED5-C36C-41D9-B265-DF3BED2166F4}" dt="2025-10-22T01:36:28.258" v="1101" actId="207"/>
        <pc:sldMkLst>
          <pc:docMk/>
          <pc:sldMk cId="3019991654" sldId="2147481963"/>
        </pc:sldMkLst>
        <pc:spChg chg="mod">
          <ac:chgData name="전기영(GIYEONG JEON)[jeongy]/책임/제조DX.제조DX솔루션.롤맵기술팀" userId="9bc6f0c3-3ae2-4a3b-ab31-c290bb6ed01a" providerId="ADAL" clId="{34F84ED5-C36C-41D9-B265-DF3BED2166F4}" dt="2025-10-22T01:33:43.035" v="632" actId="20577"/>
          <ac:spMkLst>
            <pc:docMk/>
            <pc:sldMk cId="3019991654" sldId="2147481963"/>
            <ac:spMk id="18" creationId="{72943F47-EAEA-4391-A2BC-C7C33A8E8CFD}"/>
          </ac:spMkLst>
        </pc:spChg>
        <pc:graphicFrameChg chg="mod modGraphic">
          <ac:chgData name="전기영(GIYEONG JEON)[jeongy]/책임/제조DX.제조DX솔루션.롤맵기술팀" userId="9bc6f0c3-3ae2-4a3b-ab31-c290bb6ed01a" providerId="ADAL" clId="{34F84ED5-C36C-41D9-B265-DF3BED2166F4}" dt="2025-10-22T01:36:28.258" v="1101" actId="207"/>
          <ac:graphicFrameMkLst>
            <pc:docMk/>
            <pc:sldMk cId="3019991654" sldId="2147481963"/>
            <ac:graphicFrameMk id="3" creationId="{3E86696F-E35A-4B06-9B46-63A4A6A986C1}"/>
          </ac:graphicFrameMkLst>
        </pc:graphicFrameChg>
      </pc:sldChg>
      <pc:sldChg chg="modSp">
        <pc:chgData name="전기영(GIYEONG JEON)[jeongy]/책임/제조DX.제조DX솔루션.롤맵기술팀" userId="9bc6f0c3-3ae2-4a3b-ab31-c290bb6ed01a" providerId="ADAL" clId="{34F84ED5-C36C-41D9-B265-DF3BED2166F4}" dt="2025-10-22T01:26:18.008" v="11" actId="20577"/>
        <pc:sldMkLst>
          <pc:docMk/>
          <pc:sldMk cId="2260942690" sldId="2147481980"/>
        </pc:sldMkLst>
        <pc:spChg chg="mod">
          <ac:chgData name="전기영(GIYEONG JEON)[jeongy]/책임/제조DX.제조DX솔루션.롤맵기술팀" userId="9bc6f0c3-3ae2-4a3b-ab31-c290bb6ed01a" providerId="ADAL" clId="{34F84ED5-C36C-41D9-B265-DF3BED2166F4}" dt="2025-10-22T01:26:18.008" v="11" actId="20577"/>
          <ac:spMkLst>
            <pc:docMk/>
            <pc:sldMk cId="2260942690" sldId="2147481980"/>
            <ac:spMk id="32" creationId="{1B2F6CE2-670B-40AF-B5DB-D7558578C8A2}"/>
          </ac:spMkLst>
        </pc:spChg>
      </pc:sldChg>
      <pc:sldChg chg="modSp">
        <pc:chgData name="전기영(GIYEONG JEON)[jeongy]/책임/제조DX.제조DX솔루션.롤맵기술팀" userId="9bc6f0c3-3ae2-4a3b-ab31-c290bb6ed01a" providerId="ADAL" clId="{34F84ED5-C36C-41D9-B265-DF3BED2166F4}" dt="2025-10-22T01:41:48.831" v="1659" actId="20577"/>
        <pc:sldMkLst>
          <pc:docMk/>
          <pc:sldMk cId="1480914234" sldId="2147482094"/>
        </pc:sldMkLst>
        <pc:spChg chg="mod">
          <ac:chgData name="전기영(GIYEONG JEON)[jeongy]/책임/제조DX.제조DX솔루션.롤맵기술팀" userId="9bc6f0c3-3ae2-4a3b-ab31-c290bb6ed01a" providerId="ADAL" clId="{34F84ED5-C36C-41D9-B265-DF3BED2166F4}" dt="2025-10-22T01:41:22.880" v="1635" actId="20577"/>
          <ac:spMkLst>
            <pc:docMk/>
            <pc:sldMk cId="1480914234" sldId="2147482094"/>
            <ac:spMk id="5" creationId="{D18B8649-3C81-4EDD-A9C5-061A9DC39666}"/>
          </ac:spMkLst>
        </pc:spChg>
        <pc:graphicFrameChg chg="mod modGraphic">
          <ac:chgData name="전기영(GIYEONG JEON)[jeongy]/책임/제조DX.제조DX솔루션.롤맵기술팀" userId="9bc6f0c3-3ae2-4a3b-ab31-c290bb6ed01a" providerId="ADAL" clId="{34F84ED5-C36C-41D9-B265-DF3BED2166F4}" dt="2025-10-22T01:41:48.831" v="1659" actId="20577"/>
          <ac:graphicFrameMkLst>
            <pc:docMk/>
            <pc:sldMk cId="1480914234" sldId="2147482094"/>
            <ac:graphicFrameMk id="2" creationId="{BF944F8E-1F62-4F7E-B1C6-632F29AA10BD}"/>
          </ac:graphicFrameMkLst>
        </pc:graphicFrameChg>
      </pc:sldChg>
      <pc:sldChg chg="modSp">
        <pc:chgData name="전기영(GIYEONG JEON)[jeongy]/책임/제조DX.제조DX솔루션.롤맵기술팀" userId="9bc6f0c3-3ae2-4a3b-ab31-c290bb6ed01a" providerId="ADAL" clId="{34F84ED5-C36C-41D9-B265-DF3BED2166F4}" dt="2025-10-22T01:37:45.374" v="1219" actId="20577"/>
        <pc:sldMkLst>
          <pc:docMk/>
          <pc:sldMk cId="2069960929" sldId="2147482097"/>
        </pc:sldMkLst>
        <pc:spChg chg="mod">
          <ac:chgData name="전기영(GIYEONG JEON)[jeongy]/책임/제조DX.제조DX솔루션.롤맵기술팀" userId="9bc6f0c3-3ae2-4a3b-ab31-c290bb6ed01a" providerId="ADAL" clId="{34F84ED5-C36C-41D9-B265-DF3BED2166F4}" dt="2025-10-22T01:36:51.716" v="1107" actId="20577"/>
          <ac:spMkLst>
            <pc:docMk/>
            <pc:sldMk cId="2069960929" sldId="2147482097"/>
            <ac:spMk id="5" creationId="{1BA4416D-28F9-470C-B9CE-A95FA731A2E2}"/>
          </ac:spMkLst>
        </pc:spChg>
        <pc:graphicFrameChg chg="mod modGraphic">
          <ac:chgData name="전기영(GIYEONG JEON)[jeongy]/책임/제조DX.제조DX솔루션.롤맵기술팀" userId="9bc6f0c3-3ae2-4a3b-ab31-c290bb6ed01a" providerId="ADAL" clId="{34F84ED5-C36C-41D9-B265-DF3BED2166F4}" dt="2025-10-22T01:37:45.374" v="1219" actId="20577"/>
          <ac:graphicFrameMkLst>
            <pc:docMk/>
            <pc:sldMk cId="2069960929" sldId="2147482097"/>
            <ac:graphicFrameMk id="2" creationId="{534EE123-7406-4F16-AB1D-7380FC4446F3}"/>
          </ac:graphicFrameMkLst>
        </pc:graphicFrameChg>
      </pc:sldChg>
    </pc:docChg>
  </pc:docChgLst>
  <pc:docChgLst>
    <pc:chgData name="임성묵(SUNGMOOK LIM)[muksung0084]/선임/제조DX.제조DX솔루션.데이터통합분석팀" userId="5ef6c119-0718-4bd2-a22e-105ab5e97655" providerId="ADAL" clId="{17A09647-EDFF-469D-AFEF-1C313030FCF5}"/>
    <pc:docChg chg="undo custSel modSld">
      <pc:chgData name="임성묵(SUNGMOOK LIM)[muksung0084]/선임/제조DX.제조DX솔루션.데이터통합분석팀" userId="5ef6c119-0718-4bd2-a22e-105ab5e97655" providerId="ADAL" clId="{17A09647-EDFF-469D-AFEF-1C313030FCF5}" dt="2025-10-22T05:54:48.587" v="2338" actId="1036"/>
      <pc:docMkLst>
        <pc:docMk/>
      </pc:docMkLst>
      <pc:sldChg chg="modSp">
        <pc:chgData name="임성묵(SUNGMOOK LIM)[muksung0084]/선임/제조DX.제조DX솔루션.데이터통합분석팀" userId="5ef6c119-0718-4bd2-a22e-105ab5e97655" providerId="ADAL" clId="{17A09647-EDFF-469D-AFEF-1C313030FCF5}" dt="2025-10-22T05:37:31.925" v="4" actId="207"/>
        <pc:sldMkLst>
          <pc:docMk/>
          <pc:sldMk cId="4208823273" sldId="2147481955"/>
        </pc:sldMkLst>
        <pc:spChg chg="mod">
          <ac:chgData name="임성묵(SUNGMOOK LIM)[muksung0084]/선임/제조DX.제조DX솔루션.데이터통합분석팀" userId="5ef6c119-0718-4bd2-a22e-105ab5e97655" providerId="ADAL" clId="{17A09647-EDFF-469D-AFEF-1C313030FCF5}" dt="2025-10-22T05:37:26.879" v="3" actId="20577"/>
          <ac:spMkLst>
            <pc:docMk/>
            <pc:sldMk cId="4208823273" sldId="2147481955"/>
            <ac:spMk id="9" creationId="{00000000-0000-0000-0000-000000000000}"/>
          </ac:spMkLst>
        </pc:spChg>
        <pc:graphicFrameChg chg="modGraphic">
          <ac:chgData name="임성묵(SUNGMOOK LIM)[muksung0084]/선임/제조DX.제조DX솔루션.데이터통합분석팀" userId="5ef6c119-0718-4bd2-a22e-105ab5e97655" providerId="ADAL" clId="{17A09647-EDFF-469D-AFEF-1C313030FCF5}" dt="2025-10-22T05:37:31.925" v="4" actId="207"/>
          <ac:graphicFrameMkLst>
            <pc:docMk/>
            <pc:sldMk cId="4208823273" sldId="2147481955"/>
            <ac:graphicFrameMk id="19" creationId="{3E86696F-E35A-4B06-9B46-63A4A6A986C1}"/>
          </ac:graphicFrameMkLst>
        </pc:graphicFrameChg>
      </pc:sldChg>
      <pc:sldChg chg="addSp delSp modSp">
        <pc:chgData name="임성묵(SUNGMOOK LIM)[muksung0084]/선임/제조DX.제조DX솔루션.데이터통합분석팀" userId="5ef6c119-0718-4bd2-a22e-105ab5e97655" providerId="ADAL" clId="{17A09647-EDFF-469D-AFEF-1C313030FCF5}" dt="2025-10-22T05:47:27.524" v="1512" actId="1076"/>
        <pc:sldMkLst>
          <pc:docMk/>
          <pc:sldMk cId="216908218" sldId="2147481958"/>
        </pc:sldMkLst>
        <pc:spChg chg="mod">
          <ac:chgData name="임성묵(SUNGMOOK LIM)[muksung0084]/선임/제조DX.제조DX솔루션.데이터통합분석팀" userId="5ef6c119-0718-4bd2-a22e-105ab5e97655" providerId="ADAL" clId="{17A09647-EDFF-469D-AFEF-1C313030FCF5}" dt="2025-10-22T05:47:00.772" v="1435" actId="1076"/>
          <ac:spMkLst>
            <pc:docMk/>
            <pc:sldMk cId="216908218" sldId="2147481958"/>
            <ac:spMk id="2" creationId="{376BA916-49E5-40A6-9C7E-CB42729034AC}"/>
          </ac:spMkLst>
        </pc:spChg>
        <pc:spChg chg="mod">
          <ac:chgData name="임성묵(SUNGMOOK LIM)[muksung0084]/선임/제조DX.제조DX솔루션.데이터통합분석팀" userId="5ef6c119-0718-4bd2-a22e-105ab5e97655" providerId="ADAL" clId="{17A09647-EDFF-469D-AFEF-1C313030FCF5}" dt="2025-10-22T05:40:27.298" v="471" actId="20577"/>
          <ac:spMkLst>
            <pc:docMk/>
            <pc:sldMk cId="216908218" sldId="2147481958"/>
            <ac:spMk id="3" creationId="{3149F590-75BC-4D24-AD1C-A66558F2CFDD}"/>
          </ac:spMkLst>
        </pc:spChg>
        <pc:spChg chg="mod">
          <ac:chgData name="임성묵(SUNGMOOK LIM)[muksung0084]/선임/제조DX.제조DX솔루션.데이터통합분석팀" userId="5ef6c119-0718-4bd2-a22e-105ab5e97655" providerId="ADAL" clId="{17A09647-EDFF-469D-AFEF-1C313030FCF5}" dt="2025-10-22T05:39:29.076" v="379" actId="1076"/>
          <ac:spMkLst>
            <pc:docMk/>
            <pc:sldMk cId="216908218" sldId="2147481958"/>
            <ac:spMk id="6" creationId="{F9AD203A-4E6F-4E02-9A69-AE6AE8EE7AB8}"/>
          </ac:spMkLst>
        </pc:spChg>
        <pc:spChg chg="mod">
          <ac:chgData name="임성묵(SUNGMOOK LIM)[muksung0084]/선임/제조DX.제조DX솔루션.데이터통합분석팀" userId="5ef6c119-0718-4bd2-a22e-105ab5e97655" providerId="ADAL" clId="{17A09647-EDFF-469D-AFEF-1C313030FCF5}" dt="2025-10-22T05:37:38.910" v="8" actId="20577"/>
          <ac:spMkLst>
            <pc:docMk/>
            <pc:sldMk cId="216908218" sldId="2147481958"/>
            <ac:spMk id="9" creationId="{00000000-0000-0000-0000-000000000000}"/>
          </ac:spMkLst>
        </pc:spChg>
        <pc:spChg chg="add mod">
          <ac:chgData name="임성묵(SUNGMOOK LIM)[muksung0084]/선임/제조DX.제조DX솔루션.데이터통합분석팀" userId="5ef6c119-0718-4bd2-a22e-105ab5e97655" providerId="ADAL" clId="{17A09647-EDFF-469D-AFEF-1C313030FCF5}" dt="2025-10-22T05:47:03.404" v="1436" actId="1076"/>
          <ac:spMkLst>
            <pc:docMk/>
            <pc:sldMk cId="216908218" sldId="2147481958"/>
            <ac:spMk id="21" creationId="{F83725E4-F05A-4285-B07C-85DB750FD9D5}"/>
          </ac:spMkLst>
        </pc:spChg>
        <pc:spChg chg="mod">
          <ac:chgData name="임성묵(SUNGMOOK LIM)[muksung0084]/선임/제조DX.제조DX솔루션.데이터통합분석팀" userId="5ef6c119-0718-4bd2-a22e-105ab5e97655" providerId="ADAL" clId="{17A09647-EDFF-469D-AFEF-1C313030FCF5}" dt="2025-10-22T05:39:30.699" v="380" actId="1076"/>
          <ac:spMkLst>
            <pc:docMk/>
            <pc:sldMk cId="216908218" sldId="2147481958"/>
            <ac:spMk id="37" creationId="{8DA3EF15-5952-4CC6-82BA-8169AB91B56B}"/>
          </ac:spMkLst>
        </pc:spChg>
        <pc:spChg chg="mod">
          <ac:chgData name="임성묵(SUNGMOOK LIM)[muksung0084]/선임/제조DX.제조DX솔루션.데이터통합분석팀" userId="5ef6c119-0718-4bd2-a22e-105ab5e97655" providerId="ADAL" clId="{17A09647-EDFF-469D-AFEF-1C313030FCF5}" dt="2025-10-22T05:38:55.376" v="314" actId="20577"/>
          <ac:spMkLst>
            <pc:docMk/>
            <pc:sldMk cId="216908218" sldId="2147481958"/>
            <ac:spMk id="78" creationId="{73F4588B-05E1-4E24-87B9-C8FE06318865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17A09647-EDFF-469D-AFEF-1C313030FCF5}" dt="2025-10-22T05:38:01.171" v="106" actId="20577"/>
          <ac:graphicFrameMkLst>
            <pc:docMk/>
            <pc:sldMk cId="216908218" sldId="2147481958"/>
            <ac:graphicFrameMk id="19" creationId="{3E86696F-E35A-4B06-9B46-63A4A6A986C1}"/>
          </ac:graphicFrameMkLst>
        </pc:graphicFrameChg>
      </pc:sldChg>
      <pc:sldChg chg="addSp delSp modSp">
        <pc:chgData name="임성묵(SUNGMOOK LIM)[muksung0084]/선임/제조DX.제조DX솔루션.데이터통합분석팀" userId="5ef6c119-0718-4bd2-a22e-105ab5e97655" providerId="ADAL" clId="{17A09647-EDFF-469D-AFEF-1C313030FCF5}" dt="2025-10-22T05:54:48.587" v="2338" actId="1036"/>
        <pc:sldMkLst>
          <pc:docMk/>
          <pc:sldMk cId="1017769001" sldId="2147482124"/>
        </pc:sldMkLst>
        <pc:spChg chg="mod">
          <ac:chgData name="임성묵(SUNGMOOK LIM)[muksung0084]/선임/제조DX.제조DX솔루션.데이터통합분석팀" userId="5ef6c119-0718-4bd2-a22e-105ab5e97655" providerId="ADAL" clId="{17A09647-EDFF-469D-AFEF-1C313030FCF5}" dt="2025-10-22T05:54:41.356" v="2335" actId="1038"/>
          <ac:spMkLst>
            <pc:docMk/>
            <pc:sldMk cId="1017769001" sldId="2147482124"/>
            <ac:spMk id="4" creationId="{A0667138-91D8-46D7-B0F7-53810FA69B22}"/>
          </ac:spMkLst>
        </pc:spChg>
        <pc:spChg chg="mod">
          <ac:chgData name="임성묵(SUNGMOOK LIM)[muksung0084]/선임/제조DX.제조DX솔루션.데이터통합분석팀" userId="5ef6c119-0718-4bd2-a22e-105ab5e97655" providerId="ADAL" clId="{17A09647-EDFF-469D-AFEF-1C313030FCF5}" dt="2025-10-22T05:47:41.053" v="1516" actId="20577"/>
          <ac:spMkLst>
            <pc:docMk/>
            <pc:sldMk cId="1017769001" sldId="2147482124"/>
            <ac:spMk id="9" creationId="{00000000-0000-0000-0000-000000000000}"/>
          </ac:spMkLst>
        </pc:spChg>
        <pc:spChg chg="mod">
          <ac:chgData name="임성묵(SUNGMOOK LIM)[muksung0084]/선임/제조DX.제조DX솔루션.데이터통합분석팀" userId="5ef6c119-0718-4bd2-a22e-105ab5e97655" providerId="ADAL" clId="{17A09647-EDFF-469D-AFEF-1C313030FCF5}" dt="2025-10-22T05:54:38.495" v="2333" actId="1038"/>
          <ac:spMkLst>
            <pc:docMk/>
            <pc:sldMk cId="1017769001" sldId="2147482124"/>
            <ac:spMk id="23" creationId="{895EC3DB-8F9D-4BD3-B83C-4C19941464B3}"/>
          </ac:spMkLst>
        </pc:spChg>
        <pc:spChg chg="mod">
          <ac:chgData name="임성묵(SUNGMOOK LIM)[muksung0084]/선임/제조DX.제조DX솔루션.데이터통합분석팀" userId="5ef6c119-0718-4bd2-a22e-105ab5e97655" providerId="ADAL" clId="{17A09647-EDFF-469D-AFEF-1C313030FCF5}" dt="2025-10-22T05:54:47.701" v="2336" actId="1076"/>
          <ac:spMkLst>
            <pc:docMk/>
            <pc:sldMk cId="1017769001" sldId="2147482124"/>
            <ac:spMk id="25" creationId="{DD31D646-7880-4DBA-873A-429CC5AB4B86}"/>
          </ac:spMkLst>
        </pc:spChg>
        <pc:spChg chg="mod">
          <ac:chgData name="임성묵(SUNGMOOK LIM)[muksung0084]/선임/제조DX.제조DX솔루션.데이터통합분석팀" userId="5ef6c119-0718-4bd2-a22e-105ab5e97655" providerId="ADAL" clId="{17A09647-EDFF-469D-AFEF-1C313030FCF5}" dt="2025-10-22T05:53:15.653" v="2253" actId="1076"/>
          <ac:spMkLst>
            <pc:docMk/>
            <pc:sldMk cId="1017769001" sldId="2147482124"/>
            <ac:spMk id="29" creationId="{A84A001D-FB72-4307-9D60-775F14FF0E7D}"/>
          </ac:spMkLst>
        </pc:spChg>
        <pc:spChg chg="add mod">
          <ac:chgData name="임성묵(SUNGMOOK LIM)[muksung0084]/선임/제조DX.제조DX솔루션.데이터통합분석팀" userId="5ef6c119-0718-4bd2-a22e-105ab5e97655" providerId="ADAL" clId="{17A09647-EDFF-469D-AFEF-1C313030FCF5}" dt="2025-10-22T05:54:06.328" v="2293" actId="403"/>
          <ac:spMkLst>
            <pc:docMk/>
            <pc:sldMk cId="1017769001" sldId="2147482124"/>
            <ac:spMk id="30" creationId="{81CE6C87-AE76-4CF1-8F69-1D8907E24DCE}"/>
          </ac:spMkLst>
        </pc:spChg>
        <pc:spChg chg="mod">
          <ac:chgData name="임성묵(SUNGMOOK LIM)[muksung0084]/선임/제조DX.제조DX솔루션.데이터통합분석팀" userId="5ef6c119-0718-4bd2-a22e-105ab5e97655" providerId="ADAL" clId="{17A09647-EDFF-469D-AFEF-1C313030FCF5}" dt="2025-10-22T05:54:28.345" v="2318"/>
          <ac:spMkLst>
            <pc:docMk/>
            <pc:sldMk cId="1017769001" sldId="2147482124"/>
            <ac:spMk id="33" creationId="{3782F586-8654-42FA-ABDF-4C75ED5DE5C8}"/>
          </ac:spMkLst>
        </pc:spChg>
        <pc:spChg chg="mod">
          <ac:chgData name="임성묵(SUNGMOOK LIM)[muksung0084]/선임/제조DX.제조DX솔루션.데이터통합분석팀" userId="5ef6c119-0718-4bd2-a22e-105ab5e97655" providerId="ADAL" clId="{17A09647-EDFF-469D-AFEF-1C313030FCF5}" dt="2025-10-22T05:53:29.987" v="2257" actId="20577"/>
          <ac:spMkLst>
            <pc:docMk/>
            <pc:sldMk cId="1017769001" sldId="2147482124"/>
            <ac:spMk id="42" creationId="{2ACC804B-9A0D-4C6F-97B0-9729B810DEC5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17A09647-EDFF-469D-AFEF-1C313030FCF5}" dt="2025-10-22T05:48:02.631" v="1539" actId="207"/>
          <ac:graphicFrameMkLst>
            <pc:docMk/>
            <pc:sldMk cId="1017769001" sldId="2147482124"/>
            <ac:graphicFrameMk id="19" creationId="{3E86696F-E35A-4B06-9B46-63A4A6A986C1}"/>
          </ac:graphicFrameMkLst>
        </pc:graphicFrameChg>
        <pc:picChg chg="add mod">
          <ac:chgData name="임성묵(SUNGMOOK LIM)[muksung0084]/선임/제조DX.제조DX솔루션.데이터통합분석팀" userId="5ef6c119-0718-4bd2-a22e-105ab5e97655" providerId="ADAL" clId="{17A09647-EDFF-469D-AFEF-1C313030FCF5}" dt="2025-10-22T05:54:48.587" v="2338" actId="1036"/>
          <ac:picMkLst>
            <pc:docMk/>
            <pc:sldMk cId="1017769001" sldId="2147482124"/>
            <ac:picMk id="2" creationId="{FCA1AE31-20F0-431D-9E86-596124D97B86}"/>
          </ac:picMkLst>
        </pc:picChg>
      </pc:sldChg>
    </pc:docChg>
  </pc:docChgLst>
  <pc:docChgLst>
    <pc:chgData name="김석중(SEOKJUNG KIM)[ksj_0420]/사원/제조DX.제조DX솔루션.롤맵기술팀" userId="4e10f057-622c-4bad-88ca-d96f01a66173" providerId="ADAL" clId="{314AFE6F-D5CF-4C73-9EC0-A1C6E9B792B9}"/>
    <pc:docChg chg="custSel modSld">
      <pc:chgData name="김석중(SEOKJUNG KIM)[ksj_0420]/사원/제조DX.제조DX솔루션.롤맵기술팀" userId="4e10f057-622c-4bad-88ca-d96f01a66173" providerId="ADAL" clId="{314AFE6F-D5CF-4C73-9EC0-A1C6E9B792B9}" dt="2025-11-12T05:54:11.199" v="798" actId="20577"/>
      <pc:docMkLst>
        <pc:docMk/>
      </pc:docMkLst>
      <pc:sldChg chg="modSp">
        <pc:chgData name="김석중(SEOKJUNG KIM)[ksj_0420]/사원/제조DX.제조DX솔루션.롤맵기술팀" userId="4e10f057-622c-4bad-88ca-d96f01a66173" providerId="ADAL" clId="{314AFE6F-D5CF-4C73-9EC0-A1C6E9B792B9}" dt="2025-11-12T05:51:46.777" v="403" actId="207"/>
        <pc:sldMkLst>
          <pc:docMk/>
          <pc:sldMk cId="31248691" sldId="2147481916"/>
        </pc:sldMkLst>
        <pc:spChg chg="mod">
          <ac:chgData name="김석중(SEOKJUNG KIM)[ksj_0420]/사원/제조DX.제조DX솔루션.롤맵기술팀" userId="4e10f057-622c-4bad-88ca-d96f01a66173" providerId="ADAL" clId="{314AFE6F-D5CF-4C73-9EC0-A1C6E9B792B9}" dt="2025-11-12T05:35:45.721" v="2" actId="20577"/>
          <ac:spMkLst>
            <pc:docMk/>
            <pc:sldMk cId="31248691" sldId="2147481916"/>
            <ac:spMk id="18" creationId="{72943F47-EAEA-4391-A2BC-C7C33A8E8CFD}"/>
          </ac:spMkLst>
        </pc:spChg>
        <pc:graphicFrameChg chg="mod modGraphic">
          <ac:chgData name="김석중(SEOKJUNG KIM)[ksj_0420]/사원/제조DX.제조DX솔루션.롤맵기술팀" userId="4e10f057-622c-4bad-88ca-d96f01a66173" providerId="ADAL" clId="{314AFE6F-D5CF-4C73-9EC0-A1C6E9B792B9}" dt="2025-11-12T05:51:46.777" v="403" actId="207"/>
          <ac:graphicFrameMkLst>
            <pc:docMk/>
            <pc:sldMk cId="31248691" sldId="2147481916"/>
            <ac:graphicFrameMk id="3" creationId="{3E86696F-E35A-4B06-9B46-63A4A6A986C1}"/>
          </ac:graphicFrameMkLst>
        </pc:graphicFrameChg>
      </pc:sldChg>
      <pc:sldChg chg="modSp">
        <pc:chgData name="김석중(SEOKJUNG KIM)[ksj_0420]/사원/제조DX.제조DX솔루션.롤맵기술팀" userId="4e10f057-622c-4bad-88ca-d96f01a66173" providerId="ADAL" clId="{314AFE6F-D5CF-4C73-9EC0-A1C6E9B792B9}" dt="2025-11-12T05:52:20.756" v="412" actId="207"/>
        <pc:sldMkLst>
          <pc:docMk/>
          <pc:sldMk cId="2827412370" sldId="2147481939"/>
        </pc:sldMkLst>
        <pc:spChg chg="mod">
          <ac:chgData name="김석중(SEOKJUNG KIM)[ksj_0420]/사원/제조DX.제조DX솔루션.롤맵기술팀" userId="4e10f057-622c-4bad-88ca-d96f01a66173" providerId="ADAL" clId="{314AFE6F-D5CF-4C73-9EC0-A1C6E9B792B9}" dt="2025-11-12T05:52:12.632" v="409" actId="20577"/>
          <ac:spMkLst>
            <pc:docMk/>
            <pc:sldMk cId="2827412370" sldId="2147481939"/>
            <ac:spMk id="18" creationId="{72943F47-EAEA-4391-A2BC-C7C33A8E8CFD}"/>
          </ac:spMkLst>
        </pc:spChg>
        <pc:graphicFrameChg chg="modGraphic">
          <ac:chgData name="김석중(SEOKJUNG KIM)[ksj_0420]/사원/제조DX.제조DX솔루션.롤맵기술팀" userId="4e10f057-622c-4bad-88ca-d96f01a66173" providerId="ADAL" clId="{314AFE6F-D5CF-4C73-9EC0-A1C6E9B792B9}" dt="2025-11-12T05:52:20.756" v="412" actId="207"/>
          <ac:graphicFrameMkLst>
            <pc:docMk/>
            <pc:sldMk cId="2827412370" sldId="2147481939"/>
            <ac:graphicFrameMk id="3" creationId="{3E86696F-E35A-4B06-9B46-63A4A6A986C1}"/>
          </ac:graphicFrameMkLst>
        </pc:graphicFrameChg>
      </pc:sldChg>
      <pc:sldChg chg="modSp">
        <pc:chgData name="김석중(SEOKJUNG KIM)[ksj_0420]/사원/제조DX.제조DX솔루션.롤맵기술팀" userId="4e10f057-622c-4bad-88ca-d96f01a66173" providerId="ADAL" clId="{314AFE6F-D5CF-4C73-9EC0-A1C6E9B792B9}" dt="2025-11-12T05:52:07.586" v="406" actId="20577"/>
        <pc:sldMkLst>
          <pc:docMk/>
          <pc:sldMk cId="120050373" sldId="2147481971"/>
        </pc:sldMkLst>
        <pc:spChg chg="mod">
          <ac:chgData name="김석중(SEOKJUNG KIM)[ksj_0420]/사원/제조DX.제조DX솔루션.롤맵기술팀" userId="4e10f057-622c-4bad-88ca-d96f01a66173" providerId="ADAL" clId="{314AFE6F-D5CF-4C73-9EC0-A1C6E9B792B9}" dt="2025-11-12T05:52:07.586" v="406" actId="20577"/>
          <ac:spMkLst>
            <pc:docMk/>
            <pc:sldMk cId="120050373" sldId="2147481971"/>
            <ac:spMk id="18" creationId="{72943F47-EAEA-4391-A2BC-C7C33A8E8CFD}"/>
          </ac:spMkLst>
        </pc:spChg>
      </pc:sldChg>
      <pc:sldChg chg="modSp">
        <pc:chgData name="김석중(SEOKJUNG KIM)[ksj_0420]/사원/제조DX.제조DX솔루션.롤맵기술팀" userId="4e10f057-622c-4bad-88ca-d96f01a66173" providerId="ADAL" clId="{314AFE6F-D5CF-4C73-9EC0-A1C6E9B792B9}" dt="2025-11-12T05:54:11.199" v="798" actId="20577"/>
        <pc:sldMkLst>
          <pc:docMk/>
          <pc:sldMk cId="719476191" sldId="2147482153"/>
        </pc:sldMkLst>
        <pc:graphicFrameChg chg="mod modGraphic">
          <ac:chgData name="김석중(SEOKJUNG KIM)[ksj_0420]/사원/제조DX.제조DX솔루션.롤맵기술팀" userId="4e10f057-622c-4bad-88ca-d96f01a66173" providerId="ADAL" clId="{314AFE6F-D5CF-4C73-9EC0-A1C6E9B792B9}" dt="2025-11-12T05:54:11.199" v="798" actId="20577"/>
          <ac:graphicFrameMkLst>
            <pc:docMk/>
            <pc:sldMk cId="719476191" sldId="2147482153"/>
            <ac:graphicFrameMk id="30" creationId="{FD723AF4-8C6A-45D2-91AF-E831F6E1C5CD}"/>
          </ac:graphicFrameMkLst>
        </pc:graphicFrameChg>
      </pc:sldChg>
    </pc:docChg>
  </pc:docChgLst>
  <pc:docChgLst>
    <pc:chgData name="박소영(SOYOUNG PARK)[edtsol_sy32]/사원/제조DX.제조DX솔루션.셀추적기술팀" userId="dc270099-6f2c-44e3-856c-ca44e2079083" providerId="ADAL" clId="{F59F91D5-6155-46D8-849A-2D9FA920A330}"/>
    <pc:docChg chg="custSel modSld">
      <pc:chgData name="박소영(SOYOUNG PARK)[edtsol_sy32]/사원/제조DX.제조DX솔루션.셀추적기술팀" userId="dc270099-6f2c-44e3-856c-ca44e2079083" providerId="ADAL" clId="{F59F91D5-6155-46D8-849A-2D9FA920A330}" dt="2025-12-16T09:45:31.580" v="1941" actId="20577"/>
      <pc:docMkLst>
        <pc:docMk/>
      </pc:docMkLst>
      <pc:sldChg chg="addSp delSp modSp mod">
        <pc:chgData name="박소영(SOYOUNG PARK)[edtsol_sy32]/사원/제조DX.제조DX솔루션.셀추적기술팀" userId="dc270099-6f2c-44e3-856c-ca44e2079083" providerId="ADAL" clId="{F59F91D5-6155-46D8-849A-2D9FA920A330}" dt="2025-12-16T09:39:57.656" v="1810"/>
        <pc:sldMkLst>
          <pc:docMk/>
          <pc:sldMk cId="360237742" sldId="2147481816"/>
        </pc:sldMkLst>
        <pc:spChg chg="del">
          <ac:chgData name="박소영(SOYOUNG PARK)[edtsol_sy32]/사원/제조DX.제조DX솔루션.셀추적기술팀" userId="dc270099-6f2c-44e3-856c-ca44e2079083" providerId="ADAL" clId="{F59F91D5-6155-46D8-849A-2D9FA920A330}" dt="2025-12-16T04:41:02.209" v="344" actId="478"/>
          <ac:spMkLst>
            <pc:docMk/>
            <pc:sldMk cId="360237742" sldId="2147481816"/>
            <ac:spMk id="2" creationId="{9BE62575-9EB6-09F7-59C0-884A8C1E710E}"/>
          </ac:spMkLst>
        </pc:spChg>
        <pc:spChg chg="add mod">
          <ac:chgData name="박소영(SOYOUNG PARK)[edtsol_sy32]/사원/제조DX.제조DX솔루션.셀추적기술팀" userId="dc270099-6f2c-44e3-856c-ca44e2079083" providerId="ADAL" clId="{F59F91D5-6155-46D8-849A-2D9FA920A330}" dt="2025-12-16T04:41:09.577" v="397" actId="1036"/>
          <ac:spMkLst>
            <pc:docMk/>
            <pc:sldMk cId="360237742" sldId="2147481816"/>
            <ac:spMk id="7" creationId="{93B0FFF5-865E-9567-D354-A780C9658519}"/>
          </ac:spMkLst>
        </pc:spChg>
        <pc:spChg chg="add mod">
          <ac:chgData name="박소영(SOYOUNG PARK)[edtsol_sy32]/사원/제조DX.제조DX솔루션.셀추적기술팀" userId="dc270099-6f2c-44e3-856c-ca44e2079083" providerId="ADAL" clId="{F59F91D5-6155-46D8-849A-2D9FA920A330}" dt="2025-12-16T09:39:57.656" v="1810"/>
          <ac:spMkLst>
            <pc:docMk/>
            <pc:sldMk cId="360237742" sldId="2147481816"/>
            <ac:spMk id="9" creationId="{3A700A21-BC56-6EF5-0AF7-5CE4BB99E0E1}"/>
          </ac:spMkLst>
        </pc:spChg>
        <pc:spChg chg="del">
          <ac:chgData name="박소영(SOYOUNG PARK)[edtsol_sy32]/사원/제조DX.제조DX솔루션.셀추적기술팀" userId="dc270099-6f2c-44e3-856c-ca44e2079083" providerId="ADAL" clId="{F59F91D5-6155-46D8-849A-2D9FA920A330}" dt="2025-12-16T04:41:02.209" v="344" actId="478"/>
          <ac:spMkLst>
            <pc:docMk/>
            <pc:sldMk cId="360237742" sldId="2147481816"/>
            <ac:spMk id="35" creationId="{FCD1BE7B-3EED-4AD2-A331-755B8C35CF1E}"/>
          </ac:spMkLst>
        </pc:spChg>
        <pc:graphicFrameChg chg="del">
          <ac:chgData name="박소영(SOYOUNG PARK)[edtsol_sy32]/사원/제조DX.제조DX솔루션.셀추적기술팀" userId="dc270099-6f2c-44e3-856c-ca44e2079083" providerId="ADAL" clId="{F59F91D5-6155-46D8-849A-2D9FA920A330}" dt="2025-12-16T04:41:02.209" v="344" actId="478"/>
          <ac:graphicFrameMkLst>
            <pc:docMk/>
            <pc:sldMk cId="360237742" sldId="2147481816"/>
            <ac:graphicFrameMk id="6" creationId="{E8A9E737-8191-D8CD-90D8-26CBA6B55AB2}"/>
          </ac:graphicFrameMkLst>
        </pc:graphicFrameChg>
        <pc:graphicFrameChg chg="add mod modGraphic">
          <ac:chgData name="박소영(SOYOUNG PARK)[edtsol_sy32]/사원/제조DX.제조DX솔루션.셀추적기술팀" userId="dc270099-6f2c-44e3-856c-ca44e2079083" providerId="ADAL" clId="{F59F91D5-6155-46D8-849A-2D9FA920A330}" dt="2025-12-16T04:43:26.741" v="446" actId="20577"/>
          <ac:graphicFrameMkLst>
            <pc:docMk/>
            <pc:sldMk cId="360237742" sldId="2147481816"/>
            <ac:graphicFrameMk id="8" creationId="{A4AD839D-49C5-67A8-8D68-7D35C30880FB}"/>
          </ac:graphicFrameMkLst>
        </pc:graphicFrameChg>
        <pc:graphicFrameChg chg="mod modGraphic">
          <ac:chgData name="박소영(SOYOUNG PARK)[edtsol_sy32]/사원/제조DX.제조DX솔루션.셀추적기술팀" userId="dc270099-6f2c-44e3-856c-ca44e2079083" providerId="ADAL" clId="{F59F91D5-6155-46D8-849A-2D9FA920A330}" dt="2025-12-16T09:39:31.507" v="1800" actId="207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</pc:sldChg>
      <pc:sldChg chg="modSp mod">
        <pc:chgData name="박소영(SOYOUNG PARK)[edtsol_sy32]/사원/제조DX.제조DX솔루션.셀추적기술팀" userId="dc270099-6f2c-44e3-856c-ca44e2079083" providerId="ADAL" clId="{F59F91D5-6155-46D8-849A-2D9FA920A330}" dt="2025-12-16T05:47:15.521" v="1591" actId="20577"/>
        <pc:sldMkLst>
          <pc:docMk/>
          <pc:sldMk cId="1726257096" sldId="2147481882"/>
        </pc:sldMkLst>
        <pc:graphicFrameChg chg="mod modGraphic">
          <ac:chgData name="박소영(SOYOUNG PARK)[edtsol_sy32]/사원/제조DX.제조DX솔루션.셀추적기술팀" userId="dc270099-6f2c-44e3-856c-ca44e2079083" providerId="ADAL" clId="{F59F91D5-6155-46D8-849A-2D9FA920A330}" dt="2025-12-16T05:47:15.521" v="1591" actId="2057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modSp mod">
        <pc:chgData name="박소영(SOYOUNG PARK)[edtsol_sy32]/사원/제조DX.제조DX솔루션.셀추적기술팀" userId="dc270099-6f2c-44e3-856c-ca44e2079083" providerId="ADAL" clId="{F59F91D5-6155-46D8-849A-2D9FA920A330}" dt="2025-12-16T09:34:22.080" v="1720" actId="20577"/>
        <pc:sldMkLst>
          <pc:docMk/>
          <pc:sldMk cId="3355826466" sldId="2147481908"/>
        </pc:sldMkLst>
        <pc:spChg chg="mod">
          <ac:chgData name="박소영(SOYOUNG PARK)[edtsol_sy32]/사원/제조DX.제조DX솔루션.셀추적기술팀" userId="dc270099-6f2c-44e3-856c-ca44e2079083" providerId="ADAL" clId="{F59F91D5-6155-46D8-849A-2D9FA920A330}" dt="2025-12-16T09:34:22.080" v="1720" actId="20577"/>
          <ac:spMkLst>
            <pc:docMk/>
            <pc:sldMk cId="3355826466" sldId="2147481908"/>
            <ac:spMk id="19" creationId="{5352E5F4-D151-4C3D-9E5F-99A1B7FDF265}"/>
          </ac:spMkLst>
        </pc:spChg>
        <pc:spChg chg="mod">
          <ac:chgData name="박소영(SOYOUNG PARK)[edtsol_sy32]/사원/제조DX.제조DX솔루션.셀추적기술팀" userId="dc270099-6f2c-44e3-856c-ca44e2079083" providerId="ADAL" clId="{F59F91D5-6155-46D8-849A-2D9FA920A330}" dt="2025-12-16T04:26:58.016" v="2" actId="20577"/>
          <ac:spMkLst>
            <pc:docMk/>
            <pc:sldMk cId="3355826466" sldId="2147481908"/>
            <ac:spMk id="23" creationId="{02417012-9580-4148-8D51-88FF8C380FC9}"/>
          </ac:spMkLst>
        </pc:spChg>
        <pc:spChg chg="mod">
          <ac:chgData name="박소영(SOYOUNG PARK)[edtsol_sy32]/사원/제조DX.제조DX솔루션.셀추적기술팀" userId="dc270099-6f2c-44e3-856c-ca44e2079083" providerId="ADAL" clId="{F59F91D5-6155-46D8-849A-2D9FA920A330}" dt="2025-12-16T04:32:48.496" v="79" actId="20577"/>
          <ac:spMkLst>
            <pc:docMk/>
            <pc:sldMk cId="3355826466" sldId="2147481908"/>
            <ac:spMk id="25" creationId="{C8DE12DC-233A-4C92-A710-D62A52F714FC}"/>
          </ac:spMkLst>
        </pc:spChg>
        <pc:graphicFrameChg chg="mod modGraphic">
          <ac:chgData name="박소영(SOYOUNG PARK)[edtsol_sy32]/사원/제조DX.제조DX솔루션.셀추적기술팀" userId="dc270099-6f2c-44e3-856c-ca44e2079083" providerId="ADAL" clId="{F59F91D5-6155-46D8-849A-2D9FA920A330}" dt="2025-12-16T05:35:09.035" v="1304" actId="20577"/>
          <ac:graphicFrameMkLst>
            <pc:docMk/>
            <pc:sldMk cId="3355826466" sldId="2147481908"/>
            <ac:graphicFrameMk id="22" creationId="{87B4D5F0-BF4D-4C5D-9F6A-CB9792895DFC}"/>
          </ac:graphicFrameMkLst>
        </pc:graphicFrameChg>
        <pc:graphicFrameChg chg="mod modGraphic">
          <ac:chgData name="박소영(SOYOUNG PARK)[edtsol_sy32]/사원/제조DX.제조DX솔루션.셀추적기술팀" userId="dc270099-6f2c-44e3-856c-ca44e2079083" providerId="ADAL" clId="{F59F91D5-6155-46D8-849A-2D9FA920A330}" dt="2025-12-16T04:34:48.743" v="120"/>
          <ac:graphicFrameMkLst>
            <pc:docMk/>
            <pc:sldMk cId="3355826466" sldId="2147481908"/>
            <ac:graphicFrameMk id="28" creationId="{CB7C8ED2-6454-4522-9F1D-79913C2E5AE6}"/>
          </ac:graphicFrameMkLst>
        </pc:graphicFrameChg>
      </pc:sldChg>
      <pc:sldChg chg="modSp mod">
        <pc:chgData name="박소영(SOYOUNG PARK)[edtsol_sy32]/사원/제조DX.제조DX솔루션.셀추적기술팀" userId="dc270099-6f2c-44e3-856c-ca44e2079083" providerId="ADAL" clId="{F59F91D5-6155-46D8-849A-2D9FA920A330}" dt="2025-12-16T09:45:31.580" v="1941" actId="20577"/>
        <pc:sldMkLst>
          <pc:docMk/>
          <pc:sldMk cId="1439661179" sldId="2147481935"/>
        </pc:sldMkLst>
        <pc:spChg chg="mod">
          <ac:chgData name="박소영(SOYOUNG PARK)[edtsol_sy32]/사원/제조DX.제조DX솔루션.셀추적기술팀" userId="dc270099-6f2c-44e3-856c-ca44e2079083" providerId="ADAL" clId="{F59F91D5-6155-46D8-849A-2D9FA920A330}" dt="2025-12-16T05:03:19.634" v="883" actId="20577"/>
          <ac:spMkLst>
            <pc:docMk/>
            <pc:sldMk cId="1439661179" sldId="2147481935"/>
            <ac:spMk id="22" creationId="{81B17DB2-3DCC-4A8F-9347-F9695BEF8B6D}"/>
          </ac:spMkLst>
        </pc:spChg>
        <pc:graphicFrameChg chg="mod modGraphic">
          <ac:chgData name="박소영(SOYOUNG PARK)[edtsol_sy32]/사원/제조DX.제조DX솔루션.셀추적기술팀" userId="dc270099-6f2c-44e3-856c-ca44e2079083" providerId="ADAL" clId="{F59F91D5-6155-46D8-849A-2D9FA920A330}" dt="2025-12-16T09:45:31.580" v="1941" actId="20577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</pc:docChg>
  </pc:docChgLst>
  <pc:docChgLst>
    <pc:chgData name="이찬혁(CHANHYUK LEE)[paul_lee]/사원/제조DX.제조DX솔루션.데이터통합분석팀" userId="51b99fae-7b8f-40d9-9374-028bc2619ee7" providerId="ADAL" clId="{969A77D6-AF1B-48AB-818E-AB766523C29B}"/>
    <pc:docChg chg="undo custSel modSld">
      <pc:chgData name="이찬혁(CHANHYUK LEE)[paul_lee]/사원/제조DX.제조DX솔루션.데이터통합분석팀" userId="51b99fae-7b8f-40d9-9374-028bc2619ee7" providerId="ADAL" clId="{969A77D6-AF1B-48AB-818E-AB766523C29B}" dt="2025-10-23T01:15:02.798" v="1681" actId="207"/>
      <pc:docMkLst>
        <pc:docMk/>
      </pc:docMkLst>
      <pc:sldChg chg="modSp mod">
        <pc:chgData name="이찬혁(CHANHYUK LEE)[paul_lee]/사원/제조DX.제조DX솔루션.데이터통합분석팀" userId="51b99fae-7b8f-40d9-9374-028bc2619ee7" providerId="ADAL" clId="{969A77D6-AF1B-48AB-818E-AB766523C29B}" dt="2025-10-23T01:11:47.714" v="1658" actId="20577"/>
        <pc:sldMkLst>
          <pc:docMk/>
          <pc:sldMk cId="3422623579" sldId="2147482052"/>
        </pc:sldMkLst>
        <pc:spChg chg="mod">
          <ac:chgData name="이찬혁(CHANHYUK LEE)[paul_lee]/사원/제조DX.제조DX솔루션.데이터통합분석팀" userId="51b99fae-7b8f-40d9-9374-028bc2619ee7" providerId="ADAL" clId="{969A77D6-AF1B-48AB-818E-AB766523C29B}" dt="2025-10-23T01:11:47.714" v="1658" actId="20577"/>
          <ac:spMkLst>
            <pc:docMk/>
            <pc:sldMk cId="3422623579" sldId="2147482052"/>
            <ac:spMk id="2" creationId="{60B0FB01-F46B-A2E7-6917-C608CD2BFA6F}"/>
          </ac:spMkLst>
        </pc:spChg>
        <pc:spChg chg="mod">
          <ac:chgData name="이찬혁(CHANHYUK LEE)[paul_lee]/사원/제조DX.제조DX솔루션.데이터통합분석팀" userId="51b99fae-7b8f-40d9-9374-028bc2619ee7" providerId="ADAL" clId="{969A77D6-AF1B-48AB-818E-AB766523C29B}" dt="2025-10-23T01:06:04.182" v="1599" actId="20577"/>
          <ac:spMkLst>
            <pc:docMk/>
            <pc:sldMk cId="3422623579" sldId="2147482052"/>
            <ac:spMk id="13" creationId="{46190441-2CC7-CBE0-3A8B-E9F631686D9E}"/>
          </ac:spMkLst>
        </pc:spChg>
        <pc:graphicFrameChg chg="modGraphic">
          <ac:chgData name="이찬혁(CHANHYUK LEE)[paul_lee]/사원/제조DX.제조DX솔루션.데이터통합분석팀" userId="51b99fae-7b8f-40d9-9374-028bc2619ee7" providerId="ADAL" clId="{969A77D6-AF1B-48AB-818E-AB766523C29B}" dt="2025-10-23T01:06:53.932" v="1604" actId="20577"/>
          <ac:graphicFrameMkLst>
            <pc:docMk/>
            <pc:sldMk cId="3422623579" sldId="2147482052"/>
            <ac:graphicFrameMk id="3" creationId="{51906F92-A4E1-235A-A412-83CD8B5053F6}"/>
          </ac:graphicFrameMkLst>
        </pc:graphicFrameChg>
      </pc:sldChg>
      <pc:sldChg chg="modSp mod">
        <pc:chgData name="이찬혁(CHANHYUK LEE)[paul_lee]/사원/제조DX.제조DX솔루션.데이터통합분석팀" userId="51b99fae-7b8f-40d9-9374-028bc2619ee7" providerId="ADAL" clId="{969A77D6-AF1B-48AB-818E-AB766523C29B}" dt="2025-10-23T01:15:02.798" v="1681" actId="207"/>
        <pc:sldMkLst>
          <pc:docMk/>
          <pc:sldMk cId="122266075" sldId="2147482060"/>
        </pc:sldMkLst>
        <pc:spChg chg="mod">
          <ac:chgData name="이찬혁(CHANHYUK LEE)[paul_lee]/사원/제조DX.제조DX솔루션.데이터통합분석팀" userId="51b99fae-7b8f-40d9-9374-028bc2619ee7" providerId="ADAL" clId="{969A77D6-AF1B-48AB-818E-AB766523C29B}" dt="2025-10-23T01:13:47.370" v="1670" actId="20577"/>
          <ac:spMkLst>
            <pc:docMk/>
            <pc:sldMk cId="122266075" sldId="2147482060"/>
            <ac:spMk id="2" creationId="{75252A0B-83AC-FEFF-E760-98723703EAAC}"/>
          </ac:spMkLst>
        </pc:spChg>
        <pc:graphicFrameChg chg="modGraphic">
          <ac:chgData name="이찬혁(CHANHYUK LEE)[paul_lee]/사원/제조DX.제조DX솔루션.데이터통합분석팀" userId="51b99fae-7b8f-40d9-9374-028bc2619ee7" providerId="ADAL" clId="{969A77D6-AF1B-48AB-818E-AB766523C29B}" dt="2025-10-23T01:15:02.798" v="1681" actId="207"/>
          <ac:graphicFrameMkLst>
            <pc:docMk/>
            <pc:sldMk cId="122266075" sldId="2147482060"/>
            <ac:graphicFrameMk id="19" creationId="{3E86696F-E35A-4B06-9B46-63A4A6A986C1}"/>
          </ac:graphicFrameMkLst>
        </pc:graphicFrameChg>
        <pc:graphicFrameChg chg="modGraphic">
          <ac:chgData name="이찬혁(CHANHYUK LEE)[paul_lee]/사원/제조DX.제조DX솔루션.데이터통합분석팀" userId="51b99fae-7b8f-40d9-9374-028bc2619ee7" providerId="ADAL" clId="{969A77D6-AF1B-48AB-818E-AB766523C29B}" dt="2025-10-23T01:13:36.120" v="1664" actId="20577"/>
          <ac:graphicFrameMkLst>
            <pc:docMk/>
            <pc:sldMk cId="122266075" sldId="2147482060"/>
            <ac:graphicFrameMk id="33" creationId="{46CD41AF-EF77-4A37-BBE0-962806BE7684}"/>
          </ac:graphicFrameMkLst>
        </pc:graphicFrameChg>
      </pc:sldChg>
      <pc:sldChg chg="addSp modSp mod">
        <pc:chgData name="이찬혁(CHANHYUK LEE)[paul_lee]/사원/제조DX.제조DX솔루션.데이터통합분석팀" userId="51b99fae-7b8f-40d9-9374-028bc2619ee7" providerId="ADAL" clId="{969A77D6-AF1B-48AB-818E-AB766523C29B}" dt="2025-10-22T01:09:41.774" v="1586"/>
        <pc:sldMkLst>
          <pc:docMk/>
          <pc:sldMk cId="2878646389" sldId="2147482127"/>
        </pc:sldMkLst>
        <pc:spChg chg="mod">
          <ac:chgData name="이찬혁(CHANHYUK LEE)[paul_lee]/사원/제조DX.제조DX솔루션.데이터통합분석팀" userId="51b99fae-7b8f-40d9-9374-028bc2619ee7" providerId="ADAL" clId="{969A77D6-AF1B-48AB-818E-AB766523C29B}" dt="2025-10-22T01:07:50.897" v="1497" actId="1076"/>
          <ac:spMkLst>
            <pc:docMk/>
            <pc:sldMk cId="2878646389" sldId="2147482127"/>
            <ac:spMk id="2" creationId="{87701950-851A-1FEB-B69C-99F6C923CF19}"/>
          </ac:spMkLst>
        </pc:spChg>
        <pc:spChg chg="mod">
          <ac:chgData name="이찬혁(CHANHYUK LEE)[paul_lee]/사원/제조DX.제조DX솔루션.데이터통합분석팀" userId="51b99fae-7b8f-40d9-9374-028bc2619ee7" providerId="ADAL" clId="{969A77D6-AF1B-48AB-818E-AB766523C29B}" dt="2025-10-22T01:03:56.284" v="1457" actId="20577"/>
          <ac:spMkLst>
            <pc:docMk/>
            <pc:sldMk cId="2878646389" sldId="2147482127"/>
            <ac:spMk id="18" creationId="{CD6FE8C4-D3CA-4ACB-997B-147E1EDF00F6}"/>
          </ac:spMkLst>
        </pc:spChg>
        <pc:graphicFrameChg chg="mod modGraphic">
          <ac:chgData name="이찬혁(CHANHYUK LEE)[paul_lee]/사원/제조DX.제조DX솔루션.데이터통합분석팀" userId="51b99fae-7b8f-40d9-9374-028bc2619ee7" providerId="ADAL" clId="{969A77D6-AF1B-48AB-818E-AB766523C29B}" dt="2025-10-22T01:07:47.491" v="1496" actId="207"/>
          <ac:graphicFrameMkLst>
            <pc:docMk/>
            <pc:sldMk cId="2878646389" sldId="2147482127"/>
            <ac:graphicFrameMk id="16" creationId="{40624006-7D72-4DB6-90AE-E15DF73D115C}"/>
          </ac:graphicFrameMkLst>
        </pc:graphicFrameChg>
        <pc:graphicFrameChg chg="mod modGraphic">
          <ac:chgData name="이찬혁(CHANHYUK LEE)[paul_lee]/사원/제조DX.제조DX솔루션.데이터통합분석팀" userId="51b99fae-7b8f-40d9-9374-028bc2619ee7" providerId="ADAL" clId="{969A77D6-AF1B-48AB-818E-AB766523C29B}" dt="2025-10-22T00:59:39.498" v="1394" actId="1036"/>
          <ac:graphicFrameMkLst>
            <pc:docMk/>
            <pc:sldMk cId="2878646389" sldId="2147482127"/>
            <ac:graphicFrameMk id="20" creationId="{BF9F3BC2-7BF1-4A68-B062-407EE41FD06F}"/>
          </ac:graphicFrameMkLst>
        </pc:graphicFrameChg>
        <pc:graphicFrameChg chg="mod modGraphic">
          <ac:chgData name="이찬혁(CHANHYUK LEE)[paul_lee]/사원/제조DX.제조DX솔루션.데이터통합분석팀" userId="51b99fae-7b8f-40d9-9374-028bc2619ee7" providerId="ADAL" clId="{969A77D6-AF1B-48AB-818E-AB766523C29B}" dt="2025-10-22T01:09:41.774" v="1586"/>
          <ac:graphicFrameMkLst>
            <pc:docMk/>
            <pc:sldMk cId="2878646389" sldId="2147482127"/>
            <ac:graphicFrameMk id="24" creationId="{CB1E1DE9-356B-4185-A911-636EBB599881}"/>
          </ac:graphicFrameMkLst>
        </pc:graphicFrameChg>
      </pc:sldChg>
    </pc:docChg>
  </pc:docChgLst>
  <pc:docChgLst>
    <pc:chgData name="임성묵(SUNGMOOK LIM)[muksung0084]/선임/제조DX.제조DX솔루션.데이터통합분석팀" userId="5ef6c119-0718-4bd2-a22e-105ab5e97655" providerId="ADAL" clId="{7BFC1193-863F-4051-80C1-CCBD2B0C6597}"/>
    <pc:docChg chg="undo custSel modSld">
      <pc:chgData name="임성묵(SUNGMOOK LIM)[muksung0084]/선임/제조DX.제조DX솔루션.데이터통합분석팀" userId="5ef6c119-0718-4bd2-a22e-105ab5e97655" providerId="ADAL" clId="{7BFC1193-863F-4051-80C1-CCBD2B0C6597}" dt="2025-10-30T01:52:01.452" v="316" actId="1076"/>
      <pc:docMkLst>
        <pc:docMk/>
      </pc:docMkLst>
      <pc:sldChg chg="delSp modSp">
        <pc:chgData name="임성묵(SUNGMOOK LIM)[muksung0084]/선임/제조DX.제조DX솔루션.데이터통합분석팀" userId="5ef6c119-0718-4bd2-a22e-105ab5e97655" providerId="ADAL" clId="{7BFC1193-863F-4051-80C1-CCBD2B0C6597}" dt="2025-10-30T01:52:01.452" v="316" actId="1076"/>
        <pc:sldMkLst>
          <pc:docMk/>
          <pc:sldMk cId="216908218" sldId="2147481958"/>
        </pc:sldMkLst>
        <pc:spChg chg="mod">
          <ac:chgData name="임성묵(SUNGMOOK LIM)[muksung0084]/선임/제조DX.제조DX솔루션.데이터통합분석팀" userId="5ef6c119-0718-4bd2-a22e-105ab5e97655" providerId="ADAL" clId="{7BFC1193-863F-4051-80C1-CCBD2B0C6597}" dt="2025-10-30T01:51:41.414" v="310" actId="20577"/>
          <ac:spMkLst>
            <pc:docMk/>
            <pc:sldMk cId="216908218" sldId="2147481958"/>
            <ac:spMk id="2" creationId="{376BA916-49E5-40A6-9C7E-CB42729034AC}"/>
          </ac:spMkLst>
        </pc:spChg>
        <pc:spChg chg="mod">
          <ac:chgData name="임성묵(SUNGMOOK LIM)[muksung0084]/선임/제조DX.제조DX솔루션.데이터통합분석팀" userId="5ef6c119-0718-4bd2-a22e-105ab5e97655" providerId="ADAL" clId="{7BFC1193-863F-4051-80C1-CCBD2B0C6597}" dt="2025-10-30T01:49:45.982" v="224" actId="20577"/>
          <ac:spMkLst>
            <pc:docMk/>
            <pc:sldMk cId="216908218" sldId="2147481958"/>
            <ac:spMk id="9" creationId="{00000000-0000-0000-0000-000000000000}"/>
          </ac:spMkLst>
        </pc:spChg>
        <pc:spChg chg="mod">
          <ac:chgData name="임성묵(SUNGMOOK LIM)[muksung0084]/선임/제조DX.제조DX솔루션.데이터통합분석팀" userId="5ef6c119-0718-4bd2-a22e-105ab5e97655" providerId="ADAL" clId="{7BFC1193-863F-4051-80C1-CCBD2B0C6597}" dt="2025-10-30T01:51:03.405" v="240" actId="1076"/>
          <ac:spMkLst>
            <pc:docMk/>
            <pc:sldMk cId="216908218" sldId="2147481958"/>
            <ac:spMk id="21" creationId="{F83725E4-F05A-4285-B07C-85DB750FD9D5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7BFC1193-863F-4051-80C1-CCBD2B0C6597}" dt="2025-10-30T01:52:01.452" v="316" actId="1076"/>
          <ac:graphicFrameMkLst>
            <pc:docMk/>
            <pc:sldMk cId="216908218" sldId="2147481958"/>
            <ac:graphicFrameMk id="19" creationId="{3E86696F-E35A-4B06-9B46-63A4A6A986C1}"/>
          </ac:graphicFrameMkLst>
        </pc:graphicFrameChg>
      </pc:sldChg>
      <pc:sldChg chg="delSp modSp">
        <pc:chgData name="임성묵(SUNGMOOK LIM)[muksung0084]/선임/제조DX.제조DX솔루션.데이터통합분석팀" userId="5ef6c119-0718-4bd2-a22e-105ab5e97655" providerId="ADAL" clId="{7BFC1193-863F-4051-80C1-CCBD2B0C6597}" dt="2025-10-30T01:48:34.780" v="171" actId="208"/>
        <pc:sldMkLst>
          <pc:docMk/>
          <pc:sldMk cId="1017769001" sldId="2147482124"/>
        </pc:sldMkLst>
        <pc:spChg chg="mod">
          <ac:chgData name="임성묵(SUNGMOOK LIM)[muksung0084]/선임/제조DX.제조DX솔루션.데이터통합분석팀" userId="5ef6c119-0718-4bd2-a22e-105ab5e97655" providerId="ADAL" clId="{7BFC1193-863F-4051-80C1-CCBD2B0C6597}" dt="2025-10-30T01:47:30.520" v="10" actId="20577"/>
          <ac:spMkLst>
            <pc:docMk/>
            <pc:sldMk cId="1017769001" sldId="2147482124"/>
            <ac:spMk id="9" creationId="{00000000-0000-0000-0000-000000000000}"/>
          </ac:spMkLst>
        </pc:spChg>
        <pc:spChg chg="mod">
          <ac:chgData name="임성묵(SUNGMOOK LIM)[muksung0084]/선임/제조DX.제조DX솔루션.데이터통합분석팀" userId="5ef6c119-0718-4bd2-a22e-105ab5e97655" providerId="ADAL" clId="{7BFC1193-863F-4051-80C1-CCBD2B0C6597}" dt="2025-10-30T01:48:22.885" v="169" actId="207"/>
          <ac:spMkLst>
            <pc:docMk/>
            <pc:sldMk cId="1017769001" sldId="2147482124"/>
            <ac:spMk id="25" creationId="{DD31D646-7880-4DBA-873A-429CC5AB4B86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7BFC1193-863F-4051-80C1-CCBD2B0C6597}" dt="2025-10-30T01:48:18.996" v="168" actId="207"/>
          <ac:graphicFrameMkLst>
            <pc:docMk/>
            <pc:sldMk cId="1017769001" sldId="2147482124"/>
            <ac:graphicFrameMk id="19" creationId="{3E86696F-E35A-4B06-9B46-63A4A6A986C1}"/>
          </ac:graphicFrameMkLst>
        </pc:graphicFrameChg>
        <pc:picChg chg="mod">
          <ac:chgData name="임성묵(SUNGMOOK LIM)[muksung0084]/선임/제조DX.제조DX솔루션.데이터통합분석팀" userId="5ef6c119-0718-4bd2-a22e-105ab5e97655" providerId="ADAL" clId="{7BFC1193-863F-4051-80C1-CCBD2B0C6597}" dt="2025-10-30T01:48:34.780" v="171" actId="208"/>
          <ac:picMkLst>
            <pc:docMk/>
            <pc:sldMk cId="1017769001" sldId="2147482124"/>
            <ac:picMk id="2" creationId="{FCA1AE31-20F0-431D-9E86-596124D97B86}"/>
          </ac:picMkLst>
        </pc:picChg>
      </pc:sldChg>
    </pc:docChg>
  </pc:docChgLst>
  <pc:docChgLst>
    <pc:chgData name="안태규(TAEKYU AN)[bigatk]/책임/제조DX.제조DX솔루션.롤맵기술팀" userId="S::bigatk@lgensol.com::dea7995d-94bc-4ef6-a5a4-edf7a1472420" providerId="AD" clId="Web-{FF85EAFE-4A2C-3626-6918-98FFEB7CAA16}"/>
    <pc:docChg chg="modSld">
      <pc:chgData name="안태규(TAEKYU AN)[bigatk]/책임/제조DX.제조DX솔루션.롤맵기술팀" userId="S::bigatk@lgensol.com::dea7995d-94bc-4ef6-a5a4-edf7a1472420" providerId="AD" clId="Web-{FF85EAFE-4A2C-3626-6918-98FFEB7CAA16}" dt="2025-12-10T03:46:07.673" v="388"/>
      <pc:docMkLst>
        <pc:docMk/>
      </pc:docMkLst>
      <pc:sldChg chg="modSp">
        <pc:chgData name="안태규(TAEKYU AN)[bigatk]/책임/제조DX.제조DX솔루션.롤맵기술팀" userId="S::bigatk@lgensol.com::dea7995d-94bc-4ef6-a5a4-edf7a1472420" providerId="AD" clId="Web-{FF85EAFE-4A2C-3626-6918-98FFEB7CAA16}" dt="2025-12-10T02:46:07.973" v="6" actId="20577"/>
        <pc:sldMkLst>
          <pc:docMk/>
          <pc:sldMk cId="3590236053" sldId="2147481921"/>
        </pc:sldMkLst>
        <pc:spChg chg="mod">
          <ac:chgData name="안태규(TAEKYU AN)[bigatk]/책임/제조DX.제조DX솔루션.롤맵기술팀" userId="S::bigatk@lgensol.com::dea7995d-94bc-4ef6-a5a4-edf7a1472420" providerId="AD" clId="Web-{FF85EAFE-4A2C-3626-6918-98FFEB7CAA16}" dt="2025-12-10T02:46:07.973" v="6" actId="20577"/>
          <ac:spMkLst>
            <pc:docMk/>
            <pc:sldMk cId="3590236053" sldId="2147481921"/>
            <ac:spMk id="18" creationId="{72943F47-EAEA-4391-A2BC-C7C33A8E8CFD}"/>
          </ac:spMkLst>
        </pc:spChg>
        <pc:graphicFrameChg chg="mod modGraphic">
          <ac:chgData name="안태규(TAEKYU AN)[bigatk]/책임/제조DX.제조DX솔루션.롤맵기술팀" userId="S::bigatk@lgensol.com::dea7995d-94bc-4ef6-a5a4-edf7a1472420" providerId="AD" clId="Web-{FF85EAFE-4A2C-3626-6918-98FFEB7CAA16}" dt="2025-12-10T02:45:52.518" v="3"/>
          <ac:graphicFrameMkLst>
            <pc:docMk/>
            <pc:sldMk cId="3590236053" sldId="2147481921"/>
            <ac:graphicFrameMk id="3" creationId="{3E86696F-E35A-4B06-9B46-63A4A6A986C1}"/>
          </ac:graphicFrameMkLst>
        </pc:graphicFrameChg>
      </pc:sldChg>
      <pc:sldChg chg="modSp">
        <pc:chgData name="안태규(TAEKYU AN)[bigatk]/책임/제조DX.제조DX솔루션.롤맵기술팀" userId="S::bigatk@lgensol.com::dea7995d-94bc-4ef6-a5a4-edf7a1472420" providerId="AD" clId="Web-{FF85EAFE-4A2C-3626-6918-98FFEB7CAA16}" dt="2025-12-10T03:41:16.790" v="289" actId="20577"/>
        <pc:sldMkLst>
          <pc:docMk/>
          <pc:sldMk cId="3052076470" sldId="2147482071"/>
        </pc:sldMkLst>
        <pc:spChg chg="mod">
          <ac:chgData name="안태규(TAEKYU AN)[bigatk]/책임/제조DX.제조DX솔루션.롤맵기술팀" userId="S::bigatk@lgensol.com::dea7995d-94bc-4ef6-a5a4-edf7a1472420" providerId="AD" clId="Web-{FF85EAFE-4A2C-3626-6918-98FFEB7CAA16}" dt="2025-12-10T03:41:16.790" v="289" actId="20577"/>
          <ac:spMkLst>
            <pc:docMk/>
            <pc:sldMk cId="3052076470" sldId="2147482071"/>
            <ac:spMk id="18" creationId="{72943F47-EAEA-4391-A2BC-C7C33A8E8CFD}"/>
          </ac:spMkLst>
        </pc:spChg>
        <pc:graphicFrameChg chg="mod modGraphic">
          <ac:chgData name="안태규(TAEKYU AN)[bigatk]/책임/제조DX.제조DX솔루션.롤맵기술팀" userId="S::bigatk@lgensol.com::dea7995d-94bc-4ef6-a5a4-edf7a1472420" providerId="AD" clId="Web-{FF85EAFE-4A2C-3626-6918-98FFEB7CAA16}" dt="2025-12-10T03:41:03.975" v="286"/>
          <ac:graphicFrameMkLst>
            <pc:docMk/>
            <pc:sldMk cId="3052076470" sldId="2147482071"/>
            <ac:graphicFrameMk id="11" creationId="{C66F9B45-D343-4DF8-ABA9-D48571FAC964}"/>
          </ac:graphicFrameMkLst>
        </pc:graphicFrameChg>
      </pc:sldChg>
      <pc:sldChg chg="modSp">
        <pc:chgData name="안태규(TAEKYU AN)[bigatk]/책임/제조DX.제조DX솔루션.롤맵기술팀" userId="S::bigatk@lgensol.com::dea7995d-94bc-4ef6-a5a4-edf7a1472420" providerId="AD" clId="Web-{FF85EAFE-4A2C-3626-6918-98FFEB7CAA16}" dt="2025-12-10T03:46:07.673" v="388"/>
        <pc:sldMkLst>
          <pc:docMk/>
          <pc:sldMk cId="1623035640" sldId="2147482093"/>
        </pc:sldMkLst>
        <pc:spChg chg="mod">
          <ac:chgData name="안태규(TAEKYU AN)[bigatk]/책임/제조DX.제조DX솔루션.롤맵기술팀" userId="S::bigatk@lgensol.com::dea7995d-94bc-4ef6-a5a4-edf7a1472420" providerId="AD" clId="Web-{FF85EAFE-4A2C-3626-6918-98FFEB7CAA16}" dt="2025-12-10T03:45:55.157" v="386" actId="20577"/>
          <ac:spMkLst>
            <pc:docMk/>
            <pc:sldMk cId="1623035640" sldId="2147482093"/>
            <ac:spMk id="18" creationId="{A7F473DF-C875-A323-6679-F5CA881CD9C4}"/>
          </ac:spMkLst>
        </pc:spChg>
        <pc:graphicFrameChg chg="mod modGraphic">
          <ac:chgData name="안태규(TAEKYU AN)[bigatk]/책임/제조DX.제조DX솔루션.롤맵기술팀" userId="S::bigatk@lgensol.com::dea7995d-94bc-4ef6-a5a4-edf7a1472420" providerId="AD" clId="Web-{FF85EAFE-4A2C-3626-6918-98FFEB7CAA16}" dt="2025-12-10T03:46:07.673" v="388"/>
          <ac:graphicFrameMkLst>
            <pc:docMk/>
            <pc:sldMk cId="1623035640" sldId="2147482093"/>
            <ac:graphicFrameMk id="3" creationId="{688BD945-555D-E069-F619-02973A6A481F}"/>
          </ac:graphicFrameMkLst>
        </pc:graphicFrameChg>
      </pc:sldChg>
      <pc:sldChg chg="modSp">
        <pc:chgData name="안태규(TAEKYU AN)[bigatk]/책임/제조DX.제조DX솔루션.롤맵기술팀" userId="S::bigatk@lgensol.com::dea7995d-94bc-4ef6-a5a4-edf7a1472420" providerId="AD" clId="Web-{FF85EAFE-4A2C-3626-6918-98FFEB7CAA16}" dt="2025-12-10T03:40:18.953" v="278" actId="20577"/>
        <pc:sldMkLst>
          <pc:docMk/>
          <pc:sldMk cId="1159326832" sldId="2147482102"/>
        </pc:sldMkLst>
        <pc:spChg chg="mod">
          <ac:chgData name="안태규(TAEKYU AN)[bigatk]/책임/제조DX.제조DX솔루션.롤맵기술팀" userId="S::bigatk@lgensol.com::dea7995d-94bc-4ef6-a5a4-edf7a1472420" providerId="AD" clId="Web-{FF85EAFE-4A2C-3626-6918-98FFEB7CAA16}" dt="2025-12-10T03:40:18.953" v="278" actId="20577"/>
          <ac:spMkLst>
            <pc:docMk/>
            <pc:sldMk cId="1159326832" sldId="2147482102"/>
            <ac:spMk id="18" creationId="{1891B744-4803-4B69-1352-A6C4DA4EEE93}"/>
          </ac:spMkLst>
        </pc:spChg>
        <pc:graphicFrameChg chg="mod modGraphic">
          <ac:chgData name="안태규(TAEKYU AN)[bigatk]/책임/제조DX.제조DX솔루션.롤맵기술팀" userId="S::bigatk@lgensol.com::dea7995d-94bc-4ef6-a5a4-edf7a1472420" providerId="AD" clId="Web-{FF85EAFE-4A2C-3626-6918-98FFEB7CAA16}" dt="2025-12-10T03:40:12.061" v="274"/>
          <ac:graphicFrameMkLst>
            <pc:docMk/>
            <pc:sldMk cId="1159326832" sldId="2147482102"/>
            <ac:graphicFrameMk id="3" creationId="{FD6B18E8-DEC2-01A8-175D-70F1A4B3682F}"/>
          </ac:graphicFrameMkLst>
        </pc:graphicFrameChg>
      </pc:sldChg>
    </pc:docChg>
  </pc:docChgLst>
  <pc:docChgLst>
    <pc:chgData name="김도원(DOWON KIM)[ehdnjs104]/사원/제조DX.제조DX솔루션.롤맵기술팀" userId="40903c55-8d7f-4a01-bcfb-534127f384e5" providerId="ADAL" clId="{B6AF0A03-E085-45EB-943E-78E69303029F}"/>
    <pc:docChg chg="undo custSel modSld">
      <pc:chgData name="김도원(DOWON KIM)[ehdnjs104]/사원/제조DX.제조DX솔루션.롤맵기술팀" userId="40903c55-8d7f-4a01-bcfb-534127f384e5" providerId="ADAL" clId="{B6AF0A03-E085-45EB-943E-78E69303029F}" dt="2025-11-19T11:13:15.739" v="989" actId="20577"/>
      <pc:docMkLst>
        <pc:docMk/>
      </pc:docMkLst>
      <pc:sldChg chg="modSp">
        <pc:chgData name="김도원(DOWON KIM)[ehdnjs104]/사원/제조DX.제조DX솔루션.롤맵기술팀" userId="40903c55-8d7f-4a01-bcfb-534127f384e5" providerId="ADAL" clId="{B6AF0A03-E085-45EB-943E-78E69303029F}" dt="2025-11-19T10:20:11.623" v="473" actId="1036"/>
        <pc:sldMkLst>
          <pc:docMk/>
          <pc:sldMk cId="3266697761" sldId="2278"/>
        </pc:sldMkLst>
        <pc:spChg chg="mod">
          <ac:chgData name="김도원(DOWON KIM)[ehdnjs104]/사원/제조DX.제조DX솔루션.롤맵기술팀" userId="40903c55-8d7f-4a01-bcfb-534127f384e5" providerId="ADAL" clId="{B6AF0A03-E085-45EB-943E-78E69303029F}" dt="2025-11-19T10:20:11.623" v="473" actId="1036"/>
          <ac:spMkLst>
            <pc:docMk/>
            <pc:sldMk cId="3266697761" sldId="2278"/>
            <ac:spMk id="16" creationId="{64103116-79E6-4EAD-A94F-CA5060A46E07}"/>
          </ac:spMkLst>
        </pc:spChg>
        <pc:spChg chg="mod">
          <ac:chgData name="김도원(DOWON KIM)[ehdnjs104]/사원/제조DX.제조DX솔루션.롤맵기술팀" userId="40903c55-8d7f-4a01-bcfb-534127f384e5" providerId="ADAL" clId="{B6AF0A03-E085-45EB-943E-78E69303029F}" dt="2025-11-19T10:20:01.847" v="465" actId="20577"/>
          <ac:spMkLst>
            <pc:docMk/>
            <pc:sldMk cId="3266697761" sldId="2278"/>
            <ac:spMk id="18" creationId="{FC55D7C3-19BB-417C-88D2-249E3D408DED}"/>
          </ac:spMkLst>
        </pc:spChg>
      </pc:sldChg>
      <pc:sldChg chg="modSp">
        <pc:chgData name="김도원(DOWON KIM)[ehdnjs104]/사원/제조DX.제조DX솔루션.롤맵기술팀" userId="40903c55-8d7f-4a01-bcfb-534127f384e5" providerId="ADAL" clId="{B6AF0A03-E085-45EB-943E-78E69303029F}" dt="2025-11-19T10:15:34.069" v="244"/>
        <pc:sldMkLst>
          <pc:docMk/>
          <pc:sldMk cId="3590236053" sldId="2147481921"/>
        </pc:sldMkLst>
        <pc:graphicFrameChg chg="mod modGraphic">
          <ac:chgData name="김도원(DOWON KIM)[ehdnjs104]/사원/제조DX.제조DX솔루션.롤맵기술팀" userId="40903c55-8d7f-4a01-bcfb-534127f384e5" providerId="ADAL" clId="{B6AF0A03-E085-45EB-943E-78E69303029F}" dt="2025-11-19T10:15:34.069" v="244"/>
          <ac:graphicFrameMkLst>
            <pc:docMk/>
            <pc:sldMk cId="3590236053" sldId="2147481921"/>
            <ac:graphicFrameMk id="3" creationId="{3E86696F-E35A-4B06-9B46-63A4A6A986C1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B6AF0A03-E085-45EB-943E-78E69303029F}" dt="2025-11-19T10:16:25.414" v="282" actId="6549"/>
        <pc:sldMkLst>
          <pc:docMk/>
          <pc:sldMk cId="2994820085" sldId="2147481926"/>
        </pc:sldMkLst>
        <pc:spChg chg="mod">
          <ac:chgData name="김도원(DOWON KIM)[ehdnjs104]/사원/제조DX.제조DX솔루션.롤맵기술팀" userId="40903c55-8d7f-4a01-bcfb-534127f384e5" providerId="ADAL" clId="{B6AF0A03-E085-45EB-943E-78E69303029F}" dt="2025-11-19T10:16:17.255" v="281" actId="20577"/>
          <ac:spMkLst>
            <pc:docMk/>
            <pc:sldMk cId="2994820085" sldId="2147481926"/>
            <ac:spMk id="18" creationId="{72943F47-EAEA-4391-A2BC-C7C33A8E8CFD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B6AF0A03-E085-45EB-943E-78E69303029F}" dt="2025-11-19T10:16:25.414" v="282" actId="6549"/>
          <ac:graphicFrameMkLst>
            <pc:docMk/>
            <pc:sldMk cId="2994820085" sldId="2147481926"/>
            <ac:graphicFrameMk id="11" creationId="{C66F9B45-D343-4DF8-ABA9-D48571FAC964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B6AF0A03-E085-45EB-943E-78E69303029F}" dt="2025-11-19T11:13:15.739" v="989" actId="20577"/>
        <pc:sldMkLst>
          <pc:docMk/>
          <pc:sldMk cId="3218446010" sldId="2147481940"/>
        </pc:sldMkLst>
        <pc:spChg chg="mod">
          <ac:chgData name="김도원(DOWON KIM)[ehdnjs104]/사원/제조DX.제조DX솔루션.롤맵기술팀" userId="40903c55-8d7f-4a01-bcfb-534127f384e5" providerId="ADAL" clId="{B6AF0A03-E085-45EB-943E-78E69303029F}" dt="2025-11-19T10:25:57.118" v="475" actId="20577"/>
          <ac:spMkLst>
            <pc:docMk/>
            <pc:sldMk cId="3218446010" sldId="2147481940"/>
            <ac:spMk id="58" creationId="{F3C86BF0-D0BF-4133-905A-31AB80E93062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B6AF0A03-E085-45EB-943E-78E69303029F}" dt="2025-11-19T11:13:15.739" v="989" actId="20577"/>
          <ac:graphicFrameMkLst>
            <pc:docMk/>
            <pc:sldMk cId="3218446010" sldId="2147481940"/>
            <ac:graphicFrameMk id="21" creationId="{B17BC81E-4040-4B89-BFD6-444CE79E9A52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B6AF0A03-E085-45EB-943E-78E69303029F}" dt="2025-11-19T11:13:11.916" v="986" actId="20577"/>
        <pc:sldMkLst>
          <pc:docMk/>
          <pc:sldMk cId="4216273303" sldId="2147482152"/>
        </pc:sldMkLst>
        <pc:spChg chg="mod">
          <ac:chgData name="김도원(DOWON KIM)[ehdnjs104]/사원/제조DX.제조DX솔루션.롤맵기술팀" userId="40903c55-8d7f-4a01-bcfb-534127f384e5" providerId="ADAL" clId="{B6AF0A03-E085-45EB-943E-78E69303029F}" dt="2025-11-19T10:26:06.537" v="476" actId="313"/>
          <ac:spMkLst>
            <pc:docMk/>
            <pc:sldMk cId="4216273303" sldId="2147482152"/>
            <ac:spMk id="41" creationId="{31423EB5-1237-480C-AD72-29D64F629FC5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B6AF0A03-E085-45EB-943E-78E69303029F}" dt="2025-11-19T11:13:11.916" v="986" actId="20577"/>
          <ac:graphicFrameMkLst>
            <pc:docMk/>
            <pc:sldMk cId="4216273303" sldId="2147482152"/>
            <ac:graphicFrameMk id="18" creationId="{E5337A66-4735-450F-BB05-1241FCE56139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B6AF0A03-E085-45EB-943E-78E69303029F}" dt="2025-11-19T11:13:07.484" v="983" actId="20577"/>
        <pc:sldMkLst>
          <pc:docMk/>
          <pc:sldMk cId="719476191" sldId="2147482153"/>
        </pc:sldMkLst>
        <pc:graphicFrameChg chg="mod modGraphic">
          <ac:chgData name="김도원(DOWON KIM)[ehdnjs104]/사원/제조DX.제조DX솔루션.롤맵기술팀" userId="40903c55-8d7f-4a01-bcfb-534127f384e5" providerId="ADAL" clId="{B6AF0A03-E085-45EB-943E-78E69303029F}" dt="2025-11-19T11:13:07.484" v="983" actId="20577"/>
          <ac:graphicFrameMkLst>
            <pc:docMk/>
            <pc:sldMk cId="719476191" sldId="2147482153"/>
            <ac:graphicFrameMk id="24" creationId="{DA9720D5-9E5D-4270-AD52-B8674BAB70D6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B6AF0A03-E085-45EB-943E-78E69303029F}" dt="2025-11-19T11:13:02.621" v="980"/>
        <pc:sldMkLst>
          <pc:docMk/>
          <pc:sldMk cId="1357361098" sldId="2147482154"/>
        </pc:sldMkLst>
        <pc:graphicFrameChg chg="mod modGraphic">
          <ac:chgData name="김도원(DOWON KIM)[ehdnjs104]/사원/제조DX.제조DX솔루션.롤맵기술팀" userId="40903c55-8d7f-4a01-bcfb-534127f384e5" providerId="ADAL" clId="{B6AF0A03-E085-45EB-943E-78E69303029F}" dt="2025-11-19T11:13:02.621" v="980"/>
          <ac:graphicFrameMkLst>
            <pc:docMk/>
            <pc:sldMk cId="1357361098" sldId="2147482154"/>
            <ac:graphicFrameMk id="20" creationId="{4D0A5B9B-816F-4E0A-A314-C8D20D26917B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B6AF0A03-E085-45EB-943E-78E69303029F}" dt="2025-11-19T11:12:57.593" v="978" actId="20577"/>
        <pc:sldMkLst>
          <pc:docMk/>
          <pc:sldMk cId="2756542074" sldId="2147482155"/>
        </pc:sldMkLst>
        <pc:spChg chg="mod">
          <ac:chgData name="김도원(DOWON KIM)[ehdnjs104]/사원/제조DX.제조DX솔루션.롤맵기술팀" userId="40903c55-8d7f-4a01-bcfb-534127f384e5" providerId="ADAL" clId="{B6AF0A03-E085-45EB-943E-78E69303029F}" dt="2025-11-19T10:26:08.739" v="477" actId="313"/>
          <ac:spMkLst>
            <pc:docMk/>
            <pc:sldMk cId="2756542074" sldId="2147482155"/>
            <ac:spMk id="41" creationId="{077E661C-27B4-4364-84F1-0AB0F38EDCA6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B6AF0A03-E085-45EB-943E-78E69303029F}" dt="2025-11-19T11:12:57.593" v="978" actId="20577"/>
          <ac:graphicFrameMkLst>
            <pc:docMk/>
            <pc:sldMk cId="2756542074" sldId="2147482155"/>
            <ac:graphicFrameMk id="20" creationId="{C29AEFF0-7244-4E41-A5B8-902A91A671C8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B6AF0A03-E085-45EB-943E-78E69303029F}" dt="2025-11-19T11:12:47.787" v="972" actId="6549"/>
        <pc:sldMkLst>
          <pc:docMk/>
          <pc:sldMk cId="1685760430" sldId="2147482156"/>
        </pc:sldMkLst>
        <pc:spChg chg="mod">
          <ac:chgData name="김도원(DOWON KIM)[ehdnjs104]/사원/제조DX.제조DX솔루션.롤맵기술팀" userId="40903c55-8d7f-4a01-bcfb-534127f384e5" providerId="ADAL" clId="{B6AF0A03-E085-45EB-943E-78E69303029F}" dt="2025-11-19T10:26:10.117" v="478" actId="313"/>
          <ac:spMkLst>
            <pc:docMk/>
            <pc:sldMk cId="1685760430" sldId="2147482156"/>
            <ac:spMk id="41" creationId="{08220866-C888-4FB7-9E12-594D7C701821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B6AF0A03-E085-45EB-943E-78E69303029F}" dt="2025-11-19T11:12:47.787" v="972" actId="6549"/>
          <ac:graphicFrameMkLst>
            <pc:docMk/>
            <pc:sldMk cId="1685760430" sldId="2147482156"/>
            <ac:graphicFrameMk id="19" creationId="{197AC351-9B94-4151-9F3E-1F17E57ED62B}"/>
          </ac:graphicFrameMkLst>
        </pc:graphicFrameChg>
        <pc:graphicFrameChg chg="mod modGraphic">
          <ac:chgData name="김도원(DOWON KIM)[ehdnjs104]/사원/제조DX.제조DX솔루션.롤맵기술팀" userId="40903c55-8d7f-4a01-bcfb-534127f384e5" providerId="ADAL" clId="{B6AF0A03-E085-45EB-943E-78E69303029F}" dt="2025-11-19T10:54:34.805" v="917" actId="20577"/>
          <ac:graphicFrameMkLst>
            <pc:docMk/>
            <pc:sldMk cId="1685760430" sldId="2147482156"/>
            <ac:graphicFrameMk id="30" creationId="{FD723AF4-8C6A-45D2-91AF-E831F6E1C5CD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B6AF0A03-E085-45EB-943E-78E69303029F}" dt="2025-11-19T11:12:39.951" v="968" actId="6549"/>
        <pc:sldMkLst>
          <pc:docMk/>
          <pc:sldMk cId="1270712381" sldId="2147482157"/>
        </pc:sldMkLst>
        <pc:spChg chg="mod">
          <ac:chgData name="김도원(DOWON KIM)[ehdnjs104]/사원/제조DX.제조DX솔루션.롤맵기술팀" userId="40903c55-8d7f-4a01-bcfb-534127f384e5" providerId="ADAL" clId="{B6AF0A03-E085-45EB-943E-78E69303029F}" dt="2025-11-19T10:26:10.976" v="479" actId="313"/>
          <ac:spMkLst>
            <pc:docMk/>
            <pc:sldMk cId="1270712381" sldId="2147482157"/>
            <ac:spMk id="41" creationId="{6E1848E3-3CA6-4C00-8455-89E52A896AE9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B6AF0A03-E085-45EB-943E-78E69303029F}" dt="2025-11-19T11:12:39.951" v="968" actId="6549"/>
          <ac:graphicFrameMkLst>
            <pc:docMk/>
            <pc:sldMk cId="1270712381" sldId="2147482157"/>
            <ac:graphicFrameMk id="19" creationId="{57F9DB81-8AAF-42BC-806B-D07D80EC3A48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B6AF0A03-E085-45EB-943E-78E69303029F}" dt="2025-11-19T11:12:32.756" v="966" actId="6549"/>
        <pc:sldMkLst>
          <pc:docMk/>
          <pc:sldMk cId="3468524003" sldId="2147482158"/>
        </pc:sldMkLst>
        <pc:spChg chg="mod">
          <ac:chgData name="김도원(DOWON KIM)[ehdnjs104]/사원/제조DX.제조DX솔루션.롤맵기술팀" userId="40903c55-8d7f-4a01-bcfb-534127f384e5" providerId="ADAL" clId="{B6AF0A03-E085-45EB-943E-78E69303029F}" dt="2025-11-19T10:26:11.831" v="480" actId="313"/>
          <ac:spMkLst>
            <pc:docMk/>
            <pc:sldMk cId="3468524003" sldId="2147482158"/>
            <ac:spMk id="41" creationId="{E36F71F8-E425-4360-9681-18259E5D1750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B6AF0A03-E085-45EB-943E-78E69303029F}" dt="2025-11-19T11:12:32.756" v="966" actId="6549"/>
          <ac:graphicFrameMkLst>
            <pc:docMk/>
            <pc:sldMk cId="3468524003" sldId="2147482158"/>
            <ac:graphicFrameMk id="19" creationId="{BBA4D3A6-B372-42DE-9842-8CC4E02BD613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B6AF0A03-E085-45EB-943E-78E69303029F}" dt="2025-11-19T11:12:30.097" v="964" actId="6549"/>
        <pc:sldMkLst>
          <pc:docMk/>
          <pc:sldMk cId="3982393149" sldId="2147482159"/>
        </pc:sldMkLst>
        <pc:spChg chg="mod">
          <ac:chgData name="김도원(DOWON KIM)[ehdnjs104]/사원/제조DX.제조DX솔루션.롤맵기술팀" userId="40903c55-8d7f-4a01-bcfb-534127f384e5" providerId="ADAL" clId="{B6AF0A03-E085-45EB-943E-78E69303029F}" dt="2025-11-19T10:26:12.574" v="481" actId="313"/>
          <ac:spMkLst>
            <pc:docMk/>
            <pc:sldMk cId="3982393149" sldId="2147482159"/>
            <ac:spMk id="41" creationId="{9A806E09-44A2-404F-BE95-919F43665C10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B6AF0A03-E085-45EB-943E-78E69303029F}" dt="2025-11-19T11:12:30.097" v="964" actId="6549"/>
          <ac:graphicFrameMkLst>
            <pc:docMk/>
            <pc:sldMk cId="3982393149" sldId="2147482159"/>
            <ac:graphicFrameMk id="19" creationId="{9C1806C0-446E-47C8-944A-06A94EA73D8F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B6AF0A03-E085-45EB-943E-78E69303029F}" dt="2025-11-19T11:12:26.316" v="962" actId="20577"/>
        <pc:sldMkLst>
          <pc:docMk/>
          <pc:sldMk cId="4127400384" sldId="2147482160"/>
        </pc:sldMkLst>
        <pc:spChg chg="mod">
          <ac:chgData name="김도원(DOWON KIM)[ehdnjs104]/사원/제조DX.제조DX솔루션.롤맵기술팀" userId="40903c55-8d7f-4a01-bcfb-534127f384e5" providerId="ADAL" clId="{B6AF0A03-E085-45EB-943E-78E69303029F}" dt="2025-11-19T10:26:13.213" v="482" actId="313"/>
          <ac:spMkLst>
            <pc:docMk/>
            <pc:sldMk cId="4127400384" sldId="2147482160"/>
            <ac:spMk id="40" creationId="{E37F9F09-429D-4902-BAB3-A23C2E6DB74E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B6AF0A03-E085-45EB-943E-78E69303029F}" dt="2025-11-19T10:59:58.653" v="930" actId="6549"/>
          <ac:graphicFrameMkLst>
            <pc:docMk/>
            <pc:sldMk cId="4127400384" sldId="2147482160"/>
            <ac:graphicFrameMk id="18" creationId="{D90C02AA-15F8-4E0D-BE1B-0BF9BF5A1C7F}"/>
          </ac:graphicFrameMkLst>
        </pc:graphicFrameChg>
        <pc:graphicFrameChg chg="mod modGraphic">
          <ac:chgData name="김도원(DOWON KIM)[ehdnjs104]/사원/제조DX.제조DX솔루션.롤맵기술팀" userId="40903c55-8d7f-4a01-bcfb-534127f384e5" providerId="ADAL" clId="{B6AF0A03-E085-45EB-943E-78E69303029F}" dt="2025-11-19T11:12:26.316" v="962" actId="20577"/>
          <ac:graphicFrameMkLst>
            <pc:docMk/>
            <pc:sldMk cId="4127400384" sldId="2147482160"/>
            <ac:graphicFrameMk id="22" creationId="{800175D4-D7D2-4E39-BE37-BF38446744A7}"/>
          </ac:graphicFrameMkLst>
        </pc:graphicFrameChg>
      </pc:sldChg>
    </pc:docChg>
  </pc:docChgLst>
  <pc:docChgLst>
    <pc:chgData name="임상현(IAN SANGHYUN LIM)[ilim0507]/선임/제조DX.제조DX솔루션.셀추적기술팀" userId="1bdf7f23-b0bd-4e65-8e13-272ca93280fa" providerId="ADAL" clId="{4552F81D-2597-401E-B2F1-7D1BEA5BF7EE}"/>
    <pc:docChg chg="undo custSel modSld">
      <pc:chgData name="임상현(IAN SANGHYUN LIM)[ilim0507]/선임/제조DX.제조DX솔루션.셀추적기술팀" userId="1bdf7f23-b0bd-4e65-8e13-272ca93280fa" providerId="ADAL" clId="{4552F81D-2597-401E-B2F1-7D1BEA5BF7EE}" dt="2025-10-14T07:31:20.403" v="1063" actId="20577"/>
      <pc:docMkLst>
        <pc:docMk/>
      </pc:docMkLst>
      <pc:sldChg chg="modSp">
        <pc:chgData name="임상현(IAN SANGHYUN LIM)[ilim0507]/선임/제조DX.제조DX솔루션.셀추적기술팀" userId="1bdf7f23-b0bd-4e65-8e13-272ca93280fa" providerId="ADAL" clId="{4552F81D-2597-401E-B2F1-7D1BEA5BF7EE}" dt="2025-10-14T07:31:20.403" v="1063" actId="20577"/>
        <pc:sldMkLst>
          <pc:docMk/>
          <pc:sldMk cId="2197542616" sldId="2241"/>
        </pc:sldMkLst>
        <pc:spChg chg="mod">
          <ac:chgData name="임상현(IAN SANGHYUN LIM)[ilim0507]/선임/제조DX.제조DX솔루션.셀추적기술팀" userId="1bdf7f23-b0bd-4e65-8e13-272ca93280fa" providerId="ADAL" clId="{4552F81D-2597-401E-B2F1-7D1BEA5BF7EE}" dt="2025-10-14T07:28:55.292" v="656" actId="6549"/>
          <ac:spMkLst>
            <pc:docMk/>
            <pc:sldMk cId="2197542616" sldId="2241"/>
            <ac:spMk id="24" creationId="{9E88BCD6-65AC-474C-9E19-A37722C332DC}"/>
          </ac:spMkLst>
        </pc:spChg>
        <pc:graphicFrameChg chg="mod modGraphic">
          <ac:chgData name="임상현(IAN SANGHYUN LIM)[ilim0507]/선임/제조DX.제조DX솔루션.셀추적기술팀" userId="1bdf7f23-b0bd-4e65-8e13-272ca93280fa" providerId="ADAL" clId="{4552F81D-2597-401E-B2F1-7D1BEA5BF7EE}" dt="2025-10-14T07:31:20.403" v="1063" actId="20577"/>
          <ac:graphicFrameMkLst>
            <pc:docMk/>
            <pc:sldMk cId="2197542616" sldId="2241"/>
            <ac:graphicFrameMk id="23" creationId="{5C18F150-F800-4366-B81F-1DDA815C713E}"/>
          </ac:graphicFrameMkLst>
        </pc:graphicFrameChg>
        <pc:graphicFrameChg chg="mod modGraphic">
          <ac:chgData name="임상현(IAN SANGHYUN LIM)[ilim0507]/선임/제조DX.제조DX솔루션.셀추적기술팀" userId="1bdf7f23-b0bd-4e65-8e13-272ca93280fa" providerId="ADAL" clId="{4552F81D-2597-401E-B2F1-7D1BEA5BF7EE}" dt="2025-10-14T07:29:59.027" v="706" actId="20577"/>
          <ac:graphicFrameMkLst>
            <pc:docMk/>
            <pc:sldMk cId="2197542616" sldId="2241"/>
            <ac:graphicFrameMk id="29" creationId="{A8B0AF73-F7CC-437D-9A7E-175C56D104DC}"/>
          </ac:graphicFrameMkLst>
        </pc:graphicFrameChg>
      </pc:sldChg>
      <pc:sldChg chg="modSp">
        <pc:chgData name="임상현(IAN SANGHYUN LIM)[ilim0507]/선임/제조DX.제조DX솔루션.셀추적기술팀" userId="1bdf7f23-b0bd-4e65-8e13-272ca93280fa" providerId="ADAL" clId="{4552F81D-2597-401E-B2F1-7D1BEA5BF7EE}" dt="2025-10-14T07:18:53.568" v="456" actId="207"/>
        <pc:sldMkLst>
          <pc:docMk/>
          <pc:sldMk cId="2448533226" sldId="2147481784"/>
        </pc:sldMkLst>
        <pc:spChg chg="mod">
          <ac:chgData name="임상현(IAN SANGHYUN LIM)[ilim0507]/선임/제조DX.제조DX솔루션.셀추적기술팀" userId="1bdf7f23-b0bd-4e65-8e13-272ca93280fa" providerId="ADAL" clId="{4552F81D-2597-401E-B2F1-7D1BEA5BF7EE}" dt="2025-10-14T07:06:38.061" v="7" actId="20577"/>
          <ac:spMkLst>
            <pc:docMk/>
            <pc:sldMk cId="2448533226" sldId="2147481784"/>
            <ac:spMk id="19" creationId="{CD1808FA-2311-4DE7-933E-F986BA64E04F}"/>
          </ac:spMkLst>
        </pc:spChg>
        <pc:graphicFrameChg chg="mod modGraphic">
          <ac:chgData name="임상현(IAN SANGHYUN LIM)[ilim0507]/선임/제조DX.제조DX솔루션.셀추적기술팀" userId="1bdf7f23-b0bd-4e65-8e13-272ca93280fa" providerId="ADAL" clId="{4552F81D-2597-401E-B2F1-7D1BEA5BF7EE}" dt="2025-10-14T07:18:53.568" v="456" actId="207"/>
          <ac:graphicFrameMkLst>
            <pc:docMk/>
            <pc:sldMk cId="2448533226" sldId="2147481784"/>
            <ac:graphicFrameMk id="12" creationId="{C3023DD0-7C43-4203-B5A2-FEE1D52EE026}"/>
          </ac:graphicFrameMkLst>
        </pc:graphicFrameChg>
      </pc:sldChg>
    </pc:docChg>
  </pc:docChgLst>
  <pc:docChgLst>
    <pc:chgData name="조은지(EUNJI JO)[joeunji]/선임/제조DX.제조DX솔루션.데이터통합분석팀" userId="d82ce3d5-2c2f-4d6b-9fbb-477c92d9f333" providerId="ADAL" clId="{3C528F4E-12CE-4230-A52D-F80269DEA095}"/>
    <pc:docChg chg="undo custSel addSld modSld">
      <pc:chgData name="조은지(EUNJI JO)[joeunji]/선임/제조DX.제조DX솔루션.데이터통합분석팀" userId="d82ce3d5-2c2f-4d6b-9fbb-477c92d9f333" providerId="ADAL" clId="{3C528F4E-12CE-4230-A52D-F80269DEA095}" dt="2025-11-12T05:46:49.450" v="3962" actId="20577"/>
      <pc:docMkLst>
        <pc:docMk/>
      </pc:docMkLst>
      <pc:sldChg chg="addSp delSp modSp">
        <pc:chgData name="조은지(EUNJI JO)[joeunji]/선임/제조DX.제조DX솔루션.데이터통합분석팀" userId="d82ce3d5-2c2f-4d6b-9fbb-477c92d9f333" providerId="ADAL" clId="{3C528F4E-12CE-4230-A52D-F80269DEA095}" dt="2025-11-12T05:46:49.450" v="3962" actId="20577"/>
        <pc:sldMkLst>
          <pc:docMk/>
          <pc:sldMk cId="921970639" sldId="2147481788"/>
        </pc:sldMkLst>
        <pc:spChg chg="mod">
          <ac:chgData name="조은지(EUNJI JO)[joeunji]/선임/제조DX.제조DX솔루션.데이터통합분석팀" userId="d82ce3d5-2c2f-4d6b-9fbb-477c92d9f333" providerId="ADAL" clId="{3C528F4E-12CE-4230-A52D-F80269DEA095}" dt="2025-11-12T03:44:28.214" v="3250" actId="179"/>
          <ac:spMkLst>
            <pc:docMk/>
            <pc:sldMk cId="921970639" sldId="2147481788"/>
            <ac:spMk id="9" creationId="{00000000-0000-0000-0000-000000000000}"/>
          </ac:spMkLst>
        </pc:spChg>
        <pc:spChg chg="del">
          <ac:chgData name="조은지(EUNJI JO)[joeunji]/선임/제조DX.제조DX솔루션.데이터통합분석팀" userId="d82ce3d5-2c2f-4d6b-9fbb-477c92d9f333" providerId="ADAL" clId="{3C528F4E-12CE-4230-A52D-F80269DEA095}" dt="2025-11-12T03:44:31.855" v="3251" actId="478"/>
          <ac:spMkLst>
            <pc:docMk/>
            <pc:sldMk cId="921970639" sldId="2147481788"/>
            <ac:spMk id="12" creationId="{E15F5E18-35BD-4424-8530-8733C5DF69A7}"/>
          </ac:spMkLst>
        </pc:spChg>
        <pc:graphicFrameChg chg="mod modGraphic">
          <ac:chgData name="조은지(EUNJI JO)[joeunji]/선임/제조DX.제조DX솔루션.데이터통합분석팀" userId="d82ce3d5-2c2f-4d6b-9fbb-477c92d9f333" providerId="ADAL" clId="{3C528F4E-12CE-4230-A52D-F80269DEA095}" dt="2025-11-12T05:46:49.450" v="3962" actId="20577"/>
          <ac:graphicFrameMkLst>
            <pc:docMk/>
            <pc:sldMk cId="921970639" sldId="2147481788"/>
            <ac:graphicFrameMk id="19" creationId="{3E86696F-E35A-4B06-9B46-63A4A6A986C1}"/>
          </ac:graphicFrameMkLst>
        </pc:graphicFrameChg>
        <pc:picChg chg="del mod">
          <ac:chgData name="조은지(EUNJI JO)[joeunji]/선임/제조DX.제조DX솔루션.데이터통합분석팀" userId="d82ce3d5-2c2f-4d6b-9fbb-477c92d9f333" providerId="ADAL" clId="{3C528F4E-12CE-4230-A52D-F80269DEA095}" dt="2025-11-12T03:30:06.577" v="3225" actId="478"/>
          <ac:picMkLst>
            <pc:docMk/>
            <pc:sldMk cId="921970639" sldId="2147481788"/>
            <ac:picMk id="3" creationId="{B6276B18-3169-4468-AD59-5A9466B9BD34}"/>
          </ac:picMkLst>
        </pc:picChg>
        <pc:picChg chg="add mod">
          <ac:chgData name="조은지(EUNJI JO)[joeunji]/선임/제조DX.제조DX솔루션.데이터통합분석팀" userId="d82ce3d5-2c2f-4d6b-9fbb-477c92d9f333" providerId="ADAL" clId="{3C528F4E-12CE-4230-A52D-F80269DEA095}" dt="2025-11-12T03:43:31.073" v="3245" actId="108"/>
          <ac:picMkLst>
            <pc:docMk/>
            <pc:sldMk cId="921970639" sldId="2147481788"/>
            <ac:picMk id="4" creationId="{4C5E0C0D-AC3C-4100-8028-E2A9F83C856E}"/>
          </ac:picMkLst>
        </pc:picChg>
        <pc:picChg chg="add mod">
          <ac:chgData name="조은지(EUNJI JO)[joeunji]/선임/제조DX.제조DX솔루션.데이터통합분석팀" userId="d82ce3d5-2c2f-4d6b-9fbb-477c92d9f333" providerId="ADAL" clId="{3C528F4E-12CE-4230-A52D-F80269DEA095}" dt="2025-11-12T03:43:31.542" v="3246" actId="108"/>
          <ac:picMkLst>
            <pc:docMk/>
            <pc:sldMk cId="921970639" sldId="2147481788"/>
            <ac:picMk id="5" creationId="{AF036937-D67C-4866-AE5D-29D75EF5272F}"/>
          </ac:picMkLst>
        </pc:picChg>
      </pc:sldChg>
      <pc:sldChg chg="delSp modSp">
        <pc:chgData name="조은지(EUNJI JO)[joeunji]/선임/제조DX.제조DX솔루션.데이터통합분석팀" userId="d82ce3d5-2c2f-4d6b-9fbb-477c92d9f333" providerId="ADAL" clId="{3C528F4E-12CE-4230-A52D-F80269DEA095}" dt="2025-11-12T03:46:17.199" v="3270" actId="478"/>
        <pc:sldMkLst>
          <pc:docMk/>
          <pc:sldMk cId="317861486" sldId="2147481830"/>
        </pc:sldMkLst>
        <pc:spChg chg="del">
          <ac:chgData name="조은지(EUNJI JO)[joeunji]/선임/제조DX.제조DX솔루션.데이터통합분석팀" userId="d82ce3d5-2c2f-4d6b-9fbb-477c92d9f333" providerId="ADAL" clId="{3C528F4E-12CE-4230-A52D-F80269DEA095}" dt="2025-11-12T03:46:17.199" v="3270" actId="478"/>
          <ac:spMkLst>
            <pc:docMk/>
            <pc:sldMk cId="317861486" sldId="2147481830"/>
            <ac:spMk id="16" creationId="{C91E3148-1EC6-4268-AEB6-470BBBE55984}"/>
          </ac:spMkLst>
        </pc:spChg>
        <pc:spChg chg="mod">
          <ac:chgData name="조은지(EUNJI JO)[joeunji]/선임/제조DX.제조DX솔루션.데이터통합분석팀" userId="d82ce3d5-2c2f-4d6b-9fbb-477c92d9f333" providerId="ADAL" clId="{3C528F4E-12CE-4230-A52D-F80269DEA095}" dt="2025-11-12T03:46:16.668" v="3269"/>
          <ac:spMkLst>
            <pc:docMk/>
            <pc:sldMk cId="317861486" sldId="2147481830"/>
            <ac:spMk id="41" creationId="{88611533-2EB6-4D24-AED6-C795A5A2B08E}"/>
          </ac:spMkLst>
        </pc:spChg>
        <pc:graphicFrameChg chg="modGraphic">
          <ac:chgData name="조은지(EUNJI JO)[joeunji]/선임/제조DX.제조DX솔루션.데이터통합분석팀" userId="d82ce3d5-2c2f-4d6b-9fbb-477c92d9f333" providerId="ADAL" clId="{3C528F4E-12CE-4230-A52D-F80269DEA095}" dt="2025-11-12T03:46:05.621" v="3253" actId="207"/>
          <ac:graphicFrameMkLst>
            <pc:docMk/>
            <pc:sldMk cId="317861486" sldId="2147481830"/>
            <ac:graphicFrameMk id="19" creationId="{3E86696F-E35A-4B06-9B46-63A4A6A986C1}"/>
          </ac:graphicFrameMkLst>
        </pc:graphicFrameChg>
      </pc:sldChg>
      <pc:sldChg chg="addSp delSp modSp">
        <pc:chgData name="조은지(EUNJI JO)[joeunji]/선임/제조DX.제조DX솔루션.데이터통합분석팀" userId="d82ce3d5-2c2f-4d6b-9fbb-477c92d9f333" providerId="ADAL" clId="{3C528F4E-12CE-4230-A52D-F80269DEA095}" dt="2025-11-12T03:10:17.961" v="3224" actId="1036"/>
        <pc:sldMkLst>
          <pc:docMk/>
          <pc:sldMk cId="1625678813" sldId="2147481949"/>
        </pc:sldMkLst>
        <pc:spChg chg="mod">
          <ac:chgData name="조은지(EUNJI JO)[joeunji]/선임/제조DX.제조DX솔루션.데이터통합분석팀" userId="d82ce3d5-2c2f-4d6b-9fbb-477c92d9f333" providerId="ADAL" clId="{3C528F4E-12CE-4230-A52D-F80269DEA095}" dt="2025-11-12T00:47:48" v="23" actId="20577"/>
          <ac:spMkLst>
            <pc:docMk/>
            <pc:sldMk cId="1625678813" sldId="2147481949"/>
            <ac:spMk id="9" creationId="{00000000-0000-0000-0000-000000000000}"/>
          </ac:spMkLst>
        </pc:spChg>
        <pc:spChg chg="del">
          <ac:chgData name="조은지(EUNJI JO)[joeunji]/선임/제조DX.제조DX솔루션.데이터통합분석팀" userId="d82ce3d5-2c2f-4d6b-9fbb-477c92d9f333" providerId="ADAL" clId="{3C528F4E-12CE-4230-A52D-F80269DEA095}" dt="2025-11-12T00:46:13.563" v="15" actId="478"/>
          <ac:spMkLst>
            <pc:docMk/>
            <pc:sldMk cId="1625678813" sldId="2147481949"/>
            <ac:spMk id="14" creationId="{1A210280-D712-4679-9CDE-0B3D19C95FA4}"/>
          </ac:spMkLst>
        </pc:spChg>
        <pc:spChg chg="del mod">
          <ac:chgData name="조은지(EUNJI JO)[joeunji]/선임/제조DX.제조DX솔루션.데이터통합분석팀" userId="d82ce3d5-2c2f-4d6b-9fbb-477c92d9f333" providerId="ADAL" clId="{3C528F4E-12CE-4230-A52D-F80269DEA095}" dt="2025-11-12T01:03:11.608" v="44" actId="478"/>
          <ac:spMkLst>
            <pc:docMk/>
            <pc:sldMk cId="1625678813" sldId="2147481949"/>
            <ac:spMk id="16" creationId="{BBAAE060-80BA-4E0D-A062-3E45EF6EEF73}"/>
          </ac:spMkLst>
        </pc:spChg>
        <pc:grpChg chg="del">
          <ac:chgData name="조은지(EUNJI JO)[joeunji]/선임/제조DX.제조DX솔루션.데이터통합분석팀" userId="d82ce3d5-2c2f-4d6b-9fbb-477c92d9f333" providerId="ADAL" clId="{3C528F4E-12CE-4230-A52D-F80269DEA095}" dt="2025-11-12T00:45:31.704" v="4" actId="478"/>
          <ac:grpSpMkLst>
            <pc:docMk/>
            <pc:sldMk cId="1625678813" sldId="2147481949"/>
            <ac:grpSpMk id="6" creationId="{7C6B62B8-991E-4255-9811-428353FCC35B}"/>
          </ac:grpSpMkLst>
        </pc:grpChg>
        <pc:graphicFrameChg chg="add del mod modGraphic">
          <ac:chgData name="조은지(EUNJI JO)[joeunji]/선임/제조DX.제조DX솔루션.데이터통합분석팀" userId="d82ce3d5-2c2f-4d6b-9fbb-477c92d9f333" providerId="ADAL" clId="{3C528F4E-12CE-4230-A52D-F80269DEA095}" dt="2025-11-12T01:31:45.700" v="143" actId="478"/>
          <ac:graphicFrameMkLst>
            <pc:docMk/>
            <pc:sldMk cId="1625678813" sldId="2147481949"/>
            <ac:graphicFrameMk id="12" creationId="{DA229390-12BD-4BF7-883D-EE93976BCF34}"/>
          </ac:graphicFrameMkLst>
        </pc:graphicFrameChg>
        <pc:graphicFrameChg chg="mod modGraphic">
          <ac:chgData name="조은지(EUNJI JO)[joeunji]/선임/제조DX.제조DX솔루션.데이터통합분석팀" userId="d82ce3d5-2c2f-4d6b-9fbb-477c92d9f333" providerId="ADAL" clId="{3C528F4E-12CE-4230-A52D-F80269DEA095}" dt="2025-11-12T01:04:48.453" v="128" actId="207"/>
          <ac:graphicFrameMkLst>
            <pc:docMk/>
            <pc:sldMk cId="1625678813" sldId="2147481949"/>
            <ac:graphicFrameMk id="19" creationId="{3E86696F-E35A-4B06-9B46-63A4A6A986C1}"/>
          </ac:graphicFrameMkLst>
        </pc:graphicFrameChg>
        <pc:picChg chg="mod">
          <ac:chgData name="조은지(EUNJI JO)[joeunji]/선임/제조DX.제조DX솔루션.데이터통합분석팀" userId="d82ce3d5-2c2f-4d6b-9fbb-477c92d9f333" providerId="ADAL" clId="{3C528F4E-12CE-4230-A52D-F80269DEA095}" dt="2025-11-12T00:45:26.390" v="3" actId="1076"/>
          <ac:picMkLst>
            <pc:docMk/>
            <pc:sldMk cId="1625678813" sldId="2147481949"/>
            <ac:picMk id="2" creationId="{05529C95-E349-4B23-9EC3-5202E76CF2EC}"/>
          </ac:picMkLst>
        </pc:picChg>
        <pc:picChg chg="mod">
          <ac:chgData name="조은지(EUNJI JO)[joeunji]/선임/제조DX.제조DX솔루션.데이터통합분석팀" userId="d82ce3d5-2c2f-4d6b-9fbb-477c92d9f333" providerId="ADAL" clId="{3C528F4E-12CE-4230-A52D-F80269DEA095}" dt="2025-11-12T00:45:25.797" v="2" actId="1076"/>
          <ac:picMkLst>
            <pc:docMk/>
            <pc:sldMk cId="1625678813" sldId="2147481949"/>
            <ac:picMk id="3" creationId="{E3F6E43D-7C5D-48FF-A72C-C4DB8F9F6333}"/>
          </ac:picMkLst>
        </pc:picChg>
        <pc:picChg chg="del mod">
          <ac:chgData name="조은지(EUNJI JO)[joeunji]/선임/제조DX.제조DX솔루션.데이터통합분석팀" userId="d82ce3d5-2c2f-4d6b-9fbb-477c92d9f333" providerId="ADAL" clId="{3C528F4E-12CE-4230-A52D-F80269DEA095}" dt="2025-11-12T01:03:10.045" v="43" actId="478"/>
          <ac:picMkLst>
            <pc:docMk/>
            <pc:sldMk cId="1625678813" sldId="2147481949"/>
            <ac:picMk id="5" creationId="{16A4AB67-A713-4E2E-A504-69284707B06F}"/>
          </ac:picMkLst>
        </pc:picChg>
        <pc:picChg chg="add del mod modCrop">
          <ac:chgData name="조은지(EUNJI JO)[joeunji]/선임/제조DX.제조DX솔루션.데이터통합분석팀" userId="d82ce3d5-2c2f-4d6b-9fbb-477c92d9f333" providerId="ADAL" clId="{3C528F4E-12CE-4230-A52D-F80269DEA095}" dt="2025-11-12T03:10:17.961" v="3224" actId="1036"/>
          <ac:picMkLst>
            <pc:docMk/>
            <pc:sldMk cId="1625678813" sldId="2147481949"/>
            <ac:picMk id="7" creationId="{38CBFD90-029D-46A2-B11A-6E1E178CB95D}"/>
          </ac:picMkLst>
        </pc:picChg>
        <pc:picChg chg="add mod modCrop">
          <ac:chgData name="조은지(EUNJI JO)[joeunji]/선임/제조DX.제조DX솔루션.데이터통합분석팀" userId="d82ce3d5-2c2f-4d6b-9fbb-477c92d9f333" providerId="ADAL" clId="{3C528F4E-12CE-4230-A52D-F80269DEA095}" dt="2025-11-12T03:10:15.513" v="3222" actId="1035"/>
          <ac:picMkLst>
            <pc:docMk/>
            <pc:sldMk cId="1625678813" sldId="2147481949"/>
            <ac:picMk id="8" creationId="{BA2C43F2-4B52-4C03-96AE-3CA2D75093A3}"/>
          </ac:picMkLst>
        </pc:picChg>
      </pc:sldChg>
      <pc:sldChg chg="delSp modSp">
        <pc:chgData name="조은지(EUNJI JO)[joeunji]/선임/제조DX.제조DX솔루션.데이터통합분석팀" userId="d82ce3d5-2c2f-4d6b-9fbb-477c92d9f333" providerId="ADAL" clId="{3C528F4E-12CE-4230-A52D-F80269DEA095}" dt="2025-11-12T03:47:56.950" v="3565" actId="207"/>
        <pc:sldMkLst>
          <pc:docMk/>
          <pc:sldMk cId="2230191528" sldId="2147481954"/>
        </pc:sldMkLst>
        <pc:spChg chg="del">
          <ac:chgData name="조은지(EUNJI JO)[joeunji]/선임/제조DX.제조DX솔루션.데이터통합분석팀" userId="d82ce3d5-2c2f-4d6b-9fbb-477c92d9f333" providerId="ADAL" clId="{3C528F4E-12CE-4230-A52D-F80269DEA095}" dt="2025-11-12T03:46:46.669" v="3281" actId="478"/>
          <ac:spMkLst>
            <pc:docMk/>
            <pc:sldMk cId="2230191528" sldId="2147481954"/>
            <ac:spMk id="2" creationId="{39FA175C-C1BE-4B93-A61C-9E88AC6BB98B}"/>
          </ac:spMkLst>
        </pc:spChg>
        <pc:spChg chg="mod">
          <ac:chgData name="조은지(EUNJI JO)[joeunji]/선임/제조DX.제조DX솔루션.데이터통합분석팀" userId="d82ce3d5-2c2f-4d6b-9fbb-477c92d9f333" providerId="ADAL" clId="{3C528F4E-12CE-4230-A52D-F80269DEA095}" dt="2025-11-12T03:46:44.684" v="3280" actId="20577"/>
          <ac:spMkLst>
            <pc:docMk/>
            <pc:sldMk cId="2230191528" sldId="2147481954"/>
            <ac:spMk id="35" creationId="{ABE19A9F-A8FA-462C-9FAC-B538C1BB4CB0}"/>
          </ac:spMkLst>
        </pc:spChg>
        <pc:graphicFrameChg chg="mod modGraphic">
          <ac:chgData name="조은지(EUNJI JO)[joeunji]/선임/제조DX.제조DX솔루션.데이터통합분석팀" userId="d82ce3d5-2c2f-4d6b-9fbb-477c92d9f333" providerId="ADAL" clId="{3C528F4E-12CE-4230-A52D-F80269DEA095}" dt="2025-11-12T03:47:56.950" v="3565" actId="207"/>
          <ac:graphicFrameMkLst>
            <pc:docMk/>
            <pc:sldMk cId="2230191528" sldId="2147481954"/>
            <ac:graphicFrameMk id="19" creationId="{3E86696F-E35A-4B06-9B46-63A4A6A986C1}"/>
          </ac:graphicFrameMkLst>
        </pc:graphicFrameChg>
      </pc:sldChg>
      <pc:sldChg chg="modSp">
        <pc:chgData name="조은지(EUNJI JO)[joeunji]/선임/제조DX.제조DX솔루션.데이터통합분석팀" userId="d82ce3d5-2c2f-4d6b-9fbb-477c92d9f333" providerId="ADAL" clId="{3C528F4E-12CE-4230-A52D-F80269DEA095}" dt="2025-11-12T05:45:52.730" v="3865" actId="207"/>
        <pc:sldMkLst>
          <pc:docMk/>
          <pc:sldMk cId="3572448725" sldId="2147482058"/>
        </pc:sldMkLst>
        <pc:spChg chg="mod">
          <ac:chgData name="조은지(EUNJI JO)[joeunji]/선임/제조DX.제조DX솔루션.데이터통합분석팀" userId="d82ce3d5-2c2f-4d6b-9fbb-477c92d9f333" providerId="ADAL" clId="{3C528F4E-12CE-4230-A52D-F80269DEA095}" dt="2025-11-12T05:45:52.730" v="3865" actId="207"/>
          <ac:spMkLst>
            <pc:docMk/>
            <pc:sldMk cId="3572448725" sldId="2147482058"/>
            <ac:spMk id="20" creationId="{BB178E88-B809-4A0C-AEDB-08EDDEFC3101}"/>
          </ac:spMkLst>
        </pc:spChg>
      </pc:sldChg>
      <pc:sldChg chg="modSp">
        <pc:chgData name="조은지(EUNJI JO)[joeunji]/선임/제조DX.제조DX솔루션.데이터통합분석팀" userId="d82ce3d5-2c2f-4d6b-9fbb-477c92d9f333" providerId="ADAL" clId="{3C528F4E-12CE-4230-A52D-F80269DEA095}" dt="2025-11-12T02:15:46.222" v="178" actId="14100"/>
        <pc:sldMkLst>
          <pc:docMk/>
          <pc:sldMk cId="122266075" sldId="2147482060"/>
        </pc:sldMkLst>
        <pc:picChg chg="mod">
          <ac:chgData name="조은지(EUNJI JO)[joeunji]/선임/제조DX.제조DX솔루션.데이터통합분석팀" userId="d82ce3d5-2c2f-4d6b-9fbb-477c92d9f333" providerId="ADAL" clId="{3C528F4E-12CE-4230-A52D-F80269DEA095}" dt="2025-11-12T01:52:09.890" v="167" actId="14100"/>
          <ac:picMkLst>
            <pc:docMk/>
            <pc:sldMk cId="122266075" sldId="2147482060"/>
            <ac:picMk id="7" creationId="{70066DBE-0044-421E-AE4B-1BE7B35E1D73}"/>
          </ac:picMkLst>
        </pc:picChg>
        <pc:picChg chg="mod">
          <ac:chgData name="조은지(EUNJI JO)[joeunji]/선임/제조DX.제조DX솔루션.데이터통합분석팀" userId="d82ce3d5-2c2f-4d6b-9fbb-477c92d9f333" providerId="ADAL" clId="{3C528F4E-12CE-4230-A52D-F80269DEA095}" dt="2025-11-12T01:47:40.105" v="152" actId="14100"/>
          <ac:picMkLst>
            <pc:docMk/>
            <pc:sldMk cId="122266075" sldId="2147482060"/>
            <ac:picMk id="8" creationId="{EB9DE90A-F930-7C32-38D4-CC01BAE16B83}"/>
          </ac:picMkLst>
        </pc:picChg>
        <pc:picChg chg="mod">
          <ac:chgData name="조은지(EUNJI JO)[joeunji]/선임/제조DX.제조DX솔루션.데이터통합분석팀" userId="d82ce3d5-2c2f-4d6b-9fbb-477c92d9f333" providerId="ADAL" clId="{3C528F4E-12CE-4230-A52D-F80269DEA095}" dt="2025-11-12T02:14:54.002" v="170" actId="14100"/>
          <ac:picMkLst>
            <pc:docMk/>
            <pc:sldMk cId="122266075" sldId="2147482060"/>
            <ac:picMk id="24" creationId="{A3566181-B64A-B62E-429E-110ED43D0E65}"/>
          </ac:picMkLst>
        </pc:picChg>
        <pc:picChg chg="mod">
          <ac:chgData name="조은지(EUNJI JO)[joeunji]/선임/제조DX.제조DX솔루션.데이터통합분석팀" userId="d82ce3d5-2c2f-4d6b-9fbb-477c92d9f333" providerId="ADAL" clId="{3C528F4E-12CE-4230-A52D-F80269DEA095}" dt="2025-11-12T01:50:16.186" v="159" actId="554"/>
          <ac:picMkLst>
            <pc:docMk/>
            <pc:sldMk cId="122266075" sldId="2147482060"/>
            <ac:picMk id="27" creationId="{84A6F994-2831-413D-AF90-1F782060D969}"/>
          </ac:picMkLst>
        </pc:picChg>
        <pc:picChg chg="mod">
          <ac:chgData name="조은지(EUNJI JO)[joeunji]/선임/제조DX.제조DX솔루션.데이터통합분석팀" userId="d82ce3d5-2c2f-4d6b-9fbb-477c92d9f333" providerId="ADAL" clId="{3C528F4E-12CE-4230-A52D-F80269DEA095}" dt="2025-11-12T01:50:22.352" v="160" actId="14100"/>
          <ac:picMkLst>
            <pc:docMk/>
            <pc:sldMk cId="122266075" sldId="2147482060"/>
            <ac:picMk id="29" creationId="{2B98F421-0936-4975-9002-28E88C95BD32}"/>
          </ac:picMkLst>
        </pc:picChg>
        <pc:picChg chg="mod">
          <ac:chgData name="조은지(EUNJI JO)[joeunji]/선임/제조DX.제조DX솔루션.데이터통합분석팀" userId="d82ce3d5-2c2f-4d6b-9fbb-477c92d9f333" providerId="ADAL" clId="{3C528F4E-12CE-4230-A52D-F80269DEA095}" dt="2025-11-12T01:49:44.920" v="156" actId="14100"/>
          <ac:picMkLst>
            <pc:docMk/>
            <pc:sldMk cId="122266075" sldId="2147482060"/>
            <ac:picMk id="44" creationId="{E857F09C-9C17-1A55-7F33-15744B26B051}"/>
          </ac:picMkLst>
        </pc:picChg>
        <pc:picChg chg="mod">
          <ac:chgData name="조은지(EUNJI JO)[joeunji]/선임/제조DX.제조DX솔루션.데이터통합분석팀" userId="d82ce3d5-2c2f-4d6b-9fbb-477c92d9f333" providerId="ADAL" clId="{3C528F4E-12CE-4230-A52D-F80269DEA095}" dt="2025-11-12T01:51:41.077" v="164" actId="14100"/>
          <ac:picMkLst>
            <pc:docMk/>
            <pc:sldMk cId="122266075" sldId="2147482060"/>
            <ac:picMk id="56" creationId="{7B1595BD-091E-6097-D1E4-A8E360636719}"/>
          </ac:picMkLst>
        </pc:picChg>
        <pc:picChg chg="mod">
          <ac:chgData name="조은지(EUNJI JO)[joeunji]/선임/제조DX.제조DX솔루션.데이터통합분석팀" userId="d82ce3d5-2c2f-4d6b-9fbb-477c92d9f333" providerId="ADAL" clId="{3C528F4E-12CE-4230-A52D-F80269DEA095}" dt="2025-11-12T02:15:46.222" v="178" actId="14100"/>
          <ac:picMkLst>
            <pc:docMk/>
            <pc:sldMk cId="122266075" sldId="2147482060"/>
            <ac:picMk id="83" creationId="{BFCCD2C8-7EB0-99CC-2ABC-A3AA40DEC4CD}"/>
          </ac:picMkLst>
        </pc:picChg>
      </pc:sldChg>
      <pc:sldChg chg="addSp delSp modSp add">
        <pc:chgData name="조은지(EUNJI JO)[joeunji]/선임/제조DX.제조DX솔루션.데이터통합분석팀" userId="d82ce3d5-2c2f-4d6b-9fbb-477c92d9f333" providerId="ADAL" clId="{3C528F4E-12CE-4230-A52D-F80269DEA095}" dt="2025-11-12T02:39:07.098" v="3200" actId="20577"/>
        <pc:sldMkLst>
          <pc:docMk/>
          <pc:sldMk cId="316395411" sldId="2147482169"/>
        </pc:sldMkLst>
        <pc:spChg chg="mod">
          <ac:chgData name="조은지(EUNJI JO)[joeunji]/선임/제조DX.제조DX솔루션.데이터통합분석팀" userId="d82ce3d5-2c2f-4d6b-9fbb-477c92d9f333" providerId="ADAL" clId="{3C528F4E-12CE-4230-A52D-F80269DEA095}" dt="2025-11-12T02:16:53.379" v="203"/>
          <ac:spMkLst>
            <pc:docMk/>
            <pc:sldMk cId="316395411" sldId="2147482169"/>
            <ac:spMk id="11" creationId="{20DB249E-C61B-B842-A108-DECB03C78754}"/>
          </ac:spMkLst>
        </pc:spChg>
        <pc:spChg chg="mod">
          <ac:chgData name="조은지(EUNJI JO)[joeunji]/선임/제조DX.제조DX솔루션.데이터통합분석팀" userId="d82ce3d5-2c2f-4d6b-9fbb-477c92d9f333" providerId="ADAL" clId="{3C528F4E-12CE-4230-A52D-F80269DEA095}" dt="2025-11-12T02:16:57.598" v="206" actId="20577"/>
          <ac:spMkLst>
            <pc:docMk/>
            <pc:sldMk cId="316395411" sldId="2147482169"/>
            <ac:spMk id="12" creationId="{7FB6881A-B9CA-FAA9-B570-5210A8A2FFCF}"/>
          </ac:spMkLst>
        </pc:spChg>
        <pc:spChg chg="del">
          <ac:chgData name="조은지(EUNJI JO)[joeunji]/선임/제조DX.제조DX솔루션.데이터통합분석팀" userId="d82ce3d5-2c2f-4d6b-9fbb-477c92d9f333" providerId="ADAL" clId="{3C528F4E-12CE-4230-A52D-F80269DEA095}" dt="2025-11-12T02:17:03.208" v="208" actId="478"/>
          <ac:spMkLst>
            <pc:docMk/>
            <pc:sldMk cId="316395411" sldId="2147482169"/>
            <ac:spMk id="24" creationId="{48A2806F-1558-4FE0-9EEF-3F4C82EBF8C2}"/>
          </ac:spMkLst>
        </pc:spChg>
        <pc:spChg chg="del">
          <ac:chgData name="조은지(EUNJI JO)[joeunji]/선임/제조DX.제조DX솔루션.데이터통합분석팀" userId="d82ce3d5-2c2f-4d6b-9fbb-477c92d9f333" providerId="ADAL" clId="{3C528F4E-12CE-4230-A52D-F80269DEA095}" dt="2025-11-12T02:17:04.988" v="209" actId="478"/>
          <ac:spMkLst>
            <pc:docMk/>
            <pc:sldMk cId="316395411" sldId="2147482169"/>
            <ac:spMk id="26" creationId="{A23EE23F-C7AB-4ABF-A9F5-BDC418CBE301}"/>
          </ac:spMkLst>
        </pc:spChg>
        <pc:spChg chg="del">
          <ac:chgData name="조은지(EUNJI JO)[joeunji]/선임/제조DX.제조DX솔루션.데이터통합분석팀" userId="d82ce3d5-2c2f-4d6b-9fbb-477c92d9f333" providerId="ADAL" clId="{3C528F4E-12CE-4230-A52D-F80269DEA095}" dt="2025-11-12T02:17:04.988" v="209" actId="478"/>
          <ac:spMkLst>
            <pc:docMk/>
            <pc:sldMk cId="316395411" sldId="2147482169"/>
            <ac:spMk id="27" creationId="{A1540208-2844-44A0-A1A3-AD24AE285D93}"/>
          </ac:spMkLst>
        </pc:spChg>
        <pc:spChg chg="del">
          <ac:chgData name="조은지(EUNJI JO)[joeunji]/선임/제조DX.제조DX솔루션.데이터통합분석팀" userId="d82ce3d5-2c2f-4d6b-9fbb-477c92d9f333" providerId="ADAL" clId="{3C528F4E-12CE-4230-A52D-F80269DEA095}" dt="2025-11-12T02:17:04.988" v="209" actId="478"/>
          <ac:spMkLst>
            <pc:docMk/>
            <pc:sldMk cId="316395411" sldId="2147482169"/>
            <ac:spMk id="29" creationId="{36761B3B-78ED-40A0-8329-CF91758A67DC}"/>
          </ac:spMkLst>
        </pc:spChg>
        <pc:spChg chg="del">
          <ac:chgData name="조은지(EUNJI JO)[joeunji]/선임/제조DX.제조DX솔루션.데이터통합분석팀" userId="d82ce3d5-2c2f-4d6b-9fbb-477c92d9f333" providerId="ADAL" clId="{3C528F4E-12CE-4230-A52D-F80269DEA095}" dt="2025-11-12T02:17:04.988" v="209" actId="478"/>
          <ac:spMkLst>
            <pc:docMk/>
            <pc:sldMk cId="316395411" sldId="2147482169"/>
            <ac:spMk id="30" creationId="{C8C31A88-6498-49A0-89A8-34ECDC5D9E8C}"/>
          </ac:spMkLst>
        </pc:spChg>
        <pc:spChg chg="del">
          <ac:chgData name="조은지(EUNJI JO)[joeunji]/선임/제조DX.제조DX솔루션.데이터통합분석팀" userId="d82ce3d5-2c2f-4d6b-9fbb-477c92d9f333" providerId="ADAL" clId="{3C528F4E-12CE-4230-A52D-F80269DEA095}" dt="2025-11-12T02:17:04.988" v="209" actId="478"/>
          <ac:spMkLst>
            <pc:docMk/>
            <pc:sldMk cId="316395411" sldId="2147482169"/>
            <ac:spMk id="32" creationId="{93DBA5BF-5268-468B-939A-6341D8ACB18F}"/>
          </ac:spMkLst>
        </pc:spChg>
        <pc:spChg chg="del">
          <ac:chgData name="조은지(EUNJI JO)[joeunji]/선임/제조DX.제조DX솔루션.데이터통합분석팀" userId="d82ce3d5-2c2f-4d6b-9fbb-477c92d9f333" providerId="ADAL" clId="{3C528F4E-12CE-4230-A52D-F80269DEA095}" dt="2025-11-12T02:17:04.988" v="209" actId="478"/>
          <ac:spMkLst>
            <pc:docMk/>
            <pc:sldMk cId="316395411" sldId="2147482169"/>
            <ac:spMk id="35" creationId="{344DB16E-1572-4B7E-9DCE-055AE74FC54D}"/>
          </ac:spMkLst>
        </pc:spChg>
        <pc:spChg chg="mod">
          <ac:chgData name="조은지(EUNJI JO)[joeunji]/선임/제조DX.제조DX솔루션.데이터통합분석팀" userId="d82ce3d5-2c2f-4d6b-9fbb-477c92d9f333" providerId="ADAL" clId="{3C528F4E-12CE-4230-A52D-F80269DEA095}" dt="2025-11-12T02:18:10.208" v="218" actId="6549"/>
          <ac:spMkLst>
            <pc:docMk/>
            <pc:sldMk cId="316395411" sldId="2147482169"/>
            <ac:spMk id="38" creationId="{2BC3CFDF-2A28-1FEA-2EDA-1F8CCD632691}"/>
          </ac:spMkLst>
        </pc:spChg>
        <pc:spChg chg="del">
          <ac:chgData name="조은지(EUNJI JO)[joeunji]/선임/제조DX.제조DX솔루션.데이터통합분석팀" userId="d82ce3d5-2c2f-4d6b-9fbb-477c92d9f333" providerId="ADAL" clId="{3C528F4E-12CE-4230-A52D-F80269DEA095}" dt="2025-11-12T02:17:04.988" v="209" actId="478"/>
          <ac:spMkLst>
            <pc:docMk/>
            <pc:sldMk cId="316395411" sldId="2147482169"/>
            <ac:spMk id="39" creationId="{495690E6-6FAA-4F8A-8397-367245662C0A}"/>
          </ac:spMkLst>
        </pc:spChg>
        <pc:spChg chg="del">
          <ac:chgData name="조은지(EUNJI JO)[joeunji]/선임/제조DX.제조DX솔루션.데이터통합분석팀" userId="d82ce3d5-2c2f-4d6b-9fbb-477c92d9f333" providerId="ADAL" clId="{3C528F4E-12CE-4230-A52D-F80269DEA095}" dt="2025-11-12T02:17:04.988" v="209" actId="478"/>
          <ac:spMkLst>
            <pc:docMk/>
            <pc:sldMk cId="316395411" sldId="2147482169"/>
            <ac:spMk id="44" creationId="{A3DE7522-1E57-487E-BEC9-27DB7BC2D936}"/>
          </ac:spMkLst>
        </pc:spChg>
        <pc:spChg chg="del">
          <ac:chgData name="조은지(EUNJI JO)[joeunji]/선임/제조DX.제조DX솔루션.데이터통합분석팀" userId="d82ce3d5-2c2f-4d6b-9fbb-477c92d9f333" providerId="ADAL" clId="{3C528F4E-12CE-4230-A52D-F80269DEA095}" dt="2025-11-12T02:17:04.988" v="209" actId="478"/>
          <ac:spMkLst>
            <pc:docMk/>
            <pc:sldMk cId="316395411" sldId="2147482169"/>
            <ac:spMk id="46" creationId="{8A5F2874-381D-4D1F-8374-263825DEA72A}"/>
          </ac:spMkLst>
        </pc:spChg>
        <pc:graphicFrameChg chg="mod modGraphic">
          <ac:chgData name="조은지(EUNJI JO)[joeunji]/선임/제조DX.제조DX솔루션.데이터통합분석팀" userId="d82ce3d5-2c2f-4d6b-9fbb-477c92d9f333" providerId="ADAL" clId="{3C528F4E-12CE-4230-A52D-F80269DEA095}" dt="2025-11-12T02:39:07.098" v="3200" actId="20577"/>
          <ac:graphicFrameMkLst>
            <pc:docMk/>
            <pc:sldMk cId="316395411" sldId="2147482169"/>
            <ac:graphicFrameMk id="19" creationId="{4485889C-7C23-1E44-3F44-63DAC7688EA0}"/>
          </ac:graphicFrameMkLst>
        </pc:graphicFrameChg>
        <pc:picChg chg="add del mod">
          <ac:chgData name="조은지(EUNJI JO)[joeunji]/선임/제조DX.제조DX솔루션.데이터통합분석팀" userId="d82ce3d5-2c2f-4d6b-9fbb-477c92d9f333" providerId="ADAL" clId="{3C528F4E-12CE-4230-A52D-F80269DEA095}" dt="2025-11-12T02:34:15.382" v="2540" actId="478"/>
          <ac:picMkLst>
            <pc:docMk/>
            <pc:sldMk cId="316395411" sldId="2147482169"/>
            <ac:picMk id="2" creationId="{53C93096-0809-4677-AAD9-93A096DE21FA}"/>
          </ac:picMkLst>
        </pc:picChg>
        <pc:picChg chg="add del mod">
          <ac:chgData name="조은지(EUNJI JO)[joeunji]/선임/제조DX.제조DX솔루션.데이터통합분석팀" userId="d82ce3d5-2c2f-4d6b-9fbb-477c92d9f333" providerId="ADAL" clId="{3C528F4E-12CE-4230-A52D-F80269DEA095}" dt="2025-11-12T02:34:48.983" v="2547" actId="478"/>
          <ac:picMkLst>
            <pc:docMk/>
            <pc:sldMk cId="316395411" sldId="2147482169"/>
            <ac:picMk id="3" creationId="{76DDB7AC-BB21-4401-B8A3-0C464C0499AA}"/>
          </ac:picMkLst>
        </pc:picChg>
        <pc:picChg chg="add mod">
          <ac:chgData name="조은지(EUNJI JO)[joeunji]/선임/제조DX.제조DX솔루션.데이터통합분석팀" userId="d82ce3d5-2c2f-4d6b-9fbb-477c92d9f333" providerId="ADAL" clId="{3C528F4E-12CE-4230-A52D-F80269DEA095}" dt="2025-11-12T02:36:58.815" v="2708" actId="1035"/>
          <ac:picMkLst>
            <pc:docMk/>
            <pc:sldMk cId="316395411" sldId="2147482169"/>
            <ac:picMk id="4" creationId="{8DB81AEE-5525-4279-8228-71C6EEFE3039}"/>
          </ac:picMkLst>
        </pc:picChg>
        <pc:picChg chg="del">
          <ac:chgData name="조은지(EUNJI JO)[joeunji]/선임/제조DX.제조DX솔루션.데이터통합분석팀" userId="d82ce3d5-2c2f-4d6b-9fbb-477c92d9f333" providerId="ADAL" clId="{3C528F4E-12CE-4230-A52D-F80269DEA095}" dt="2025-11-12T02:17:01.129" v="207" actId="478"/>
          <ac:picMkLst>
            <pc:docMk/>
            <pc:sldMk cId="316395411" sldId="2147482169"/>
            <ac:picMk id="5" creationId="{5B7FC188-4091-4554-9FB0-94F69D66C69A}"/>
          </ac:picMkLst>
        </pc:picChg>
        <pc:picChg chg="add mod">
          <ac:chgData name="조은지(EUNJI JO)[joeunji]/선임/제조DX.제조DX솔루션.데이터통합분석팀" userId="d82ce3d5-2c2f-4d6b-9fbb-477c92d9f333" providerId="ADAL" clId="{3C528F4E-12CE-4230-A52D-F80269DEA095}" dt="2025-11-12T02:36:58.815" v="2708" actId="1035"/>
          <ac:picMkLst>
            <pc:docMk/>
            <pc:sldMk cId="316395411" sldId="2147482169"/>
            <ac:picMk id="6" creationId="{DD58FF3D-4426-41DF-A7B8-81D89A21253B}"/>
          </ac:picMkLst>
        </pc:picChg>
      </pc:sldChg>
    </pc:docChg>
  </pc:docChgLst>
  <pc:docChgLst>
    <pc:chgData name="홍진표(JINPYO HONG)[jphong30]/사원/제조DX.제조DX솔루션.데이터통합분석팀" userId="e81a1c56-9779-419d-942e-8803f0d0cdcc" providerId="ADAL" clId="{4B13EE9A-BC80-4620-82C1-649E3C4EE4A3}"/>
    <pc:docChg chg="undo custSel modSld">
      <pc:chgData name="홍진표(JINPYO HONG)[jphong30]/사원/제조DX.제조DX솔루션.데이터통합분석팀" userId="e81a1c56-9779-419d-942e-8803f0d0cdcc" providerId="ADAL" clId="{4B13EE9A-BC80-4620-82C1-649E3C4EE4A3}" dt="2025-10-29T02:21:55.108" v="2070" actId="207"/>
      <pc:docMkLst>
        <pc:docMk/>
      </pc:docMkLst>
      <pc:sldChg chg="modSp">
        <pc:chgData name="홍진표(JINPYO HONG)[jphong30]/사원/제조DX.제조DX솔루션.데이터통합분석팀" userId="e81a1c56-9779-419d-942e-8803f0d0cdcc" providerId="ADAL" clId="{4B13EE9A-BC80-4620-82C1-649E3C4EE4A3}" dt="2025-10-29T02:19:53.884" v="2023" actId="20577"/>
        <pc:sldMkLst>
          <pc:docMk/>
          <pc:sldMk cId="3645708370" sldId="2147482131"/>
        </pc:sldMkLst>
        <pc:spChg chg="mod">
          <ac:chgData name="홍진표(JINPYO HONG)[jphong30]/사원/제조DX.제조DX솔루션.데이터통합분석팀" userId="e81a1c56-9779-419d-942e-8803f0d0cdcc" providerId="ADAL" clId="{4B13EE9A-BC80-4620-82C1-649E3C4EE4A3}" dt="2025-10-29T00:46:10.976" v="28" actId="20577"/>
          <ac:spMkLst>
            <pc:docMk/>
            <pc:sldMk cId="3645708370" sldId="2147482131"/>
            <ac:spMk id="5" creationId="{708A6887-4366-7F7E-F196-81FADA6436A1}"/>
          </ac:spMkLst>
        </pc:spChg>
        <pc:spChg chg="mod">
          <ac:chgData name="홍진표(JINPYO HONG)[jphong30]/사원/제조DX.제조DX솔루션.데이터통합분석팀" userId="e81a1c56-9779-419d-942e-8803f0d0cdcc" providerId="ADAL" clId="{4B13EE9A-BC80-4620-82C1-649E3C4EE4A3}" dt="2025-10-29T00:58:55.074" v="71" actId="20577"/>
          <ac:spMkLst>
            <pc:docMk/>
            <pc:sldMk cId="3645708370" sldId="2147482131"/>
            <ac:spMk id="13" creationId="{2852EE4A-FA57-4AD9-BCB6-D856364BC2BF}"/>
          </ac:spMkLst>
        </pc:spChg>
        <pc:graphicFrameChg chg="mod modGraphic">
          <ac:chgData name="홍진표(JINPYO HONG)[jphong30]/사원/제조DX.제조DX솔루션.데이터통합분석팀" userId="e81a1c56-9779-419d-942e-8803f0d0cdcc" providerId="ADAL" clId="{4B13EE9A-BC80-4620-82C1-649E3C4EE4A3}" dt="2025-10-29T01:05:30.904" v="122" actId="20577"/>
          <ac:graphicFrameMkLst>
            <pc:docMk/>
            <pc:sldMk cId="3645708370" sldId="2147482131"/>
            <ac:graphicFrameMk id="3" creationId="{090EB11C-65C4-4DC4-B22B-11D34605F4E2}"/>
          </ac:graphicFrameMkLst>
        </pc:graphicFrameChg>
        <pc:graphicFrameChg chg="mod modGraphic">
          <ac:chgData name="홍진표(JINPYO HONG)[jphong30]/사원/제조DX.제조DX솔루션.데이터통합분석팀" userId="e81a1c56-9779-419d-942e-8803f0d0cdcc" providerId="ADAL" clId="{4B13EE9A-BC80-4620-82C1-649E3C4EE4A3}" dt="2025-10-29T02:19:53.884" v="2023" actId="20577"/>
          <ac:graphicFrameMkLst>
            <pc:docMk/>
            <pc:sldMk cId="3645708370" sldId="2147482131"/>
            <ac:graphicFrameMk id="16" creationId="{859EBE2E-4A91-4CBB-BB78-8322FFA6D403}"/>
          </ac:graphicFrameMkLst>
        </pc:graphicFrameChg>
        <pc:graphicFrameChg chg="mod modGraphic">
          <ac:chgData name="홍진표(JINPYO HONG)[jphong30]/사원/제조DX.제조DX솔루션.데이터통합분석팀" userId="e81a1c56-9779-419d-942e-8803f0d0cdcc" providerId="ADAL" clId="{4B13EE9A-BC80-4620-82C1-649E3C4EE4A3}" dt="2025-10-29T02:19:36.374" v="1996" actId="20577"/>
          <ac:graphicFrameMkLst>
            <pc:docMk/>
            <pc:sldMk cId="3645708370" sldId="2147482131"/>
            <ac:graphicFrameMk id="19" creationId="{3E86696F-E35A-4B06-9B46-63A4A6A986C1}"/>
          </ac:graphicFrameMkLst>
        </pc:graphicFrameChg>
      </pc:sldChg>
      <pc:sldChg chg="modSp">
        <pc:chgData name="홍진표(JINPYO HONG)[jphong30]/사원/제조DX.제조DX솔루션.데이터통합분석팀" userId="e81a1c56-9779-419d-942e-8803f0d0cdcc" providerId="ADAL" clId="{4B13EE9A-BC80-4620-82C1-649E3C4EE4A3}" dt="2025-10-29T02:21:55.108" v="2070" actId="207"/>
        <pc:sldMkLst>
          <pc:docMk/>
          <pc:sldMk cId="2637692209" sldId="2147482139"/>
        </pc:sldMkLst>
        <pc:spChg chg="mod">
          <ac:chgData name="홍진표(JINPYO HONG)[jphong30]/사원/제조DX.제조DX솔루션.데이터통합분석팀" userId="e81a1c56-9779-419d-942e-8803f0d0cdcc" providerId="ADAL" clId="{4B13EE9A-BC80-4620-82C1-649E3C4EE4A3}" dt="2025-10-29T02:21:30.093" v="2069" actId="20577"/>
          <ac:spMkLst>
            <pc:docMk/>
            <pc:sldMk cId="2637692209" sldId="2147482139"/>
            <ac:spMk id="5" creationId="{708A6887-4366-7F7E-F196-81FADA6436A1}"/>
          </ac:spMkLst>
        </pc:spChg>
        <pc:spChg chg="mod">
          <ac:chgData name="홍진표(JINPYO HONG)[jphong30]/사원/제조DX.제조DX솔루션.데이터통합분석팀" userId="e81a1c56-9779-419d-942e-8803f0d0cdcc" providerId="ADAL" clId="{4B13EE9A-BC80-4620-82C1-649E3C4EE4A3}" dt="2025-10-29T00:44:22.538" v="5" actId="20577"/>
          <ac:spMkLst>
            <pc:docMk/>
            <pc:sldMk cId="2637692209" sldId="2147482139"/>
            <ac:spMk id="13" creationId="{A13726BB-DC90-4855-8DD7-AEF00F2103E9}"/>
          </ac:spMkLst>
        </pc:spChg>
        <pc:graphicFrameChg chg="modGraphic">
          <ac:chgData name="홍진표(JINPYO HONG)[jphong30]/사원/제조DX.제조DX솔루션.데이터통합분석팀" userId="e81a1c56-9779-419d-942e-8803f0d0cdcc" providerId="ADAL" clId="{4B13EE9A-BC80-4620-82C1-649E3C4EE4A3}" dt="2025-10-29T02:21:55.108" v="2070" actId="207"/>
          <ac:graphicFrameMkLst>
            <pc:docMk/>
            <pc:sldMk cId="2637692209" sldId="2147482139"/>
            <ac:graphicFrameMk id="14" creationId="{CEA3F45E-60F6-48B6-888E-C6596F89CE30}"/>
          </ac:graphicFrameMkLst>
        </pc:graphicFrameChg>
        <pc:graphicFrameChg chg="modGraphic">
          <ac:chgData name="홍진표(JINPYO HONG)[jphong30]/사원/제조DX.제조DX솔루션.데이터통합분석팀" userId="e81a1c56-9779-419d-942e-8803f0d0cdcc" providerId="ADAL" clId="{4B13EE9A-BC80-4620-82C1-649E3C4EE4A3}" dt="2025-10-29T00:45:10.617" v="16" actId="207"/>
          <ac:graphicFrameMkLst>
            <pc:docMk/>
            <pc:sldMk cId="2637692209" sldId="2147482139"/>
            <ac:graphicFrameMk id="17" creationId="{FBBB4F68-3717-4BB9-9815-D5FCD33E776E}"/>
          </ac:graphicFrameMkLst>
        </pc:graphicFrameChg>
        <pc:graphicFrameChg chg="mod modGraphic">
          <ac:chgData name="홍진표(JINPYO HONG)[jphong30]/사원/제조DX.제조DX솔루션.데이터통합분석팀" userId="e81a1c56-9779-419d-942e-8803f0d0cdcc" providerId="ADAL" clId="{4B13EE9A-BC80-4620-82C1-649E3C4EE4A3}" dt="2025-10-29T02:21:24.046" v="2067" actId="20577"/>
          <ac:graphicFrameMkLst>
            <pc:docMk/>
            <pc:sldMk cId="2637692209" sldId="2147482139"/>
            <ac:graphicFrameMk id="19" creationId="{3E86696F-E35A-4B06-9B46-63A4A6A986C1}"/>
          </ac:graphicFrameMkLst>
        </pc:graphicFrameChg>
      </pc:sldChg>
    </pc:docChg>
  </pc:docChgLst>
  <pc:docChgLst>
    <pc:chgData name="이석훈(SEOKHUN LEE)[shlee92]/선임/제조DX.제조DX솔루션.셀추적기술팀" userId="ed8d7f7a-7732-4146-a631-b3af2ed9f832" providerId="ADAL" clId="{6B22EC10-ECAF-4F30-8CE5-1F557352F167}"/>
    <pc:docChg chg="custSel modSld">
      <pc:chgData name="이석훈(SEOKHUN LEE)[shlee92]/선임/제조DX.제조DX솔루션.셀추적기술팀" userId="ed8d7f7a-7732-4146-a631-b3af2ed9f832" providerId="ADAL" clId="{6B22EC10-ECAF-4F30-8CE5-1F557352F167}" dt="2025-12-02T08:52:34.166" v="80" actId="20577"/>
      <pc:docMkLst>
        <pc:docMk/>
      </pc:docMkLst>
      <pc:sldChg chg="modSp">
        <pc:chgData name="이석훈(SEOKHUN LEE)[shlee92]/선임/제조DX.제조DX솔루션.셀추적기술팀" userId="ed8d7f7a-7732-4146-a631-b3af2ed9f832" providerId="ADAL" clId="{6B22EC10-ECAF-4F30-8CE5-1F557352F167}" dt="2025-12-02T08:52:34.166" v="80" actId="20577"/>
        <pc:sldMkLst>
          <pc:docMk/>
          <pc:sldMk cId="1726257096" sldId="2147481882"/>
        </pc:sldMkLst>
        <pc:spChg chg="mod">
          <ac:chgData name="이석훈(SEOKHUN LEE)[shlee92]/선임/제조DX.제조DX솔루션.셀추적기술팀" userId="ed8d7f7a-7732-4146-a631-b3af2ed9f832" providerId="ADAL" clId="{6B22EC10-ECAF-4F30-8CE5-1F557352F167}" dt="2025-12-02T08:52:02.750" v="26" actId="20577"/>
          <ac:spMkLst>
            <pc:docMk/>
            <pc:sldMk cId="1726257096" sldId="2147481882"/>
            <ac:spMk id="33" creationId="{708B1D54-9D52-42CB-82CB-E5D69946BACE}"/>
          </ac:spMkLst>
        </pc:spChg>
        <pc:graphicFrameChg chg="mod modGraphic">
          <ac:chgData name="이석훈(SEOKHUN LEE)[shlee92]/선임/제조DX.제조DX솔루션.셀추적기술팀" userId="ed8d7f7a-7732-4146-a631-b3af2ed9f832" providerId="ADAL" clId="{6B22EC10-ECAF-4F30-8CE5-1F557352F167}" dt="2025-12-02T08:52:34.166" v="80" actId="20577"/>
          <ac:graphicFrameMkLst>
            <pc:docMk/>
            <pc:sldMk cId="1726257096" sldId="2147481882"/>
            <ac:graphicFrameMk id="16" creationId="{4BFC913D-0803-4177-9C1D-6527949DA1F4}"/>
          </ac:graphicFrameMkLst>
        </pc:graphicFrameChg>
        <pc:graphicFrameChg chg="modGraphic">
          <ac:chgData name="이석훈(SEOKHUN LEE)[shlee92]/선임/제조DX.제조DX솔루션.셀추적기술팀" userId="ed8d7f7a-7732-4146-a631-b3af2ed9f832" providerId="ADAL" clId="{6B22EC10-ECAF-4F30-8CE5-1F557352F167}" dt="2025-12-02T08:51:57.989" v="21" actId="20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</pc:docChg>
  </pc:docChgLst>
  <pc:docChgLst>
    <pc:chgData name="김준범(JUNBEOM KIM)[junbeom.kim]/선임/제조지능화.기반.조립지능화기반기술팀" userId="5dd9b06e-3472-4758-bc11-385e41985431" providerId="ADAL" clId="{B0920F37-059E-4E32-B97E-5DD586982DC8}"/>
    <pc:docChg chg="modSld">
      <pc:chgData name="김준범(JUNBEOM KIM)[junbeom.kim]/선임/제조지능화.기반.조립지능화기반기술팀" userId="5dd9b06e-3472-4758-bc11-385e41985431" providerId="ADAL" clId="{B0920F37-059E-4E32-B97E-5DD586982DC8}" dt="2025-11-25T06:45:26.889" v="3" actId="20577"/>
      <pc:docMkLst>
        <pc:docMk/>
      </pc:docMkLst>
    </pc:docChg>
  </pc:docChgLst>
  <pc:docChgLst>
    <pc:chgData name="김석중(SEOKJUNG KIM)[ksj_0420]/사원/제조DX.제조DX솔루션.롤맵기술팀" userId="4e10f057-622c-4bad-88ca-d96f01a66173" providerId="ADAL" clId="{05DAECBE-F7FD-4FCD-9CDE-DA9A5A563DDC}"/>
    <pc:docChg chg="custSel modSld">
      <pc:chgData name="김석중(SEOKJUNG KIM)[ksj_0420]/사원/제조DX.제조DX솔루션.롤맵기술팀" userId="4e10f057-622c-4bad-88ca-d96f01a66173" providerId="ADAL" clId="{05DAECBE-F7FD-4FCD-9CDE-DA9A5A563DDC}" dt="2025-10-22T23:22:55.806" v="1469" actId="20577"/>
      <pc:docMkLst>
        <pc:docMk/>
      </pc:docMkLst>
      <pc:sldChg chg="modSp">
        <pc:chgData name="김석중(SEOKJUNG KIM)[ksj_0420]/사원/제조DX.제조DX솔루션.롤맵기술팀" userId="4e10f057-622c-4bad-88ca-d96f01a66173" providerId="ADAL" clId="{05DAECBE-F7FD-4FCD-9CDE-DA9A5A563DDC}" dt="2025-10-22T01:51:43.836" v="693" actId="207"/>
        <pc:sldMkLst>
          <pc:docMk/>
          <pc:sldMk cId="31248691" sldId="2147481916"/>
        </pc:sldMkLst>
        <pc:spChg chg="mod">
          <ac:chgData name="김석중(SEOKJUNG KIM)[ksj_0420]/사원/제조DX.제조DX솔루션.롤맵기술팀" userId="4e10f057-622c-4bad-88ca-d96f01a66173" providerId="ADAL" clId="{05DAECBE-F7FD-4FCD-9CDE-DA9A5A563DDC}" dt="2025-10-22T01:43:53.122" v="380" actId="20577"/>
          <ac:spMkLst>
            <pc:docMk/>
            <pc:sldMk cId="31248691" sldId="2147481916"/>
            <ac:spMk id="18" creationId="{72943F47-EAEA-4391-A2BC-C7C33A8E8CFD}"/>
          </ac:spMkLst>
        </pc:spChg>
        <pc:graphicFrameChg chg="mod modGraphic">
          <ac:chgData name="김석중(SEOKJUNG KIM)[ksj_0420]/사원/제조DX.제조DX솔루션.롤맵기술팀" userId="4e10f057-622c-4bad-88ca-d96f01a66173" providerId="ADAL" clId="{05DAECBE-F7FD-4FCD-9CDE-DA9A5A563DDC}" dt="2025-10-22T01:38:12.528" v="354"/>
          <ac:graphicFrameMkLst>
            <pc:docMk/>
            <pc:sldMk cId="31248691" sldId="2147481916"/>
            <ac:graphicFrameMk id="2" creationId="{D9B8CA31-EBB6-4517-9EA7-9E63D1B11FAF}"/>
          </ac:graphicFrameMkLst>
        </pc:graphicFrameChg>
        <pc:graphicFrameChg chg="mod modGraphic">
          <ac:chgData name="김석중(SEOKJUNG KIM)[ksj_0420]/사원/제조DX.제조DX솔루션.롤맵기술팀" userId="4e10f057-622c-4bad-88ca-d96f01a66173" providerId="ADAL" clId="{05DAECBE-F7FD-4FCD-9CDE-DA9A5A563DDC}" dt="2025-10-22T01:51:43.836" v="693" actId="207"/>
          <ac:graphicFrameMkLst>
            <pc:docMk/>
            <pc:sldMk cId="31248691" sldId="2147481916"/>
            <ac:graphicFrameMk id="3" creationId="{3E86696F-E35A-4B06-9B46-63A4A6A986C1}"/>
          </ac:graphicFrameMkLst>
        </pc:graphicFrameChg>
      </pc:sldChg>
      <pc:sldChg chg="modSp">
        <pc:chgData name="김석중(SEOKJUNG KIM)[ksj_0420]/사원/제조DX.제조DX솔루션.롤맵기술팀" userId="4e10f057-622c-4bad-88ca-d96f01a66173" providerId="ADAL" clId="{05DAECBE-F7FD-4FCD-9CDE-DA9A5A563DDC}" dt="2025-10-22T02:02:50.800" v="703" actId="20577"/>
        <pc:sldMkLst>
          <pc:docMk/>
          <pc:sldMk cId="2827412370" sldId="2147481939"/>
        </pc:sldMkLst>
        <pc:spChg chg="mod">
          <ac:chgData name="김석중(SEOKJUNG KIM)[ksj_0420]/사원/제조DX.제조DX솔루션.롤맵기술팀" userId="4e10f057-622c-4bad-88ca-d96f01a66173" providerId="ADAL" clId="{05DAECBE-F7FD-4FCD-9CDE-DA9A5A563DDC}" dt="2025-10-22T02:02:09.899" v="701" actId="20577"/>
          <ac:spMkLst>
            <pc:docMk/>
            <pc:sldMk cId="2827412370" sldId="2147481939"/>
            <ac:spMk id="18" creationId="{72943F47-EAEA-4391-A2BC-C7C33A8E8CFD}"/>
          </ac:spMkLst>
        </pc:spChg>
        <pc:graphicFrameChg chg="modGraphic">
          <ac:chgData name="김석중(SEOKJUNG KIM)[ksj_0420]/사원/제조DX.제조DX솔루션.롤맵기술팀" userId="4e10f057-622c-4bad-88ca-d96f01a66173" providerId="ADAL" clId="{05DAECBE-F7FD-4FCD-9CDE-DA9A5A563DDC}" dt="2025-10-22T02:02:50.800" v="703" actId="20577"/>
          <ac:graphicFrameMkLst>
            <pc:docMk/>
            <pc:sldMk cId="2827412370" sldId="2147481939"/>
            <ac:graphicFrameMk id="3" creationId="{3E86696F-E35A-4B06-9B46-63A4A6A986C1}"/>
          </ac:graphicFrameMkLst>
        </pc:graphicFrameChg>
      </pc:sldChg>
      <pc:sldChg chg="modSp">
        <pc:chgData name="김석중(SEOKJUNG KIM)[ksj_0420]/사원/제조DX.제조DX솔루션.롤맵기술팀" userId="4e10f057-622c-4bad-88ca-d96f01a66173" providerId="ADAL" clId="{05DAECBE-F7FD-4FCD-9CDE-DA9A5A563DDC}" dt="2025-10-22T02:02:03.997" v="697" actId="20577"/>
        <pc:sldMkLst>
          <pc:docMk/>
          <pc:sldMk cId="120050373" sldId="2147481971"/>
        </pc:sldMkLst>
        <pc:spChg chg="mod">
          <ac:chgData name="김석중(SEOKJUNG KIM)[ksj_0420]/사원/제조DX.제조DX솔루션.롤맵기술팀" userId="4e10f057-622c-4bad-88ca-d96f01a66173" providerId="ADAL" clId="{05DAECBE-F7FD-4FCD-9CDE-DA9A5A563DDC}" dt="2025-10-22T02:02:03.997" v="697" actId="20577"/>
          <ac:spMkLst>
            <pc:docMk/>
            <pc:sldMk cId="120050373" sldId="2147481971"/>
            <ac:spMk id="18" creationId="{72943F47-EAEA-4391-A2BC-C7C33A8E8CFD}"/>
          </ac:spMkLst>
        </pc:spChg>
      </pc:sldChg>
    </pc:docChg>
  </pc:docChgLst>
  <pc:docChgLst>
    <pc:chgData name="박영헌(YEONGHEON PARK)[heny611]/선임/제조DX.제조DX솔루션.셀추적기술팀" userId="7ee3e3b4-d5a5-4456-8b15-18422cf3fd5b" providerId="ADAL" clId="{39AEA73C-6691-4212-8F24-CFE60F62DDB3}"/>
    <pc:docChg chg="custSel delSld modSld modSection">
      <pc:chgData name="박영헌(YEONGHEON PARK)[heny611]/선임/제조DX.제조DX솔루션.셀추적기술팀" userId="7ee3e3b4-d5a5-4456-8b15-18422cf3fd5b" providerId="ADAL" clId="{39AEA73C-6691-4212-8F24-CFE60F62DDB3}" dt="2025-12-03T06:10:49.536" v="163" actId="47"/>
      <pc:docMkLst>
        <pc:docMk/>
      </pc:docMkLst>
      <pc:sldChg chg="addSp delSp modSp mod">
        <pc:chgData name="박영헌(YEONGHEON PARK)[heny611]/선임/제조DX.제조DX솔루션.셀추적기술팀" userId="7ee3e3b4-d5a5-4456-8b15-18422cf3fd5b" providerId="ADAL" clId="{39AEA73C-6691-4212-8F24-CFE60F62DDB3}" dt="2025-12-03T06:10:17.646" v="161" actId="2711"/>
        <pc:sldMkLst>
          <pc:docMk/>
          <pc:sldMk cId="2105941167" sldId="2117"/>
        </pc:sldMkLst>
        <pc:spChg chg="add mod">
          <ac:chgData name="박영헌(YEONGHEON PARK)[heny611]/선임/제조DX.제조DX솔루션.셀추적기술팀" userId="7ee3e3b4-d5a5-4456-8b15-18422cf3fd5b" providerId="ADAL" clId="{39AEA73C-6691-4212-8F24-CFE60F62DDB3}" dt="2025-12-03T06:09:57.223" v="159"/>
          <ac:spMkLst>
            <pc:docMk/>
            <pc:sldMk cId="2105941167" sldId="2117"/>
            <ac:spMk id="2" creationId="{8D0A6925-6020-3DA8-DD87-A4878F379883}"/>
          </ac:spMkLst>
        </pc:spChg>
        <pc:spChg chg="add mod">
          <ac:chgData name="박영헌(YEONGHEON PARK)[heny611]/선임/제조DX.제조DX솔루션.셀추적기술팀" userId="7ee3e3b4-d5a5-4456-8b15-18422cf3fd5b" providerId="ADAL" clId="{39AEA73C-6691-4212-8F24-CFE60F62DDB3}" dt="2025-12-03T06:09:57.223" v="159"/>
          <ac:spMkLst>
            <pc:docMk/>
            <pc:sldMk cId="2105941167" sldId="2117"/>
            <ac:spMk id="4" creationId="{2837D5F3-3B87-B153-AA00-F5CE639A58A3}"/>
          </ac:spMkLst>
        </pc:spChg>
        <pc:spChg chg="add mod">
          <ac:chgData name="박영헌(YEONGHEON PARK)[heny611]/선임/제조DX.제조DX솔루션.셀추적기술팀" userId="7ee3e3b4-d5a5-4456-8b15-18422cf3fd5b" providerId="ADAL" clId="{39AEA73C-6691-4212-8F24-CFE60F62DDB3}" dt="2025-12-03T06:09:57.223" v="159"/>
          <ac:spMkLst>
            <pc:docMk/>
            <pc:sldMk cId="2105941167" sldId="2117"/>
            <ac:spMk id="5" creationId="{B4E39667-4B8D-8E53-9B80-494919EA95B9}"/>
          </ac:spMkLst>
        </pc:spChg>
        <pc:spChg chg="add mod">
          <ac:chgData name="박영헌(YEONGHEON PARK)[heny611]/선임/제조DX.제조DX솔루션.셀추적기술팀" userId="7ee3e3b4-d5a5-4456-8b15-18422cf3fd5b" providerId="ADAL" clId="{39AEA73C-6691-4212-8F24-CFE60F62DDB3}" dt="2025-12-03T06:09:57.223" v="159"/>
          <ac:spMkLst>
            <pc:docMk/>
            <pc:sldMk cId="2105941167" sldId="2117"/>
            <ac:spMk id="6" creationId="{D4C26976-D301-708F-3249-1E720330F97D}"/>
          </ac:spMkLst>
        </pc:spChg>
        <pc:spChg chg="mod">
          <ac:chgData name="박영헌(YEONGHEON PARK)[heny611]/선임/제조DX.제조DX솔루션.셀추적기술팀" userId="7ee3e3b4-d5a5-4456-8b15-18422cf3fd5b" providerId="ADAL" clId="{39AEA73C-6691-4212-8F24-CFE60F62DDB3}" dt="2025-12-03T06:09:44.874" v="157"/>
          <ac:spMkLst>
            <pc:docMk/>
            <pc:sldMk cId="2105941167" sldId="2117"/>
            <ac:spMk id="8" creationId="{70A94D58-5027-D320-EE76-FD27E9679973}"/>
          </ac:spMkLst>
        </pc:spChg>
        <pc:spChg chg="add mod">
          <ac:chgData name="박영헌(YEONGHEON PARK)[heny611]/선임/제조DX.제조DX솔루션.셀추적기술팀" userId="7ee3e3b4-d5a5-4456-8b15-18422cf3fd5b" providerId="ADAL" clId="{39AEA73C-6691-4212-8F24-CFE60F62DDB3}" dt="2025-12-03T06:10:17.646" v="161" actId="2711"/>
          <ac:spMkLst>
            <pc:docMk/>
            <pc:sldMk cId="2105941167" sldId="2117"/>
            <ac:spMk id="14" creationId="{70233490-78F0-BAF2-E6EE-76A418D49677}"/>
          </ac:spMkLst>
        </pc:spChg>
        <pc:spChg chg="del">
          <ac:chgData name="박영헌(YEONGHEON PARK)[heny611]/선임/제조DX.제조DX솔루션.셀추적기술팀" userId="7ee3e3b4-d5a5-4456-8b15-18422cf3fd5b" providerId="ADAL" clId="{39AEA73C-6691-4212-8F24-CFE60F62DDB3}" dt="2025-12-03T06:09:56.733" v="158" actId="478"/>
          <ac:spMkLst>
            <pc:docMk/>
            <pc:sldMk cId="2105941167" sldId="2117"/>
            <ac:spMk id="25" creationId="{27363A0B-FF4D-CB41-99FB-D3A72CEAD43C}"/>
          </ac:spMkLst>
        </pc:spChg>
        <pc:spChg chg="del">
          <ac:chgData name="박영헌(YEONGHEON PARK)[heny611]/선임/제조DX.제조DX솔루션.셀추적기술팀" userId="7ee3e3b4-d5a5-4456-8b15-18422cf3fd5b" providerId="ADAL" clId="{39AEA73C-6691-4212-8F24-CFE60F62DDB3}" dt="2025-12-03T06:09:56.733" v="158" actId="478"/>
          <ac:spMkLst>
            <pc:docMk/>
            <pc:sldMk cId="2105941167" sldId="2117"/>
            <ac:spMk id="26" creationId="{5D0E476C-074D-6D65-7D61-C3472F1ED2B6}"/>
          </ac:spMkLst>
        </pc:spChg>
        <pc:spChg chg="del">
          <ac:chgData name="박영헌(YEONGHEON PARK)[heny611]/선임/제조DX.제조DX솔루션.셀추적기술팀" userId="7ee3e3b4-d5a5-4456-8b15-18422cf3fd5b" providerId="ADAL" clId="{39AEA73C-6691-4212-8F24-CFE60F62DDB3}" dt="2025-12-03T06:09:56.733" v="158" actId="478"/>
          <ac:spMkLst>
            <pc:docMk/>
            <pc:sldMk cId="2105941167" sldId="2117"/>
            <ac:spMk id="27" creationId="{4C6D2DBD-5F01-701E-9360-8AEA5676778A}"/>
          </ac:spMkLst>
        </pc:spChg>
        <pc:spChg chg="del">
          <ac:chgData name="박영헌(YEONGHEON PARK)[heny611]/선임/제조DX.제조DX솔루션.셀추적기술팀" userId="7ee3e3b4-d5a5-4456-8b15-18422cf3fd5b" providerId="ADAL" clId="{39AEA73C-6691-4212-8F24-CFE60F62DDB3}" dt="2025-12-03T06:09:56.733" v="158" actId="478"/>
          <ac:spMkLst>
            <pc:docMk/>
            <pc:sldMk cId="2105941167" sldId="2117"/>
            <ac:spMk id="28" creationId="{7C5D215F-8A5F-2407-E7A0-A2CDE812D8BC}"/>
          </ac:spMkLst>
        </pc:spChg>
        <pc:spChg chg="del">
          <ac:chgData name="박영헌(YEONGHEON PARK)[heny611]/선임/제조DX.제조DX솔루션.셀추적기술팀" userId="7ee3e3b4-d5a5-4456-8b15-18422cf3fd5b" providerId="ADAL" clId="{39AEA73C-6691-4212-8F24-CFE60F62DDB3}" dt="2025-12-03T06:09:56.733" v="158" actId="478"/>
          <ac:spMkLst>
            <pc:docMk/>
            <pc:sldMk cId="2105941167" sldId="2117"/>
            <ac:spMk id="30" creationId="{FD4D3045-34BD-117A-1D13-E43E6A69988C}"/>
          </ac:spMkLst>
        </pc:spChg>
        <pc:graphicFrameChg chg="add mod">
          <ac:chgData name="박영헌(YEONGHEON PARK)[heny611]/선임/제조DX.제조DX솔루션.셀추적기술팀" userId="7ee3e3b4-d5a5-4456-8b15-18422cf3fd5b" providerId="ADAL" clId="{39AEA73C-6691-4212-8F24-CFE60F62DDB3}" dt="2025-12-03T06:09:57.223" v="159"/>
          <ac:graphicFrameMkLst>
            <pc:docMk/>
            <pc:sldMk cId="2105941167" sldId="2117"/>
            <ac:graphicFrameMk id="7" creationId="{B3551257-5F1B-3A74-DE0F-A8B4A6A198A0}"/>
          </ac:graphicFrameMkLst>
        </pc:graphicFrameChg>
        <pc:graphicFrameChg chg="del">
          <ac:chgData name="박영헌(YEONGHEON PARK)[heny611]/선임/제조DX.제조DX솔루션.셀추적기술팀" userId="7ee3e3b4-d5a5-4456-8b15-18422cf3fd5b" providerId="ADAL" clId="{39AEA73C-6691-4212-8F24-CFE60F62DDB3}" dt="2025-12-03T06:09:56.733" v="158" actId="478"/>
          <ac:graphicFrameMkLst>
            <pc:docMk/>
            <pc:sldMk cId="2105941167" sldId="2117"/>
            <ac:graphicFrameMk id="29" creationId="{486E1CC3-8974-AA45-7CD6-96DDA73C37B6}"/>
          </ac:graphicFrameMkLst>
        </pc:graphicFrameChg>
      </pc:sldChg>
      <pc:sldChg chg="del">
        <pc:chgData name="박영헌(YEONGHEON PARK)[heny611]/선임/제조DX.제조DX솔루션.셀추적기술팀" userId="7ee3e3b4-d5a5-4456-8b15-18422cf3fd5b" providerId="ADAL" clId="{39AEA73C-6691-4212-8F24-CFE60F62DDB3}" dt="2025-12-03T06:10:31.418" v="162" actId="47"/>
        <pc:sldMkLst>
          <pc:docMk/>
          <pc:sldMk cId="3076224187" sldId="2147482174"/>
        </pc:sldMkLst>
      </pc:sldChg>
      <pc:sldChg chg="modSp del mod">
        <pc:chgData name="박영헌(YEONGHEON PARK)[heny611]/선임/제조DX.제조DX솔루션.셀추적기술팀" userId="7ee3e3b4-d5a5-4456-8b15-18422cf3fd5b" providerId="ADAL" clId="{39AEA73C-6691-4212-8F24-CFE60F62DDB3}" dt="2025-12-03T06:10:49.536" v="163" actId="47"/>
        <pc:sldMkLst>
          <pc:docMk/>
          <pc:sldMk cId="1818380487" sldId="2147482175"/>
        </pc:sldMkLst>
        <pc:spChg chg="mod">
          <ac:chgData name="박영헌(YEONGHEON PARK)[heny611]/선임/제조DX.제조DX솔루션.셀추적기술팀" userId="7ee3e3b4-d5a5-4456-8b15-18422cf3fd5b" providerId="ADAL" clId="{39AEA73C-6691-4212-8F24-CFE60F62DDB3}" dt="2025-12-03T01:13:40.867" v="88" actId="20577"/>
          <ac:spMkLst>
            <pc:docMk/>
            <pc:sldMk cId="1818380487" sldId="2147482175"/>
            <ac:spMk id="31" creationId="{482952E7-BDC3-40A5-BA62-61F6525413EC}"/>
          </ac:spMkLst>
        </pc:spChg>
        <pc:graphicFrameChg chg="mod modGraphic">
          <ac:chgData name="박영헌(YEONGHEON PARK)[heny611]/선임/제조DX.제조DX솔루션.셀추적기술팀" userId="7ee3e3b4-d5a5-4456-8b15-18422cf3fd5b" providerId="ADAL" clId="{39AEA73C-6691-4212-8F24-CFE60F62DDB3}" dt="2025-12-03T01:19:34.240" v="156" actId="207"/>
          <ac:graphicFrameMkLst>
            <pc:docMk/>
            <pc:sldMk cId="1818380487" sldId="2147482175"/>
            <ac:graphicFrameMk id="26" creationId="{69535265-C004-4936-875B-51A1C786A3B6}"/>
          </ac:graphicFrameMkLst>
        </pc:graphicFrameChg>
      </pc:sldChg>
    </pc:docChg>
  </pc:docChgLst>
  <pc:docChgLst>
    <pc:chgData name="박태욱(TAEWOOK PARK)[ptw0425]/선임/제조DX.제조DX솔루션.데이터통합분석팀" userId="18db157e-00fe-4d5a-8b38-02cf359aca36" providerId="ADAL" clId="{9BC74A37-4C2A-40B0-9BE9-83832B31B67B}"/>
    <pc:docChg chg="undo custSel modSld">
      <pc:chgData name="박태욱(TAEWOOK PARK)[ptw0425]/선임/제조DX.제조DX솔루션.데이터통합분석팀" userId="18db157e-00fe-4d5a-8b38-02cf359aca36" providerId="ADAL" clId="{9BC74A37-4C2A-40B0-9BE9-83832B31B67B}" dt="2025-10-23T02:00:55.337" v="2688" actId="1038"/>
      <pc:docMkLst>
        <pc:docMk/>
      </pc:docMkLst>
      <pc:sldChg chg="modSp">
        <pc:chgData name="박태욱(TAEWOOK PARK)[ptw0425]/선임/제조DX.제조DX솔루션.데이터통합분석팀" userId="18db157e-00fe-4d5a-8b38-02cf359aca36" providerId="ADAL" clId="{9BC74A37-4C2A-40B0-9BE9-83832B31B67B}" dt="2025-10-22T00:49:42.063" v="391" actId="20577"/>
        <pc:sldMkLst>
          <pc:docMk/>
          <pc:sldMk cId="3942421698" sldId="2147481945"/>
        </pc:sldMkLst>
        <pc:spChg chg="mod">
          <ac:chgData name="박태욱(TAEWOOK PARK)[ptw0425]/선임/제조DX.제조DX솔루션.데이터통합분석팀" userId="18db157e-00fe-4d5a-8b38-02cf359aca36" providerId="ADAL" clId="{9BC74A37-4C2A-40B0-9BE9-83832B31B67B}" dt="2025-10-22T00:46:26.545" v="289" actId="20577"/>
          <ac:spMkLst>
            <pc:docMk/>
            <pc:sldMk cId="3942421698" sldId="2147481945"/>
            <ac:spMk id="12" creationId="{701DBD41-0962-47BC-BF85-0E3D71312932}"/>
          </ac:spMkLst>
        </pc:spChg>
        <pc:spChg chg="mod">
          <ac:chgData name="박태욱(TAEWOOK PARK)[ptw0425]/선임/제조DX.제조DX솔루션.데이터통합분석팀" userId="18db157e-00fe-4d5a-8b38-02cf359aca36" providerId="ADAL" clId="{9BC74A37-4C2A-40B0-9BE9-83832B31B67B}" dt="2025-10-22T00:44:50.408" v="219" actId="1076"/>
          <ac:spMkLst>
            <pc:docMk/>
            <pc:sldMk cId="3942421698" sldId="2147481945"/>
            <ac:spMk id="170" creationId="{45CC8A55-C302-416C-9F57-DF0845F6BF62}"/>
          </ac:spMkLst>
        </pc:spChg>
        <pc:spChg chg="mod">
          <ac:chgData name="박태욱(TAEWOOK PARK)[ptw0425]/선임/제조DX.제조DX솔루션.데이터통합분석팀" userId="18db157e-00fe-4d5a-8b38-02cf359aca36" providerId="ADAL" clId="{9BC74A37-4C2A-40B0-9BE9-83832B31B67B}" dt="2025-10-22T00:44:50.408" v="219" actId="1076"/>
          <ac:spMkLst>
            <pc:docMk/>
            <pc:sldMk cId="3942421698" sldId="2147481945"/>
            <ac:spMk id="183" creationId="{22F1102F-694A-4A3B-9E2A-2D10EF71143F}"/>
          </ac:spMkLst>
        </pc:spChg>
        <pc:spChg chg="mod">
          <ac:chgData name="박태욱(TAEWOOK PARK)[ptw0425]/선임/제조DX.제조DX솔루션.데이터통합분석팀" userId="18db157e-00fe-4d5a-8b38-02cf359aca36" providerId="ADAL" clId="{9BC74A37-4C2A-40B0-9BE9-83832B31B67B}" dt="2025-10-22T00:48:59.219" v="365" actId="20577"/>
          <ac:spMkLst>
            <pc:docMk/>
            <pc:sldMk cId="3942421698" sldId="2147481945"/>
            <ac:spMk id="206" creationId="{ACFDFB86-7559-4A05-960F-CF25959572A1}"/>
          </ac:spMkLst>
        </pc:spChg>
        <pc:spChg chg="mod">
          <ac:chgData name="박태욱(TAEWOOK PARK)[ptw0425]/선임/제조DX.제조DX솔루션.데이터통합분석팀" userId="18db157e-00fe-4d5a-8b38-02cf359aca36" providerId="ADAL" clId="{9BC74A37-4C2A-40B0-9BE9-83832B31B67B}" dt="2025-10-22T00:49:11.288" v="379" actId="20577"/>
          <ac:spMkLst>
            <pc:docMk/>
            <pc:sldMk cId="3942421698" sldId="2147481945"/>
            <ac:spMk id="207" creationId="{4FFF88C8-2F81-4E72-A301-0C2B5334B8B8}"/>
          </ac:spMkLst>
        </pc:spChg>
        <pc:grpChg chg="mod">
          <ac:chgData name="박태욱(TAEWOOK PARK)[ptw0425]/선임/제조DX.제조DX솔루션.데이터통합분석팀" userId="18db157e-00fe-4d5a-8b38-02cf359aca36" providerId="ADAL" clId="{9BC74A37-4C2A-40B0-9BE9-83832B31B67B}" dt="2025-10-22T00:44:56.435" v="220" actId="1076"/>
          <ac:grpSpMkLst>
            <pc:docMk/>
            <pc:sldMk cId="3942421698" sldId="2147481945"/>
            <ac:grpSpMk id="184" creationId="{F2DFE0D2-4F6C-46A6-B88F-2B35BDDDA18E}"/>
          </ac:grpSpMkLst>
        </pc:grpChg>
        <pc:graphicFrameChg chg="mod modGraphic">
          <ac:chgData name="박태욱(TAEWOOK PARK)[ptw0425]/선임/제조DX.제조DX솔루션.데이터통합분석팀" userId="18db157e-00fe-4d5a-8b38-02cf359aca36" providerId="ADAL" clId="{9BC74A37-4C2A-40B0-9BE9-83832B31B67B}" dt="2025-10-22T00:46:24.092" v="285" actId="207"/>
          <ac:graphicFrameMkLst>
            <pc:docMk/>
            <pc:sldMk cId="3942421698" sldId="2147481945"/>
            <ac:graphicFrameMk id="19" creationId="{3E86696F-E35A-4B06-9B46-63A4A6A986C1}"/>
          </ac:graphicFrameMkLst>
        </pc:graphicFrameChg>
        <pc:graphicFrameChg chg="modGraphic">
          <ac:chgData name="박태욱(TAEWOOK PARK)[ptw0425]/선임/제조DX.제조DX솔루션.데이터통합분석팀" userId="18db157e-00fe-4d5a-8b38-02cf359aca36" providerId="ADAL" clId="{9BC74A37-4C2A-40B0-9BE9-83832B31B67B}" dt="2025-10-22T00:49:42.063" v="391" actId="20577"/>
          <ac:graphicFrameMkLst>
            <pc:docMk/>
            <pc:sldMk cId="3942421698" sldId="2147481945"/>
            <ac:graphicFrameMk id="194" creationId="{EF584CD6-CEC7-4651-BA19-6526E7899803}"/>
          </ac:graphicFrameMkLst>
        </pc:graphicFrameChg>
      </pc:sldChg>
      <pc:sldChg chg="addSp delSp modSp">
        <pc:chgData name="박태욱(TAEWOOK PARK)[ptw0425]/선임/제조DX.제조DX솔루션.데이터통합분석팀" userId="18db157e-00fe-4d5a-8b38-02cf359aca36" providerId="ADAL" clId="{9BC74A37-4C2A-40B0-9BE9-83832B31B67B}" dt="2025-10-23T02:00:55.337" v="2688" actId="1038"/>
        <pc:sldMkLst>
          <pc:docMk/>
          <pc:sldMk cId="1581856275" sldId="2147482000"/>
        </pc:sldMkLst>
        <pc:spChg chg="mod">
          <ac:chgData name="박태욱(TAEWOOK PARK)[ptw0425]/선임/제조DX.제조DX솔루션.데이터통합분석팀" userId="18db157e-00fe-4d5a-8b38-02cf359aca36" providerId="ADAL" clId="{9BC74A37-4C2A-40B0-9BE9-83832B31B67B}" dt="2025-10-22T01:54:31.514" v="1213" actId="20577"/>
          <ac:spMkLst>
            <pc:docMk/>
            <pc:sldMk cId="1581856275" sldId="2147482000"/>
            <ac:spMk id="12" creationId="{7FB6881A-B9CA-FAA9-B570-5210A8A2FFCF}"/>
          </ac:spMkLst>
        </pc:spChg>
        <pc:spChg chg="add mod">
          <ac:chgData name="박태욱(TAEWOOK PARK)[ptw0425]/선임/제조DX.제조DX솔루션.데이터통합분석팀" userId="18db157e-00fe-4d5a-8b38-02cf359aca36" providerId="ADAL" clId="{9BC74A37-4C2A-40B0-9BE9-83832B31B67B}" dt="2025-10-22T01:49:31.980" v="909" actId="20577"/>
          <ac:spMkLst>
            <pc:docMk/>
            <pc:sldMk cId="1581856275" sldId="2147482000"/>
            <ac:spMk id="24" creationId="{48A2806F-1558-4FE0-9EEF-3F4C82EBF8C2}"/>
          </ac:spMkLst>
        </pc:spChg>
        <pc:spChg chg="add mod">
          <ac:chgData name="박태욱(TAEWOOK PARK)[ptw0425]/선임/제조DX.제조DX솔루션.데이터통합분석팀" userId="18db157e-00fe-4d5a-8b38-02cf359aca36" providerId="ADAL" clId="{9BC74A37-4C2A-40B0-9BE9-83832B31B67B}" dt="2025-10-22T01:55:44.535" v="1262" actId="1037"/>
          <ac:spMkLst>
            <pc:docMk/>
            <pc:sldMk cId="1581856275" sldId="2147482000"/>
            <ac:spMk id="26" creationId="{A23EE23F-C7AB-4ABF-A9F5-BDC418CBE301}"/>
          </ac:spMkLst>
        </pc:spChg>
        <pc:spChg chg="add mod">
          <ac:chgData name="박태욱(TAEWOOK PARK)[ptw0425]/선임/제조DX.제조DX솔루션.데이터통합분석팀" userId="18db157e-00fe-4d5a-8b38-02cf359aca36" providerId="ADAL" clId="{9BC74A37-4C2A-40B0-9BE9-83832B31B67B}" dt="2025-10-22T01:55:22.468" v="1238" actId="1037"/>
          <ac:spMkLst>
            <pc:docMk/>
            <pc:sldMk cId="1581856275" sldId="2147482000"/>
            <ac:spMk id="27" creationId="{A1540208-2844-44A0-A1A3-AD24AE285D93}"/>
          </ac:spMkLst>
        </pc:spChg>
        <pc:spChg chg="add mod">
          <ac:chgData name="박태욱(TAEWOOK PARK)[ptw0425]/선임/제조DX.제조DX솔루션.데이터통합분석팀" userId="18db157e-00fe-4d5a-8b38-02cf359aca36" providerId="ADAL" clId="{9BC74A37-4C2A-40B0-9BE9-83832B31B67B}" dt="2025-10-22T01:55:49.672" v="1263" actId="1076"/>
          <ac:spMkLst>
            <pc:docMk/>
            <pc:sldMk cId="1581856275" sldId="2147482000"/>
            <ac:spMk id="29" creationId="{36761B3B-78ED-40A0-8329-CF91758A67DC}"/>
          </ac:spMkLst>
        </pc:spChg>
        <pc:spChg chg="add mod">
          <ac:chgData name="박태욱(TAEWOOK PARK)[ptw0425]/선임/제조DX.제조DX솔루션.데이터통합분석팀" userId="18db157e-00fe-4d5a-8b38-02cf359aca36" providerId="ADAL" clId="{9BC74A37-4C2A-40B0-9BE9-83832B31B67B}" dt="2025-10-22T01:55:52.234" v="1264" actId="1076"/>
          <ac:spMkLst>
            <pc:docMk/>
            <pc:sldMk cId="1581856275" sldId="2147482000"/>
            <ac:spMk id="30" creationId="{C8C31A88-6498-49A0-89A8-34ECDC5D9E8C}"/>
          </ac:spMkLst>
        </pc:spChg>
        <pc:spChg chg="add mod">
          <ac:chgData name="박태욱(TAEWOOK PARK)[ptw0425]/선임/제조DX.제조DX솔루션.데이터통합분석팀" userId="18db157e-00fe-4d5a-8b38-02cf359aca36" providerId="ADAL" clId="{9BC74A37-4C2A-40B0-9BE9-83832B31B67B}" dt="2025-10-22T01:55:01.046" v="1217" actId="1076"/>
          <ac:spMkLst>
            <pc:docMk/>
            <pc:sldMk cId="1581856275" sldId="2147482000"/>
            <ac:spMk id="39" creationId="{495690E6-6FAA-4F8A-8397-367245662C0A}"/>
          </ac:spMkLst>
        </pc:spChg>
        <pc:spChg chg="add mod">
          <ac:chgData name="박태욱(TAEWOOK PARK)[ptw0425]/선임/제조DX.제조DX솔루션.데이터통합분석팀" userId="18db157e-00fe-4d5a-8b38-02cf359aca36" providerId="ADAL" clId="{9BC74A37-4C2A-40B0-9BE9-83832B31B67B}" dt="2025-10-22T01:56:03.593" v="1290" actId="1037"/>
          <ac:spMkLst>
            <pc:docMk/>
            <pc:sldMk cId="1581856275" sldId="2147482000"/>
            <ac:spMk id="44" creationId="{A3DE7522-1E57-487E-BEC9-27DB7BC2D936}"/>
          </ac:spMkLst>
        </pc:spChg>
        <pc:spChg chg="add mod">
          <ac:chgData name="박태욱(TAEWOOK PARK)[ptw0425]/선임/제조DX.제조DX솔루션.데이터통합분석팀" userId="18db157e-00fe-4d5a-8b38-02cf359aca36" providerId="ADAL" clId="{9BC74A37-4C2A-40B0-9BE9-83832B31B67B}" dt="2025-10-22T01:56:43.828" v="1324" actId="20577"/>
          <ac:spMkLst>
            <pc:docMk/>
            <pc:sldMk cId="1581856275" sldId="2147482000"/>
            <ac:spMk id="46" creationId="{8A5F2874-381D-4D1F-8374-263825DEA72A}"/>
          </ac:spMkLst>
        </pc:spChg>
        <pc:graphicFrameChg chg="mod modGraphic">
          <ac:chgData name="박태욱(TAEWOOK PARK)[ptw0425]/선임/제조DX.제조DX솔루션.데이터통합분석팀" userId="18db157e-00fe-4d5a-8b38-02cf359aca36" providerId="ADAL" clId="{9BC74A37-4C2A-40B0-9BE9-83832B31B67B}" dt="2025-10-23T01:56:39.937" v="2673"/>
          <ac:graphicFrameMkLst>
            <pc:docMk/>
            <pc:sldMk cId="1581856275" sldId="2147482000"/>
            <ac:graphicFrameMk id="19" creationId="{4485889C-7C23-1E44-3F44-63DAC7688EA0}"/>
          </ac:graphicFrameMkLst>
        </pc:graphicFrameChg>
      </pc:sldChg>
      <pc:sldChg chg="addSp delSp modSp">
        <pc:chgData name="박태욱(TAEWOOK PARK)[ptw0425]/선임/제조DX.제조DX솔루션.데이터통합분석팀" userId="18db157e-00fe-4d5a-8b38-02cf359aca36" providerId="ADAL" clId="{9BC74A37-4C2A-40B0-9BE9-83832B31B67B}" dt="2025-10-22T02:20:45.527" v="1589"/>
        <pc:sldMkLst>
          <pc:docMk/>
          <pc:sldMk cId="918579543" sldId="2147482001"/>
        </pc:sldMkLst>
        <pc:spChg chg="mod">
          <ac:chgData name="박태욱(TAEWOOK PARK)[ptw0425]/선임/제조DX.제조DX솔루션.데이터통합분석팀" userId="18db157e-00fe-4d5a-8b38-02cf359aca36" providerId="ADAL" clId="{9BC74A37-4C2A-40B0-9BE9-83832B31B67B}" dt="2025-10-22T00:51:28.831" v="402" actId="20577"/>
          <ac:spMkLst>
            <pc:docMk/>
            <pc:sldMk cId="918579543" sldId="2147482001"/>
            <ac:spMk id="12" creationId="{17B4C47B-4276-802F-F579-F1CE154A1A37}"/>
          </ac:spMkLst>
        </pc:spChg>
        <pc:spChg chg="mod">
          <ac:chgData name="박태욱(TAEWOOK PARK)[ptw0425]/선임/제조DX.제조DX솔루션.데이터통합분석팀" userId="18db157e-00fe-4d5a-8b38-02cf359aca36" providerId="ADAL" clId="{9BC74A37-4C2A-40B0-9BE9-83832B31B67B}" dt="2025-10-22T00:51:53.440" v="410" actId="20577"/>
          <ac:spMkLst>
            <pc:docMk/>
            <pc:sldMk cId="918579543" sldId="2147482001"/>
            <ac:spMk id="35" creationId="{4E7308BF-6130-4AC5-AB24-D49591A00832}"/>
          </ac:spMkLst>
        </pc:spChg>
        <pc:spChg chg="mod ord">
          <ac:chgData name="박태욱(TAEWOOK PARK)[ptw0425]/선임/제조DX.제조DX솔루션.데이터통합분석팀" userId="18db157e-00fe-4d5a-8b38-02cf359aca36" providerId="ADAL" clId="{9BC74A37-4C2A-40B0-9BE9-83832B31B67B}" dt="2025-10-22T01:23:26.339" v="571" actId="166"/>
          <ac:spMkLst>
            <pc:docMk/>
            <pc:sldMk cId="918579543" sldId="2147482001"/>
            <ac:spMk id="43" creationId="{F9BA1199-EB53-4544-90C7-8BDEA060AE60}"/>
          </ac:spMkLst>
        </pc:spChg>
        <pc:spChg chg="mod ord">
          <ac:chgData name="박태욱(TAEWOOK PARK)[ptw0425]/선임/제조DX.제조DX솔루션.데이터통합분석팀" userId="18db157e-00fe-4d5a-8b38-02cf359aca36" providerId="ADAL" clId="{9BC74A37-4C2A-40B0-9BE9-83832B31B67B}" dt="2025-10-22T01:23:34.246" v="579" actId="1076"/>
          <ac:spMkLst>
            <pc:docMk/>
            <pc:sldMk cId="918579543" sldId="2147482001"/>
            <ac:spMk id="45" creationId="{44697768-3D29-4A79-9AD4-C8A51F8F1D96}"/>
          </ac:spMkLst>
        </pc:spChg>
        <pc:spChg chg="mod ord">
          <ac:chgData name="박태욱(TAEWOOK PARK)[ptw0425]/선임/제조DX.제조DX솔루션.데이터통합분석팀" userId="18db157e-00fe-4d5a-8b38-02cf359aca36" providerId="ADAL" clId="{9BC74A37-4C2A-40B0-9BE9-83832B31B67B}" dt="2025-10-22T01:23:53.466" v="593" actId="1037"/>
          <ac:spMkLst>
            <pc:docMk/>
            <pc:sldMk cId="918579543" sldId="2147482001"/>
            <ac:spMk id="46" creationId="{34205675-6EEB-4FFD-9D6D-B23FB62EC743}"/>
          </ac:spMkLst>
        </pc:spChg>
        <pc:spChg chg="mod ord">
          <ac:chgData name="박태욱(TAEWOOK PARK)[ptw0425]/선임/제조DX.제조DX솔루션.데이터통합분석팀" userId="18db157e-00fe-4d5a-8b38-02cf359aca36" providerId="ADAL" clId="{9BC74A37-4C2A-40B0-9BE9-83832B31B67B}" dt="2025-10-22T01:23:55.808" v="596" actId="1038"/>
          <ac:spMkLst>
            <pc:docMk/>
            <pc:sldMk cId="918579543" sldId="2147482001"/>
            <ac:spMk id="47" creationId="{79FAA8FC-410A-41AC-BECB-FB0432D678BF}"/>
          </ac:spMkLst>
        </pc:spChg>
        <pc:spChg chg="mod ord">
          <ac:chgData name="박태욱(TAEWOOK PARK)[ptw0425]/선임/제조DX.제조DX솔루션.데이터통합분석팀" userId="18db157e-00fe-4d5a-8b38-02cf359aca36" providerId="ADAL" clId="{9BC74A37-4C2A-40B0-9BE9-83832B31B67B}" dt="2025-10-22T01:23:39.918" v="581" actId="1076"/>
          <ac:spMkLst>
            <pc:docMk/>
            <pc:sldMk cId="918579543" sldId="2147482001"/>
            <ac:spMk id="48" creationId="{33973CAD-DDAC-4604-81FA-590943BA2275}"/>
          </ac:spMkLst>
        </pc:spChg>
        <pc:spChg chg="mod ord">
          <ac:chgData name="박태욱(TAEWOOK PARK)[ptw0425]/선임/제조DX.제조DX솔루션.데이터통합분석팀" userId="18db157e-00fe-4d5a-8b38-02cf359aca36" providerId="ADAL" clId="{9BC74A37-4C2A-40B0-9BE9-83832B31B67B}" dt="2025-10-22T01:23:42.012" v="582" actId="1076"/>
          <ac:spMkLst>
            <pc:docMk/>
            <pc:sldMk cId="918579543" sldId="2147482001"/>
            <ac:spMk id="49" creationId="{D156E2AD-028C-4692-9026-F98F2A092F83}"/>
          </ac:spMkLst>
        </pc:spChg>
        <pc:spChg chg="mod ord">
          <ac:chgData name="박태욱(TAEWOOK PARK)[ptw0425]/선임/제조DX.제조DX솔루션.데이터통합분석팀" userId="18db157e-00fe-4d5a-8b38-02cf359aca36" providerId="ADAL" clId="{9BC74A37-4C2A-40B0-9BE9-83832B31B67B}" dt="2025-10-22T01:23:53.466" v="593" actId="1037"/>
          <ac:spMkLst>
            <pc:docMk/>
            <pc:sldMk cId="918579543" sldId="2147482001"/>
            <ac:spMk id="50" creationId="{29E349DB-5FC0-48AA-A22E-8771F6065C64}"/>
          </ac:spMkLst>
        </pc:spChg>
        <pc:spChg chg="ord">
          <ac:chgData name="박태욱(TAEWOOK PARK)[ptw0425]/선임/제조DX.제조DX솔루션.데이터통합분석팀" userId="18db157e-00fe-4d5a-8b38-02cf359aca36" providerId="ADAL" clId="{9BC74A37-4C2A-40B0-9BE9-83832B31B67B}" dt="2025-10-22T01:23:26.339" v="571" actId="166"/>
          <ac:spMkLst>
            <pc:docMk/>
            <pc:sldMk cId="918579543" sldId="2147482001"/>
            <ac:spMk id="51" creationId="{C691C771-74D3-4FDB-B8A1-2CB761129A77}"/>
          </ac:spMkLst>
        </pc:spChg>
        <pc:spChg chg="mod ord">
          <ac:chgData name="박태욱(TAEWOOK PARK)[ptw0425]/선임/제조DX.제조DX솔루션.데이터통합분석팀" userId="18db157e-00fe-4d5a-8b38-02cf359aca36" providerId="ADAL" clId="{9BC74A37-4C2A-40B0-9BE9-83832B31B67B}" dt="2025-10-22T01:25:41.997" v="608" actId="1037"/>
          <ac:spMkLst>
            <pc:docMk/>
            <pc:sldMk cId="918579543" sldId="2147482001"/>
            <ac:spMk id="52" creationId="{72B65627-7369-4493-B87D-7F3977F8C950}"/>
          </ac:spMkLst>
        </pc:spChg>
        <pc:spChg chg="mod ord">
          <ac:chgData name="박태욱(TAEWOOK PARK)[ptw0425]/선임/제조DX.제조DX솔루션.데이터통합분석팀" userId="18db157e-00fe-4d5a-8b38-02cf359aca36" providerId="ADAL" clId="{9BC74A37-4C2A-40B0-9BE9-83832B31B67B}" dt="2025-10-22T01:24:03.023" v="598" actId="1076"/>
          <ac:spMkLst>
            <pc:docMk/>
            <pc:sldMk cId="918579543" sldId="2147482001"/>
            <ac:spMk id="53" creationId="{D3196CEA-3F53-444A-BB84-73D29C2A68E2}"/>
          </ac:spMkLst>
        </pc:spChg>
        <pc:spChg chg="mod ord">
          <ac:chgData name="박태욱(TAEWOOK PARK)[ptw0425]/선임/제조DX.제조DX솔루션.데이터통합분석팀" userId="18db157e-00fe-4d5a-8b38-02cf359aca36" providerId="ADAL" clId="{9BC74A37-4C2A-40B0-9BE9-83832B31B67B}" dt="2025-10-22T01:23:36.839" v="580" actId="1076"/>
          <ac:spMkLst>
            <pc:docMk/>
            <pc:sldMk cId="918579543" sldId="2147482001"/>
            <ac:spMk id="64" creationId="{A8ED6EE5-7641-4AC1-958B-035CC71A6034}"/>
          </ac:spMkLst>
        </pc:spChg>
        <pc:spChg chg="mod ord">
          <ac:chgData name="박태욱(TAEWOOK PARK)[ptw0425]/선임/제조DX.제조DX솔루션.데이터통합분석팀" userId="18db157e-00fe-4d5a-8b38-02cf359aca36" providerId="ADAL" clId="{9BC74A37-4C2A-40B0-9BE9-83832B31B67B}" dt="2025-10-22T01:24:08.449" v="599" actId="1076"/>
          <ac:spMkLst>
            <pc:docMk/>
            <pc:sldMk cId="918579543" sldId="2147482001"/>
            <ac:spMk id="66" creationId="{45E2C634-7E61-4B42-B195-E5297334104B}"/>
          </ac:spMkLst>
        </pc:spChg>
        <pc:spChg chg="mod ord">
          <ac:chgData name="박태욱(TAEWOOK PARK)[ptw0425]/선임/제조DX.제조DX솔루션.데이터통합분석팀" userId="18db157e-00fe-4d5a-8b38-02cf359aca36" providerId="ADAL" clId="{9BC74A37-4C2A-40B0-9BE9-83832B31B67B}" dt="2025-10-22T01:24:15.040" v="601" actId="1076"/>
          <ac:spMkLst>
            <pc:docMk/>
            <pc:sldMk cId="918579543" sldId="2147482001"/>
            <ac:spMk id="67" creationId="{21E9C3F6-7133-4879-84C4-F24B6A17FD40}"/>
          </ac:spMkLst>
        </pc:spChg>
        <pc:graphicFrameChg chg="mod modGraphic">
          <ac:chgData name="박태욱(TAEWOOK PARK)[ptw0425]/선임/제조DX.제조DX솔루션.데이터통합분석팀" userId="18db157e-00fe-4d5a-8b38-02cf359aca36" providerId="ADAL" clId="{9BC74A37-4C2A-40B0-9BE9-83832B31B67B}" dt="2025-10-22T02:20:45.527" v="1589"/>
          <ac:graphicFrameMkLst>
            <pc:docMk/>
            <pc:sldMk cId="918579543" sldId="2147482001"/>
            <ac:graphicFrameMk id="19" creationId="{74A97E53-4B3E-7B1D-6455-30F66AF12773}"/>
          </ac:graphicFrameMkLst>
        </pc:graphicFrameChg>
        <pc:graphicFrameChg chg="mod modGraphic">
          <ac:chgData name="박태욱(TAEWOOK PARK)[ptw0425]/선임/제조DX.제조DX솔루션.데이터통합분석팀" userId="18db157e-00fe-4d5a-8b38-02cf359aca36" providerId="ADAL" clId="{9BC74A37-4C2A-40B0-9BE9-83832B31B67B}" dt="2025-10-22T02:13:17.181" v="1501" actId="20577"/>
          <ac:graphicFrameMkLst>
            <pc:docMk/>
            <pc:sldMk cId="918579543" sldId="2147482001"/>
            <ac:graphicFrameMk id="38" creationId="{BE9908DE-ED09-43DE-BF4F-8EA7FCBF34B3}"/>
          </ac:graphicFrameMkLst>
        </pc:graphicFrameChg>
      </pc:sldChg>
      <pc:sldChg chg="addSp delSp modSp">
        <pc:chgData name="박태욱(TAEWOOK PARK)[ptw0425]/선임/제조DX.제조DX솔루션.데이터통합분석팀" userId="18db157e-00fe-4d5a-8b38-02cf359aca36" providerId="ADAL" clId="{9BC74A37-4C2A-40B0-9BE9-83832B31B67B}" dt="2025-10-22T04:59:05.890" v="1634" actId="20577"/>
        <pc:sldMkLst>
          <pc:docMk/>
          <pc:sldMk cId="312166392" sldId="2147482002"/>
        </pc:sldMkLst>
        <pc:spChg chg="mod">
          <ac:chgData name="박태욱(TAEWOOK PARK)[ptw0425]/선임/제조DX.제조DX솔루션.데이터통합분석팀" userId="18db157e-00fe-4d5a-8b38-02cf359aca36" providerId="ADAL" clId="{9BC74A37-4C2A-40B0-9BE9-83832B31B67B}" dt="2025-10-22T01:27:15.967" v="626" actId="20577"/>
          <ac:spMkLst>
            <pc:docMk/>
            <pc:sldMk cId="312166392" sldId="2147482002"/>
            <ac:spMk id="12" creationId="{19633123-6446-353B-C876-F791027DDDCD}"/>
          </ac:spMkLst>
        </pc:spChg>
        <pc:spChg chg="add mod">
          <ac:chgData name="박태욱(TAEWOOK PARK)[ptw0425]/선임/제조DX.제조DX솔루션.데이터통합분석팀" userId="18db157e-00fe-4d5a-8b38-02cf359aca36" providerId="ADAL" clId="{9BC74A37-4C2A-40B0-9BE9-83832B31B67B}" dt="2025-10-22T01:40:09.100" v="843" actId="1076"/>
          <ac:spMkLst>
            <pc:docMk/>
            <pc:sldMk cId="312166392" sldId="2147482002"/>
            <ac:spMk id="26" creationId="{E3C769AB-2D27-4FCC-9CEA-0BAC3D918831}"/>
          </ac:spMkLst>
        </pc:spChg>
        <pc:spChg chg="mod">
          <ac:chgData name="박태욱(TAEWOOK PARK)[ptw0425]/선임/제조DX.제조DX솔루션.데이터통합분석팀" userId="18db157e-00fe-4d5a-8b38-02cf359aca36" providerId="ADAL" clId="{9BC74A37-4C2A-40B0-9BE9-83832B31B67B}" dt="2025-10-22T01:27:33.748" v="631" actId="20577"/>
          <ac:spMkLst>
            <pc:docMk/>
            <pc:sldMk cId="312166392" sldId="2147482002"/>
            <ac:spMk id="27" creationId="{B6A8BBAB-5653-48FE-8819-DADF4B70F57D}"/>
          </ac:spMkLst>
        </pc:spChg>
        <pc:spChg chg="mod ord">
          <ac:chgData name="박태욱(TAEWOOK PARK)[ptw0425]/선임/제조DX.제조DX솔루션.데이터통합분석팀" userId="18db157e-00fe-4d5a-8b38-02cf359aca36" providerId="ADAL" clId="{9BC74A37-4C2A-40B0-9BE9-83832B31B67B}" dt="2025-10-22T01:39:39.865" v="834" actId="1076"/>
          <ac:spMkLst>
            <pc:docMk/>
            <pc:sldMk cId="312166392" sldId="2147482002"/>
            <ac:spMk id="39" creationId="{02D21486-C6F4-40F7-9985-058EF1BFC7DF}"/>
          </ac:spMkLst>
        </pc:spChg>
        <pc:spChg chg="mod ord">
          <ac:chgData name="박태욱(TAEWOOK PARK)[ptw0425]/선임/제조DX.제조DX솔루션.데이터통합분석팀" userId="18db157e-00fe-4d5a-8b38-02cf359aca36" providerId="ADAL" clId="{9BC74A37-4C2A-40B0-9BE9-83832B31B67B}" dt="2025-10-22T01:39:29.006" v="830" actId="1076"/>
          <ac:spMkLst>
            <pc:docMk/>
            <pc:sldMk cId="312166392" sldId="2147482002"/>
            <ac:spMk id="45" creationId="{812D0328-CADA-422D-9A82-99CBFFA5D4AB}"/>
          </ac:spMkLst>
        </pc:spChg>
        <pc:spChg chg="mod ord">
          <ac:chgData name="박태욱(TAEWOOK PARK)[ptw0425]/선임/제조DX.제조DX솔루션.데이터통합분석팀" userId="18db157e-00fe-4d5a-8b38-02cf359aca36" providerId="ADAL" clId="{9BC74A37-4C2A-40B0-9BE9-83832B31B67B}" dt="2025-10-22T01:39:36.224" v="833" actId="1076"/>
          <ac:spMkLst>
            <pc:docMk/>
            <pc:sldMk cId="312166392" sldId="2147482002"/>
            <ac:spMk id="46" creationId="{997ADC17-4579-416F-82BC-E915E5DE6166}"/>
          </ac:spMkLst>
        </pc:spChg>
        <pc:spChg chg="mod ord">
          <ac:chgData name="박태욱(TAEWOOK PARK)[ptw0425]/선임/제조DX.제조DX솔루션.데이터통합분석팀" userId="18db157e-00fe-4d5a-8b38-02cf359aca36" providerId="ADAL" clId="{9BC74A37-4C2A-40B0-9BE9-83832B31B67B}" dt="2025-10-22T01:39:50.131" v="838" actId="1038"/>
          <ac:spMkLst>
            <pc:docMk/>
            <pc:sldMk cId="312166392" sldId="2147482002"/>
            <ac:spMk id="47" creationId="{67F9B96C-26F6-41FF-88EB-78DAD2F00133}"/>
          </ac:spMkLst>
        </pc:spChg>
        <pc:spChg chg="mod ord">
          <ac:chgData name="박태욱(TAEWOOK PARK)[ptw0425]/선임/제조DX.제조DX솔루션.데이터통합분석팀" userId="18db157e-00fe-4d5a-8b38-02cf359aca36" providerId="ADAL" clId="{9BC74A37-4C2A-40B0-9BE9-83832B31B67B}" dt="2025-10-22T01:39:46.709" v="835" actId="1076"/>
          <ac:spMkLst>
            <pc:docMk/>
            <pc:sldMk cId="312166392" sldId="2147482002"/>
            <ac:spMk id="48" creationId="{4F76E618-81BE-402C-8B1F-99E17332DE9F}"/>
          </ac:spMkLst>
        </pc:spChg>
        <pc:spChg chg="mod ord">
          <ac:chgData name="박태욱(TAEWOOK PARK)[ptw0425]/선임/제조DX.제조DX솔루션.데이터통합분석팀" userId="18db157e-00fe-4d5a-8b38-02cf359aca36" providerId="ADAL" clId="{9BC74A37-4C2A-40B0-9BE9-83832B31B67B}" dt="2025-10-22T01:39:16.490" v="822" actId="1037"/>
          <ac:spMkLst>
            <pc:docMk/>
            <pc:sldMk cId="312166392" sldId="2147482002"/>
            <ac:spMk id="49" creationId="{5253611E-91CE-41D6-BAC9-7E1CCF9FC5BF}"/>
          </ac:spMkLst>
        </pc:spChg>
        <pc:spChg chg="mod ord">
          <ac:chgData name="박태욱(TAEWOOK PARK)[ptw0425]/선임/제조DX.제조DX솔루션.데이터통합분석팀" userId="18db157e-00fe-4d5a-8b38-02cf359aca36" providerId="ADAL" clId="{9BC74A37-4C2A-40B0-9BE9-83832B31B67B}" dt="2025-10-22T01:39:25.726" v="829" actId="1035"/>
          <ac:spMkLst>
            <pc:docMk/>
            <pc:sldMk cId="312166392" sldId="2147482002"/>
            <ac:spMk id="50" creationId="{35FADD7C-FBB2-4460-AB22-4C95C715FA94}"/>
          </ac:spMkLst>
        </pc:spChg>
        <pc:spChg chg="ord">
          <ac:chgData name="박태욱(TAEWOOK PARK)[ptw0425]/선임/제조DX.제조DX솔루션.데이터통합분석팀" userId="18db157e-00fe-4d5a-8b38-02cf359aca36" providerId="ADAL" clId="{9BC74A37-4C2A-40B0-9BE9-83832B31B67B}" dt="2025-10-22T01:39:05.725" v="808" actId="166"/>
          <ac:spMkLst>
            <pc:docMk/>
            <pc:sldMk cId="312166392" sldId="2147482002"/>
            <ac:spMk id="51" creationId="{456DCBD2-DBA6-49A1-9E16-AB4F1A90BCCF}"/>
          </ac:spMkLst>
        </pc:spChg>
        <pc:spChg chg="mod ord">
          <ac:chgData name="박태욱(TAEWOOK PARK)[ptw0425]/선임/제조DX.제조DX솔루션.데이터통합분석팀" userId="18db157e-00fe-4d5a-8b38-02cf359aca36" providerId="ADAL" clId="{9BC74A37-4C2A-40B0-9BE9-83832B31B67B}" dt="2025-10-22T01:39:25.726" v="829" actId="1035"/>
          <ac:spMkLst>
            <pc:docMk/>
            <pc:sldMk cId="312166392" sldId="2147482002"/>
            <ac:spMk id="52" creationId="{F5085A94-E520-49F9-84E8-F0E805003D7F}"/>
          </ac:spMkLst>
        </pc:spChg>
        <pc:spChg chg="mod ord">
          <ac:chgData name="박태욱(TAEWOOK PARK)[ptw0425]/선임/제조DX.제조DX솔루션.데이터통합분석팀" userId="18db157e-00fe-4d5a-8b38-02cf359aca36" providerId="ADAL" clId="{9BC74A37-4C2A-40B0-9BE9-83832B31B67B}" dt="2025-10-22T01:39:05.725" v="808" actId="166"/>
          <ac:spMkLst>
            <pc:docMk/>
            <pc:sldMk cId="312166392" sldId="2147482002"/>
            <ac:spMk id="54" creationId="{77804A08-00C2-4345-9D9B-8B992EC7D8C8}"/>
          </ac:spMkLst>
        </pc:spChg>
        <pc:graphicFrameChg chg="mod modGraphic">
          <ac:chgData name="박태욱(TAEWOOK PARK)[ptw0425]/선임/제조DX.제조DX솔루션.데이터통합분석팀" userId="18db157e-00fe-4d5a-8b38-02cf359aca36" providerId="ADAL" clId="{9BC74A37-4C2A-40B0-9BE9-83832B31B67B}" dt="2025-10-22T04:59:05.890" v="1634" actId="20577"/>
          <ac:graphicFrameMkLst>
            <pc:docMk/>
            <pc:sldMk cId="312166392" sldId="2147482002"/>
            <ac:graphicFrameMk id="19" creationId="{54728183-150A-36AF-E666-2145F7FF2814}"/>
          </ac:graphicFrameMkLst>
        </pc:graphicFrameChg>
        <pc:graphicFrameChg chg="mod modGraphic">
          <ac:chgData name="박태욱(TAEWOOK PARK)[ptw0425]/선임/제조DX.제조DX솔루션.데이터통합분석팀" userId="18db157e-00fe-4d5a-8b38-02cf359aca36" providerId="ADAL" clId="{9BC74A37-4C2A-40B0-9BE9-83832B31B67B}" dt="2025-10-22T01:37:24.926" v="785" actId="947"/>
          <ac:graphicFrameMkLst>
            <pc:docMk/>
            <pc:sldMk cId="312166392" sldId="2147482002"/>
            <ac:graphicFrameMk id="31" creationId="{52B29498-600E-4C61-A390-CBDE748E9B42}"/>
          </ac:graphicFrameMkLst>
        </pc:graphicFrameChg>
      </pc:sldChg>
      <pc:sldChg chg="modSp">
        <pc:chgData name="박태욱(TAEWOOK PARK)[ptw0425]/선임/제조DX.제조DX솔루션.데이터통합분석팀" userId="18db157e-00fe-4d5a-8b38-02cf359aca36" providerId="ADAL" clId="{9BC74A37-4C2A-40B0-9BE9-83832B31B67B}" dt="2025-10-23T01:49:58.140" v="2062" actId="6549"/>
        <pc:sldMkLst>
          <pc:docMk/>
          <pc:sldMk cId="3422623579" sldId="2147482052"/>
        </pc:sldMkLst>
        <pc:spChg chg="mod">
          <ac:chgData name="박태욱(TAEWOOK PARK)[ptw0425]/선임/제조DX.제조DX솔루션.데이터통합분석팀" userId="18db157e-00fe-4d5a-8b38-02cf359aca36" providerId="ADAL" clId="{9BC74A37-4C2A-40B0-9BE9-83832B31B67B}" dt="2025-10-23T01:04:05.132" v="1971" actId="20577"/>
          <ac:spMkLst>
            <pc:docMk/>
            <pc:sldMk cId="3422623579" sldId="2147482052"/>
            <ac:spMk id="2" creationId="{60B0FB01-F46B-A2E7-6917-C608CD2BFA6F}"/>
          </ac:spMkLst>
        </pc:spChg>
        <pc:spChg chg="mod">
          <ac:chgData name="박태욱(TAEWOOK PARK)[ptw0425]/선임/제조DX.제조DX솔루션.데이터통합분석팀" userId="18db157e-00fe-4d5a-8b38-02cf359aca36" providerId="ADAL" clId="{9BC74A37-4C2A-40B0-9BE9-83832B31B67B}" dt="2025-10-23T01:49:58.140" v="2062" actId="6549"/>
          <ac:spMkLst>
            <pc:docMk/>
            <pc:sldMk cId="3422623579" sldId="2147482052"/>
            <ac:spMk id="5" creationId="{6BC9B294-291A-D23F-C381-45EA6FDC28AB}"/>
          </ac:spMkLst>
        </pc:spChg>
        <pc:spChg chg="mod">
          <ac:chgData name="박태욱(TAEWOOK PARK)[ptw0425]/선임/제조DX.제조DX솔루션.데이터통합분석팀" userId="18db157e-00fe-4d5a-8b38-02cf359aca36" providerId="ADAL" clId="{9BC74A37-4C2A-40B0-9BE9-83832B31B67B}" dt="2025-10-23T01:49:54.640" v="2060" actId="1036"/>
          <ac:spMkLst>
            <pc:docMk/>
            <pc:sldMk cId="3422623579" sldId="2147482052"/>
            <ac:spMk id="12" creationId="{6692D194-EAA7-4A30-B79B-2E6BD596C9C1}"/>
          </ac:spMkLst>
        </pc:spChg>
        <pc:spChg chg="mod">
          <ac:chgData name="박태욱(TAEWOOK PARK)[ptw0425]/선임/제조DX.제조DX솔루션.데이터통합분석팀" userId="18db157e-00fe-4d5a-8b38-02cf359aca36" providerId="ADAL" clId="{9BC74A37-4C2A-40B0-9BE9-83832B31B67B}" dt="2025-10-23T01:49:54.640" v="2060" actId="1036"/>
          <ac:spMkLst>
            <pc:docMk/>
            <pc:sldMk cId="3422623579" sldId="2147482052"/>
            <ac:spMk id="14" creationId="{FF3B58DF-5463-4003-B574-D2C07836F890}"/>
          </ac:spMkLst>
        </pc:spChg>
        <pc:spChg chg="mod">
          <ac:chgData name="박태욱(TAEWOOK PARK)[ptw0425]/선임/제조DX.제조DX솔루션.데이터통합분석팀" userId="18db157e-00fe-4d5a-8b38-02cf359aca36" providerId="ADAL" clId="{9BC74A37-4C2A-40B0-9BE9-83832B31B67B}" dt="2025-10-23T01:49:54.640" v="2060" actId="1036"/>
          <ac:spMkLst>
            <pc:docMk/>
            <pc:sldMk cId="3422623579" sldId="2147482052"/>
            <ac:spMk id="15" creationId="{1347EB15-DE53-4F8D-A41D-C25B54697F69}"/>
          </ac:spMkLst>
        </pc:spChg>
        <pc:spChg chg="mod">
          <ac:chgData name="박태욱(TAEWOOK PARK)[ptw0425]/선임/제조DX.제조DX솔루션.데이터통합분석팀" userId="18db157e-00fe-4d5a-8b38-02cf359aca36" providerId="ADAL" clId="{9BC74A37-4C2A-40B0-9BE9-83832B31B67B}" dt="2025-10-23T01:49:54.640" v="2060" actId="1036"/>
          <ac:spMkLst>
            <pc:docMk/>
            <pc:sldMk cId="3422623579" sldId="2147482052"/>
            <ac:spMk id="18" creationId="{B039936C-EA9E-4773-B7D0-A42716E92176}"/>
          </ac:spMkLst>
        </pc:spChg>
        <pc:spChg chg="mod">
          <ac:chgData name="박태욱(TAEWOOK PARK)[ptw0425]/선임/제조DX.제조DX솔루션.데이터통합분석팀" userId="18db157e-00fe-4d5a-8b38-02cf359aca36" providerId="ADAL" clId="{9BC74A37-4C2A-40B0-9BE9-83832B31B67B}" dt="2025-10-23T01:49:54.640" v="2060" actId="1036"/>
          <ac:spMkLst>
            <pc:docMk/>
            <pc:sldMk cId="3422623579" sldId="2147482052"/>
            <ac:spMk id="19" creationId="{47237EF7-60B2-4748-A9B6-B8972E1054A8}"/>
          </ac:spMkLst>
        </pc:spChg>
        <pc:spChg chg="mod">
          <ac:chgData name="박태욱(TAEWOOK PARK)[ptw0425]/선임/제조DX.제조DX솔루션.데이터통합분석팀" userId="18db157e-00fe-4d5a-8b38-02cf359aca36" providerId="ADAL" clId="{9BC74A37-4C2A-40B0-9BE9-83832B31B67B}" dt="2025-10-23T01:49:54.640" v="2060" actId="1036"/>
          <ac:spMkLst>
            <pc:docMk/>
            <pc:sldMk cId="3422623579" sldId="2147482052"/>
            <ac:spMk id="20" creationId="{3F2F36C2-F626-42D6-AE61-D4F0D42979D7}"/>
          </ac:spMkLst>
        </pc:spChg>
        <pc:graphicFrameChg chg="mod modGraphic">
          <ac:chgData name="박태욱(TAEWOOK PARK)[ptw0425]/선임/제조DX.제조DX솔루션.데이터통합분석팀" userId="18db157e-00fe-4d5a-8b38-02cf359aca36" providerId="ADAL" clId="{9BC74A37-4C2A-40B0-9BE9-83832B31B67B}" dt="2025-10-23T01:49:54.640" v="2060" actId="1036"/>
          <ac:graphicFrameMkLst>
            <pc:docMk/>
            <pc:sldMk cId="3422623579" sldId="2147482052"/>
            <ac:graphicFrameMk id="8" creationId="{9F593721-68A0-50F6-F9A2-24B7FD3C4A98}"/>
          </ac:graphicFrameMkLst>
        </pc:graphicFrameChg>
        <pc:graphicFrameChg chg="mod modGraphic">
          <ac:chgData name="박태욱(TAEWOOK PARK)[ptw0425]/선임/제조DX.제조DX솔루션.데이터통합분석팀" userId="18db157e-00fe-4d5a-8b38-02cf359aca36" providerId="ADAL" clId="{9BC74A37-4C2A-40B0-9BE9-83832B31B67B}" dt="2025-10-23T01:49:54.640" v="2060" actId="1036"/>
          <ac:graphicFrameMkLst>
            <pc:docMk/>
            <pc:sldMk cId="3422623579" sldId="2147482052"/>
            <ac:graphicFrameMk id="16" creationId="{613F9ABA-5239-42FE-8096-8438F8CEB7F0}"/>
          </ac:graphicFrameMkLst>
        </pc:graphicFrameChg>
      </pc:sldChg>
      <pc:sldChg chg="modSp">
        <pc:chgData name="박태욱(TAEWOOK PARK)[ptw0425]/선임/제조DX.제조DX솔루션.데이터통합분석팀" userId="18db157e-00fe-4d5a-8b38-02cf359aca36" providerId="ADAL" clId="{9BC74A37-4C2A-40B0-9BE9-83832B31B67B}" dt="2025-10-22T01:33:22.236" v="730" actId="20577"/>
        <pc:sldMkLst>
          <pc:docMk/>
          <pc:sldMk cId="2384569951" sldId="2147482053"/>
        </pc:sldMkLst>
        <pc:graphicFrameChg chg="mod modGraphic">
          <ac:chgData name="박태욱(TAEWOOK PARK)[ptw0425]/선임/제조DX.제조DX솔루션.데이터통합분석팀" userId="18db157e-00fe-4d5a-8b38-02cf359aca36" providerId="ADAL" clId="{9BC74A37-4C2A-40B0-9BE9-83832B31B67B}" dt="2025-10-22T00:43:31.074" v="161" actId="20577"/>
          <ac:graphicFrameMkLst>
            <pc:docMk/>
            <pc:sldMk cId="2384569951" sldId="2147482053"/>
            <ac:graphicFrameMk id="16" creationId="{7875A772-4F25-40B9-AA42-B91161887E9F}"/>
          </ac:graphicFrameMkLst>
        </pc:graphicFrameChg>
        <pc:graphicFrameChg chg="modGraphic">
          <ac:chgData name="박태욱(TAEWOOK PARK)[ptw0425]/선임/제조DX.제조DX솔루션.데이터통합분석팀" userId="18db157e-00fe-4d5a-8b38-02cf359aca36" providerId="ADAL" clId="{9BC74A37-4C2A-40B0-9BE9-83832B31B67B}" dt="2025-10-22T01:33:22.236" v="730" actId="20577"/>
          <ac:graphicFrameMkLst>
            <pc:docMk/>
            <pc:sldMk cId="2384569951" sldId="2147482053"/>
            <ac:graphicFrameMk id="19" creationId="{3E86696F-E35A-4B06-9B46-63A4A6A986C1}"/>
          </ac:graphicFrameMkLst>
        </pc:graphicFrameChg>
      </pc:sldChg>
      <pc:sldChg chg="modSp">
        <pc:chgData name="박태욱(TAEWOOK PARK)[ptw0425]/선임/제조DX.제조DX솔루션.데이터통합분석팀" userId="18db157e-00fe-4d5a-8b38-02cf359aca36" providerId="ADAL" clId="{9BC74A37-4C2A-40B0-9BE9-83832B31B67B}" dt="2025-10-23T01:16:06.515" v="2044" actId="20577"/>
        <pc:sldMkLst>
          <pc:docMk/>
          <pc:sldMk cId="122266075" sldId="2147482060"/>
        </pc:sldMkLst>
        <pc:spChg chg="mod">
          <ac:chgData name="박태욱(TAEWOOK PARK)[ptw0425]/선임/제조DX.제조DX솔루션.데이터통합분석팀" userId="18db157e-00fe-4d5a-8b38-02cf359aca36" providerId="ADAL" clId="{9BC74A37-4C2A-40B0-9BE9-83832B31B67B}" dt="2025-10-23T01:16:06.515" v="2044" actId="20577"/>
          <ac:spMkLst>
            <pc:docMk/>
            <pc:sldMk cId="122266075" sldId="2147482060"/>
            <ac:spMk id="2" creationId="{75252A0B-83AC-FEFF-E760-98723703EAAC}"/>
          </ac:spMkLst>
        </pc:spChg>
        <pc:graphicFrameChg chg="modGraphic">
          <ac:chgData name="박태욱(TAEWOOK PARK)[ptw0425]/선임/제조DX.제조DX솔루션.데이터통합분석팀" userId="18db157e-00fe-4d5a-8b38-02cf359aca36" providerId="ADAL" clId="{9BC74A37-4C2A-40B0-9BE9-83832B31B67B}" dt="2025-10-23T01:16:02.414" v="2040" actId="207"/>
          <ac:graphicFrameMkLst>
            <pc:docMk/>
            <pc:sldMk cId="122266075" sldId="2147482060"/>
            <ac:graphicFrameMk id="19" creationId="{3E86696F-E35A-4B06-9B46-63A4A6A986C1}"/>
          </ac:graphicFrameMkLst>
        </pc:graphicFrameChg>
        <pc:graphicFrameChg chg="modGraphic">
          <ac:chgData name="박태욱(TAEWOOK PARK)[ptw0425]/선임/제조DX.제조DX솔루션.데이터통합분석팀" userId="18db157e-00fe-4d5a-8b38-02cf359aca36" providerId="ADAL" clId="{9BC74A37-4C2A-40B0-9BE9-83832B31B67B}" dt="2025-10-23T01:15:52.867" v="2039" actId="20577"/>
          <ac:graphicFrameMkLst>
            <pc:docMk/>
            <pc:sldMk cId="122266075" sldId="2147482060"/>
            <ac:graphicFrameMk id="33" creationId="{46CD41AF-EF77-4A37-BBE0-962806BE7684}"/>
          </ac:graphicFrameMkLst>
        </pc:graphicFrameChg>
      </pc:sldChg>
    </pc:docChg>
  </pc:docChgLst>
  <pc:docChgLst>
    <pc:chgData name="박재완(JAEWAN PARK)[jaewan25]/사원/제조DX.제조DX솔루션.롤맵기술팀" userId="9b8d3797-320f-4df6-b438-abc68e640190" providerId="ADAL" clId="{19611C92-C82B-40CA-96D0-69F069D7754B}"/>
    <pc:docChg chg="undo custSel modSld">
      <pc:chgData name="박재완(JAEWAN PARK)[jaewan25]/사원/제조DX.제조DX솔루션.롤맵기술팀" userId="9b8d3797-320f-4df6-b438-abc68e640190" providerId="ADAL" clId="{19611C92-C82B-40CA-96D0-69F069D7754B}" dt="2025-12-16T08:32:16.362" v="2779" actId="207"/>
      <pc:docMkLst>
        <pc:docMk/>
      </pc:docMkLst>
      <pc:sldChg chg="modSp mod">
        <pc:chgData name="박재완(JAEWAN PARK)[jaewan25]/사원/제조DX.제조DX솔루션.롤맵기술팀" userId="9b8d3797-320f-4df6-b438-abc68e640190" providerId="ADAL" clId="{19611C92-C82B-40CA-96D0-69F069D7754B}" dt="2025-12-16T04:12:23.508" v="1186" actId="20577"/>
        <pc:sldMkLst>
          <pc:docMk/>
          <pc:sldMk cId="3266697761" sldId="2278"/>
        </pc:sldMkLst>
        <pc:spChg chg="mod">
          <ac:chgData name="박재완(JAEWAN PARK)[jaewan25]/사원/제조DX.제조DX솔루션.롤맵기술팀" userId="9b8d3797-320f-4df6-b438-abc68e640190" providerId="ADAL" clId="{19611C92-C82B-40CA-96D0-69F069D7754B}" dt="2025-12-16T04:12:23.508" v="1186" actId="20577"/>
          <ac:spMkLst>
            <pc:docMk/>
            <pc:sldMk cId="3266697761" sldId="2278"/>
            <ac:spMk id="2" creationId="{D0FF2AED-0046-C817-3E30-4FE796B4077E}"/>
          </ac:spMkLst>
        </pc:spChg>
      </pc:sldChg>
      <pc:sldChg chg="modSp mod">
        <pc:chgData name="박재완(JAEWAN PARK)[jaewan25]/사원/제조DX.제조DX솔루션.롤맵기술팀" userId="9b8d3797-320f-4df6-b438-abc68e640190" providerId="ADAL" clId="{19611C92-C82B-40CA-96D0-69F069D7754B}" dt="2025-12-16T08:17:31.448" v="2145" actId="207"/>
        <pc:sldMkLst>
          <pc:docMk/>
          <pc:sldMk cId="31248691" sldId="2147481916"/>
        </pc:sldMkLst>
        <pc:spChg chg="mod">
          <ac:chgData name="박재완(JAEWAN PARK)[jaewan25]/사원/제조DX.제조DX솔루션.롤맵기술팀" userId="9b8d3797-320f-4df6-b438-abc68e640190" providerId="ADAL" clId="{19611C92-C82B-40CA-96D0-69F069D7754B}" dt="2025-12-16T08:04:28.909" v="1881" actId="20577"/>
          <ac:spMkLst>
            <pc:docMk/>
            <pc:sldMk cId="31248691" sldId="2147481916"/>
            <ac:spMk id="18" creationId="{72943F47-EAEA-4391-A2BC-C7C33A8E8CFD}"/>
          </ac:spMkLst>
        </pc:spChg>
        <pc:graphicFrameChg chg="mod modGraphic">
          <ac:chgData name="박재완(JAEWAN PARK)[jaewan25]/사원/제조DX.제조DX솔루션.롤맵기술팀" userId="9b8d3797-320f-4df6-b438-abc68e640190" providerId="ADAL" clId="{19611C92-C82B-40CA-96D0-69F069D7754B}" dt="2025-12-16T08:17:31.448" v="2145" actId="207"/>
          <ac:graphicFrameMkLst>
            <pc:docMk/>
            <pc:sldMk cId="31248691" sldId="2147481916"/>
            <ac:graphicFrameMk id="3" creationId="{3E86696F-E35A-4B06-9B46-63A4A6A986C1}"/>
          </ac:graphicFrameMkLst>
        </pc:graphicFrameChg>
      </pc:sldChg>
      <pc:sldChg chg="modSp mod">
        <pc:chgData name="박재완(JAEWAN PARK)[jaewan25]/사원/제조DX.제조DX솔루션.롤맵기술팀" userId="9b8d3797-320f-4df6-b438-abc68e640190" providerId="ADAL" clId="{19611C92-C82B-40CA-96D0-69F069D7754B}" dt="2025-12-16T02:42:50.278" v="27" actId="207"/>
        <pc:sldMkLst>
          <pc:docMk/>
          <pc:sldMk cId="1357868518" sldId="2147481919"/>
        </pc:sldMkLst>
        <pc:spChg chg="mod">
          <ac:chgData name="박재완(JAEWAN PARK)[jaewan25]/사원/제조DX.제조DX솔루션.롤맵기술팀" userId="9b8d3797-320f-4df6-b438-abc68e640190" providerId="ADAL" clId="{19611C92-C82B-40CA-96D0-69F069D7754B}" dt="2025-12-16T02:42:32.923" v="25" actId="20577"/>
          <ac:spMkLst>
            <pc:docMk/>
            <pc:sldMk cId="1357868518" sldId="2147481919"/>
            <ac:spMk id="18" creationId="{72943F47-EAEA-4391-A2BC-C7C33A8E8CFD}"/>
          </ac:spMkLst>
        </pc:spChg>
        <pc:graphicFrameChg chg="mod modGraphic">
          <ac:chgData name="박재완(JAEWAN PARK)[jaewan25]/사원/제조DX.제조DX솔루션.롤맵기술팀" userId="9b8d3797-320f-4df6-b438-abc68e640190" providerId="ADAL" clId="{19611C92-C82B-40CA-96D0-69F069D7754B}" dt="2025-12-16T02:42:50.278" v="27" actId="207"/>
          <ac:graphicFrameMkLst>
            <pc:docMk/>
            <pc:sldMk cId="1357868518" sldId="2147481919"/>
            <ac:graphicFrameMk id="3" creationId="{3E86696F-E35A-4B06-9B46-63A4A6A986C1}"/>
          </ac:graphicFrameMkLst>
        </pc:graphicFrameChg>
      </pc:sldChg>
      <pc:sldChg chg="modSp mod">
        <pc:chgData name="박재완(JAEWAN PARK)[jaewan25]/사원/제조DX.제조DX솔루션.롤맵기술팀" userId="9b8d3797-320f-4df6-b438-abc68e640190" providerId="ADAL" clId="{19611C92-C82B-40CA-96D0-69F069D7754B}" dt="2025-12-16T08:14:35.042" v="1978" actId="20577"/>
        <pc:sldMkLst>
          <pc:docMk/>
          <pc:sldMk cId="2827412370" sldId="2147481939"/>
        </pc:sldMkLst>
        <pc:spChg chg="mod">
          <ac:chgData name="박재완(JAEWAN PARK)[jaewan25]/사원/제조DX.제조DX솔루션.롤맵기술팀" userId="9b8d3797-320f-4df6-b438-abc68e640190" providerId="ADAL" clId="{19611C92-C82B-40CA-96D0-69F069D7754B}" dt="2025-12-16T08:04:54.164" v="1887" actId="20577"/>
          <ac:spMkLst>
            <pc:docMk/>
            <pc:sldMk cId="2827412370" sldId="2147481939"/>
            <ac:spMk id="18" creationId="{72943F47-EAEA-4391-A2BC-C7C33A8E8CFD}"/>
          </ac:spMkLst>
        </pc:spChg>
        <pc:graphicFrameChg chg="mod modGraphic">
          <ac:chgData name="박재완(JAEWAN PARK)[jaewan25]/사원/제조DX.제조DX솔루션.롤맵기술팀" userId="9b8d3797-320f-4df6-b438-abc68e640190" providerId="ADAL" clId="{19611C92-C82B-40CA-96D0-69F069D7754B}" dt="2025-12-16T08:14:35.042" v="1978" actId="20577"/>
          <ac:graphicFrameMkLst>
            <pc:docMk/>
            <pc:sldMk cId="2827412370" sldId="2147481939"/>
            <ac:graphicFrameMk id="3" creationId="{3E86696F-E35A-4B06-9B46-63A4A6A986C1}"/>
          </ac:graphicFrameMkLst>
        </pc:graphicFrameChg>
      </pc:sldChg>
      <pc:sldChg chg="modSp mod">
        <pc:chgData name="박재완(JAEWAN PARK)[jaewan25]/사원/제조DX.제조DX솔루션.롤맵기술팀" userId="9b8d3797-320f-4df6-b438-abc68e640190" providerId="ADAL" clId="{19611C92-C82B-40CA-96D0-69F069D7754B}" dt="2025-12-16T08:29:08.366" v="2195" actId="207"/>
        <pc:sldMkLst>
          <pc:docMk/>
          <pc:sldMk cId="3218446010" sldId="2147481940"/>
        </pc:sldMkLst>
        <pc:graphicFrameChg chg="mod modGraphic">
          <ac:chgData name="박재완(JAEWAN PARK)[jaewan25]/사원/제조DX.제조DX솔루션.롤맵기술팀" userId="9b8d3797-320f-4df6-b438-abc68e640190" providerId="ADAL" clId="{19611C92-C82B-40CA-96D0-69F069D7754B}" dt="2025-12-16T08:29:08.366" v="2195" actId="207"/>
          <ac:graphicFrameMkLst>
            <pc:docMk/>
            <pc:sldMk cId="3218446010" sldId="2147481940"/>
            <ac:graphicFrameMk id="18" creationId="{BAF0B2EF-E0A9-4EBE-8B41-8BAD7EC3E9EB}"/>
          </ac:graphicFrameMkLst>
        </pc:graphicFrameChg>
        <pc:graphicFrameChg chg="modGraphic">
          <ac:chgData name="박재완(JAEWAN PARK)[jaewan25]/사원/제조DX.제조DX솔루션.롤맵기술팀" userId="9b8d3797-320f-4df6-b438-abc68e640190" providerId="ADAL" clId="{19611C92-C82B-40CA-96D0-69F069D7754B}" dt="2025-12-16T04:04:05.746" v="28" actId="207"/>
          <ac:graphicFrameMkLst>
            <pc:docMk/>
            <pc:sldMk cId="3218446010" sldId="2147481940"/>
            <ac:graphicFrameMk id="30" creationId="{FD723AF4-8C6A-45D2-91AF-E831F6E1C5CD}"/>
          </ac:graphicFrameMkLst>
        </pc:graphicFrameChg>
      </pc:sldChg>
      <pc:sldChg chg="modSp mod">
        <pc:chgData name="박재완(JAEWAN PARK)[jaewan25]/사원/제조DX.제조DX솔루션.롤맵기술팀" userId="9b8d3797-320f-4df6-b438-abc68e640190" providerId="ADAL" clId="{19611C92-C82B-40CA-96D0-69F069D7754B}" dt="2025-12-16T08:04:46.265" v="1885" actId="20577"/>
        <pc:sldMkLst>
          <pc:docMk/>
          <pc:sldMk cId="120050373" sldId="2147481971"/>
        </pc:sldMkLst>
        <pc:spChg chg="mod">
          <ac:chgData name="박재완(JAEWAN PARK)[jaewan25]/사원/제조DX.제조DX솔루션.롤맵기술팀" userId="9b8d3797-320f-4df6-b438-abc68e640190" providerId="ADAL" clId="{19611C92-C82B-40CA-96D0-69F069D7754B}" dt="2025-12-16T08:04:46.265" v="1885" actId="20577"/>
          <ac:spMkLst>
            <pc:docMk/>
            <pc:sldMk cId="120050373" sldId="2147481971"/>
            <ac:spMk id="18" creationId="{72943F47-EAEA-4391-A2BC-C7C33A8E8CFD}"/>
          </ac:spMkLst>
        </pc:spChg>
      </pc:sldChg>
      <pc:sldChg chg="modSp mod">
        <pc:chgData name="박재완(JAEWAN PARK)[jaewan25]/사원/제조DX.제조DX솔루션.롤맵기술팀" userId="9b8d3797-320f-4df6-b438-abc68e640190" providerId="ADAL" clId="{19611C92-C82B-40CA-96D0-69F069D7754B}" dt="2025-12-16T08:32:16.362" v="2779" actId="207"/>
        <pc:sldMkLst>
          <pc:docMk/>
          <pc:sldMk cId="719476191" sldId="2147482153"/>
        </pc:sldMkLst>
        <pc:graphicFrameChg chg="mod modGraphic">
          <ac:chgData name="박재완(JAEWAN PARK)[jaewan25]/사원/제조DX.제조DX솔루션.롤맵기술팀" userId="9b8d3797-320f-4df6-b438-abc68e640190" providerId="ADAL" clId="{19611C92-C82B-40CA-96D0-69F069D7754B}" dt="2025-12-16T08:32:16.362" v="2779" actId="207"/>
          <ac:graphicFrameMkLst>
            <pc:docMk/>
            <pc:sldMk cId="719476191" sldId="2147482153"/>
            <ac:graphicFrameMk id="30" creationId="{FD723AF4-8C6A-45D2-91AF-E831F6E1C5CD}"/>
          </ac:graphicFrameMkLst>
        </pc:graphicFrameChg>
        <pc:graphicFrameChg chg="mod modGraphic">
          <ac:chgData name="박재완(JAEWAN PARK)[jaewan25]/사원/제조DX.제조DX솔루션.롤맵기술팀" userId="9b8d3797-320f-4df6-b438-abc68e640190" providerId="ADAL" clId="{19611C92-C82B-40CA-96D0-69F069D7754B}" dt="2025-12-16T08:28:14.337" v="2179" actId="207"/>
          <ac:graphicFrameMkLst>
            <pc:docMk/>
            <pc:sldMk cId="719476191" sldId="2147482153"/>
            <ac:graphicFrameMk id="43" creationId="{D195382E-B745-7546-3648-DEE88079E7D6}"/>
          </ac:graphicFrameMkLst>
        </pc:graphicFrameChg>
      </pc:sldChg>
      <pc:sldChg chg="modSp mod">
        <pc:chgData name="박재완(JAEWAN PARK)[jaewan25]/사원/제조DX.제조DX솔루션.롤맵기술팀" userId="9b8d3797-320f-4df6-b438-abc68e640190" providerId="ADAL" clId="{19611C92-C82B-40CA-96D0-69F069D7754B}" dt="2025-12-16T08:29:01.322" v="2194" actId="207"/>
        <pc:sldMkLst>
          <pc:docMk/>
          <pc:sldMk cId="1357361098" sldId="2147482154"/>
        </pc:sldMkLst>
        <pc:graphicFrameChg chg="mod modGraphic">
          <ac:chgData name="박재완(JAEWAN PARK)[jaewan25]/사원/제조DX.제조DX솔루션.롤맵기술팀" userId="9b8d3797-320f-4df6-b438-abc68e640190" providerId="ADAL" clId="{19611C92-C82B-40CA-96D0-69F069D7754B}" dt="2025-12-16T08:29:01.322" v="2194" actId="207"/>
          <ac:graphicFrameMkLst>
            <pc:docMk/>
            <pc:sldMk cId="1357361098" sldId="2147482154"/>
            <ac:graphicFrameMk id="43" creationId="{F5146031-6FE6-E3F0-67EF-7CE174CB73E7}"/>
          </ac:graphicFrameMkLst>
        </pc:graphicFrameChg>
      </pc:sldChg>
      <pc:sldChg chg="modSp mod">
        <pc:chgData name="박재완(JAEWAN PARK)[jaewan25]/사원/제조DX.제조DX솔루션.롤맵기술팀" userId="9b8d3797-320f-4df6-b438-abc68e640190" providerId="ADAL" clId="{19611C92-C82B-40CA-96D0-69F069D7754B}" dt="2025-12-16T08:28:58.033" v="2193" actId="207"/>
        <pc:sldMkLst>
          <pc:docMk/>
          <pc:sldMk cId="2756542074" sldId="2147482155"/>
        </pc:sldMkLst>
        <pc:graphicFrameChg chg="mod modGraphic">
          <ac:chgData name="박재완(JAEWAN PARK)[jaewan25]/사원/제조DX.제조DX솔루션.롤맵기술팀" userId="9b8d3797-320f-4df6-b438-abc68e640190" providerId="ADAL" clId="{19611C92-C82B-40CA-96D0-69F069D7754B}" dt="2025-12-16T04:42:06.584" v="1860" actId="207"/>
          <ac:graphicFrameMkLst>
            <pc:docMk/>
            <pc:sldMk cId="2756542074" sldId="2147482155"/>
            <ac:graphicFrameMk id="30" creationId="{FD723AF4-8C6A-45D2-91AF-E831F6E1C5CD}"/>
          </ac:graphicFrameMkLst>
        </pc:graphicFrameChg>
        <pc:graphicFrameChg chg="mod modGraphic">
          <ac:chgData name="박재완(JAEWAN PARK)[jaewan25]/사원/제조DX.제조DX솔루션.롤맵기술팀" userId="9b8d3797-320f-4df6-b438-abc68e640190" providerId="ADAL" clId="{19611C92-C82B-40CA-96D0-69F069D7754B}" dt="2025-12-16T08:28:58.033" v="2193" actId="207"/>
          <ac:graphicFrameMkLst>
            <pc:docMk/>
            <pc:sldMk cId="2756542074" sldId="2147482155"/>
            <ac:graphicFrameMk id="43" creationId="{0392B92C-4665-6FFE-582D-80221161861E}"/>
          </ac:graphicFrameMkLst>
        </pc:graphicFrameChg>
      </pc:sldChg>
      <pc:sldChg chg="modSp mod">
        <pc:chgData name="박재완(JAEWAN PARK)[jaewan25]/사원/제조DX.제조DX솔루션.롤맵기술팀" userId="9b8d3797-320f-4df6-b438-abc68e640190" providerId="ADAL" clId="{19611C92-C82B-40CA-96D0-69F069D7754B}" dt="2025-12-16T08:28:55.312" v="2192" actId="207"/>
        <pc:sldMkLst>
          <pc:docMk/>
          <pc:sldMk cId="1685760430" sldId="2147482156"/>
        </pc:sldMkLst>
        <pc:graphicFrameChg chg="mod modGraphic">
          <ac:chgData name="박재완(JAEWAN PARK)[jaewan25]/사원/제조DX.제조DX솔루션.롤맵기술팀" userId="9b8d3797-320f-4df6-b438-abc68e640190" providerId="ADAL" clId="{19611C92-C82B-40CA-96D0-69F069D7754B}" dt="2025-12-16T08:28:55.312" v="2192" actId="207"/>
          <ac:graphicFrameMkLst>
            <pc:docMk/>
            <pc:sldMk cId="1685760430" sldId="2147482156"/>
            <ac:graphicFrameMk id="43" creationId="{7AF46187-A097-6E2C-D8CB-A4D55A7CB790}"/>
          </ac:graphicFrameMkLst>
        </pc:graphicFrameChg>
      </pc:sldChg>
      <pc:sldChg chg="modSp mod">
        <pc:chgData name="박재완(JAEWAN PARK)[jaewan25]/사원/제조DX.제조DX솔루션.롤맵기술팀" userId="9b8d3797-320f-4df6-b438-abc68e640190" providerId="ADAL" clId="{19611C92-C82B-40CA-96D0-69F069D7754B}" dt="2025-12-16T08:28:52.772" v="2191" actId="207"/>
        <pc:sldMkLst>
          <pc:docMk/>
          <pc:sldMk cId="1270712381" sldId="2147482157"/>
        </pc:sldMkLst>
        <pc:graphicFrameChg chg="mod modGraphic">
          <ac:chgData name="박재완(JAEWAN PARK)[jaewan25]/사원/제조DX.제조DX솔루션.롤맵기술팀" userId="9b8d3797-320f-4df6-b438-abc68e640190" providerId="ADAL" clId="{19611C92-C82B-40CA-96D0-69F069D7754B}" dt="2025-12-16T08:28:52.772" v="2191" actId="207"/>
          <ac:graphicFrameMkLst>
            <pc:docMk/>
            <pc:sldMk cId="1270712381" sldId="2147482157"/>
            <ac:graphicFrameMk id="43" creationId="{3D71574A-9DFC-FB76-7BB1-03E120745178}"/>
          </ac:graphicFrameMkLst>
        </pc:graphicFrameChg>
      </pc:sldChg>
      <pc:sldChg chg="modSp mod">
        <pc:chgData name="박재완(JAEWAN PARK)[jaewan25]/사원/제조DX.제조DX솔루션.롤맵기술팀" userId="9b8d3797-320f-4df6-b438-abc68e640190" providerId="ADAL" clId="{19611C92-C82B-40CA-96D0-69F069D7754B}" dt="2025-12-16T08:28:48.704" v="2190" actId="207"/>
        <pc:sldMkLst>
          <pc:docMk/>
          <pc:sldMk cId="3468524003" sldId="2147482158"/>
        </pc:sldMkLst>
        <pc:graphicFrameChg chg="mod modGraphic">
          <ac:chgData name="박재완(JAEWAN PARK)[jaewan25]/사원/제조DX.제조DX솔루션.롤맵기술팀" userId="9b8d3797-320f-4df6-b438-abc68e640190" providerId="ADAL" clId="{19611C92-C82B-40CA-96D0-69F069D7754B}" dt="2025-12-16T08:28:48.704" v="2190" actId="207"/>
          <ac:graphicFrameMkLst>
            <pc:docMk/>
            <pc:sldMk cId="3468524003" sldId="2147482158"/>
            <ac:graphicFrameMk id="43" creationId="{70E473C2-96C7-0887-DF4C-37B51C985EC8}"/>
          </ac:graphicFrameMkLst>
        </pc:graphicFrameChg>
      </pc:sldChg>
      <pc:sldChg chg="modSp mod">
        <pc:chgData name="박재완(JAEWAN PARK)[jaewan25]/사원/제조DX.제조DX솔루션.롤맵기술팀" userId="9b8d3797-320f-4df6-b438-abc68e640190" providerId="ADAL" clId="{19611C92-C82B-40CA-96D0-69F069D7754B}" dt="2025-12-16T08:28:45.661" v="2189" actId="207"/>
        <pc:sldMkLst>
          <pc:docMk/>
          <pc:sldMk cId="3982393149" sldId="2147482159"/>
        </pc:sldMkLst>
        <pc:graphicFrameChg chg="mod modGraphic">
          <ac:chgData name="박재완(JAEWAN PARK)[jaewan25]/사원/제조DX.제조DX솔루션.롤맵기술팀" userId="9b8d3797-320f-4df6-b438-abc68e640190" providerId="ADAL" clId="{19611C92-C82B-40CA-96D0-69F069D7754B}" dt="2025-12-16T08:28:45.661" v="2189" actId="207"/>
          <ac:graphicFrameMkLst>
            <pc:docMk/>
            <pc:sldMk cId="3982393149" sldId="2147482159"/>
            <ac:graphicFrameMk id="43" creationId="{74F993CF-83C0-F5EC-D222-B8C59783A9AC}"/>
          </ac:graphicFrameMkLst>
        </pc:graphicFrameChg>
      </pc:sldChg>
      <pc:sldChg chg="modSp mod">
        <pc:chgData name="박재완(JAEWAN PARK)[jaewan25]/사원/제조DX.제조DX솔루션.롤맵기술팀" userId="9b8d3797-320f-4df6-b438-abc68e640190" providerId="ADAL" clId="{19611C92-C82B-40CA-96D0-69F069D7754B}" dt="2025-12-16T08:28:42.811" v="2188" actId="207"/>
        <pc:sldMkLst>
          <pc:docMk/>
          <pc:sldMk cId="4127400384" sldId="2147482160"/>
        </pc:sldMkLst>
        <pc:graphicFrameChg chg="mod modGraphic">
          <ac:chgData name="박재완(JAEWAN PARK)[jaewan25]/사원/제조DX.제조DX솔루션.롤맵기술팀" userId="9b8d3797-320f-4df6-b438-abc68e640190" providerId="ADAL" clId="{19611C92-C82B-40CA-96D0-69F069D7754B}" dt="2025-12-16T08:28:42.811" v="2188" actId="207"/>
          <ac:graphicFrameMkLst>
            <pc:docMk/>
            <pc:sldMk cId="4127400384" sldId="2147482160"/>
            <ac:graphicFrameMk id="42" creationId="{F601C799-4B8F-4B21-9D7B-01934092962D}"/>
          </ac:graphicFrameMkLst>
        </pc:graphicFrameChg>
      </pc:sldChg>
      <pc:sldChg chg="modSp mod">
        <pc:chgData name="박재완(JAEWAN PARK)[jaewan25]/사원/제조DX.제조DX솔루션.롤맵기술팀" userId="9b8d3797-320f-4df6-b438-abc68e640190" providerId="ADAL" clId="{19611C92-C82B-40CA-96D0-69F069D7754B}" dt="2025-12-16T04:09:00.487" v="803" actId="207"/>
        <pc:sldMkLst>
          <pc:docMk/>
          <pc:sldMk cId="1679489757" sldId="2147482178"/>
        </pc:sldMkLst>
        <pc:spChg chg="mod">
          <ac:chgData name="박재완(JAEWAN PARK)[jaewan25]/사원/제조DX.제조DX솔루션.롤맵기술팀" userId="9b8d3797-320f-4df6-b438-abc68e640190" providerId="ADAL" clId="{19611C92-C82B-40CA-96D0-69F069D7754B}" dt="2025-12-16T04:04:23.075" v="32" actId="20577"/>
          <ac:spMkLst>
            <pc:docMk/>
            <pc:sldMk cId="1679489757" sldId="2147482178"/>
            <ac:spMk id="18" creationId="{72943F47-EAEA-4391-A2BC-C7C33A8E8CFD}"/>
          </ac:spMkLst>
        </pc:spChg>
        <pc:graphicFrameChg chg="mod modGraphic">
          <ac:chgData name="박재완(JAEWAN PARK)[jaewan25]/사원/제조DX.제조DX솔루션.롤맵기술팀" userId="9b8d3797-320f-4df6-b438-abc68e640190" providerId="ADAL" clId="{19611C92-C82B-40CA-96D0-69F069D7754B}" dt="2025-12-16T04:09:00.487" v="803" actId="207"/>
          <ac:graphicFrameMkLst>
            <pc:docMk/>
            <pc:sldMk cId="1679489757" sldId="2147482178"/>
            <ac:graphicFrameMk id="3" creationId="{3E86696F-E35A-4B06-9B46-63A4A6A986C1}"/>
          </ac:graphicFrameMkLst>
        </pc:graphicFrameChg>
      </pc:sldChg>
      <pc:sldChg chg="modSp mod">
        <pc:chgData name="박재완(JAEWAN PARK)[jaewan25]/사원/제조DX.제조DX솔루션.롤맵기술팀" userId="9b8d3797-320f-4df6-b438-abc68e640190" providerId="ADAL" clId="{19611C92-C82B-40CA-96D0-69F069D7754B}" dt="2025-12-16T04:43:55.959" v="1879" actId="207"/>
        <pc:sldMkLst>
          <pc:docMk/>
          <pc:sldMk cId="1221641555" sldId="2147482179"/>
        </pc:sldMkLst>
        <pc:spChg chg="mod">
          <ac:chgData name="박재완(JAEWAN PARK)[jaewan25]/사원/제조DX.제조DX솔루션.롤맵기술팀" userId="9b8d3797-320f-4df6-b438-abc68e640190" providerId="ADAL" clId="{19611C92-C82B-40CA-96D0-69F069D7754B}" dt="2025-12-16T04:43:45.120" v="1876" actId="20577"/>
          <ac:spMkLst>
            <pc:docMk/>
            <pc:sldMk cId="1221641555" sldId="2147482179"/>
            <ac:spMk id="18" creationId="{72943F47-EAEA-4391-A2BC-C7C33A8E8CFD}"/>
          </ac:spMkLst>
        </pc:spChg>
        <pc:graphicFrameChg chg="modGraphic">
          <ac:chgData name="박재완(JAEWAN PARK)[jaewan25]/사원/제조DX.제조DX솔루션.롤맵기술팀" userId="9b8d3797-320f-4df6-b438-abc68e640190" providerId="ADAL" clId="{19611C92-C82B-40CA-96D0-69F069D7754B}" dt="2025-12-16T04:43:55.959" v="1879" actId="207"/>
          <ac:graphicFrameMkLst>
            <pc:docMk/>
            <pc:sldMk cId="1221641555" sldId="2147482179"/>
            <ac:graphicFrameMk id="3" creationId="{3E86696F-E35A-4B06-9B46-63A4A6A986C1}"/>
          </ac:graphicFrameMkLst>
        </pc:graphicFrameChg>
      </pc:sldChg>
    </pc:docChg>
  </pc:docChgLst>
  <pc:docChgLst>
    <pc:chgData name="임성묵(SUNGMOOK LIM)[muksung0084]/선임/제조DX.제조DX솔루션.데이터통합분석팀" userId="5ef6c119-0718-4bd2-a22e-105ab5e97655" providerId="ADAL" clId="{50166DE8-7B84-4A5E-A8CF-567846E9C98A}"/>
    <pc:docChg chg="undo custSel modSld">
      <pc:chgData name="임성묵(SUNGMOOK LIM)[muksung0084]/선임/제조DX.제조DX솔루션.데이터통합분석팀" userId="5ef6c119-0718-4bd2-a22e-105ab5e97655" providerId="ADAL" clId="{50166DE8-7B84-4A5E-A8CF-567846E9C98A}" dt="2025-10-15T05:45:41.489" v="3051" actId="1036"/>
      <pc:docMkLst>
        <pc:docMk/>
      </pc:docMkLst>
      <pc:sldChg chg="addSp delSp modSp">
        <pc:chgData name="임성묵(SUNGMOOK LIM)[muksung0084]/선임/제조DX.제조DX솔루션.데이터통합분석팀" userId="5ef6c119-0718-4bd2-a22e-105ab5e97655" providerId="ADAL" clId="{50166DE8-7B84-4A5E-A8CF-567846E9C98A}" dt="2025-10-15T05:43:35.339" v="3025" actId="1035"/>
        <pc:sldMkLst>
          <pc:docMk/>
          <pc:sldMk cId="4208823273" sldId="2147481955"/>
        </pc:sldMkLst>
        <pc:spChg chg="add del mod">
          <ac:chgData name="임성묵(SUNGMOOK LIM)[muksung0084]/선임/제조DX.제조DX솔루션.데이터통합분석팀" userId="5ef6c119-0718-4bd2-a22e-105ab5e97655" providerId="ADAL" clId="{50166DE8-7B84-4A5E-A8CF-567846E9C98A}" dt="2025-10-15T05:43:35.339" v="3025" actId="1035"/>
          <ac:spMkLst>
            <pc:docMk/>
            <pc:sldMk cId="4208823273" sldId="2147481955"/>
            <ac:spMk id="2" creationId="{BDC296EC-EC8A-F827-FBF1-85E4AD9E7769}"/>
          </ac:spMkLst>
        </pc:spChg>
        <pc:spChg chg="mod">
          <ac:chgData name="임성묵(SUNGMOOK LIM)[muksung0084]/선임/제조DX.제조DX솔루션.데이터통합분석팀" userId="5ef6c119-0718-4bd2-a22e-105ab5e97655" providerId="ADAL" clId="{50166DE8-7B84-4A5E-A8CF-567846E9C98A}" dt="2025-10-15T05:43:35.339" v="3025" actId="1035"/>
          <ac:spMkLst>
            <pc:docMk/>
            <pc:sldMk cId="4208823273" sldId="2147481955"/>
            <ac:spMk id="4" creationId="{C19A5FFD-BBFF-449F-B95D-E4ADE22727FB}"/>
          </ac:spMkLst>
        </pc:spChg>
        <pc:spChg chg="mod">
          <ac:chgData name="임성묵(SUNGMOOK LIM)[muksung0084]/선임/제조DX.제조DX솔루션.데이터통합분석팀" userId="5ef6c119-0718-4bd2-a22e-105ab5e97655" providerId="ADAL" clId="{50166DE8-7B84-4A5E-A8CF-567846E9C98A}" dt="2025-10-15T05:43:35.339" v="3025" actId="1035"/>
          <ac:spMkLst>
            <pc:docMk/>
            <pc:sldMk cId="4208823273" sldId="2147481955"/>
            <ac:spMk id="5" creationId="{0C270F10-3737-47C4-9B98-649761A84CF4}"/>
          </ac:spMkLst>
        </pc:spChg>
        <pc:spChg chg="mod">
          <ac:chgData name="임성묵(SUNGMOOK LIM)[muksung0084]/선임/제조DX.제조DX솔루션.데이터통합분석팀" userId="5ef6c119-0718-4bd2-a22e-105ab5e97655" providerId="ADAL" clId="{50166DE8-7B84-4A5E-A8CF-567846E9C98A}" dt="2025-10-15T05:43:35.339" v="3025" actId="1035"/>
          <ac:spMkLst>
            <pc:docMk/>
            <pc:sldMk cId="4208823273" sldId="2147481955"/>
            <ac:spMk id="6" creationId="{D037E934-768F-4E96-93CE-69C0856D8382}"/>
          </ac:spMkLst>
        </pc:spChg>
        <pc:spChg chg="mod">
          <ac:chgData name="임성묵(SUNGMOOK LIM)[muksung0084]/선임/제조DX.제조DX솔루션.데이터통합분석팀" userId="5ef6c119-0718-4bd2-a22e-105ab5e97655" providerId="ADAL" clId="{50166DE8-7B84-4A5E-A8CF-567846E9C98A}" dt="2025-10-15T04:40:13.657" v="7" actId="20577"/>
          <ac:spMkLst>
            <pc:docMk/>
            <pc:sldMk cId="4208823273" sldId="2147481955"/>
            <ac:spMk id="9" creationId="{00000000-0000-0000-0000-000000000000}"/>
          </ac:spMkLst>
        </pc:spChg>
        <pc:spChg chg="mod">
          <ac:chgData name="임성묵(SUNGMOOK LIM)[muksung0084]/선임/제조DX.제조DX솔루션.데이터통합분석팀" userId="5ef6c119-0718-4bd2-a22e-105ab5e97655" providerId="ADAL" clId="{50166DE8-7B84-4A5E-A8CF-567846E9C98A}" dt="2025-10-15T05:43:35.339" v="3025" actId="1035"/>
          <ac:spMkLst>
            <pc:docMk/>
            <pc:sldMk cId="4208823273" sldId="2147481955"/>
            <ac:spMk id="28" creationId="{93C3E97C-D981-40B9-BC28-8D32EF1B62A1}"/>
          </ac:spMkLst>
        </pc:spChg>
        <pc:spChg chg="mod">
          <ac:chgData name="임성묵(SUNGMOOK LIM)[muksung0084]/선임/제조DX.제조DX솔루션.데이터통합분석팀" userId="5ef6c119-0718-4bd2-a22e-105ab5e97655" providerId="ADAL" clId="{50166DE8-7B84-4A5E-A8CF-567846E9C98A}" dt="2025-10-15T05:43:22.301" v="3007" actId="20577"/>
          <ac:spMkLst>
            <pc:docMk/>
            <pc:sldMk cId="4208823273" sldId="2147481955"/>
            <ac:spMk id="46" creationId="{FC3B12BE-4589-4397-8B71-019FF34AA35E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50166DE8-7B84-4A5E-A8CF-567846E9C98A}" dt="2025-10-15T05:43:08.917" v="3005" actId="1076"/>
          <ac:graphicFrameMkLst>
            <pc:docMk/>
            <pc:sldMk cId="4208823273" sldId="2147481955"/>
            <ac:graphicFrameMk id="19" creationId="{3E86696F-E35A-4B06-9B46-63A4A6A986C1}"/>
          </ac:graphicFrameMkLst>
        </pc:graphicFrameChg>
      </pc:sldChg>
      <pc:sldChg chg="addSp delSp modSp">
        <pc:chgData name="임성묵(SUNGMOOK LIM)[muksung0084]/선임/제조DX.제조DX솔루션.데이터통합분석팀" userId="5ef6c119-0718-4bd2-a22e-105ab5e97655" providerId="ADAL" clId="{50166DE8-7B84-4A5E-A8CF-567846E9C98A}" dt="2025-10-15T05:44:09.969" v="3029" actId="1036"/>
        <pc:sldMkLst>
          <pc:docMk/>
          <pc:sldMk cId="216908218" sldId="2147481958"/>
        </pc:sldMkLst>
        <pc:spChg chg="mod">
          <ac:chgData name="임성묵(SUNGMOOK LIM)[muksung0084]/선임/제조DX.제조DX솔루션.데이터통합분석팀" userId="5ef6c119-0718-4bd2-a22e-105ab5e97655" providerId="ADAL" clId="{50166DE8-7B84-4A5E-A8CF-567846E9C98A}" dt="2025-10-15T04:52:33.879" v="946" actId="1076"/>
          <ac:spMkLst>
            <pc:docMk/>
            <pc:sldMk cId="216908218" sldId="2147481958"/>
            <ac:spMk id="2" creationId="{376BA916-49E5-40A6-9C7E-CB42729034AC}"/>
          </ac:spMkLst>
        </pc:spChg>
        <pc:spChg chg="mod">
          <ac:chgData name="임성묵(SUNGMOOK LIM)[muksung0084]/선임/제조DX.제조DX솔루션.데이터통합분석팀" userId="5ef6c119-0718-4bd2-a22e-105ab5e97655" providerId="ADAL" clId="{50166DE8-7B84-4A5E-A8CF-567846E9C98A}" dt="2025-10-15T04:47:22.207" v="427" actId="1076"/>
          <ac:spMkLst>
            <pc:docMk/>
            <pc:sldMk cId="216908218" sldId="2147481958"/>
            <ac:spMk id="3" creationId="{3149F590-75BC-4D24-AD1C-A66558F2CFDD}"/>
          </ac:spMkLst>
        </pc:spChg>
        <pc:spChg chg="mod">
          <ac:chgData name="임성묵(SUNGMOOK LIM)[muksung0084]/선임/제조DX.제조DX솔루션.데이터통합분석팀" userId="5ef6c119-0718-4bd2-a22e-105ab5e97655" providerId="ADAL" clId="{50166DE8-7B84-4A5E-A8CF-567846E9C98A}" dt="2025-10-15T04:41:37.920" v="26" actId="20577"/>
          <ac:spMkLst>
            <pc:docMk/>
            <pc:sldMk cId="216908218" sldId="2147481958"/>
            <ac:spMk id="9" creationId="{00000000-0000-0000-0000-000000000000}"/>
          </ac:spMkLst>
        </pc:spChg>
        <pc:spChg chg="mod">
          <ac:chgData name="임성묵(SUNGMOOK LIM)[muksung0084]/선임/제조DX.제조DX솔루션.데이터통합분석팀" userId="5ef6c119-0718-4bd2-a22e-105ab5e97655" providerId="ADAL" clId="{50166DE8-7B84-4A5E-A8CF-567846E9C98A}" dt="2025-10-15T04:53:02.988" v="963" actId="20577"/>
          <ac:spMkLst>
            <pc:docMk/>
            <pc:sldMk cId="216908218" sldId="2147481958"/>
            <ac:spMk id="37" creationId="{8DA3EF15-5952-4CC6-82BA-8169AB91B56B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50166DE8-7B84-4A5E-A8CF-567846E9C98A}" dt="2025-10-15T04:53:00.934" v="960" actId="20577"/>
          <ac:graphicFrameMkLst>
            <pc:docMk/>
            <pc:sldMk cId="216908218" sldId="2147481958"/>
            <ac:graphicFrameMk id="19" creationId="{3E86696F-E35A-4B06-9B46-63A4A6A986C1}"/>
          </ac:graphicFrameMkLst>
        </pc:graphicFrameChg>
      </pc:sldChg>
      <pc:sldChg chg="modSp">
        <pc:chgData name="임성묵(SUNGMOOK LIM)[muksung0084]/선임/제조DX.제조DX솔루션.데이터통합분석팀" userId="5ef6c119-0718-4bd2-a22e-105ab5e97655" providerId="ADAL" clId="{50166DE8-7B84-4A5E-A8CF-567846E9C98A}" dt="2025-10-15T04:51:26.331" v="928" actId="20577"/>
        <pc:sldMkLst>
          <pc:docMk/>
          <pc:sldMk cId="2187038781" sldId="2147482019"/>
        </pc:sldMkLst>
        <pc:spChg chg="mod">
          <ac:chgData name="임성묵(SUNGMOOK LIM)[muksung0084]/선임/제조DX.제조DX솔루션.데이터통합분석팀" userId="5ef6c119-0718-4bd2-a22e-105ab5e97655" providerId="ADAL" clId="{50166DE8-7B84-4A5E-A8CF-567846E9C98A}" dt="2025-10-15T04:51:26.331" v="928" actId="20577"/>
          <ac:spMkLst>
            <pc:docMk/>
            <pc:sldMk cId="2187038781" sldId="2147482019"/>
            <ac:spMk id="11" creationId="{86227DEB-244F-40D9-A14B-935F021B9AFB}"/>
          </ac:spMkLst>
        </pc:spChg>
        <pc:picChg chg="mod">
          <ac:chgData name="임성묵(SUNGMOOK LIM)[muksung0084]/선임/제조DX.제조DX솔루션.데이터통합분석팀" userId="5ef6c119-0718-4bd2-a22e-105ab5e97655" providerId="ADAL" clId="{50166DE8-7B84-4A5E-A8CF-567846E9C98A}" dt="2025-10-15T04:51:05.199" v="919" actId="208"/>
          <ac:picMkLst>
            <pc:docMk/>
            <pc:sldMk cId="2187038781" sldId="2147482019"/>
            <ac:picMk id="7" creationId="{EE5E730B-E41E-407B-B0F6-45322D3AB81A}"/>
          </ac:picMkLst>
        </pc:picChg>
      </pc:sldChg>
      <pc:sldChg chg="addSp delSp modSp">
        <pc:chgData name="임성묵(SUNGMOOK LIM)[muksung0084]/선임/제조DX.제조DX솔루션.데이터통합분석팀" userId="5ef6c119-0718-4bd2-a22e-105ab5e97655" providerId="ADAL" clId="{50166DE8-7B84-4A5E-A8CF-567846E9C98A}" dt="2025-10-15T05:45:41.489" v="3051" actId="1036"/>
        <pc:sldMkLst>
          <pc:docMk/>
          <pc:sldMk cId="1017769001" sldId="2147482124"/>
        </pc:sldMkLst>
        <pc:spChg chg="add mod">
          <ac:chgData name="임성묵(SUNGMOOK LIM)[muksung0084]/선임/제조DX.제조DX솔루션.데이터통합분석팀" userId="5ef6c119-0718-4bd2-a22e-105ab5e97655" providerId="ADAL" clId="{50166DE8-7B84-4A5E-A8CF-567846E9C98A}" dt="2025-10-15T05:39:28.150" v="2901" actId="14100"/>
          <ac:spMkLst>
            <pc:docMk/>
            <pc:sldMk cId="1017769001" sldId="2147482124"/>
            <ac:spMk id="4" creationId="{A0667138-91D8-46D7-B0F7-53810FA69B22}"/>
          </ac:spMkLst>
        </pc:spChg>
        <pc:spChg chg="mod">
          <ac:chgData name="임성묵(SUNGMOOK LIM)[muksung0084]/선임/제조DX.제조DX솔루션.데이터통합분석팀" userId="5ef6c119-0718-4bd2-a22e-105ab5e97655" providerId="ADAL" clId="{50166DE8-7B84-4A5E-A8CF-567846E9C98A}" dt="2025-10-15T04:53:31.914" v="969" actId="20577"/>
          <ac:spMkLst>
            <pc:docMk/>
            <pc:sldMk cId="1017769001" sldId="2147482124"/>
            <ac:spMk id="9" creationId="{00000000-0000-0000-0000-000000000000}"/>
          </ac:spMkLst>
        </pc:spChg>
        <pc:spChg chg="mod">
          <ac:chgData name="임성묵(SUNGMOOK LIM)[muksung0084]/선임/제조DX.제조DX솔루션.데이터통합분석팀" userId="5ef6c119-0718-4bd2-a22e-105ab5e97655" providerId="ADAL" clId="{50166DE8-7B84-4A5E-A8CF-567846E9C98A}" dt="2025-10-15T05:39:59.799" v="2921" actId="1076"/>
          <ac:spMkLst>
            <pc:docMk/>
            <pc:sldMk cId="1017769001" sldId="2147482124"/>
            <ac:spMk id="22" creationId="{A892EEC7-7666-4690-B328-7ABBD68983AD}"/>
          </ac:spMkLst>
        </pc:spChg>
        <pc:spChg chg="add mod">
          <ac:chgData name="임성묵(SUNGMOOK LIM)[muksung0084]/선임/제조DX.제조DX솔루션.데이터통합분석팀" userId="5ef6c119-0718-4bd2-a22e-105ab5e97655" providerId="ADAL" clId="{50166DE8-7B84-4A5E-A8CF-567846E9C98A}" dt="2025-10-15T05:39:16.917" v="2895" actId="1076"/>
          <ac:spMkLst>
            <pc:docMk/>
            <pc:sldMk cId="1017769001" sldId="2147482124"/>
            <ac:spMk id="23" creationId="{895EC3DB-8F9D-4BD3-B83C-4C19941464B3}"/>
          </ac:spMkLst>
        </pc:spChg>
        <pc:spChg chg="add mod">
          <ac:chgData name="임성묵(SUNGMOOK LIM)[muksung0084]/선임/제조DX.제조DX솔루션.데이터통합분석팀" userId="5ef6c119-0718-4bd2-a22e-105ab5e97655" providerId="ADAL" clId="{50166DE8-7B84-4A5E-A8CF-567846E9C98A}" dt="2025-10-15T05:44:56.443" v="3047" actId="1035"/>
          <ac:spMkLst>
            <pc:docMk/>
            <pc:sldMk cId="1017769001" sldId="2147482124"/>
            <ac:spMk id="25" creationId="{DD31D646-7880-4DBA-873A-429CC5AB4B86}"/>
          </ac:spMkLst>
        </pc:spChg>
        <pc:spChg chg="add mod">
          <ac:chgData name="임성묵(SUNGMOOK LIM)[muksung0084]/선임/제조DX.제조DX솔루션.데이터통합분석팀" userId="5ef6c119-0718-4bd2-a22e-105ab5e97655" providerId="ADAL" clId="{50166DE8-7B84-4A5E-A8CF-567846E9C98A}" dt="2025-10-15T05:45:41.489" v="3051" actId="1036"/>
          <ac:spMkLst>
            <pc:docMk/>
            <pc:sldMk cId="1017769001" sldId="2147482124"/>
            <ac:spMk id="29" creationId="{A84A001D-FB72-4307-9D60-775F14FF0E7D}"/>
          </ac:spMkLst>
        </pc:spChg>
        <pc:spChg chg="mod">
          <ac:chgData name="임성묵(SUNGMOOK LIM)[muksung0084]/선임/제조DX.제조DX솔루션.데이터통합분석팀" userId="5ef6c119-0718-4bd2-a22e-105ab5e97655" providerId="ADAL" clId="{50166DE8-7B84-4A5E-A8CF-567846E9C98A}" dt="2025-10-15T05:39:25.546" v="2900" actId="20577"/>
          <ac:spMkLst>
            <pc:docMk/>
            <pc:sldMk cId="1017769001" sldId="2147482124"/>
            <ac:spMk id="33" creationId="{3782F586-8654-42FA-ABDF-4C75ED5DE5C8}"/>
          </ac:spMkLst>
        </pc:spChg>
        <pc:spChg chg="mod">
          <ac:chgData name="임성묵(SUNGMOOK LIM)[muksung0084]/선임/제조DX.제조DX솔루션.데이터통합분석팀" userId="5ef6c119-0718-4bd2-a22e-105ab5e97655" providerId="ADAL" clId="{50166DE8-7B84-4A5E-A8CF-567846E9C98A}" dt="2025-10-15T05:45:03.114" v="3048" actId="20577"/>
          <ac:spMkLst>
            <pc:docMk/>
            <pc:sldMk cId="1017769001" sldId="2147482124"/>
            <ac:spMk id="42" creationId="{2ACC804B-9A0D-4C6F-97B0-9729B810DEC5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50166DE8-7B84-4A5E-A8CF-567846E9C98A}" dt="2025-10-15T05:39:50.393" v="2920" actId="20577"/>
          <ac:graphicFrameMkLst>
            <pc:docMk/>
            <pc:sldMk cId="1017769001" sldId="2147482124"/>
            <ac:graphicFrameMk id="19" creationId="{3E86696F-E35A-4B06-9B46-63A4A6A986C1}"/>
          </ac:graphicFrameMkLst>
        </pc:graphicFrameChg>
      </pc:sldChg>
    </pc:docChg>
  </pc:docChgLst>
  <pc:docChgLst>
    <pc:chgData name="조현우(HYEONWOO CHO)[recoiner]/선임/제조DX.제조DX솔루션.셀추적기술팀" userId="c7996fdb-9092-4875-8c6f-a0f02242852c" providerId="ADAL" clId="{6FC894EF-3CB9-4EB3-B3F6-FAC297E77227}"/>
    <pc:docChg chg="undo custSel delSld modSld modSection">
      <pc:chgData name="조현우(HYEONWOO CHO)[recoiner]/선임/제조DX.제조DX솔루션.셀추적기술팀" userId="c7996fdb-9092-4875-8c6f-a0f02242852c" providerId="ADAL" clId="{6FC894EF-3CB9-4EB3-B3F6-FAC297E77227}" dt="2025-11-04T05:31:13.911" v="1336"/>
      <pc:docMkLst>
        <pc:docMk/>
      </pc:docMkLst>
    </pc:docChg>
  </pc:docChgLst>
  <pc:docChgLst>
    <pc:chgData name="김도원(DOWON KIM)[ehdnjs104]/사원/제조DX.제조DX솔루션.롤맵기술팀" userId="40903c55-8d7f-4a01-bcfb-534127f384e5" providerId="ADAL" clId="{54544A82-875A-4DD8-BEBA-B293405674E3}"/>
    <pc:docChg chg="undo custSel addSld delSld modSld sldOrd modSection">
      <pc:chgData name="김도원(DOWON KIM)[ehdnjs104]/사원/제조DX.제조DX솔루션.롤맵기술팀" userId="40903c55-8d7f-4a01-bcfb-534127f384e5" providerId="ADAL" clId="{54544A82-875A-4DD8-BEBA-B293405674E3}" dt="2025-10-29T23:55:57.743" v="2717" actId="478"/>
      <pc:docMkLst>
        <pc:docMk/>
      </pc:docMkLst>
      <pc:sldChg chg="modSp">
        <pc:chgData name="김도원(DOWON KIM)[ehdnjs104]/사원/제조DX.제조DX솔루션.롤맵기술팀" userId="40903c55-8d7f-4a01-bcfb-534127f384e5" providerId="ADAL" clId="{54544A82-875A-4DD8-BEBA-B293405674E3}" dt="2025-10-28T23:57:52.877" v="151" actId="207"/>
        <pc:sldMkLst>
          <pc:docMk/>
          <pc:sldMk cId="3266697761" sldId="2278"/>
        </pc:sldMkLst>
        <pc:spChg chg="mod">
          <ac:chgData name="김도원(DOWON KIM)[ehdnjs104]/사원/제조DX.제조DX솔루션.롤맵기술팀" userId="40903c55-8d7f-4a01-bcfb-534127f384e5" providerId="ADAL" clId="{54544A82-875A-4DD8-BEBA-B293405674E3}" dt="2025-10-28T23:57:52.877" v="151" actId="207"/>
          <ac:spMkLst>
            <pc:docMk/>
            <pc:sldMk cId="3266697761" sldId="2278"/>
            <ac:spMk id="18" creationId="{FC55D7C3-19BB-417C-88D2-249E3D408DED}"/>
          </ac:spMkLst>
        </pc:spChg>
      </pc:sldChg>
      <pc:sldChg chg="modSp">
        <pc:chgData name="김도원(DOWON KIM)[ehdnjs104]/사원/제조DX.제조DX솔루션.롤맵기술팀" userId="40903c55-8d7f-4a01-bcfb-534127f384e5" providerId="ADAL" clId="{54544A82-875A-4DD8-BEBA-B293405674E3}" dt="2025-10-29T00:05:12.310" v="268" actId="20577"/>
        <pc:sldMkLst>
          <pc:docMk/>
          <pc:sldMk cId="2994820085" sldId="2147481926"/>
        </pc:sldMkLst>
        <pc:spChg chg="mod">
          <ac:chgData name="김도원(DOWON KIM)[ehdnjs104]/사원/제조DX.제조DX솔루션.롤맵기술팀" userId="40903c55-8d7f-4a01-bcfb-534127f384e5" providerId="ADAL" clId="{54544A82-875A-4DD8-BEBA-B293405674E3}" dt="2025-10-29T00:04:48.733" v="250" actId="20577"/>
          <ac:spMkLst>
            <pc:docMk/>
            <pc:sldMk cId="2994820085" sldId="2147481926"/>
            <ac:spMk id="18" creationId="{72943F47-EAEA-4391-A2BC-C7C33A8E8CFD}"/>
          </ac:spMkLst>
        </pc:spChg>
        <pc:spChg chg="mod">
          <ac:chgData name="김도원(DOWON KIM)[ehdnjs104]/사원/제조DX.제조DX솔루션.롤맵기술팀" userId="40903c55-8d7f-4a01-bcfb-534127f384e5" providerId="ADAL" clId="{54544A82-875A-4DD8-BEBA-B293405674E3}" dt="2025-10-29T00:05:12.310" v="268" actId="20577"/>
          <ac:spMkLst>
            <pc:docMk/>
            <pc:sldMk cId="2994820085" sldId="2147481926"/>
            <ac:spMk id="19" creationId="{1CE4A1AF-5D49-43F9-9F31-E88EAE372D41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54544A82-875A-4DD8-BEBA-B293405674E3}" dt="2025-10-29T00:04:42.694" v="248" actId="207"/>
          <ac:graphicFrameMkLst>
            <pc:docMk/>
            <pc:sldMk cId="2994820085" sldId="2147481926"/>
            <ac:graphicFrameMk id="11" creationId="{C66F9B45-D343-4DF8-ABA9-D48571FAC964}"/>
          </ac:graphicFrameMkLst>
        </pc:graphicFrameChg>
      </pc:sldChg>
      <pc:sldChg chg="delSp modSp">
        <pc:chgData name="김도원(DOWON KIM)[ehdnjs104]/사원/제조DX.제조DX솔루션.롤맵기술팀" userId="40903c55-8d7f-4a01-bcfb-534127f384e5" providerId="ADAL" clId="{54544A82-875A-4DD8-BEBA-B293405674E3}" dt="2025-10-29T23:54:51.169" v="2592" actId="207"/>
        <pc:sldMkLst>
          <pc:docMk/>
          <pc:sldMk cId="3218446010" sldId="2147481940"/>
        </pc:sldMkLst>
        <pc:spChg chg="mod">
          <ac:chgData name="김도원(DOWON KIM)[ehdnjs104]/사원/제조DX.제조DX솔루션.롤맵기술팀" userId="40903c55-8d7f-4a01-bcfb-534127f384e5" providerId="ADAL" clId="{54544A82-875A-4DD8-BEBA-B293405674E3}" dt="2025-10-27T01:13:04.303" v="139" actId="20577"/>
          <ac:spMkLst>
            <pc:docMk/>
            <pc:sldMk cId="3218446010" sldId="2147481940"/>
            <ac:spMk id="2" creationId="{CC691555-EA8B-4F8C-BACD-A124D5C4FD92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54544A82-875A-4DD8-BEBA-B293405674E3}" dt="2025-10-29T23:54:51.169" v="2592" actId="207"/>
          <ac:graphicFrameMkLst>
            <pc:docMk/>
            <pc:sldMk cId="3218446010" sldId="2147481940"/>
            <ac:graphicFrameMk id="21" creationId="{B17BC81E-4040-4B89-BFD6-444CE79E9A52}"/>
          </ac:graphicFrameMkLst>
        </pc:graphicFrameChg>
        <pc:graphicFrameChg chg="mod modGraphic">
          <ac:chgData name="김도원(DOWON KIM)[ehdnjs104]/사원/제조DX.제조DX솔루션.롤맵기술팀" userId="40903c55-8d7f-4a01-bcfb-534127f384e5" providerId="ADAL" clId="{54544A82-875A-4DD8-BEBA-B293405674E3}" dt="2025-10-27T00:53:39.526" v="24" actId="14100"/>
          <ac:graphicFrameMkLst>
            <pc:docMk/>
            <pc:sldMk cId="3218446010" sldId="2147481940"/>
            <ac:graphicFrameMk id="30" creationId="{FD723AF4-8C6A-45D2-91AF-E831F6E1C5CD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54544A82-875A-4DD8-BEBA-B293405674E3}" dt="2025-10-29T00:16:18.514" v="1244" actId="20577"/>
        <pc:sldMkLst>
          <pc:docMk/>
          <pc:sldMk cId="645500483" sldId="2147482092"/>
        </pc:sldMkLst>
        <pc:spChg chg="mod">
          <ac:chgData name="김도원(DOWON KIM)[ehdnjs104]/사원/제조DX.제조DX솔루션.롤맵기술팀" userId="40903c55-8d7f-4a01-bcfb-534127f384e5" providerId="ADAL" clId="{54544A82-875A-4DD8-BEBA-B293405674E3}" dt="2025-10-29T00:11:06.308" v="539" actId="20577"/>
          <ac:spMkLst>
            <pc:docMk/>
            <pc:sldMk cId="645500483" sldId="2147482092"/>
            <ac:spMk id="6" creationId="{3E1F1638-F2C5-4E2F-ABED-94997FF8C926}"/>
          </ac:spMkLst>
        </pc:spChg>
        <pc:spChg chg="mod">
          <ac:chgData name="김도원(DOWON KIM)[ehdnjs104]/사원/제조DX.제조DX솔루션.롤맵기술팀" userId="40903c55-8d7f-4a01-bcfb-534127f384e5" providerId="ADAL" clId="{54544A82-875A-4DD8-BEBA-B293405674E3}" dt="2025-10-29T00:16:18.514" v="1244" actId="20577"/>
          <ac:spMkLst>
            <pc:docMk/>
            <pc:sldMk cId="645500483" sldId="2147482092"/>
            <ac:spMk id="7" creationId="{4A76422D-F7C5-4990-8AAA-BCD55EFB3085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54544A82-875A-4DD8-BEBA-B293405674E3}" dt="2025-10-29T00:16:11.842" v="1225" actId="20577"/>
          <ac:graphicFrameMkLst>
            <pc:docMk/>
            <pc:sldMk cId="645500483" sldId="2147482092"/>
            <ac:graphicFrameMk id="2" creationId="{AA655E7B-33D1-41F9-B470-4F20832661EB}"/>
          </ac:graphicFrameMkLst>
        </pc:graphicFrameChg>
      </pc:sldChg>
      <pc:sldChg chg="modSp">
        <pc:chgData name="김도원(DOWON KIM)[ehdnjs104]/사원/제조DX.제조DX솔루션.롤맵기술팀" userId="40903c55-8d7f-4a01-bcfb-534127f384e5" providerId="ADAL" clId="{54544A82-875A-4DD8-BEBA-B293405674E3}" dt="2025-10-29T00:18:37.309" v="1788" actId="1076"/>
        <pc:sldMkLst>
          <pc:docMk/>
          <pc:sldMk cId="1480914234" sldId="2147482094"/>
        </pc:sldMkLst>
        <pc:spChg chg="mod">
          <ac:chgData name="김도원(DOWON KIM)[ehdnjs104]/사원/제조DX.제조DX솔루션.롤맵기술팀" userId="40903c55-8d7f-4a01-bcfb-534127f384e5" providerId="ADAL" clId="{54544A82-875A-4DD8-BEBA-B293405674E3}" dt="2025-10-29T00:17:30.186" v="1484" actId="20577"/>
          <ac:spMkLst>
            <pc:docMk/>
            <pc:sldMk cId="1480914234" sldId="2147482094"/>
            <ac:spMk id="5" creationId="{D18B8649-3C81-4EDD-A9C5-061A9DC39666}"/>
          </ac:spMkLst>
        </pc:spChg>
        <pc:spChg chg="mod">
          <ac:chgData name="김도원(DOWON KIM)[ehdnjs104]/사원/제조DX.제조DX솔루션.롤맵기술팀" userId="40903c55-8d7f-4a01-bcfb-534127f384e5" providerId="ADAL" clId="{54544A82-875A-4DD8-BEBA-B293405674E3}" dt="2025-10-29T00:17:35.358" v="1502" actId="20577"/>
          <ac:spMkLst>
            <pc:docMk/>
            <pc:sldMk cId="1480914234" sldId="2147482094"/>
            <ac:spMk id="6" creationId="{01F01B84-6248-45A0-A7D4-53428CE9587B}"/>
          </ac:spMkLst>
        </pc:spChg>
        <pc:grpChg chg="mod">
          <ac:chgData name="김도원(DOWON KIM)[ehdnjs104]/사원/제조DX.제조DX솔루션.롤맵기술팀" userId="40903c55-8d7f-4a01-bcfb-534127f384e5" providerId="ADAL" clId="{54544A82-875A-4DD8-BEBA-B293405674E3}" dt="2025-10-29T00:18:37.309" v="1788" actId="1076"/>
          <ac:grpSpMkLst>
            <pc:docMk/>
            <pc:sldMk cId="1480914234" sldId="2147482094"/>
            <ac:grpSpMk id="10" creationId="{50B7DF9D-644F-4AE4-9111-F5C8A9551911}"/>
          </ac:grpSpMkLst>
        </pc:grpChg>
        <pc:graphicFrameChg chg="mod modGraphic">
          <ac:chgData name="김도원(DOWON KIM)[ehdnjs104]/사원/제조DX.제조DX솔루션.롤맵기술팀" userId="40903c55-8d7f-4a01-bcfb-534127f384e5" providerId="ADAL" clId="{54544A82-875A-4DD8-BEBA-B293405674E3}" dt="2025-10-29T00:18:27.392" v="1787" actId="207"/>
          <ac:graphicFrameMkLst>
            <pc:docMk/>
            <pc:sldMk cId="1480914234" sldId="2147482094"/>
            <ac:graphicFrameMk id="2" creationId="{BF944F8E-1F62-4F7E-B1C6-632F29AA10BD}"/>
          </ac:graphicFrameMkLst>
        </pc:graphicFrameChg>
      </pc:sldChg>
      <pc:sldChg chg="addSp delSp modSp add">
        <pc:chgData name="김도원(DOWON KIM)[ehdnjs104]/사원/제조DX.제조DX솔루션.롤맵기술팀" userId="40903c55-8d7f-4a01-bcfb-534127f384e5" providerId="ADAL" clId="{54544A82-875A-4DD8-BEBA-B293405674E3}" dt="2025-10-29T23:54:55.034" v="2593" actId="207"/>
        <pc:sldMkLst>
          <pc:docMk/>
          <pc:sldMk cId="4216273303" sldId="2147482152"/>
        </pc:sldMkLst>
        <pc:spChg chg="mod">
          <ac:chgData name="김도원(DOWON KIM)[ehdnjs104]/사원/제조DX.제조DX솔루션.롤맵기술팀" userId="40903c55-8d7f-4a01-bcfb-534127f384e5" providerId="ADAL" clId="{54544A82-875A-4DD8-BEBA-B293405674E3}" dt="2025-10-27T01:12:49.876" v="135" actId="20577"/>
          <ac:spMkLst>
            <pc:docMk/>
            <pc:sldMk cId="4216273303" sldId="2147482152"/>
            <ac:spMk id="2" creationId="{CC691555-EA8B-4F8C-BACD-A124D5C4FD92}"/>
          </ac:spMkLst>
        </pc:spChg>
        <pc:graphicFrameChg chg="mod">
          <ac:chgData name="김도원(DOWON KIM)[ehdnjs104]/사원/제조DX.제조DX솔루션.롤맵기술팀" userId="40903c55-8d7f-4a01-bcfb-534127f384e5" providerId="ADAL" clId="{54544A82-875A-4DD8-BEBA-B293405674E3}" dt="2025-10-27T00:54:07.078" v="72"/>
          <ac:graphicFrameMkLst>
            <pc:docMk/>
            <pc:sldMk cId="4216273303" sldId="2147482152"/>
            <ac:graphicFrameMk id="30" creationId="{FD723AF4-8C6A-45D2-91AF-E831F6E1C5CD}"/>
          </ac:graphicFrameMkLst>
        </pc:graphicFrameChg>
      </pc:sldChg>
      <pc:sldChg chg="delSp modSp add">
        <pc:chgData name="김도원(DOWON KIM)[ehdnjs104]/사원/제조DX.제조DX솔루션.롤맵기술팀" userId="40903c55-8d7f-4a01-bcfb-534127f384e5" providerId="ADAL" clId="{54544A82-875A-4DD8-BEBA-B293405674E3}" dt="2025-10-29T23:54:57.232" v="2594" actId="207"/>
        <pc:sldMkLst>
          <pc:docMk/>
          <pc:sldMk cId="719476191" sldId="2147482153"/>
        </pc:sldMkLst>
        <pc:spChg chg="mod">
          <ac:chgData name="김도원(DOWON KIM)[ehdnjs104]/사원/제조DX.제조DX솔루션.롤맵기술팀" userId="40903c55-8d7f-4a01-bcfb-534127f384e5" providerId="ADAL" clId="{54544A82-875A-4DD8-BEBA-B293405674E3}" dt="2025-10-27T01:12:36.146" v="130" actId="6549"/>
          <ac:spMkLst>
            <pc:docMk/>
            <pc:sldMk cId="719476191" sldId="2147482153"/>
            <ac:spMk id="2" creationId="{CC691555-EA8B-4F8C-BACD-A124D5C4FD92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54544A82-875A-4DD8-BEBA-B293405674E3}" dt="2025-10-27T00:54:38.154" v="81" actId="255"/>
          <ac:graphicFrameMkLst>
            <pc:docMk/>
            <pc:sldMk cId="719476191" sldId="2147482153"/>
            <ac:graphicFrameMk id="30" creationId="{FD723AF4-8C6A-45D2-91AF-E831F6E1C5CD}"/>
          </ac:graphicFrameMkLst>
        </pc:graphicFrameChg>
      </pc:sldChg>
      <pc:sldChg chg="addSp delSp modSp add">
        <pc:chgData name="김도원(DOWON KIM)[ehdnjs104]/사원/제조DX.제조DX솔루션.롤맵기술팀" userId="40903c55-8d7f-4a01-bcfb-534127f384e5" providerId="ADAL" clId="{54544A82-875A-4DD8-BEBA-B293405674E3}" dt="2025-10-29T23:54:59.227" v="2595" actId="207"/>
        <pc:sldMkLst>
          <pc:docMk/>
          <pc:sldMk cId="1357361098" sldId="2147482154"/>
        </pc:sldMkLst>
        <pc:spChg chg="mod">
          <ac:chgData name="김도원(DOWON KIM)[ehdnjs104]/사원/제조DX.제조DX솔루션.롤맵기술팀" userId="40903c55-8d7f-4a01-bcfb-534127f384e5" providerId="ADAL" clId="{54544A82-875A-4DD8-BEBA-B293405674E3}" dt="2025-10-27T01:12:22.975" v="125" actId="20577"/>
          <ac:spMkLst>
            <pc:docMk/>
            <pc:sldMk cId="1357361098" sldId="2147482154"/>
            <ac:spMk id="2" creationId="{CC691555-EA8B-4F8C-BACD-A124D5C4FD92}"/>
          </ac:spMkLst>
        </pc:spChg>
        <pc:graphicFrameChg chg="add mod">
          <ac:chgData name="김도원(DOWON KIM)[ehdnjs104]/사원/제조DX.제조DX솔루션.롤맵기술팀" userId="40903c55-8d7f-4a01-bcfb-534127f384e5" providerId="ADAL" clId="{54544A82-875A-4DD8-BEBA-B293405674E3}" dt="2025-10-27T00:54:57.473" v="86" actId="1076"/>
          <ac:graphicFrameMkLst>
            <pc:docMk/>
            <pc:sldMk cId="1357361098" sldId="2147482154"/>
            <ac:graphicFrameMk id="22" creationId="{800175D4-D7D2-4E39-BE37-BF38446744A7}"/>
          </ac:graphicFrameMkLst>
        </pc:graphicFrameChg>
      </pc:sldChg>
      <pc:sldChg chg="delSp modSp add ord">
        <pc:chgData name="김도원(DOWON KIM)[ehdnjs104]/사원/제조DX.제조DX솔루션.롤맵기술팀" userId="40903c55-8d7f-4a01-bcfb-534127f384e5" providerId="ADAL" clId="{54544A82-875A-4DD8-BEBA-B293405674E3}" dt="2025-10-29T23:55:01.455" v="2596" actId="207"/>
        <pc:sldMkLst>
          <pc:docMk/>
          <pc:sldMk cId="2756542074" sldId="2147482155"/>
        </pc:sldMkLst>
        <pc:spChg chg="mod">
          <ac:chgData name="김도원(DOWON KIM)[ehdnjs104]/사원/제조DX.제조DX솔루션.롤맵기술팀" userId="40903c55-8d7f-4a01-bcfb-534127f384e5" providerId="ADAL" clId="{54544A82-875A-4DD8-BEBA-B293405674E3}" dt="2025-10-27T01:12:11.822" v="123" actId="6549"/>
          <ac:spMkLst>
            <pc:docMk/>
            <pc:sldMk cId="2756542074" sldId="2147482155"/>
            <ac:spMk id="2" creationId="{CC691555-EA8B-4F8C-BACD-A124D5C4FD92}"/>
          </ac:spMkLst>
        </pc:spChg>
        <pc:graphicFrameChg chg="modGraphic">
          <ac:chgData name="김도원(DOWON KIM)[ehdnjs104]/사원/제조DX.제조DX솔루션.롤맵기술팀" userId="40903c55-8d7f-4a01-bcfb-534127f384e5" providerId="ADAL" clId="{54544A82-875A-4DD8-BEBA-B293405674E3}" dt="2025-10-27T00:55:12.480" v="96" actId="6549"/>
          <ac:graphicFrameMkLst>
            <pc:docMk/>
            <pc:sldMk cId="2756542074" sldId="2147482155"/>
            <ac:graphicFrameMk id="30" creationId="{FD723AF4-8C6A-45D2-91AF-E831F6E1C5CD}"/>
          </ac:graphicFrameMkLst>
        </pc:graphicFrameChg>
      </pc:sldChg>
      <pc:sldChg chg="delSp modSp add">
        <pc:chgData name="김도원(DOWON KIM)[ehdnjs104]/사원/제조DX.제조DX솔루션.롤맵기술팀" userId="40903c55-8d7f-4a01-bcfb-534127f384e5" providerId="ADAL" clId="{54544A82-875A-4DD8-BEBA-B293405674E3}" dt="2025-10-29T23:55:04.390" v="2597" actId="207"/>
        <pc:sldMkLst>
          <pc:docMk/>
          <pc:sldMk cId="1685760430" sldId="2147482156"/>
        </pc:sldMkLst>
        <pc:spChg chg="mod">
          <ac:chgData name="김도원(DOWON KIM)[ehdnjs104]/사원/제조DX.제조DX솔루션.롤맵기술팀" userId="40903c55-8d7f-4a01-bcfb-534127f384e5" providerId="ADAL" clId="{54544A82-875A-4DD8-BEBA-B293405674E3}" dt="2025-10-27T01:12:00.452" v="122" actId="6549"/>
          <ac:spMkLst>
            <pc:docMk/>
            <pc:sldMk cId="1685760430" sldId="2147482156"/>
            <ac:spMk id="2" creationId="{CC691555-EA8B-4F8C-BACD-A124D5C4FD92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54544A82-875A-4DD8-BEBA-B293405674E3}" dt="2025-10-29T01:49:24.452" v="2476" actId="207"/>
          <ac:graphicFrameMkLst>
            <pc:docMk/>
            <pc:sldMk cId="1685760430" sldId="2147482156"/>
            <ac:graphicFrameMk id="30" creationId="{FD723AF4-8C6A-45D2-91AF-E831F6E1C5CD}"/>
          </ac:graphicFrameMkLst>
        </pc:graphicFrameChg>
      </pc:sldChg>
      <pc:sldChg chg="addSp delSp modSp add">
        <pc:chgData name="김도원(DOWON KIM)[ehdnjs104]/사원/제조DX.제조DX솔루션.롤맵기술팀" userId="40903c55-8d7f-4a01-bcfb-534127f384e5" providerId="ADAL" clId="{54544A82-875A-4DD8-BEBA-B293405674E3}" dt="2025-10-29T23:55:57.743" v="2717" actId="478"/>
        <pc:sldMkLst>
          <pc:docMk/>
          <pc:sldMk cId="1270712381" sldId="2147482157"/>
        </pc:sldMkLst>
        <pc:spChg chg="mod">
          <ac:chgData name="김도원(DOWON KIM)[ehdnjs104]/사원/제조DX.제조DX솔루션.롤맵기술팀" userId="40903c55-8d7f-4a01-bcfb-534127f384e5" providerId="ADAL" clId="{54544A82-875A-4DD8-BEBA-B293405674E3}" dt="2025-10-27T01:11:49.856" v="121" actId="6549"/>
          <ac:spMkLst>
            <pc:docMk/>
            <pc:sldMk cId="1270712381" sldId="2147482157"/>
            <ac:spMk id="2" creationId="{CC691555-EA8B-4F8C-BACD-A124D5C4FD92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54544A82-875A-4DD8-BEBA-B293405674E3}" dt="2025-10-29T23:55:48.893" v="2715" actId="20577"/>
          <ac:graphicFrameMkLst>
            <pc:docMk/>
            <pc:sldMk cId="1270712381" sldId="2147482157"/>
            <ac:graphicFrameMk id="30" creationId="{FD723AF4-8C6A-45D2-91AF-E831F6E1C5CD}"/>
          </ac:graphicFrameMkLst>
        </pc:graphicFrameChg>
      </pc:sldChg>
      <pc:sldChg chg="delSp modSp add">
        <pc:chgData name="김도원(DOWON KIM)[ehdnjs104]/사원/제조DX.제조DX솔루션.롤맵기술팀" userId="40903c55-8d7f-4a01-bcfb-534127f384e5" providerId="ADAL" clId="{54544A82-875A-4DD8-BEBA-B293405674E3}" dt="2025-10-29T23:55:09.359" v="2598" actId="207"/>
        <pc:sldMkLst>
          <pc:docMk/>
          <pc:sldMk cId="3468524003" sldId="2147482158"/>
        </pc:sldMkLst>
        <pc:spChg chg="mod">
          <ac:chgData name="김도원(DOWON KIM)[ehdnjs104]/사원/제조DX.제조DX솔루션.롤맵기술팀" userId="40903c55-8d7f-4a01-bcfb-534127f384e5" providerId="ADAL" clId="{54544A82-875A-4DD8-BEBA-B293405674E3}" dt="2025-10-27T01:11:40.964" v="119" actId="6549"/>
          <ac:spMkLst>
            <pc:docMk/>
            <pc:sldMk cId="3468524003" sldId="2147482158"/>
            <ac:spMk id="2" creationId="{CC691555-EA8B-4F8C-BACD-A124D5C4FD92}"/>
          </ac:spMkLst>
        </pc:spChg>
        <pc:graphicFrameChg chg="mod">
          <ac:chgData name="김도원(DOWON KIM)[ehdnjs104]/사원/제조DX.제조DX솔루션.롤맵기술팀" userId="40903c55-8d7f-4a01-bcfb-534127f384e5" providerId="ADAL" clId="{54544A82-875A-4DD8-BEBA-B293405674E3}" dt="2025-10-27T00:55:44.600" v="104"/>
          <ac:graphicFrameMkLst>
            <pc:docMk/>
            <pc:sldMk cId="3468524003" sldId="2147482158"/>
            <ac:graphicFrameMk id="30" creationId="{FD723AF4-8C6A-45D2-91AF-E831F6E1C5CD}"/>
          </ac:graphicFrameMkLst>
        </pc:graphicFrameChg>
      </pc:sldChg>
      <pc:sldChg chg="delSp modSp add">
        <pc:chgData name="김도원(DOWON KIM)[ehdnjs104]/사원/제조DX.제조DX솔루션.롤맵기술팀" userId="40903c55-8d7f-4a01-bcfb-534127f384e5" providerId="ADAL" clId="{54544A82-875A-4DD8-BEBA-B293405674E3}" dt="2025-10-29T23:55:13.986" v="2599" actId="207"/>
        <pc:sldMkLst>
          <pc:docMk/>
          <pc:sldMk cId="3982393149" sldId="2147482159"/>
        </pc:sldMkLst>
        <pc:spChg chg="mod">
          <ac:chgData name="김도원(DOWON KIM)[ehdnjs104]/사원/제조DX.제조DX솔루션.롤맵기술팀" userId="40903c55-8d7f-4a01-bcfb-534127f384e5" providerId="ADAL" clId="{54544A82-875A-4DD8-BEBA-B293405674E3}" dt="2025-10-27T01:11:28.768" v="118" actId="6549"/>
          <ac:spMkLst>
            <pc:docMk/>
            <pc:sldMk cId="3982393149" sldId="2147482159"/>
            <ac:spMk id="2" creationId="{CC691555-EA8B-4F8C-BACD-A124D5C4FD92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54544A82-875A-4DD8-BEBA-B293405674E3}" dt="2025-10-27T00:56:02.813" v="108" actId="404"/>
          <ac:graphicFrameMkLst>
            <pc:docMk/>
            <pc:sldMk cId="3982393149" sldId="2147482159"/>
            <ac:graphicFrameMk id="30" creationId="{FD723AF4-8C6A-45D2-91AF-E831F6E1C5CD}"/>
          </ac:graphicFrameMkLst>
        </pc:graphicFrameChg>
      </pc:sldChg>
      <pc:sldChg chg="delSp modSp add ord">
        <pc:chgData name="김도원(DOWON KIM)[ehdnjs104]/사원/제조DX.제조DX솔루션.롤맵기술팀" userId="40903c55-8d7f-4a01-bcfb-534127f384e5" providerId="ADAL" clId="{54544A82-875A-4DD8-BEBA-B293405674E3}" dt="2025-10-29T23:55:16.334" v="2600" actId="207"/>
        <pc:sldMkLst>
          <pc:docMk/>
          <pc:sldMk cId="4127400384" sldId="2147482160"/>
        </pc:sldMkLst>
        <pc:graphicFrameChg chg="mod">
          <ac:chgData name="김도원(DOWON KIM)[ehdnjs104]/사원/제조DX.제조DX솔루션.롤맵기술팀" userId="40903c55-8d7f-4a01-bcfb-534127f384e5" providerId="ADAL" clId="{54544A82-875A-4DD8-BEBA-B293405674E3}" dt="2025-10-29T23:40:50.303" v="2507"/>
          <ac:graphicFrameMkLst>
            <pc:docMk/>
            <pc:sldMk cId="4127400384" sldId="2147482160"/>
            <ac:graphicFrameMk id="22" creationId="{800175D4-D7D2-4E39-BE37-BF38446744A7}"/>
          </ac:graphicFrameMkLst>
        </pc:graphicFrameChg>
      </pc:sldChg>
    </pc:docChg>
  </pc:docChgLst>
  <pc:docChgLst>
    <pc:chgData name="이석훈(SEOKHUN LEE)[shlee92]/선임/제조DX.제조DX솔루션.셀추적기술팀" userId="ed8d7f7a-7732-4146-a631-b3af2ed9f832" providerId="ADAL" clId="{70CE6ECE-B5BC-49A6-B9A1-F9F7485FF005}"/>
    <pc:docChg chg="undo custSel modSld">
      <pc:chgData name="이석훈(SEOKHUN LEE)[shlee92]/선임/제조DX.제조DX솔루션.셀추적기술팀" userId="ed8d7f7a-7732-4146-a631-b3af2ed9f832" providerId="ADAL" clId="{70CE6ECE-B5BC-49A6-B9A1-F9F7485FF005}" dt="2025-10-29T00:45:06.682" v="3097" actId="1036"/>
      <pc:docMkLst>
        <pc:docMk/>
      </pc:docMkLst>
    </pc:docChg>
  </pc:docChgLst>
  <pc:docChgLst>
    <pc:chgData name="이석훈(SEOKHUN LEE)[shlee92]/선임/제조DX.제조DX솔루션.셀추적기술팀" userId="ed8d7f7a-7732-4146-a631-b3af2ed9f832" providerId="ADAL" clId="{7960D407-BB04-4446-9F21-2CFFA0F3FA27}"/>
    <pc:docChg chg="undo custSel modSld">
      <pc:chgData name="이석훈(SEOKHUN LEE)[shlee92]/선임/제조DX.제조DX솔루션.셀추적기술팀" userId="ed8d7f7a-7732-4146-a631-b3af2ed9f832" providerId="ADAL" clId="{7960D407-BB04-4446-9F21-2CFFA0F3FA27}" dt="2025-11-04T23:45:25.631" v="147" actId="20577"/>
      <pc:docMkLst>
        <pc:docMk/>
      </pc:docMkLst>
      <pc:sldChg chg="modSp">
        <pc:chgData name="이석훈(SEOKHUN LEE)[shlee92]/선임/제조DX.제조DX솔루션.셀추적기술팀" userId="ed8d7f7a-7732-4146-a631-b3af2ed9f832" providerId="ADAL" clId="{7960D407-BB04-4446-9F21-2CFFA0F3FA27}" dt="2025-11-04T23:45:25.631" v="147" actId="20577"/>
        <pc:sldMkLst>
          <pc:docMk/>
          <pc:sldMk cId="1726257096" sldId="2147481882"/>
        </pc:sldMkLst>
        <pc:spChg chg="mod">
          <ac:chgData name="이석훈(SEOKHUN LEE)[shlee92]/선임/제조DX.제조DX솔루션.셀추적기술팀" userId="ed8d7f7a-7732-4146-a631-b3af2ed9f832" providerId="ADAL" clId="{7960D407-BB04-4446-9F21-2CFFA0F3FA27}" dt="2025-11-04T23:41:39.263" v="105" actId="1076"/>
          <ac:spMkLst>
            <pc:docMk/>
            <pc:sldMk cId="1726257096" sldId="2147481882"/>
            <ac:spMk id="20" creationId="{983E4AC0-7973-4BB2-B498-47844B7C9345}"/>
          </ac:spMkLst>
        </pc:spChg>
        <pc:spChg chg="mod">
          <ac:chgData name="이석훈(SEOKHUN LEE)[shlee92]/선임/제조DX.제조DX솔루션.셀추적기술팀" userId="ed8d7f7a-7732-4146-a631-b3af2ed9f832" providerId="ADAL" clId="{7960D407-BB04-4446-9F21-2CFFA0F3FA27}" dt="2025-11-04T23:40:42.332" v="86" actId="20577"/>
          <ac:spMkLst>
            <pc:docMk/>
            <pc:sldMk cId="1726257096" sldId="2147481882"/>
            <ac:spMk id="33" creationId="{708B1D54-9D52-42CB-82CB-E5D69946BACE}"/>
          </ac:spMkLst>
        </pc:spChg>
        <pc:grpChg chg="mod">
          <ac:chgData name="이석훈(SEOKHUN LEE)[shlee92]/선임/제조DX.제조DX솔루션.셀추적기술팀" userId="ed8d7f7a-7732-4146-a631-b3af2ed9f832" providerId="ADAL" clId="{7960D407-BB04-4446-9F21-2CFFA0F3FA27}" dt="2025-11-04T23:41:47.083" v="145" actId="1035"/>
          <ac:grpSpMkLst>
            <pc:docMk/>
            <pc:sldMk cId="1726257096" sldId="2147481882"/>
            <ac:grpSpMk id="17" creationId="{AC6BF300-D2AF-4B5E-B0E9-8F5A166564DD}"/>
          </ac:grpSpMkLst>
        </pc:grpChg>
        <pc:graphicFrameChg chg="mod modGraphic">
          <ac:chgData name="이석훈(SEOKHUN LEE)[shlee92]/선임/제조DX.제조DX솔루션.셀추적기술팀" userId="ed8d7f7a-7732-4146-a631-b3af2ed9f832" providerId="ADAL" clId="{7960D407-BB04-4446-9F21-2CFFA0F3FA27}" dt="2025-11-04T23:45:25.631" v="147" actId="20577"/>
          <ac:graphicFrameMkLst>
            <pc:docMk/>
            <pc:sldMk cId="1726257096" sldId="2147481882"/>
            <ac:graphicFrameMk id="16" creationId="{4BFC913D-0803-4177-9C1D-6527949DA1F4}"/>
          </ac:graphicFrameMkLst>
        </pc:graphicFrameChg>
        <pc:graphicFrameChg chg="mod modGraphic">
          <ac:chgData name="이석훈(SEOKHUN LEE)[shlee92]/선임/제조DX.제조DX솔루션.셀추적기술팀" userId="ed8d7f7a-7732-4146-a631-b3af2ed9f832" providerId="ADAL" clId="{7960D407-BB04-4446-9F21-2CFFA0F3FA27}" dt="2025-11-04T23:40:58.176" v="104" actId="20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delSp modSp">
        <pc:chgData name="이석훈(SEOKHUN LEE)[shlee92]/선임/제조DX.제조DX솔루션.셀추적기술팀" userId="ed8d7f7a-7732-4146-a631-b3af2ed9f832" providerId="ADAL" clId="{7960D407-BB04-4446-9F21-2CFFA0F3FA27}" dt="2025-11-04T23:38:08.143" v="2" actId="478"/>
        <pc:sldMkLst>
          <pc:docMk/>
          <pc:sldMk cId="3355826466" sldId="2147481908"/>
        </pc:sldMkLst>
      </pc:sldChg>
    </pc:docChg>
  </pc:docChgLst>
  <pc:docChgLst>
    <pc:chgData name="홍진표(JINPYO HONG)[jphong30]/사원/제조DX.제조DX솔루션.데이터통합분석팀" userId="S::jphong30@lgensol.com::e81a1c56-9779-419d-942e-8803f0d0cdcc" providerId="AD" clId="Web-{511A8513-E357-40B6-8F45-70198B5F147C}"/>
    <pc:docChg chg="modSld">
      <pc:chgData name="홍진표(JINPYO HONG)[jphong30]/사원/제조DX.제조DX솔루션.데이터통합분석팀" userId="S::jphong30@lgensol.com::e81a1c56-9779-419d-942e-8803f0d0cdcc" providerId="AD" clId="Web-{511A8513-E357-40B6-8F45-70198B5F147C}" dt="2025-10-14T10:41:21.520" v="956"/>
      <pc:docMkLst>
        <pc:docMk/>
      </pc:docMkLst>
      <pc:sldChg chg="delSp modSp">
        <pc:chgData name="홍진표(JINPYO HONG)[jphong30]/사원/제조DX.제조DX솔루션.데이터통합분석팀" userId="S::jphong30@lgensol.com::e81a1c56-9779-419d-942e-8803f0d0cdcc" providerId="AD" clId="Web-{511A8513-E357-40B6-8F45-70198B5F147C}" dt="2025-10-14T10:41:21.520" v="956"/>
        <pc:sldMkLst>
          <pc:docMk/>
          <pc:sldMk cId="2637692209" sldId="2147482139"/>
        </pc:sldMkLst>
        <pc:graphicFrameChg chg="mod modGraphic">
          <ac:chgData name="홍진표(JINPYO HONG)[jphong30]/사원/제조DX.제조DX솔루션.데이터통합분석팀" userId="S::jphong30@lgensol.com::e81a1c56-9779-419d-942e-8803f0d0cdcc" providerId="AD" clId="Web-{511A8513-E357-40B6-8F45-70198B5F147C}" dt="2025-10-14T10:40:40.921" v="935"/>
          <ac:graphicFrameMkLst>
            <pc:docMk/>
            <pc:sldMk cId="2637692209" sldId="2147482139"/>
            <ac:graphicFrameMk id="17" creationId="{FBBB4F68-3717-4BB9-9815-D5FCD33E776E}"/>
          </ac:graphicFrameMkLst>
        </pc:graphicFrameChg>
        <pc:graphicFrameChg chg="mod modGraphic">
          <ac:chgData name="홍진표(JINPYO HONG)[jphong30]/사원/제조DX.제조DX솔루션.데이터통합분석팀" userId="S::jphong30@lgensol.com::e81a1c56-9779-419d-942e-8803f0d0cdcc" providerId="AD" clId="Web-{511A8513-E357-40B6-8F45-70198B5F147C}" dt="2025-10-14T10:41:04.298" v="955"/>
          <ac:graphicFrameMkLst>
            <pc:docMk/>
            <pc:sldMk cId="2637692209" sldId="2147482139"/>
            <ac:graphicFrameMk id="19" creationId="{3E86696F-E35A-4B06-9B46-63A4A6A986C1}"/>
          </ac:graphicFrameMkLst>
        </pc:graphicFrameChg>
      </pc:sldChg>
    </pc:docChg>
  </pc:docChgLst>
  <pc:docChgLst>
    <pc:chgData name="윤병호(Byeongho Yun)[bhyun91]/사원/제조지능화.제조PI.지능화기반.기반구축2팀" userId="32fa0f43-f624-4105-82ae-739587876fc5" providerId="ADAL" clId="{7CDA55B7-3D9B-4E11-A412-098B13CDB3D8}"/>
    <pc:docChg chg="custSel modSld">
      <pc:chgData name="윤병호(Byeongho Yun)[bhyun91]/사원/제조지능화.제조PI.지능화기반.기반구축2팀" userId="32fa0f43-f624-4105-82ae-739587876fc5" providerId="ADAL" clId="{7CDA55B7-3D9B-4E11-A412-098B13CDB3D8}" dt="2025-10-21T07:40:29.430" v="766"/>
      <pc:docMkLst>
        <pc:docMk/>
      </pc:docMkLst>
      <pc:sldChg chg="modSp">
        <pc:chgData name="윤병호(Byeongho Yun)[bhyun91]/사원/제조지능화.제조PI.지능화기반.기반구축2팀" userId="32fa0f43-f624-4105-82ae-739587876fc5" providerId="ADAL" clId="{7CDA55B7-3D9B-4E11-A412-098B13CDB3D8}" dt="2025-10-21T07:40:29.430" v="766"/>
        <pc:sldMkLst>
          <pc:docMk/>
          <pc:sldMk cId="2559780372" sldId="2147481944"/>
        </pc:sldMkLst>
        <pc:spChg chg="mod">
          <ac:chgData name="윤병호(Byeongho Yun)[bhyun91]/사원/제조지능화.제조PI.지능화기반.기반구축2팀" userId="32fa0f43-f624-4105-82ae-739587876fc5" providerId="ADAL" clId="{7CDA55B7-3D9B-4E11-A412-098B13CDB3D8}" dt="2025-10-21T07:36:55.005" v="5" actId="20577"/>
          <ac:spMkLst>
            <pc:docMk/>
            <pc:sldMk cId="2559780372" sldId="2147481944"/>
            <ac:spMk id="22" creationId="{81B17DB2-3DCC-4A8F-9347-F9695BEF8B6D}"/>
          </ac:spMkLst>
        </pc:spChg>
        <pc:graphicFrameChg chg="mod modGraphic">
          <ac:chgData name="윤병호(Byeongho Yun)[bhyun91]/사원/제조지능화.제조PI.지능화기반.기반구축2팀" userId="32fa0f43-f624-4105-82ae-739587876fc5" providerId="ADAL" clId="{7CDA55B7-3D9B-4E11-A412-098B13CDB3D8}" dt="2025-10-21T07:40:29.430" v="766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</pc:sldChg>
    </pc:docChg>
  </pc:docChgLst>
  <pc:docChgLst>
    <pc:chgData name="이형관(HYUNGKWAN LEE)[freelee127]/책임/제조DX.제조DX솔루션.롤맵기술팀" userId="11e5d321-d4d4-41f3-bbb3-35683fc429a5" providerId="ADAL" clId="{3A4F62CC-430F-4C6B-AF28-BABB05EAFDDE}"/>
    <pc:docChg chg="addSld delSld modSld modSection">
      <pc:chgData name="이형관(HYUNGKWAN LEE)[freelee127]/책임/제조DX.제조DX솔루션.롤맵기술팀" userId="11e5d321-d4d4-41f3-bbb3-35683fc429a5" providerId="ADAL" clId="{3A4F62CC-430F-4C6B-AF28-BABB05EAFDDE}" dt="2025-10-22T02:31:46.345" v="3" actId="2696"/>
      <pc:docMkLst>
        <pc:docMk/>
      </pc:docMkLst>
    </pc:docChg>
  </pc:docChgLst>
  <pc:docChgLst>
    <pc:chgData name="김민희 " userId="d494d07f-6512-440f-b92e-289b650ee4e9" providerId="ADAL" clId="{BABD0820-72F6-4F47-B7E7-1CBB4EB09351}"/>
    <pc:docChg chg="undo redo custSel modSld">
      <pc:chgData name="김민희 " userId="d494d07f-6512-440f-b92e-289b650ee4e9" providerId="ADAL" clId="{BABD0820-72F6-4F47-B7E7-1CBB4EB09351}" dt="2025-11-12T02:57:30.702" v="2448" actId="1036"/>
      <pc:docMkLst>
        <pc:docMk/>
      </pc:docMkLst>
      <pc:sldChg chg="addSp delSp modSp">
        <pc:chgData name="김민희 " userId="d494d07f-6512-440f-b92e-289b650ee4e9" providerId="ADAL" clId="{BABD0820-72F6-4F47-B7E7-1CBB4EB09351}" dt="2025-11-12T02:57:30.702" v="2448" actId="1036"/>
        <pc:sldMkLst>
          <pc:docMk/>
          <pc:sldMk cId="1009432166" sldId="2147482165"/>
        </pc:sldMkLst>
        <pc:spChg chg="add mod">
          <ac:chgData name="김민희 " userId="d494d07f-6512-440f-b92e-289b650ee4e9" providerId="ADAL" clId="{BABD0820-72F6-4F47-B7E7-1CBB4EB09351}" dt="2025-11-12T02:25:30.064" v="312" actId="1036"/>
          <ac:spMkLst>
            <pc:docMk/>
            <pc:sldMk cId="1009432166" sldId="2147482165"/>
            <ac:spMk id="3" creationId="{7BEE63A7-B70D-45E0-873F-44BE9EF9031B}"/>
          </ac:spMkLst>
        </pc:spChg>
        <pc:spChg chg="mod">
          <ac:chgData name="김민희 " userId="d494d07f-6512-440f-b92e-289b650ee4e9" providerId="ADAL" clId="{BABD0820-72F6-4F47-B7E7-1CBB4EB09351}" dt="2025-11-12T02:08:26.329" v="2" actId="20577"/>
          <ac:spMkLst>
            <pc:docMk/>
            <pc:sldMk cId="1009432166" sldId="2147482165"/>
            <ac:spMk id="12" creationId="{701DBD41-0962-47BC-BF85-0E3D71312932}"/>
          </ac:spMkLst>
        </pc:spChg>
        <pc:spChg chg="mod">
          <ac:chgData name="김민희 " userId="d494d07f-6512-440f-b92e-289b650ee4e9" providerId="ADAL" clId="{BABD0820-72F6-4F47-B7E7-1CBB4EB09351}" dt="2025-11-12T02:12:07.210" v="186" actId="20577"/>
          <ac:spMkLst>
            <pc:docMk/>
            <pc:sldMk cId="1009432166" sldId="2147482165"/>
            <ac:spMk id="21" creationId="{D4A8D962-DC29-45A2-A7C9-E2519860B31E}"/>
          </ac:spMkLst>
        </pc:spChg>
        <pc:spChg chg="add mod">
          <ac:chgData name="김민희 " userId="d494d07f-6512-440f-b92e-289b650ee4e9" providerId="ADAL" clId="{BABD0820-72F6-4F47-B7E7-1CBB4EB09351}" dt="2025-11-12T02:57:30.702" v="2448" actId="1036"/>
          <ac:spMkLst>
            <pc:docMk/>
            <pc:sldMk cId="1009432166" sldId="2147482165"/>
            <ac:spMk id="24" creationId="{E54785A3-9141-42A3-8ACC-BE712872470A}"/>
          </ac:spMkLst>
        </pc:spChg>
        <pc:grpChg chg="add mod">
          <ac:chgData name="김민희 " userId="d494d07f-6512-440f-b92e-289b650ee4e9" providerId="ADAL" clId="{BABD0820-72F6-4F47-B7E7-1CBB4EB09351}" dt="2025-11-12T02:53:29.887" v="2318" actId="1076"/>
          <ac:grpSpMkLst>
            <pc:docMk/>
            <pc:sldMk cId="1009432166" sldId="2147482165"/>
            <ac:grpSpMk id="4" creationId="{170AE553-D181-4D29-834A-BBDB1690C0D2}"/>
          </ac:grpSpMkLst>
        </pc:grpChg>
        <pc:graphicFrameChg chg="mod modGraphic">
          <ac:chgData name="김민희 " userId="d494d07f-6512-440f-b92e-289b650ee4e9" providerId="ADAL" clId="{BABD0820-72F6-4F47-B7E7-1CBB4EB09351}" dt="2025-11-12T02:56:14.144" v="2401" actId="20577"/>
          <ac:graphicFrameMkLst>
            <pc:docMk/>
            <pc:sldMk cId="1009432166" sldId="2147482165"/>
            <ac:graphicFrameMk id="19" creationId="{3E86696F-E35A-4B06-9B46-63A4A6A986C1}"/>
          </ac:graphicFrameMkLst>
        </pc:graphicFrameChg>
        <pc:graphicFrameChg chg="add mod ord modGraphic">
          <ac:chgData name="김민희 " userId="d494d07f-6512-440f-b92e-289b650ee4e9" providerId="ADAL" clId="{BABD0820-72F6-4F47-B7E7-1CBB4EB09351}" dt="2025-11-12T02:57:28.073" v="2444" actId="166"/>
          <ac:graphicFrameMkLst>
            <pc:docMk/>
            <pc:sldMk cId="1009432166" sldId="2147482165"/>
            <ac:graphicFrameMk id="20" creationId="{4CA2DC8F-70F5-4BB4-9449-AFF4FAAF0572}"/>
          </ac:graphicFrameMkLst>
        </pc:graphicFrameChg>
        <pc:graphicFrameChg chg="modGraphic">
          <ac:chgData name="김민희 " userId="d494d07f-6512-440f-b92e-289b650ee4e9" providerId="ADAL" clId="{BABD0820-72F6-4F47-B7E7-1CBB4EB09351}" dt="2025-11-12T02:12:33.521" v="189" actId="207"/>
          <ac:graphicFrameMkLst>
            <pc:docMk/>
            <pc:sldMk cId="1009432166" sldId="2147482165"/>
            <ac:graphicFrameMk id="26" creationId="{6A5FBAE1-10A2-4649-B91B-5B75A88BCDF9}"/>
          </ac:graphicFrameMkLst>
        </pc:graphicFrameChg>
        <pc:graphicFrameChg chg="del">
          <ac:chgData name="김민희 " userId="d494d07f-6512-440f-b92e-289b650ee4e9" providerId="ADAL" clId="{BABD0820-72F6-4F47-B7E7-1CBB4EB09351}" dt="2025-11-12T02:21:13.085" v="193" actId="478"/>
          <ac:graphicFrameMkLst>
            <pc:docMk/>
            <pc:sldMk cId="1009432166" sldId="2147482165"/>
            <ac:graphicFrameMk id="66" creationId="{2A9A67C2-33C1-41B0-85EC-FC8D7E4B4786}"/>
          </ac:graphicFrameMkLst>
        </pc:graphicFrameChg>
        <pc:picChg chg="add mod">
          <ac:chgData name="김민희 " userId="d494d07f-6512-440f-b92e-289b650ee4e9" providerId="ADAL" clId="{BABD0820-72F6-4F47-B7E7-1CBB4EB09351}" dt="2025-11-12T02:25:15.424" v="308" actId="164"/>
          <ac:picMkLst>
            <pc:docMk/>
            <pc:sldMk cId="1009432166" sldId="2147482165"/>
            <ac:picMk id="2" creationId="{F16A26A9-2D8E-4CF8-9BFF-50260AAC8DDF}"/>
          </ac:picMkLst>
        </pc:picChg>
      </pc:sldChg>
    </pc:docChg>
  </pc:docChgLst>
  <pc:docChgLst>
    <pc:chgData name="전기영(GIYEONG JEON)[jeongy]/책임/제조DX.제조DX솔루션.롤맵기술팀" userId="9bc6f0c3-3ae2-4a3b-ab31-c290bb6ed01a" providerId="ADAL" clId="{CC04E051-0D39-458A-A783-7B630EE21670}"/>
    <pc:docChg chg="undo custSel modSld">
      <pc:chgData name="전기영(GIYEONG JEON)[jeongy]/책임/제조DX.제조DX솔루션.롤맵기술팀" userId="9bc6f0c3-3ae2-4a3b-ab31-c290bb6ed01a" providerId="ADAL" clId="{CC04E051-0D39-458A-A783-7B630EE21670}" dt="2025-10-15T09:33:51.095" v="3845" actId="14100"/>
      <pc:docMkLst>
        <pc:docMk/>
      </pc:docMkLst>
      <pc:sldChg chg="modSp">
        <pc:chgData name="전기영(GIYEONG JEON)[jeongy]/책임/제조DX.제조DX솔루션.롤맵기술팀" userId="9bc6f0c3-3ae2-4a3b-ab31-c290bb6ed01a" providerId="ADAL" clId="{CC04E051-0D39-458A-A783-7B630EE21670}" dt="2025-10-15T05:33:16.633" v="3" actId="20577"/>
        <pc:sldMkLst>
          <pc:docMk/>
          <pc:sldMk cId="2838777384" sldId="1924"/>
        </pc:sldMkLst>
        <pc:spChg chg="mod">
          <ac:chgData name="전기영(GIYEONG JEON)[jeongy]/책임/제조DX.제조DX솔루션.롤맵기술팀" userId="9bc6f0c3-3ae2-4a3b-ab31-c290bb6ed01a" providerId="ADAL" clId="{CC04E051-0D39-458A-A783-7B630EE21670}" dt="2025-10-15T05:33:16.633" v="3" actId="20577"/>
          <ac:spMkLst>
            <pc:docMk/>
            <pc:sldMk cId="2838777384" sldId="1924"/>
            <ac:spMk id="26" creationId="{4B851281-5337-41CE-8F52-BF731257E53C}"/>
          </ac:spMkLst>
        </pc:spChg>
      </pc:sldChg>
      <pc:sldChg chg="addSp delSp modSp">
        <pc:chgData name="전기영(GIYEONG JEON)[jeongy]/책임/제조DX.제조DX솔루션.롤맵기술팀" userId="9bc6f0c3-3ae2-4a3b-ab31-c290bb6ed01a" providerId="ADAL" clId="{CC04E051-0D39-458A-A783-7B630EE21670}" dt="2025-10-15T09:33:51.095" v="3845" actId="14100"/>
        <pc:sldMkLst>
          <pc:docMk/>
          <pc:sldMk cId="3266697761" sldId="2278"/>
        </pc:sldMkLst>
        <pc:spChg chg="mod">
          <ac:chgData name="전기영(GIYEONG JEON)[jeongy]/책임/제조DX.제조DX솔루션.롤맵기술팀" userId="9bc6f0c3-3ae2-4a3b-ab31-c290bb6ed01a" providerId="ADAL" clId="{CC04E051-0D39-458A-A783-7B630EE21670}" dt="2025-10-15T09:33:00.282" v="3827" actId="1076"/>
          <ac:spMkLst>
            <pc:docMk/>
            <pc:sldMk cId="3266697761" sldId="2278"/>
            <ac:spMk id="16" creationId="{64103116-79E6-4EAD-A94F-CA5060A46E07}"/>
          </ac:spMkLst>
        </pc:spChg>
        <pc:spChg chg="mod">
          <ac:chgData name="전기영(GIYEONG JEON)[jeongy]/책임/제조DX.제조DX솔루션.롤맵기술팀" userId="9bc6f0c3-3ae2-4a3b-ab31-c290bb6ed01a" providerId="ADAL" clId="{CC04E051-0D39-458A-A783-7B630EE21670}" dt="2025-10-15T09:33:15.314" v="3843" actId="20577"/>
          <ac:spMkLst>
            <pc:docMk/>
            <pc:sldMk cId="3266697761" sldId="2278"/>
            <ac:spMk id="18" creationId="{FC55D7C3-19BB-417C-88D2-249E3D408DED}"/>
          </ac:spMkLst>
        </pc:spChg>
      </pc:sldChg>
      <pc:sldChg chg="modSp">
        <pc:chgData name="전기영(GIYEONG JEON)[jeongy]/책임/제조DX.제조DX솔루션.롤맵기술팀" userId="9bc6f0c3-3ae2-4a3b-ab31-c290bb6ed01a" providerId="ADAL" clId="{CC04E051-0D39-458A-A783-7B630EE21670}" dt="2025-10-15T05:33:13.728" v="2" actId="20577"/>
        <pc:sldMkLst>
          <pc:docMk/>
          <pc:sldMk cId="2387407934" sldId="2147481881"/>
        </pc:sldMkLst>
        <pc:spChg chg="mod">
          <ac:chgData name="전기영(GIYEONG JEON)[jeongy]/책임/제조DX.제조DX솔루션.롤맵기술팀" userId="9bc6f0c3-3ae2-4a3b-ab31-c290bb6ed01a" providerId="ADAL" clId="{CC04E051-0D39-458A-A783-7B630EE21670}" dt="2025-10-15T05:33:13.728" v="2" actId="20577"/>
          <ac:spMkLst>
            <pc:docMk/>
            <pc:sldMk cId="2387407934" sldId="2147481881"/>
            <ac:spMk id="82" creationId="{6E629A8E-DFC1-46F5-86E9-DF516FCEBFAD}"/>
          </ac:spMkLst>
        </pc:spChg>
      </pc:sldChg>
      <pc:sldChg chg="modSp">
        <pc:chgData name="전기영(GIYEONG JEON)[jeongy]/책임/제조DX.제조DX솔루션.롤맵기술팀" userId="9bc6f0c3-3ae2-4a3b-ab31-c290bb6ed01a" providerId="ADAL" clId="{CC04E051-0D39-458A-A783-7B630EE21670}" dt="2025-10-15T05:37:21.081" v="293" actId="207"/>
        <pc:sldMkLst>
          <pc:docMk/>
          <pc:sldMk cId="1825793658" sldId="2147481922"/>
        </pc:sldMkLst>
        <pc:spChg chg="mod">
          <ac:chgData name="전기영(GIYEONG JEON)[jeongy]/책임/제조DX.제조DX솔루션.롤맵기술팀" userId="9bc6f0c3-3ae2-4a3b-ab31-c290bb6ed01a" providerId="ADAL" clId="{CC04E051-0D39-458A-A783-7B630EE21670}" dt="2025-10-15T05:37:15.431" v="292" actId="20577"/>
          <ac:spMkLst>
            <pc:docMk/>
            <pc:sldMk cId="1825793658" sldId="2147481922"/>
            <ac:spMk id="18" creationId="{72943F47-EAEA-4391-A2BC-C7C33A8E8CFD}"/>
          </ac:spMkLst>
        </pc:spChg>
        <pc:graphicFrameChg chg="mod modGraphic">
          <ac:chgData name="전기영(GIYEONG JEON)[jeongy]/책임/제조DX.제조DX솔루션.롤맵기술팀" userId="9bc6f0c3-3ae2-4a3b-ab31-c290bb6ed01a" providerId="ADAL" clId="{CC04E051-0D39-458A-A783-7B630EE21670}" dt="2025-10-15T05:37:21.081" v="293" actId="207"/>
          <ac:graphicFrameMkLst>
            <pc:docMk/>
            <pc:sldMk cId="1825793658" sldId="2147481922"/>
            <ac:graphicFrameMk id="3" creationId="{3E86696F-E35A-4B06-9B46-63A4A6A986C1}"/>
          </ac:graphicFrameMkLst>
        </pc:graphicFrameChg>
      </pc:sldChg>
      <pc:sldChg chg="modSp">
        <pc:chgData name="전기영(GIYEONG JEON)[jeongy]/책임/제조DX.제조DX솔루션.롤맵기술팀" userId="9bc6f0c3-3ae2-4a3b-ab31-c290bb6ed01a" providerId="ADAL" clId="{CC04E051-0D39-458A-A783-7B630EE21670}" dt="2025-10-15T06:11:48.555" v="2037"/>
        <pc:sldMkLst>
          <pc:docMk/>
          <pc:sldMk cId="2994820085" sldId="2147481926"/>
        </pc:sldMkLst>
        <pc:spChg chg="mod">
          <ac:chgData name="전기영(GIYEONG JEON)[jeongy]/책임/제조DX.제조DX솔루션.롤맵기술팀" userId="9bc6f0c3-3ae2-4a3b-ab31-c290bb6ed01a" providerId="ADAL" clId="{CC04E051-0D39-458A-A783-7B630EE21670}" dt="2025-10-15T06:09:38.741" v="1616" actId="20577"/>
          <ac:spMkLst>
            <pc:docMk/>
            <pc:sldMk cId="2994820085" sldId="2147481926"/>
            <ac:spMk id="18" creationId="{72943F47-EAEA-4391-A2BC-C7C33A8E8CFD}"/>
          </ac:spMkLst>
        </pc:spChg>
        <pc:graphicFrameChg chg="mod modGraphic">
          <ac:chgData name="전기영(GIYEONG JEON)[jeongy]/책임/제조DX.제조DX솔루션.롤맵기술팀" userId="9bc6f0c3-3ae2-4a3b-ab31-c290bb6ed01a" providerId="ADAL" clId="{CC04E051-0D39-458A-A783-7B630EE21670}" dt="2025-10-15T06:11:48.555" v="2037"/>
          <ac:graphicFrameMkLst>
            <pc:docMk/>
            <pc:sldMk cId="2994820085" sldId="2147481926"/>
            <ac:graphicFrameMk id="11" creationId="{C66F9B45-D343-4DF8-ABA9-D48571FAC964}"/>
          </ac:graphicFrameMkLst>
        </pc:graphicFrameChg>
      </pc:sldChg>
      <pc:sldChg chg="modSp modTransition">
        <pc:chgData name="전기영(GIYEONG JEON)[jeongy]/책임/제조DX.제조DX솔루션.롤맵기술팀" userId="9bc6f0c3-3ae2-4a3b-ab31-c290bb6ed01a" providerId="ADAL" clId="{CC04E051-0D39-458A-A783-7B630EE21670}" dt="2025-10-15T05:48:37.161" v="1172" actId="207"/>
        <pc:sldMkLst>
          <pc:docMk/>
          <pc:sldMk cId="3301325517" sldId="2147481928"/>
        </pc:sldMkLst>
        <pc:graphicFrameChg chg="modGraphic">
          <ac:chgData name="전기영(GIYEONG JEON)[jeongy]/책임/제조DX.제조DX솔루션.롤맵기술팀" userId="9bc6f0c3-3ae2-4a3b-ab31-c290bb6ed01a" providerId="ADAL" clId="{CC04E051-0D39-458A-A783-7B630EE21670}" dt="2025-10-15T05:48:37.161" v="1172" actId="207"/>
          <ac:graphicFrameMkLst>
            <pc:docMk/>
            <pc:sldMk cId="3301325517" sldId="2147481928"/>
            <ac:graphicFrameMk id="3" creationId="{3E86696F-E35A-4B06-9B46-63A4A6A986C1}"/>
          </ac:graphicFrameMkLst>
        </pc:graphicFrameChg>
      </pc:sldChg>
      <pc:sldChg chg="modSp">
        <pc:chgData name="전기영(GIYEONG JEON)[jeongy]/책임/제조DX.제조DX솔루션.롤맵기술팀" userId="9bc6f0c3-3ae2-4a3b-ab31-c290bb6ed01a" providerId="ADAL" clId="{CC04E051-0D39-458A-A783-7B630EE21670}" dt="2025-10-15T05:42:25.723" v="696" actId="207"/>
        <pc:sldMkLst>
          <pc:docMk/>
          <pc:sldMk cId="3019991654" sldId="2147481963"/>
        </pc:sldMkLst>
        <pc:spChg chg="mod">
          <ac:chgData name="전기영(GIYEONG JEON)[jeongy]/책임/제조DX.제조DX솔루션.롤맵기술팀" userId="9bc6f0c3-3ae2-4a3b-ab31-c290bb6ed01a" providerId="ADAL" clId="{CC04E051-0D39-458A-A783-7B630EE21670}" dt="2025-10-15T05:40:55.066" v="545" actId="20577"/>
          <ac:spMkLst>
            <pc:docMk/>
            <pc:sldMk cId="3019991654" sldId="2147481963"/>
            <ac:spMk id="18" creationId="{72943F47-EAEA-4391-A2BC-C7C33A8E8CFD}"/>
          </ac:spMkLst>
        </pc:spChg>
        <pc:graphicFrameChg chg="mod modGraphic">
          <ac:chgData name="전기영(GIYEONG JEON)[jeongy]/책임/제조DX.제조DX솔루션.롤맵기술팀" userId="9bc6f0c3-3ae2-4a3b-ab31-c290bb6ed01a" providerId="ADAL" clId="{CC04E051-0D39-458A-A783-7B630EE21670}" dt="2025-10-15T05:42:25.723" v="696" actId="207"/>
          <ac:graphicFrameMkLst>
            <pc:docMk/>
            <pc:sldMk cId="3019991654" sldId="2147481963"/>
            <ac:graphicFrameMk id="3" creationId="{3E86696F-E35A-4B06-9B46-63A4A6A986C1}"/>
          </ac:graphicFrameMkLst>
        </pc:graphicFrameChg>
      </pc:sldChg>
      <pc:sldChg chg="modSp">
        <pc:chgData name="전기영(GIYEONG JEON)[jeongy]/책임/제조DX.제조DX솔루션.롤맵기술팀" userId="9bc6f0c3-3ae2-4a3b-ab31-c290bb6ed01a" providerId="ADAL" clId="{CC04E051-0D39-458A-A783-7B630EE21670}" dt="2025-10-15T05:33:20.378" v="4" actId="20577"/>
        <pc:sldMkLst>
          <pc:docMk/>
          <pc:sldMk cId="2260942690" sldId="2147481980"/>
        </pc:sldMkLst>
        <pc:spChg chg="mod">
          <ac:chgData name="전기영(GIYEONG JEON)[jeongy]/책임/제조DX.제조DX솔루션.롤맵기술팀" userId="9bc6f0c3-3ae2-4a3b-ab31-c290bb6ed01a" providerId="ADAL" clId="{CC04E051-0D39-458A-A783-7B630EE21670}" dt="2025-10-15T05:33:20.378" v="4" actId="20577"/>
          <ac:spMkLst>
            <pc:docMk/>
            <pc:sldMk cId="2260942690" sldId="2147481980"/>
            <ac:spMk id="32" creationId="{1B2F6CE2-670B-40AF-B5DB-D7558578C8A2}"/>
          </ac:spMkLst>
        </pc:spChg>
      </pc:sldChg>
      <pc:sldChg chg="modSp">
        <pc:chgData name="전기영(GIYEONG JEON)[jeongy]/책임/제조DX.제조DX솔루션.롤맵기술팀" userId="9bc6f0c3-3ae2-4a3b-ab31-c290bb6ed01a" providerId="ADAL" clId="{CC04E051-0D39-458A-A783-7B630EE21670}" dt="2025-10-15T05:49:12.114" v="1180" actId="20577"/>
        <pc:sldMkLst>
          <pc:docMk/>
          <pc:sldMk cId="1480914234" sldId="2147482094"/>
        </pc:sldMkLst>
        <pc:spChg chg="mod">
          <ac:chgData name="전기영(GIYEONG JEON)[jeongy]/책임/제조DX.제조DX솔루션.롤맵기술팀" userId="9bc6f0c3-3ae2-4a3b-ab31-c290bb6ed01a" providerId="ADAL" clId="{CC04E051-0D39-458A-A783-7B630EE21670}" dt="2025-10-15T05:48:52.770" v="1173" actId="20577"/>
          <ac:spMkLst>
            <pc:docMk/>
            <pc:sldMk cId="1480914234" sldId="2147482094"/>
            <ac:spMk id="5" creationId="{D18B8649-3C81-4EDD-A9C5-061A9DC39666}"/>
          </ac:spMkLst>
        </pc:spChg>
        <pc:graphicFrameChg chg="mod modGraphic">
          <ac:chgData name="전기영(GIYEONG JEON)[jeongy]/책임/제조DX.제조DX솔루션.롤맵기술팀" userId="9bc6f0c3-3ae2-4a3b-ab31-c290bb6ed01a" providerId="ADAL" clId="{CC04E051-0D39-458A-A783-7B630EE21670}" dt="2025-10-15T05:49:12.114" v="1180" actId="20577"/>
          <ac:graphicFrameMkLst>
            <pc:docMk/>
            <pc:sldMk cId="1480914234" sldId="2147482094"/>
            <ac:graphicFrameMk id="2" creationId="{BF944F8E-1F62-4F7E-B1C6-632F29AA10BD}"/>
          </ac:graphicFrameMkLst>
        </pc:graphicFrameChg>
      </pc:sldChg>
      <pc:sldChg chg="modSp">
        <pc:chgData name="전기영(GIYEONG JEON)[jeongy]/책임/제조DX.제조DX솔루션.롤맵기술팀" userId="9bc6f0c3-3ae2-4a3b-ab31-c290bb6ed01a" providerId="ADAL" clId="{CC04E051-0D39-458A-A783-7B630EE21670}" dt="2025-10-15T05:45:38.504" v="1069" actId="20577"/>
        <pc:sldMkLst>
          <pc:docMk/>
          <pc:sldMk cId="2069960929" sldId="2147482097"/>
        </pc:sldMkLst>
        <pc:spChg chg="mod">
          <ac:chgData name="전기영(GIYEONG JEON)[jeongy]/책임/제조DX.제조DX솔루션.롤맵기술팀" userId="9bc6f0c3-3ae2-4a3b-ab31-c290bb6ed01a" providerId="ADAL" clId="{CC04E051-0D39-458A-A783-7B630EE21670}" dt="2025-10-15T05:45:00.395" v="1006" actId="20577"/>
          <ac:spMkLst>
            <pc:docMk/>
            <pc:sldMk cId="2069960929" sldId="2147482097"/>
            <ac:spMk id="5" creationId="{1BA4416D-28F9-470C-B9CE-A95FA731A2E2}"/>
          </ac:spMkLst>
        </pc:spChg>
        <pc:graphicFrameChg chg="mod modGraphic">
          <ac:chgData name="전기영(GIYEONG JEON)[jeongy]/책임/제조DX.제조DX솔루션.롤맵기술팀" userId="9bc6f0c3-3ae2-4a3b-ab31-c290bb6ed01a" providerId="ADAL" clId="{CC04E051-0D39-458A-A783-7B630EE21670}" dt="2025-10-15T05:45:38.504" v="1069" actId="20577"/>
          <ac:graphicFrameMkLst>
            <pc:docMk/>
            <pc:sldMk cId="2069960929" sldId="2147482097"/>
            <ac:graphicFrameMk id="2" creationId="{534EE123-7406-4F16-AB1D-7380FC4446F3}"/>
          </ac:graphicFrameMkLst>
        </pc:graphicFrameChg>
      </pc:sldChg>
    </pc:docChg>
  </pc:docChgLst>
  <pc:docChgLst>
    <pc:chgData name="김도원(DOWON KIM)[ehdnjs104]/사원/제조DX.제조DX솔루션.롤맵기술팀" userId="S::ehdnjs104@lgensol.com::40903c55-8d7f-4a01-bcfb-534127f384e5" providerId="AD" clId="Web-{660BB28F-75AF-44F0-A215-011364A77AD3}"/>
    <pc:docChg chg="modSld">
      <pc:chgData name="김도원(DOWON KIM)[ehdnjs104]/사원/제조DX.제조DX솔루션.롤맵기술팀" userId="S::ehdnjs104@lgensol.com::40903c55-8d7f-4a01-bcfb-534127f384e5" providerId="AD" clId="Web-{660BB28F-75AF-44F0-A215-011364A77AD3}" dt="2025-11-05T08:12:18.781" v="9"/>
      <pc:docMkLst>
        <pc:docMk/>
      </pc:docMkLst>
      <pc:sldChg chg="modSp">
        <pc:chgData name="김도원(DOWON KIM)[ehdnjs104]/사원/제조DX.제조DX솔루션.롤맵기술팀" userId="S::ehdnjs104@lgensol.com::40903c55-8d7f-4a01-bcfb-534127f384e5" providerId="AD" clId="Web-{660BB28F-75AF-44F0-A215-011364A77AD3}" dt="2025-11-05T08:12:18.781" v="9"/>
        <pc:sldMkLst>
          <pc:docMk/>
          <pc:sldMk cId="2069960929" sldId="2147482097"/>
        </pc:sldMkLst>
        <pc:graphicFrameChg chg="mod modGraphic">
          <ac:chgData name="김도원(DOWON KIM)[ehdnjs104]/사원/제조DX.제조DX솔루션.롤맵기술팀" userId="S::ehdnjs104@lgensol.com::40903c55-8d7f-4a01-bcfb-534127f384e5" providerId="AD" clId="Web-{660BB28F-75AF-44F0-A215-011364A77AD3}" dt="2025-11-05T08:12:18.781" v="9"/>
          <ac:graphicFrameMkLst>
            <pc:docMk/>
            <pc:sldMk cId="2069960929" sldId="2147482097"/>
            <ac:graphicFrameMk id="2" creationId="{534EE123-7406-4F16-AB1D-7380FC4446F3}"/>
          </ac:graphicFrameMkLst>
        </pc:graphicFrameChg>
      </pc:sldChg>
    </pc:docChg>
  </pc:docChgLst>
  <pc:docChgLst>
    <pc:chgData name="박소영(SOYOUNG PARK)[edtsol_sy32]/사원/제조DX.제조DX솔루션.셀추적기술팀" userId="dc270099-6f2c-44e3-856c-ca44e2079083" providerId="ADAL" clId="{12FBDF6B-AA92-4673-9E25-4A90253F7906}"/>
    <pc:docChg chg="custSel modSld">
      <pc:chgData name="박소영(SOYOUNG PARK)[edtsol_sy32]/사원/제조DX.제조DX솔루션.셀추적기술팀" userId="dc270099-6f2c-44e3-856c-ca44e2079083" providerId="ADAL" clId="{12FBDF6B-AA92-4673-9E25-4A90253F7906}" dt="2025-12-03T07:02:51.346" v="3" actId="20577"/>
      <pc:docMkLst>
        <pc:docMk/>
      </pc:docMkLst>
      <pc:sldChg chg="modSp mod">
        <pc:chgData name="박소영(SOYOUNG PARK)[edtsol_sy32]/사원/제조DX.제조DX솔루션.셀추적기술팀" userId="dc270099-6f2c-44e3-856c-ca44e2079083" providerId="ADAL" clId="{12FBDF6B-AA92-4673-9E25-4A90253F7906}" dt="2025-12-03T07:02:51.346" v="3" actId="20577"/>
        <pc:sldMkLst>
          <pc:docMk/>
          <pc:sldMk cId="360237742" sldId="2147481816"/>
        </pc:sldMkLst>
        <pc:graphicFrameChg chg="modGraphic">
          <ac:chgData name="박소영(SOYOUNG PARK)[edtsol_sy32]/사원/제조DX.제조DX솔루션.셀추적기술팀" userId="dc270099-6f2c-44e3-856c-ca44e2079083" providerId="ADAL" clId="{12FBDF6B-AA92-4673-9E25-4A90253F7906}" dt="2025-12-03T07:02:51.346" v="3" actId="20577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</pc:sldChg>
      <pc:sldChg chg="modSp mod">
        <pc:chgData name="박소영(SOYOUNG PARK)[edtsol_sy32]/사원/제조DX.제조DX솔루션.셀추적기술팀" userId="dc270099-6f2c-44e3-856c-ca44e2079083" providerId="ADAL" clId="{12FBDF6B-AA92-4673-9E25-4A90253F7906}" dt="2025-12-03T07:02:12.425" v="1" actId="207"/>
        <pc:sldMkLst>
          <pc:docMk/>
          <pc:sldMk cId="3355826466" sldId="2147481908"/>
        </pc:sldMkLst>
        <pc:graphicFrameChg chg="modGraphic">
          <ac:chgData name="박소영(SOYOUNG PARK)[edtsol_sy32]/사원/제조DX.제조DX솔루션.셀추적기술팀" userId="dc270099-6f2c-44e3-856c-ca44e2079083" providerId="ADAL" clId="{12FBDF6B-AA92-4673-9E25-4A90253F7906}" dt="2025-12-03T07:02:12.425" v="1" actId="207"/>
          <ac:graphicFrameMkLst>
            <pc:docMk/>
            <pc:sldMk cId="3355826466" sldId="2147481908"/>
            <ac:graphicFrameMk id="18" creationId="{26B2A79C-BFC9-49AA-8C94-8944CD5D2DEC}"/>
          </ac:graphicFrameMkLst>
        </pc:graphicFrameChg>
      </pc:sldChg>
    </pc:docChg>
  </pc:docChgLst>
  <pc:docChgLst>
    <pc:chgData name="조현우(HYEONWOO CHO)[recoiner]/선임/제조DX.제조DX솔루션.셀추적기술팀" userId="c7996fdb-9092-4875-8c6f-a0f02242852c" providerId="ADAL" clId="{A1DCF776-0CCC-49AE-A2A5-E54611CAB53B}"/>
    <pc:docChg chg="modSld">
      <pc:chgData name="조현우(HYEONWOO CHO)[recoiner]/선임/제조DX.제조DX솔루션.셀추적기술팀" userId="c7996fdb-9092-4875-8c6f-a0f02242852c" providerId="ADAL" clId="{A1DCF776-0CCC-49AE-A2A5-E54611CAB53B}" dt="2025-11-12T00:02:21.577" v="153" actId="207"/>
      <pc:docMkLst>
        <pc:docMk/>
      </pc:docMkLst>
      <pc:sldChg chg="modSp mod">
        <pc:chgData name="조현우(HYEONWOO CHO)[recoiner]/선임/제조DX.제조DX솔루션.셀추적기술팀" userId="c7996fdb-9092-4875-8c6f-a0f02242852c" providerId="ADAL" clId="{A1DCF776-0CCC-49AE-A2A5-E54611CAB53B}" dt="2025-11-12T00:02:21.577" v="153" actId="207"/>
        <pc:sldMkLst>
          <pc:docMk/>
          <pc:sldMk cId="2808239855" sldId="2147481841"/>
        </pc:sldMkLst>
        <pc:spChg chg="mod">
          <ac:chgData name="조현우(HYEONWOO CHO)[recoiner]/선임/제조DX.제조DX솔루션.셀추적기술팀" userId="c7996fdb-9092-4875-8c6f-a0f02242852c" providerId="ADAL" clId="{A1DCF776-0CCC-49AE-A2A5-E54611CAB53B}" dt="2025-11-12T00:02:21.577" v="153" actId="207"/>
          <ac:spMkLst>
            <pc:docMk/>
            <pc:sldMk cId="2808239855" sldId="2147481841"/>
            <ac:spMk id="21" creationId="{4C3181BD-8769-4C0D-8973-C9F2BE0DC598}"/>
          </ac:spMkLst>
        </pc:spChg>
        <pc:spChg chg="mod">
          <ac:chgData name="조현우(HYEONWOO CHO)[recoiner]/선임/제조DX.제조DX솔루션.셀추적기술팀" userId="c7996fdb-9092-4875-8c6f-a0f02242852c" providerId="ADAL" clId="{A1DCF776-0CCC-49AE-A2A5-E54611CAB53B}" dt="2025-11-12T00:01:23.881" v="49" actId="20577"/>
          <ac:spMkLst>
            <pc:docMk/>
            <pc:sldMk cId="2808239855" sldId="2147481841"/>
            <ac:spMk id="33" creationId="{25BB38E2-DC62-4BCD-AF1A-7CF9643A7F60}"/>
          </ac:spMkLst>
        </pc:spChg>
      </pc:sldChg>
    </pc:docChg>
  </pc:docChgLst>
  <pc:docChgLst>
    <pc:chgData name="하현수(HYUNSU HA)[hhyunsu]/사원/제조DX.제조DX솔루션.데이터통합분석팀" userId="9e77bdc7-3e9b-448f-b147-818418b5b91e" providerId="ADAL" clId="{763444ED-86D1-449C-A2A8-5BA3E19CDDD4}"/>
    <pc:docChg chg="custSel modSld sldOrd">
      <pc:chgData name="하현수(HYUNSU HA)[hhyunsu]/사원/제조DX.제조DX솔루션.데이터통합분석팀" userId="9e77bdc7-3e9b-448f-b147-818418b5b91e" providerId="ADAL" clId="{763444ED-86D1-449C-A2A8-5BA3E19CDDD4}" dt="2025-12-03T01:47:15.132" v="2579" actId="20577"/>
      <pc:docMkLst>
        <pc:docMk/>
      </pc:docMkLst>
      <pc:sldChg chg="ord">
        <pc:chgData name="하현수(HYUNSU HA)[hhyunsu]/사원/제조DX.제조DX솔루션.데이터통합분석팀" userId="9e77bdc7-3e9b-448f-b147-818418b5b91e" providerId="ADAL" clId="{763444ED-86D1-449C-A2A8-5BA3E19CDDD4}" dt="2025-12-03T01:18:25.353" v="0" actId="20578"/>
        <pc:sldMkLst>
          <pc:docMk/>
          <pc:sldMk cId="3266697761" sldId="2278"/>
        </pc:sldMkLst>
      </pc:sldChg>
      <pc:sldChg chg="addSp delSp modSp mod">
        <pc:chgData name="하현수(HYUNSU HA)[hhyunsu]/사원/제조DX.제조DX솔루션.데이터통합분석팀" userId="9e77bdc7-3e9b-448f-b147-818418b5b91e" providerId="ADAL" clId="{763444ED-86D1-449C-A2A8-5BA3E19CDDD4}" dt="2025-12-03T01:47:15.132" v="2579" actId="20577"/>
        <pc:sldMkLst>
          <pc:docMk/>
          <pc:sldMk cId="4090368207" sldId="2147482176"/>
        </pc:sldMkLst>
        <pc:spChg chg="add mod">
          <ac:chgData name="하현수(HYUNSU HA)[hhyunsu]/사원/제조DX.제조DX솔루션.데이터통합분석팀" userId="9e77bdc7-3e9b-448f-b147-818418b5b91e" providerId="ADAL" clId="{763444ED-86D1-449C-A2A8-5BA3E19CDDD4}" dt="2025-12-03T01:45:22.894" v="2576" actId="1076"/>
          <ac:spMkLst>
            <pc:docMk/>
            <pc:sldMk cId="4090368207" sldId="2147482176"/>
            <ac:spMk id="3" creationId="{C10E3029-036F-8695-A8C8-C7EAC577AF4A}"/>
          </ac:spMkLst>
        </pc:spChg>
        <pc:spChg chg="del">
          <ac:chgData name="하현수(HYUNSU HA)[hhyunsu]/사원/제조DX.제조DX솔루션.데이터통합분석팀" userId="9e77bdc7-3e9b-448f-b147-818418b5b91e" providerId="ADAL" clId="{763444ED-86D1-449C-A2A8-5BA3E19CDDD4}" dt="2025-12-03T01:27:22.910" v="832" actId="478"/>
          <ac:spMkLst>
            <pc:docMk/>
            <pc:sldMk cId="4090368207" sldId="2147482176"/>
            <ac:spMk id="6" creationId="{F257BF76-EA4D-74DC-D342-9EC5CFCA6302}"/>
          </ac:spMkLst>
        </pc:spChg>
        <pc:spChg chg="mod">
          <ac:chgData name="하현수(HYUNSU HA)[hhyunsu]/사원/제조DX.제조DX솔루션.데이터통합분석팀" userId="9e77bdc7-3e9b-448f-b147-818418b5b91e" providerId="ADAL" clId="{763444ED-86D1-449C-A2A8-5BA3E19CDDD4}" dt="2025-12-03T01:44:30.121" v="2485" actId="1076"/>
          <ac:spMkLst>
            <pc:docMk/>
            <pc:sldMk cId="4090368207" sldId="2147482176"/>
            <ac:spMk id="7" creationId="{2E1C2CA1-F937-4ACC-286D-5AE0C745644D}"/>
          </ac:spMkLst>
        </pc:spChg>
        <pc:spChg chg="mod">
          <ac:chgData name="하현수(HYUNSU HA)[hhyunsu]/사원/제조DX.제조DX솔루션.데이터통합분석팀" userId="9e77bdc7-3e9b-448f-b147-818418b5b91e" providerId="ADAL" clId="{763444ED-86D1-449C-A2A8-5BA3E19CDDD4}" dt="2025-12-03T01:35:35.120" v="2409"/>
          <ac:spMkLst>
            <pc:docMk/>
            <pc:sldMk cId="4090368207" sldId="2147482176"/>
            <ac:spMk id="12" creationId="{6CD447CF-332B-406C-ACD4-B4A3CB52037F}"/>
          </ac:spMkLst>
        </pc:spChg>
        <pc:spChg chg="mod">
          <ac:chgData name="하현수(HYUNSU HA)[hhyunsu]/사원/제조DX.제조DX솔루션.데이터통합분석팀" userId="9e77bdc7-3e9b-448f-b147-818418b5b91e" providerId="ADAL" clId="{763444ED-86D1-449C-A2A8-5BA3E19CDDD4}" dt="2025-12-03T01:47:15.132" v="2579" actId="20577"/>
          <ac:spMkLst>
            <pc:docMk/>
            <pc:sldMk cId="4090368207" sldId="2147482176"/>
            <ac:spMk id="18" creationId="{CD6FE8C4-D3CA-4ACB-997B-147E1EDF00F6}"/>
          </ac:spMkLst>
        </pc:spChg>
        <pc:graphicFrameChg chg="add mod modGraphic">
          <ac:chgData name="하현수(HYUNSU HA)[hhyunsu]/사원/제조DX.제조DX솔루션.데이터통합분석팀" userId="9e77bdc7-3e9b-448f-b147-818418b5b91e" providerId="ADAL" clId="{763444ED-86D1-449C-A2A8-5BA3E19CDDD4}" dt="2025-12-03T01:44:22.773" v="2484" actId="1036"/>
          <ac:graphicFrameMkLst>
            <pc:docMk/>
            <pc:sldMk cId="4090368207" sldId="2147482176"/>
            <ac:graphicFrameMk id="2" creationId="{5E211AA2-28C5-2BA3-AE11-A185334FC7F1}"/>
          </ac:graphicFrameMkLst>
        </pc:graphicFrameChg>
        <pc:graphicFrameChg chg="mod modGraphic">
          <ac:chgData name="하현수(HYUNSU HA)[hhyunsu]/사원/제조DX.제조DX솔루션.데이터통합분석팀" userId="9e77bdc7-3e9b-448f-b147-818418b5b91e" providerId="ADAL" clId="{763444ED-86D1-449C-A2A8-5BA3E19CDDD4}" dt="2025-12-03T01:45:05.816" v="2574" actId="20577"/>
          <ac:graphicFrameMkLst>
            <pc:docMk/>
            <pc:sldMk cId="4090368207" sldId="2147482176"/>
            <ac:graphicFrameMk id="24" creationId="{CB1E1DE9-356B-4185-A911-636EBB599881}"/>
          </ac:graphicFrameMkLst>
        </pc:graphicFrameChg>
      </pc:sldChg>
    </pc:docChg>
  </pc:docChgLst>
  <pc:docChgLst>
    <pc:chgData name="박영헌(YEONGHEON PARK)[heny611]/선임/제조DX.제조DX솔루션.셀추적기술팀" userId="7ee3e3b4-d5a5-4456-8b15-18422cf3fd5b" providerId="ADAL" clId="{EE8EC502-D741-417F-8081-642A6CCD7196}"/>
    <pc:docChg chg="custSel delSld modSld modSection">
      <pc:chgData name="박영헌(YEONGHEON PARK)[heny611]/선임/제조DX.제조DX솔루션.셀추적기술팀" userId="7ee3e3b4-d5a5-4456-8b15-18422cf3fd5b" providerId="ADAL" clId="{EE8EC502-D741-417F-8081-642A6CCD7196}" dt="2025-11-19T08:17:45.966" v="189" actId="20577"/>
      <pc:docMkLst>
        <pc:docMk/>
      </pc:docMkLst>
      <pc:sldChg chg="addSp delSp modSp mod">
        <pc:chgData name="박영헌(YEONGHEON PARK)[heny611]/선임/제조DX.제조DX솔루션.셀추적기술팀" userId="7ee3e3b4-d5a5-4456-8b15-18422cf3fd5b" providerId="ADAL" clId="{EE8EC502-D741-417F-8081-642A6CCD7196}" dt="2025-11-19T08:16:36.246" v="144" actId="20577"/>
        <pc:sldMkLst>
          <pc:docMk/>
          <pc:sldMk cId="2105941167" sldId="2117"/>
        </pc:sldMkLst>
        <pc:spChg chg="add mod">
          <ac:chgData name="박영헌(YEONGHEON PARK)[heny611]/선임/제조DX.제조DX솔루션.셀추적기술팀" userId="7ee3e3b4-d5a5-4456-8b15-18422cf3fd5b" providerId="ADAL" clId="{EE8EC502-D741-417F-8081-642A6CCD7196}" dt="2025-11-18T08:33:24.447" v="17"/>
          <ac:spMkLst>
            <pc:docMk/>
            <pc:sldMk cId="2105941167" sldId="2117"/>
            <ac:spMk id="2" creationId="{5DDA66B0-187A-EB28-BF5F-18B9BC54EC78}"/>
          </ac:spMkLst>
        </pc:spChg>
        <pc:spChg chg="add mod">
          <ac:chgData name="박영헌(YEONGHEON PARK)[heny611]/선임/제조DX.제조DX솔루션.셀추적기술팀" userId="7ee3e3b4-d5a5-4456-8b15-18422cf3fd5b" providerId="ADAL" clId="{EE8EC502-D741-417F-8081-642A6CCD7196}" dt="2025-11-18T08:33:24.447" v="17"/>
          <ac:spMkLst>
            <pc:docMk/>
            <pc:sldMk cId="2105941167" sldId="2117"/>
            <ac:spMk id="3" creationId="{5A680C6C-BA58-C94C-204A-4A055838F204}"/>
          </ac:spMkLst>
        </pc:spChg>
        <pc:spChg chg="add mod">
          <ac:chgData name="박영헌(YEONGHEON PARK)[heny611]/선임/제조DX.제조DX솔루션.셀추적기술팀" userId="7ee3e3b4-d5a5-4456-8b15-18422cf3fd5b" providerId="ADAL" clId="{EE8EC502-D741-417F-8081-642A6CCD7196}" dt="2025-11-18T08:33:24.447" v="17"/>
          <ac:spMkLst>
            <pc:docMk/>
            <pc:sldMk cId="2105941167" sldId="2117"/>
            <ac:spMk id="4" creationId="{D2B619C6-E6F4-926E-0970-ED58E3935877}"/>
          </ac:spMkLst>
        </pc:spChg>
        <pc:spChg chg="add mod">
          <ac:chgData name="박영헌(YEONGHEON PARK)[heny611]/선임/제조DX.제조DX솔루션.셀추적기술팀" userId="7ee3e3b4-d5a5-4456-8b15-18422cf3fd5b" providerId="ADAL" clId="{EE8EC502-D741-417F-8081-642A6CCD7196}" dt="2025-11-18T08:33:24.447" v="17"/>
          <ac:spMkLst>
            <pc:docMk/>
            <pc:sldMk cId="2105941167" sldId="2117"/>
            <ac:spMk id="5" creationId="{BA5CB3F5-712E-F9EF-55B1-06E8DEBEDCBC}"/>
          </ac:spMkLst>
        </pc:spChg>
        <pc:spChg chg="add mod">
          <ac:chgData name="박영헌(YEONGHEON PARK)[heny611]/선임/제조DX.제조DX솔루션.셀추적기술팀" userId="7ee3e3b4-d5a5-4456-8b15-18422cf3fd5b" providerId="ADAL" clId="{EE8EC502-D741-417F-8081-642A6CCD7196}" dt="2025-11-19T08:16:36.246" v="144" actId="20577"/>
          <ac:spMkLst>
            <pc:docMk/>
            <pc:sldMk cId="2105941167" sldId="2117"/>
            <ac:spMk id="7" creationId="{4E48F925-563B-9DEF-7967-D571461ACAF0}"/>
          </ac:spMkLst>
        </pc:spChg>
        <pc:spChg chg="add mod">
          <ac:chgData name="박영헌(YEONGHEON PARK)[heny611]/선임/제조DX.제조DX솔루션.셀추적기술팀" userId="7ee3e3b4-d5a5-4456-8b15-18422cf3fd5b" providerId="ADAL" clId="{EE8EC502-D741-417F-8081-642A6CCD7196}" dt="2025-11-18T08:33:24.447" v="17"/>
          <ac:spMkLst>
            <pc:docMk/>
            <pc:sldMk cId="2105941167" sldId="2117"/>
            <ac:spMk id="8" creationId="{8F7A4226-6DC2-A3E7-ECC4-3DC14FCBC9F7}"/>
          </ac:spMkLst>
        </pc:spChg>
        <pc:spChg chg="mod">
          <ac:chgData name="박영헌(YEONGHEON PARK)[heny611]/선임/제조DX.제조DX솔루션.셀추적기술팀" userId="7ee3e3b4-d5a5-4456-8b15-18422cf3fd5b" providerId="ADAL" clId="{EE8EC502-D741-417F-8081-642A6CCD7196}" dt="2025-11-18T08:33:10.822" v="15" actId="1035"/>
          <ac:spMkLst>
            <pc:docMk/>
            <pc:sldMk cId="2105941167" sldId="2117"/>
            <ac:spMk id="14" creationId="{255B582B-9A91-D25D-B208-F02263CCB697}"/>
          </ac:spMkLst>
        </pc:spChg>
        <pc:spChg chg="mod">
          <ac:chgData name="박영헌(YEONGHEON PARK)[heny611]/선임/제조DX.제조DX솔루션.셀추적기술팀" userId="7ee3e3b4-d5a5-4456-8b15-18422cf3fd5b" providerId="ADAL" clId="{EE8EC502-D741-417F-8081-642A6CCD7196}" dt="2025-11-18T08:33:10.822" v="15" actId="1035"/>
          <ac:spMkLst>
            <pc:docMk/>
            <pc:sldMk cId="2105941167" sldId="2117"/>
            <ac:spMk id="15" creationId="{622E466A-1303-3208-8134-E605355424B0}"/>
          </ac:spMkLst>
        </pc:spChg>
        <pc:spChg chg="mod">
          <ac:chgData name="박영헌(YEONGHEON PARK)[heny611]/선임/제조DX.제조DX솔루션.셀추적기술팀" userId="7ee3e3b4-d5a5-4456-8b15-18422cf3fd5b" providerId="ADAL" clId="{EE8EC502-D741-417F-8081-642A6CCD7196}" dt="2025-11-18T08:33:04.268" v="7" actId="404"/>
          <ac:spMkLst>
            <pc:docMk/>
            <pc:sldMk cId="2105941167" sldId="2117"/>
            <ac:spMk id="16" creationId="{DF7584FD-2C9D-E56F-32ED-934B8778229E}"/>
          </ac:spMkLst>
        </pc:spChg>
        <pc:spChg chg="mod">
          <ac:chgData name="박영헌(YEONGHEON PARK)[heny611]/선임/제조DX.제조DX솔루션.셀추적기술팀" userId="7ee3e3b4-d5a5-4456-8b15-18422cf3fd5b" providerId="ADAL" clId="{EE8EC502-D741-417F-8081-642A6CCD7196}" dt="2025-11-18T08:33:10.822" v="15" actId="1035"/>
          <ac:spMkLst>
            <pc:docMk/>
            <pc:sldMk cId="2105941167" sldId="2117"/>
            <ac:spMk id="26" creationId="{01A16532-42AA-BA5C-CCB2-429E10D2A4AE}"/>
          </ac:spMkLst>
        </pc:spChg>
        <pc:spChg chg="mod">
          <ac:chgData name="박영헌(YEONGHEON PARK)[heny611]/선임/제조DX.제조DX솔루션.셀추적기술팀" userId="7ee3e3b4-d5a5-4456-8b15-18422cf3fd5b" providerId="ADAL" clId="{EE8EC502-D741-417F-8081-642A6CCD7196}" dt="2025-11-18T08:33:10.822" v="15" actId="1035"/>
          <ac:spMkLst>
            <pc:docMk/>
            <pc:sldMk cId="2105941167" sldId="2117"/>
            <ac:spMk id="27" creationId="{DFCCB9CE-3554-61B7-99DE-FFD6F0DB2CA9}"/>
          </ac:spMkLst>
        </pc:spChg>
        <pc:spChg chg="mod">
          <ac:chgData name="박영헌(YEONGHEON PARK)[heny611]/선임/제조DX.제조DX솔루션.셀추적기술팀" userId="7ee3e3b4-d5a5-4456-8b15-18422cf3fd5b" providerId="ADAL" clId="{EE8EC502-D741-417F-8081-642A6CCD7196}" dt="2025-11-18T08:33:10.822" v="15" actId="1035"/>
          <ac:spMkLst>
            <pc:docMk/>
            <pc:sldMk cId="2105941167" sldId="2117"/>
            <ac:spMk id="28" creationId="{EB8479F3-B5EA-CFD0-1E43-70E717E15F67}"/>
          </ac:spMkLst>
        </pc:spChg>
        <pc:spChg chg="mod">
          <ac:chgData name="박영헌(YEONGHEON PARK)[heny611]/선임/제조DX.제조DX솔루션.셀추적기술팀" userId="7ee3e3b4-d5a5-4456-8b15-18422cf3fd5b" providerId="ADAL" clId="{EE8EC502-D741-417F-8081-642A6CCD7196}" dt="2025-11-18T08:33:10.822" v="15" actId="1035"/>
          <ac:spMkLst>
            <pc:docMk/>
            <pc:sldMk cId="2105941167" sldId="2117"/>
            <ac:spMk id="30" creationId="{3D2D0016-B0C0-4246-7984-100F9D8DA14B}"/>
          </ac:spMkLst>
        </pc:spChg>
        <pc:spChg chg="mod">
          <ac:chgData name="박영헌(YEONGHEON PARK)[heny611]/선임/제조DX.제조DX솔루션.셀추적기술팀" userId="7ee3e3b4-d5a5-4456-8b15-18422cf3fd5b" providerId="ADAL" clId="{EE8EC502-D741-417F-8081-642A6CCD7196}" dt="2025-11-18T08:33:10.822" v="15" actId="1035"/>
          <ac:spMkLst>
            <pc:docMk/>
            <pc:sldMk cId="2105941167" sldId="2117"/>
            <ac:spMk id="31" creationId="{46C6670B-4B86-46EA-A197-2E47186651CB}"/>
          </ac:spMkLst>
        </pc:spChg>
        <pc:spChg chg="mod">
          <ac:chgData name="박영헌(YEONGHEON PARK)[heny611]/선임/제조DX.제조DX솔루션.셀추적기술팀" userId="7ee3e3b4-d5a5-4456-8b15-18422cf3fd5b" providerId="ADAL" clId="{EE8EC502-D741-417F-8081-642A6CCD7196}" dt="2025-11-18T08:33:10.822" v="15" actId="1035"/>
          <ac:spMkLst>
            <pc:docMk/>
            <pc:sldMk cId="2105941167" sldId="2117"/>
            <ac:spMk id="32" creationId="{9AF4C2BD-080E-8EB2-AF94-93F59A2CFDD3}"/>
          </ac:spMkLst>
        </pc:spChg>
        <pc:spChg chg="mod">
          <ac:chgData name="박영헌(YEONGHEON PARK)[heny611]/선임/제조DX.제조DX솔루션.셀추적기술팀" userId="7ee3e3b4-d5a5-4456-8b15-18422cf3fd5b" providerId="ADAL" clId="{EE8EC502-D741-417F-8081-642A6CCD7196}" dt="2025-11-18T08:33:10.822" v="15" actId="1035"/>
          <ac:spMkLst>
            <pc:docMk/>
            <pc:sldMk cId="2105941167" sldId="2117"/>
            <ac:spMk id="33" creationId="{D772AEF8-E352-2D9D-DCFB-6DD6BFBD98C5}"/>
          </ac:spMkLst>
        </pc:spChg>
        <pc:spChg chg="mod">
          <ac:chgData name="박영헌(YEONGHEON PARK)[heny611]/선임/제조DX.제조DX솔루션.셀추적기술팀" userId="7ee3e3b4-d5a5-4456-8b15-18422cf3fd5b" providerId="ADAL" clId="{EE8EC502-D741-417F-8081-642A6CCD7196}" dt="2025-11-18T08:33:10.822" v="15" actId="1035"/>
          <ac:spMkLst>
            <pc:docMk/>
            <pc:sldMk cId="2105941167" sldId="2117"/>
            <ac:spMk id="34" creationId="{A3A22023-4416-6E05-EDD6-F33281AB9491}"/>
          </ac:spMkLst>
        </pc:spChg>
        <pc:spChg chg="del">
          <ac:chgData name="박영헌(YEONGHEON PARK)[heny611]/선임/제조DX.제조DX솔루션.셀추적기술팀" userId="7ee3e3b4-d5a5-4456-8b15-18422cf3fd5b" providerId="ADAL" clId="{EE8EC502-D741-417F-8081-642A6CCD7196}" dt="2025-11-18T08:33:24.083" v="16" actId="478"/>
          <ac:spMkLst>
            <pc:docMk/>
            <pc:sldMk cId="2105941167" sldId="2117"/>
            <ac:spMk id="35" creationId="{3487CFD5-528A-0390-5FC1-E6565F9D4F23}"/>
          </ac:spMkLst>
        </pc:spChg>
        <pc:spChg chg="del">
          <ac:chgData name="박영헌(YEONGHEON PARK)[heny611]/선임/제조DX.제조DX솔루션.셀추적기술팀" userId="7ee3e3b4-d5a5-4456-8b15-18422cf3fd5b" providerId="ADAL" clId="{EE8EC502-D741-417F-8081-642A6CCD7196}" dt="2025-11-18T08:33:24.083" v="16" actId="478"/>
          <ac:spMkLst>
            <pc:docMk/>
            <pc:sldMk cId="2105941167" sldId="2117"/>
            <ac:spMk id="36" creationId="{0D837B1D-3EE6-2C8F-5E13-02EB094B7493}"/>
          </ac:spMkLst>
        </pc:spChg>
        <pc:spChg chg="del">
          <ac:chgData name="박영헌(YEONGHEON PARK)[heny611]/선임/제조DX.제조DX솔루션.셀추적기술팀" userId="7ee3e3b4-d5a5-4456-8b15-18422cf3fd5b" providerId="ADAL" clId="{EE8EC502-D741-417F-8081-642A6CCD7196}" dt="2025-11-18T08:33:24.083" v="16" actId="478"/>
          <ac:spMkLst>
            <pc:docMk/>
            <pc:sldMk cId="2105941167" sldId="2117"/>
            <ac:spMk id="38" creationId="{EDB9DB0F-831A-FE69-1845-CC00A6301AAB}"/>
          </ac:spMkLst>
        </pc:spChg>
        <pc:spChg chg="del">
          <ac:chgData name="박영헌(YEONGHEON PARK)[heny611]/선임/제조DX.제조DX솔루션.셀추적기술팀" userId="7ee3e3b4-d5a5-4456-8b15-18422cf3fd5b" providerId="ADAL" clId="{EE8EC502-D741-417F-8081-642A6CCD7196}" dt="2025-11-18T08:33:24.083" v="16" actId="478"/>
          <ac:spMkLst>
            <pc:docMk/>
            <pc:sldMk cId="2105941167" sldId="2117"/>
            <ac:spMk id="39" creationId="{B2E92AB9-128D-3E63-11B6-91CDBA8A8A2C}"/>
          </ac:spMkLst>
        </pc:spChg>
        <pc:spChg chg="del">
          <ac:chgData name="박영헌(YEONGHEON PARK)[heny611]/선임/제조DX.제조DX솔루션.셀추적기술팀" userId="7ee3e3b4-d5a5-4456-8b15-18422cf3fd5b" providerId="ADAL" clId="{EE8EC502-D741-417F-8081-642A6CCD7196}" dt="2025-11-18T08:33:24.083" v="16" actId="478"/>
          <ac:spMkLst>
            <pc:docMk/>
            <pc:sldMk cId="2105941167" sldId="2117"/>
            <ac:spMk id="42" creationId="{2F59625D-F92F-0A73-78FC-2AD3825CB6DB}"/>
          </ac:spMkLst>
        </pc:spChg>
        <pc:spChg chg="mod">
          <ac:chgData name="박영헌(YEONGHEON PARK)[heny611]/선임/제조DX.제조DX솔루션.셀추적기술팀" userId="7ee3e3b4-d5a5-4456-8b15-18422cf3fd5b" providerId="ADAL" clId="{EE8EC502-D741-417F-8081-642A6CCD7196}" dt="2025-11-18T08:33:10.822" v="15" actId="1035"/>
          <ac:spMkLst>
            <pc:docMk/>
            <pc:sldMk cId="2105941167" sldId="2117"/>
            <ac:spMk id="43" creationId="{B5C6CFC0-ED08-7026-4CF4-CC493FEB457B}"/>
          </ac:spMkLst>
        </pc:spChg>
        <pc:spChg chg="mod">
          <ac:chgData name="박영헌(YEONGHEON PARK)[heny611]/선임/제조DX.제조DX솔루션.셀추적기술팀" userId="7ee3e3b4-d5a5-4456-8b15-18422cf3fd5b" providerId="ADAL" clId="{EE8EC502-D741-417F-8081-642A6CCD7196}" dt="2025-11-18T08:33:10.822" v="15" actId="1035"/>
          <ac:spMkLst>
            <pc:docMk/>
            <pc:sldMk cId="2105941167" sldId="2117"/>
            <ac:spMk id="44" creationId="{6205D4C8-EC59-F910-8EBF-A78923050B58}"/>
          </ac:spMkLst>
        </pc:spChg>
        <pc:graphicFrameChg chg="add mod">
          <ac:chgData name="박영헌(YEONGHEON PARK)[heny611]/선임/제조DX.제조DX솔루션.셀추적기술팀" userId="7ee3e3b4-d5a5-4456-8b15-18422cf3fd5b" providerId="ADAL" clId="{EE8EC502-D741-417F-8081-642A6CCD7196}" dt="2025-11-18T08:33:24.447" v="17"/>
          <ac:graphicFrameMkLst>
            <pc:docMk/>
            <pc:sldMk cId="2105941167" sldId="2117"/>
            <ac:graphicFrameMk id="6" creationId="{EBE66123-7B2B-87B4-FBCE-B7C274AEA9CF}"/>
          </ac:graphicFrameMkLst>
        </pc:graphicFrameChg>
        <pc:graphicFrameChg chg="mod">
          <ac:chgData name="박영헌(YEONGHEON PARK)[heny611]/선임/제조DX.제조DX솔루션.셀추적기술팀" userId="7ee3e3b4-d5a5-4456-8b15-18422cf3fd5b" providerId="ADAL" clId="{EE8EC502-D741-417F-8081-642A6CCD7196}" dt="2025-11-18T08:33:10.822" v="15" actId="1035"/>
          <ac:graphicFrameMkLst>
            <pc:docMk/>
            <pc:sldMk cId="2105941167" sldId="2117"/>
            <ac:graphicFrameMk id="25" creationId="{4C7241AB-B2A6-57A1-5CE6-9C349F2FF0E6}"/>
          </ac:graphicFrameMkLst>
        </pc:graphicFrameChg>
        <pc:graphicFrameChg chg="mod">
          <ac:chgData name="박영헌(YEONGHEON PARK)[heny611]/선임/제조DX.제조DX솔루션.셀추적기술팀" userId="7ee3e3b4-d5a5-4456-8b15-18422cf3fd5b" providerId="ADAL" clId="{EE8EC502-D741-417F-8081-642A6CCD7196}" dt="2025-11-18T08:33:10.822" v="15" actId="1035"/>
          <ac:graphicFrameMkLst>
            <pc:docMk/>
            <pc:sldMk cId="2105941167" sldId="2117"/>
            <ac:graphicFrameMk id="29" creationId="{8BE8A894-0F5D-9FE1-A586-E5851CCB2274}"/>
          </ac:graphicFrameMkLst>
        </pc:graphicFrameChg>
        <pc:graphicFrameChg chg="del">
          <ac:chgData name="박영헌(YEONGHEON PARK)[heny611]/선임/제조DX.제조DX솔루션.셀추적기술팀" userId="7ee3e3b4-d5a5-4456-8b15-18422cf3fd5b" providerId="ADAL" clId="{EE8EC502-D741-417F-8081-642A6CCD7196}" dt="2025-11-18T08:33:24.083" v="16" actId="478"/>
          <ac:graphicFrameMkLst>
            <pc:docMk/>
            <pc:sldMk cId="2105941167" sldId="2117"/>
            <ac:graphicFrameMk id="40" creationId="{F75BA0B1-4634-300A-5448-073B96A8F961}"/>
          </ac:graphicFrameMkLst>
        </pc:graphicFrameChg>
      </pc:sldChg>
    </pc:docChg>
  </pc:docChgLst>
  <pc:docChgLst>
    <pc:chgData name="박태욱(TAEWOOK PARK)[ptw0425]/선임/제조DX.제조DX솔루션.데이터통합분석팀" userId="18db157e-00fe-4d5a-8b38-02cf359aca36" providerId="ADAL" clId="{7698394F-3A40-4A12-8FD7-F2DAA0165323}"/>
    <pc:docChg chg="undo redo custSel modSld">
      <pc:chgData name="박태욱(TAEWOOK PARK)[ptw0425]/선임/제조DX.제조DX솔루션.데이터통합분석팀" userId="18db157e-00fe-4d5a-8b38-02cf359aca36" providerId="ADAL" clId="{7698394F-3A40-4A12-8FD7-F2DAA0165323}" dt="2025-10-30T05:50:45.431" v="5641" actId="20577"/>
      <pc:docMkLst>
        <pc:docMk/>
      </pc:docMkLst>
      <pc:sldChg chg="addSp delSp modSp">
        <pc:chgData name="박태욱(TAEWOOK PARK)[ptw0425]/선임/제조DX.제조DX솔루션.데이터통합분석팀" userId="18db157e-00fe-4d5a-8b38-02cf359aca36" providerId="ADAL" clId="{7698394F-3A40-4A12-8FD7-F2DAA0165323}" dt="2025-10-29T02:03:16.458" v="1892" actId="14100"/>
        <pc:sldMkLst>
          <pc:docMk/>
          <pc:sldMk cId="3942421698" sldId="2147481945"/>
        </pc:sldMkLst>
        <pc:spChg chg="mod">
          <ac:chgData name="박태욱(TAEWOOK PARK)[ptw0425]/선임/제조DX.제조DX솔루션.데이터통합분석팀" userId="18db157e-00fe-4d5a-8b38-02cf359aca36" providerId="ADAL" clId="{7698394F-3A40-4A12-8FD7-F2DAA0165323}" dt="2025-10-29T00:32:17.569" v="50" actId="20577"/>
          <ac:spMkLst>
            <pc:docMk/>
            <pc:sldMk cId="3942421698" sldId="2147481945"/>
            <ac:spMk id="12" creationId="{701DBD41-0962-47BC-BF85-0E3D71312932}"/>
          </ac:spMkLst>
        </pc:spChg>
        <pc:spChg chg="mod">
          <ac:chgData name="박태욱(TAEWOOK PARK)[ptw0425]/선임/제조DX.제조DX솔루션.데이터통합분석팀" userId="18db157e-00fe-4d5a-8b38-02cf359aca36" providerId="ADAL" clId="{7698394F-3A40-4A12-8FD7-F2DAA0165323}" dt="2025-10-29T00:34:29.401" v="93" actId="1038"/>
          <ac:spMkLst>
            <pc:docMk/>
            <pc:sldMk cId="3942421698" sldId="2147481945"/>
            <ac:spMk id="170" creationId="{45CC8A55-C302-416C-9F57-DF0845F6BF62}"/>
          </ac:spMkLst>
        </pc:spChg>
        <pc:spChg chg="mod">
          <ac:chgData name="박태욱(TAEWOOK PARK)[ptw0425]/선임/제조DX.제조DX솔루션.데이터통합분석팀" userId="18db157e-00fe-4d5a-8b38-02cf359aca36" providerId="ADAL" clId="{7698394F-3A40-4A12-8FD7-F2DAA0165323}" dt="2025-10-29T00:34:29.401" v="93" actId="1038"/>
          <ac:spMkLst>
            <pc:docMk/>
            <pc:sldMk cId="3942421698" sldId="2147481945"/>
            <ac:spMk id="183" creationId="{22F1102F-694A-4A3B-9E2A-2D10EF71143F}"/>
          </ac:spMkLst>
        </pc:spChg>
        <pc:spChg chg="mod">
          <ac:chgData name="박태욱(TAEWOOK PARK)[ptw0425]/선임/제조DX.제조DX솔루션.데이터통합분석팀" userId="18db157e-00fe-4d5a-8b38-02cf359aca36" providerId="ADAL" clId="{7698394F-3A40-4A12-8FD7-F2DAA0165323}" dt="2025-10-29T00:35:45.826" v="125" actId="20577"/>
          <ac:spMkLst>
            <pc:docMk/>
            <pc:sldMk cId="3942421698" sldId="2147481945"/>
            <ac:spMk id="206" creationId="{ACFDFB86-7559-4A05-960F-CF25959572A1}"/>
          </ac:spMkLst>
        </pc:spChg>
        <pc:spChg chg="mod">
          <ac:chgData name="박태욱(TAEWOOK PARK)[ptw0425]/선임/제조DX.제조DX솔루션.데이터통합분석팀" userId="18db157e-00fe-4d5a-8b38-02cf359aca36" providerId="ADAL" clId="{7698394F-3A40-4A12-8FD7-F2DAA0165323}" dt="2025-10-29T00:36:06.350" v="139" actId="20577"/>
          <ac:spMkLst>
            <pc:docMk/>
            <pc:sldMk cId="3942421698" sldId="2147481945"/>
            <ac:spMk id="207" creationId="{4FFF88C8-2F81-4E72-A301-0C2B5334B8B8}"/>
          </ac:spMkLst>
        </pc:spChg>
        <pc:grpChg chg="mod">
          <ac:chgData name="박태욱(TAEWOOK PARK)[ptw0425]/선임/제조DX.제조DX솔루션.데이터통합분석팀" userId="18db157e-00fe-4d5a-8b38-02cf359aca36" providerId="ADAL" clId="{7698394F-3A40-4A12-8FD7-F2DAA0165323}" dt="2025-10-29T00:34:29.401" v="93" actId="1038"/>
          <ac:grpSpMkLst>
            <pc:docMk/>
            <pc:sldMk cId="3942421698" sldId="2147481945"/>
            <ac:grpSpMk id="184" creationId="{F2DFE0D2-4F6C-46A6-B88F-2B35BDDDA18E}"/>
          </ac:grpSpMkLst>
        </pc:grpChg>
        <pc:graphicFrameChg chg="mod modGraphic">
          <ac:chgData name="박태욱(TAEWOOK PARK)[ptw0425]/선임/제조DX.제조DX솔루션.데이터통합분석팀" userId="18db157e-00fe-4d5a-8b38-02cf359aca36" providerId="ADAL" clId="{7698394F-3A40-4A12-8FD7-F2DAA0165323}" dt="2025-10-29T00:44:16.250" v="353" actId="20577"/>
          <ac:graphicFrameMkLst>
            <pc:docMk/>
            <pc:sldMk cId="3942421698" sldId="2147481945"/>
            <ac:graphicFrameMk id="19" creationId="{3E86696F-E35A-4B06-9B46-63A4A6A986C1}"/>
          </ac:graphicFrameMkLst>
        </pc:graphicFrameChg>
        <pc:graphicFrameChg chg="modGraphic">
          <ac:chgData name="박태욱(TAEWOOK PARK)[ptw0425]/선임/제조DX.제조DX솔루션.데이터통합분석팀" userId="18db157e-00fe-4d5a-8b38-02cf359aca36" providerId="ADAL" clId="{7698394F-3A40-4A12-8FD7-F2DAA0165323}" dt="2025-10-29T00:36:21.170" v="147" actId="20577"/>
          <ac:graphicFrameMkLst>
            <pc:docMk/>
            <pc:sldMk cId="3942421698" sldId="2147481945"/>
            <ac:graphicFrameMk id="194" creationId="{EF584CD6-CEC7-4651-BA19-6526E7899803}"/>
          </ac:graphicFrameMkLst>
        </pc:graphicFrameChg>
        <pc:cxnChg chg="mod">
          <ac:chgData name="박태욱(TAEWOOK PARK)[ptw0425]/선임/제조DX.제조DX솔루션.데이터통합분석팀" userId="18db157e-00fe-4d5a-8b38-02cf359aca36" providerId="ADAL" clId="{7698394F-3A40-4A12-8FD7-F2DAA0165323}" dt="2025-10-29T02:03:16.458" v="1892" actId="14100"/>
          <ac:cxnSpMkLst>
            <pc:docMk/>
            <pc:sldMk cId="3942421698" sldId="2147481945"/>
            <ac:cxnSpMk id="187" creationId="{E4F931B9-21A9-4E2B-A667-2F51B5CBD592}"/>
          </ac:cxnSpMkLst>
        </pc:cxnChg>
      </pc:sldChg>
      <pc:sldChg chg="addSp delSp modSp">
        <pc:chgData name="박태욱(TAEWOOK PARK)[ptw0425]/선임/제조DX.제조DX솔루션.데이터통합분석팀" userId="18db157e-00fe-4d5a-8b38-02cf359aca36" providerId="ADAL" clId="{7698394F-3A40-4A12-8FD7-F2DAA0165323}" dt="2025-10-30T05:50:45.431" v="5641" actId="20577"/>
        <pc:sldMkLst>
          <pc:docMk/>
          <pc:sldMk cId="1581856275" sldId="2147482000"/>
        </pc:sldMkLst>
        <pc:spChg chg="mod">
          <ac:chgData name="박태욱(TAEWOOK PARK)[ptw0425]/선임/제조DX.제조DX솔루션.데이터통합분석팀" userId="18db157e-00fe-4d5a-8b38-02cf359aca36" providerId="ADAL" clId="{7698394F-3A40-4A12-8FD7-F2DAA0165323}" dt="2025-10-29T00:42:17.281" v="238" actId="20577"/>
          <ac:spMkLst>
            <pc:docMk/>
            <pc:sldMk cId="1581856275" sldId="2147482000"/>
            <ac:spMk id="12" creationId="{7FB6881A-B9CA-FAA9-B570-5210A8A2FFCF}"/>
          </ac:spMkLst>
        </pc:spChg>
        <pc:spChg chg="mod ord">
          <ac:chgData name="박태욱(TAEWOOK PARK)[ptw0425]/선임/제조DX.제조DX솔루션.데이터통합분석팀" userId="18db157e-00fe-4d5a-8b38-02cf359aca36" providerId="ADAL" clId="{7698394F-3A40-4A12-8FD7-F2DAA0165323}" dt="2025-10-29T00:38:19.187" v="169" actId="20577"/>
          <ac:spMkLst>
            <pc:docMk/>
            <pc:sldMk cId="1581856275" sldId="2147482000"/>
            <ac:spMk id="24" creationId="{48A2806F-1558-4FE0-9EEF-3F4C82EBF8C2}"/>
          </ac:spMkLst>
        </pc:spChg>
        <pc:spChg chg="mod ord">
          <ac:chgData name="박태욱(TAEWOOK PARK)[ptw0425]/선임/제조DX.제조DX솔루션.데이터통합분석팀" userId="18db157e-00fe-4d5a-8b38-02cf359aca36" providerId="ADAL" clId="{7698394F-3A40-4A12-8FD7-F2DAA0165323}" dt="2025-10-29T00:40:38.105" v="226" actId="1076"/>
          <ac:spMkLst>
            <pc:docMk/>
            <pc:sldMk cId="1581856275" sldId="2147482000"/>
            <ac:spMk id="26" creationId="{A23EE23F-C7AB-4ABF-A9F5-BDC418CBE301}"/>
          </ac:spMkLst>
        </pc:spChg>
        <pc:spChg chg="mod ord">
          <ac:chgData name="박태욱(TAEWOOK PARK)[ptw0425]/선임/제조DX.제조DX솔루션.데이터통합분석팀" userId="18db157e-00fe-4d5a-8b38-02cf359aca36" providerId="ADAL" clId="{7698394F-3A40-4A12-8FD7-F2DAA0165323}" dt="2025-10-29T00:40:47.921" v="232" actId="1037"/>
          <ac:spMkLst>
            <pc:docMk/>
            <pc:sldMk cId="1581856275" sldId="2147482000"/>
            <ac:spMk id="27" creationId="{A1540208-2844-44A0-A1A3-AD24AE285D93}"/>
          </ac:spMkLst>
        </pc:spChg>
        <pc:spChg chg="mod ord">
          <ac:chgData name="박태욱(TAEWOOK PARK)[ptw0425]/선임/제조DX.제조DX솔루션.데이터통합분석팀" userId="18db157e-00fe-4d5a-8b38-02cf359aca36" providerId="ADAL" clId="{7698394F-3A40-4A12-8FD7-F2DAA0165323}" dt="2025-10-29T00:40:55.031" v="233" actId="1076"/>
          <ac:spMkLst>
            <pc:docMk/>
            <pc:sldMk cId="1581856275" sldId="2147482000"/>
            <ac:spMk id="29" creationId="{36761B3B-78ED-40A0-8329-CF91758A67DC}"/>
          </ac:spMkLst>
        </pc:spChg>
        <pc:spChg chg="mod ord">
          <ac:chgData name="박태욱(TAEWOOK PARK)[ptw0425]/선임/제조DX.제조DX솔루션.데이터통합분석팀" userId="18db157e-00fe-4d5a-8b38-02cf359aca36" providerId="ADAL" clId="{7698394F-3A40-4A12-8FD7-F2DAA0165323}" dt="2025-10-29T00:40:57.375" v="234" actId="1076"/>
          <ac:spMkLst>
            <pc:docMk/>
            <pc:sldMk cId="1581856275" sldId="2147482000"/>
            <ac:spMk id="30" creationId="{C8C31A88-6498-49A0-89A8-34ECDC5D9E8C}"/>
          </ac:spMkLst>
        </pc:spChg>
        <pc:spChg chg="mod ord">
          <ac:chgData name="박태욱(TAEWOOK PARK)[ptw0425]/선임/제조DX.제조DX솔루션.데이터통합분석팀" userId="18db157e-00fe-4d5a-8b38-02cf359aca36" providerId="ADAL" clId="{7698394F-3A40-4A12-8FD7-F2DAA0165323}" dt="2025-10-29T00:39:55.390" v="177" actId="1076"/>
          <ac:spMkLst>
            <pc:docMk/>
            <pc:sldMk cId="1581856275" sldId="2147482000"/>
            <ac:spMk id="39" creationId="{495690E6-6FAA-4F8A-8397-367245662C0A}"/>
          </ac:spMkLst>
        </pc:spChg>
        <pc:spChg chg="mod ord">
          <ac:chgData name="박태욱(TAEWOOK PARK)[ptw0425]/선임/제조DX.제조DX솔루션.데이터통합분석팀" userId="18db157e-00fe-4d5a-8b38-02cf359aca36" providerId="ADAL" clId="{7698394F-3A40-4A12-8FD7-F2DAA0165323}" dt="2025-10-29T00:42:23.750" v="239" actId="1076"/>
          <ac:spMkLst>
            <pc:docMk/>
            <pc:sldMk cId="1581856275" sldId="2147482000"/>
            <ac:spMk id="44" creationId="{A3DE7522-1E57-487E-BEC9-27DB7BC2D936}"/>
          </ac:spMkLst>
        </pc:spChg>
        <pc:spChg chg="mod ord">
          <ac:chgData name="박태욱(TAEWOOK PARK)[ptw0425]/선임/제조DX.제조DX솔루션.데이터통합분석팀" userId="18db157e-00fe-4d5a-8b38-02cf359aca36" providerId="ADAL" clId="{7698394F-3A40-4A12-8FD7-F2DAA0165323}" dt="2025-10-29T00:42:38.672" v="240" actId="1076"/>
          <ac:spMkLst>
            <pc:docMk/>
            <pc:sldMk cId="1581856275" sldId="2147482000"/>
            <ac:spMk id="46" creationId="{8A5F2874-381D-4D1F-8374-263825DEA72A}"/>
          </ac:spMkLst>
        </pc:spChg>
        <pc:graphicFrameChg chg="mod modGraphic">
          <ac:chgData name="박태욱(TAEWOOK PARK)[ptw0425]/선임/제조DX.제조DX솔루션.데이터통합분석팀" userId="18db157e-00fe-4d5a-8b38-02cf359aca36" providerId="ADAL" clId="{7698394F-3A40-4A12-8FD7-F2DAA0165323}" dt="2025-10-30T05:50:45.431" v="5641" actId="20577"/>
          <ac:graphicFrameMkLst>
            <pc:docMk/>
            <pc:sldMk cId="1581856275" sldId="2147482000"/>
            <ac:graphicFrameMk id="19" creationId="{4485889C-7C23-1E44-3F44-63DAC7688EA0}"/>
          </ac:graphicFrameMkLst>
        </pc:graphicFrameChg>
      </pc:sldChg>
      <pc:sldChg chg="addSp delSp modSp">
        <pc:chgData name="박태욱(TAEWOOK PARK)[ptw0425]/선임/제조DX.제조DX솔루션.데이터통합분석팀" userId="18db157e-00fe-4d5a-8b38-02cf359aca36" providerId="ADAL" clId="{7698394F-3A40-4A12-8FD7-F2DAA0165323}" dt="2025-10-29T07:11:40.976" v="4859" actId="1076"/>
        <pc:sldMkLst>
          <pc:docMk/>
          <pc:sldMk cId="918579543" sldId="2147482001"/>
        </pc:sldMkLst>
        <pc:spChg chg="mod">
          <ac:chgData name="박태욱(TAEWOOK PARK)[ptw0425]/선임/제조DX.제조DX솔루션.데이터통합분석팀" userId="18db157e-00fe-4d5a-8b38-02cf359aca36" providerId="ADAL" clId="{7698394F-3A40-4A12-8FD7-F2DAA0165323}" dt="2025-10-29T00:49:55.142" v="576" actId="20577"/>
          <ac:spMkLst>
            <pc:docMk/>
            <pc:sldMk cId="918579543" sldId="2147482001"/>
            <ac:spMk id="12" creationId="{17B4C47B-4276-802F-F579-F1CE154A1A37}"/>
          </ac:spMkLst>
        </pc:spChg>
        <pc:spChg chg="mod">
          <ac:chgData name="박태욱(TAEWOOK PARK)[ptw0425]/선임/제조DX.제조DX솔루션.데이터통합분석팀" userId="18db157e-00fe-4d5a-8b38-02cf359aca36" providerId="ADAL" clId="{7698394F-3A40-4A12-8FD7-F2DAA0165323}" dt="2025-10-29T00:46:53.751" v="528" actId="20577"/>
          <ac:spMkLst>
            <pc:docMk/>
            <pc:sldMk cId="918579543" sldId="2147482001"/>
            <ac:spMk id="35" creationId="{4E7308BF-6130-4AC5-AB24-D49591A00832}"/>
          </ac:spMkLst>
        </pc:spChg>
        <pc:spChg chg="mod ord">
          <ac:chgData name="박태욱(TAEWOOK PARK)[ptw0425]/선임/제조DX.제조DX솔루션.데이터통합분석팀" userId="18db157e-00fe-4d5a-8b38-02cf359aca36" providerId="ADAL" clId="{7698394F-3A40-4A12-8FD7-F2DAA0165323}" dt="2025-10-29T00:49:14.247" v="558" actId="20577"/>
          <ac:spMkLst>
            <pc:docMk/>
            <pc:sldMk cId="918579543" sldId="2147482001"/>
            <ac:spMk id="43" creationId="{F9BA1199-EB53-4544-90C7-8BDEA060AE60}"/>
          </ac:spMkLst>
        </pc:spChg>
        <pc:spChg chg="mod ord">
          <ac:chgData name="박태욱(TAEWOOK PARK)[ptw0425]/선임/제조DX.제조DX솔루션.데이터통합분석팀" userId="18db157e-00fe-4d5a-8b38-02cf359aca36" providerId="ADAL" clId="{7698394F-3A40-4A12-8FD7-F2DAA0165323}" dt="2025-10-29T00:49:21.033" v="561" actId="1076"/>
          <ac:spMkLst>
            <pc:docMk/>
            <pc:sldMk cId="918579543" sldId="2147482001"/>
            <ac:spMk id="45" creationId="{44697768-3D29-4A79-9AD4-C8A51F8F1D96}"/>
          </ac:spMkLst>
        </pc:spChg>
        <pc:spChg chg="mod ord">
          <ac:chgData name="박태욱(TAEWOOK PARK)[ptw0425]/선임/제조DX.제조DX솔루션.데이터통합분석팀" userId="18db157e-00fe-4d5a-8b38-02cf359aca36" providerId="ADAL" clId="{7698394F-3A40-4A12-8FD7-F2DAA0165323}" dt="2025-10-29T00:49:27.298" v="564" actId="1076"/>
          <ac:spMkLst>
            <pc:docMk/>
            <pc:sldMk cId="918579543" sldId="2147482001"/>
            <ac:spMk id="46" creationId="{34205675-6EEB-4FFD-9D6D-B23FB62EC743}"/>
          </ac:spMkLst>
        </pc:spChg>
        <pc:spChg chg="mod ord">
          <ac:chgData name="박태욱(TAEWOOK PARK)[ptw0425]/선임/제조DX.제조DX솔루션.데이터통합분석팀" userId="18db157e-00fe-4d5a-8b38-02cf359aca36" providerId="ADAL" clId="{7698394F-3A40-4A12-8FD7-F2DAA0165323}" dt="2025-10-29T00:49:29.533" v="565" actId="1076"/>
          <ac:spMkLst>
            <pc:docMk/>
            <pc:sldMk cId="918579543" sldId="2147482001"/>
            <ac:spMk id="47" creationId="{79FAA8FC-410A-41AC-BECB-FB0432D678BF}"/>
          </ac:spMkLst>
        </pc:spChg>
        <pc:spChg chg="mod ord">
          <ac:chgData name="박태욱(TAEWOOK PARK)[ptw0425]/선임/제조DX.제조DX솔루션.데이터통합분석팀" userId="18db157e-00fe-4d5a-8b38-02cf359aca36" providerId="ADAL" clId="{7698394F-3A40-4A12-8FD7-F2DAA0165323}" dt="2025-10-29T00:49:22.679" v="562" actId="1076"/>
          <ac:spMkLst>
            <pc:docMk/>
            <pc:sldMk cId="918579543" sldId="2147482001"/>
            <ac:spMk id="48" creationId="{33973CAD-DDAC-4604-81FA-590943BA2275}"/>
          </ac:spMkLst>
        </pc:spChg>
        <pc:spChg chg="mod ord">
          <ac:chgData name="박태욱(TAEWOOK PARK)[ptw0425]/선임/제조DX.제조DX솔루션.데이터통합분석팀" userId="18db157e-00fe-4d5a-8b38-02cf359aca36" providerId="ADAL" clId="{7698394F-3A40-4A12-8FD7-F2DAA0165323}" dt="2025-10-29T00:49:24.429" v="563" actId="1076"/>
          <ac:spMkLst>
            <pc:docMk/>
            <pc:sldMk cId="918579543" sldId="2147482001"/>
            <ac:spMk id="49" creationId="{D156E2AD-028C-4692-9026-F98F2A092F83}"/>
          </ac:spMkLst>
        </pc:spChg>
        <pc:spChg chg="mod ord">
          <ac:chgData name="박태욱(TAEWOOK PARK)[ptw0425]/선임/제조DX.제조DX솔루션.데이터통합분석팀" userId="18db157e-00fe-4d5a-8b38-02cf359aca36" providerId="ADAL" clId="{7698394F-3A40-4A12-8FD7-F2DAA0165323}" dt="2025-10-29T00:49:32.673" v="566" actId="1076"/>
          <ac:spMkLst>
            <pc:docMk/>
            <pc:sldMk cId="918579543" sldId="2147482001"/>
            <ac:spMk id="50" creationId="{29E349DB-5FC0-48AA-A22E-8771F6065C64}"/>
          </ac:spMkLst>
        </pc:spChg>
        <pc:spChg chg="ord">
          <ac:chgData name="박태욱(TAEWOOK PARK)[ptw0425]/선임/제조DX.제조DX솔루션.데이터통합분석팀" userId="18db157e-00fe-4d5a-8b38-02cf359aca36" providerId="ADAL" clId="{7698394F-3A40-4A12-8FD7-F2DAA0165323}" dt="2025-10-29T00:49:01.595" v="554" actId="166"/>
          <ac:spMkLst>
            <pc:docMk/>
            <pc:sldMk cId="918579543" sldId="2147482001"/>
            <ac:spMk id="51" creationId="{C691C771-74D3-4FDB-B8A1-2CB761129A77}"/>
          </ac:spMkLst>
        </pc:spChg>
        <pc:spChg chg="mod ord">
          <ac:chgData name="박태욱(TAEWOOK PARK)[ptw0425]/선임/제조DX.제조DX솔루션.데이터통합분석팀" userId="18db157e-00fe-4d5a-8b38-02cf359aca36" providerId="ADAL" clId="{7698394F-3A40-4A12-8FD7-F2DAA0165323}" dt="2025-10-29T00:49:40.142" v="571" actId="1036"/>
          <ac:spMkLst>
            <pc:docMk/>
            <pc:sldMk cId="918579543" sldId="2147482001"/>
            <ac:spMk id="52" creationId="{72B65627-7369-4493-B87D-7F3977F8C950}"/>
          </ac:spMkLst>
        </pc:spChg>
        <pc:spChg chg="mod ord">
          <ac:chgData name="박태욱(TAEWOOK PARK)[ptw0425]/선임/제조DX.제조DX솔루션.데이터통합분석팀" userId="18db157e-00fe-4d5a-8b38-02cf359aca36" providerId="ADAL" clId="{7698394F-3A40-4A12-8FD7-F2DAA0165323}" dt="2025-10-29T00:49:40.142" v="571" actId="1036"/>
          <ac:spMkLst>
            <pc:docMk/>
            <pc:sldMk cId="918579543" sldId="2147482001"/>
            <ac:spMk id="53" creationId="{D3196CEA-3F53-444A-BB84-73D29C2A68E2}"/>
          </ac:spMkLst>
        </pc:spChg>
        <pc:spChg chg="mod ord">
          <ac:chgData name="박태욱(TAEWOOK PARK)[ptw0425]/선임/제조DX.제조DX솔루션.데이터통합분석팀" userId="18db157e-00fe-4d5a-8b38-02cf359aca36" providerId="ADAL" clId="{7698394F-3A40-4A12-8FD7-F2DAA0165323}" dt="2025-10-29T00:49:19.610" v="560" actId="1076"/>
          <ac:spMkLst>
            <pc:docMk/>
            <pc:sldMk cId="918579543" sldId="2147482001"/>
            <ac:spMk id="64" creationId="{A8ED6EE5-7641-4AC1-958B-035CC71A6034}"/>
          </ac:spMkLst>
        </pc:spChg>
        <pc:spChg chg="mod ord">
          <ac:chgData name="박태욱(TAEWOOK PARK)[ptw0425]/선임/제조DX.제조DX솔루션.데이터통합분석팀" userId="18db157e-00fe-4d5a-8b38-02cf359aca36" providerId="ADAL" clId="{7698394F-3A40-4A12-8FD7-F2DAA0165323}" dt="2025-10-29T00:49:45.252" v="572" actId="1076"/>
          <ac:spMkLst>
            <pc:docMk/>
            <pc:sldMk cId="918579543" sldId="2147482001"/>
            <ac:spMk id="66" creationId="{45E2C634-7E61-4B42-B195-E5297334104B}"/>
          </ac:spMkLst>
        </pc:spChg>
        <pc:spChg chg="mod ord">
          <ac:chgData name="박태욱(TAEWOOK PARK)[ptw0425]/선임/제조DX.제조DX솔루션.데이터통합분석팀" userId="18db157e-00fe-4d5a-8b38-02cf359aca36" providerId="ADAL" clId="{7698394F-3A40-4A12-8FD7-F2DAA0165323}" dt="2025-10-29T00:49:47.298" v="573" actId="1076"/>
          <ac:spMkLst>
            <pc:docMk/>
            <pc:sldMk cId="918579543" sldId="2147482001"/>
            <ac:spMk id="67" creationId="{21E9C3F6-7133-4879-84C4-F24B6A17FD40}"/>
          </ac:spMkLst>
        </pc:spChg>
        <pc:graphicFrameChg chg="mod modGraphic">
          <ac:chgData name="박태욱(TAEWOOK PARK)[ptw0425]/선임/제조DX.제조DX솔루션.데이터통합분석팀" userId="18db157e-00fe-4d5a-8b38-02cf359aca36" providerId="ADAL" clId="{7698394F-3A40-4A12-8FD7-F2DAA0165323}" dt="2025-10-29T07:10:48.469" v="4851" actId="20577"/>
          <ac:graphicFrameMkLst>
            <pc:docMk/>
            <pc:sldMk cId="918579543" sldId="2147482001"/>
            <ac:graphicFrameMk id="19" creationId="{74A97E53-4B3E-7B1D-6455-30F66AF12773}"/>
          </ac:graphicFrameMkLst>
        </pc:graphicFrameChg>
        <pc:graphicFrameChg chg="mod modGraphic">
          <ac:chgData name="박태욱(TAEWOOK PARK)[ptw0425]/선임/제조DX.제조DX솔루션.데이터통합분석팀" userId="18db157e-00fe-4d5a-8b38-02cf359aca36" providerId="ADAL" clId="{7698394F-3A40-4A12-8FD7-F2DAA0165323}" dt="2025-10-29T00:52:41.028" v="736" actId="947"/>
          <ac:graphicFrameMkLst>
            <pc:docMk/>
            <pc:sldMk cId="918579543" sldId="2147482001"/>
            <ac:graphicFrameMk id="38" creationId="{BE9908DE-ED09-43DE-BF4F-8EA7FCBF34B3}"/>
          </ac:graphicFrameMkLst>
        </pc:graphicFrameChg>
      </pc:sldChg>
    </pc:docChg>
  </pc:docChgLst>
  <pc:docChgLst>
    <pc:chgData name="안태규(TAEKYU AN)[bigatk]/책임/제조DX.제조DX솔루션.롤맵기술팀" userId="S::bigatk@lgensol.com::dea7995d-94bc-4ef6-a5a4-edf7a1472420" providerId="AD" clId="Web-{4D051760-A755-ACB8-304A-BBD111B7CABD}"/>
    <pc:docChg chg="modSld">
      <pc:chgData name="안태규(TAEKYU AN)[bigatk]/책임/제조DX.제조DX솔루션.롤맵기술팀" userId="S::bigatk@lgensol.com::dea7995d-94bc-4ef6-a5a4-edf7a1472420" providerId="AD" clId="Web-{4D051760-A755-ACB8-304A-BBD111B7CABD}" dt="2025-10-28T14:08:21.957" v="259" actId="20577"/>
      <pc:docMkLst>
        <pc:docMk/>
      </pc:docMkLst>
      <pc:sldChg chg="modSp">
        <pc:chgData name="안태규(TAEKYU AN)[bigatk]/책임/제조DX.제조DX솔루션.롤맵기술팀" userId="S::bigatk@lgensol.com::dea7995d-94bc-4ef6-a5a4-edf7a1472420" providerId="AD" clId="Web-{4D051760-A755-ACB8-304A-BBD111B7CABD}" dt="2025-10-28T14:05:48.233" v="248" actId="20577"/>
        <pc:sldMkLst>
          <pc:docMk/>
          <pc:sldMk cId="3052076470" sldId="2147482071"/>
        </pc:sldMkLst>
        <pc:spChg chg="mod">
          <ac:chgData name="안태규(TAEKYU AN)[bigatk]/책임/제조DX.제조DX솔루션.롤맵기술팀" userId="S::bigatk@lgensol.com::dea7995d-94bc-4ef6-a5a4-edf7a1472420" providerId="AD" clId="Web-{4D051760-A755-ACB8-304A-BBD111B7CABD}" dt="2025-10-28T14:05:48.233" v="248" actId="20577"/>
          <ac:spMkLst>
            <pc:docMk/>
            <pc:sldMk cId="3052076470" sldId="2147482071"/>
            <ac:spMk id="18" creationId="{72943F47-EAEA-4391-A2BC-C7C33A8E8CFD}"/>
          </ac:spMkLst>
        </pc:spChg>
        <pc:graphicFrameChg chg="mod modGraphic">
          <ac:chgData name="안태규(TAEKYU AN)[bigatk]/책임/제조DX.제조DX솔루션.롤맵기술팀" userId="S::bigatk@lgensol.com::dea7995d-94bc-4ef6-a5a4-edf7a1472420" providerId="AD" clId="Web-{4D051760-A755-ACB8-304A-BBD111B7CABD}" dt="2025-10-28T14:05:42.608" v="245"/>
          <ac:graphicFrameMkLst>
            <pc:docMk/>
            <pc:sldMk cId="3052076470" sldId="2147482071"/>
            <ac:graphicFrameMk id="11" creationId="{C66F9B45-D343-4DF8-ABA9-D48571FAC964}"/>
          </ac:graphicFrameMkLst>
        </pc:graphicFrameChg>
      </pc:sldChg>
      <pc:sldChg chg="modSp">
        <pc:chgData name="안태규(TAEKYU AN)[bigatk]/책임/제조DX.제조DX솔루션.롤맵기술팀" userId="S::bigatk@lgensol.com::dea7995d-94bc-4ef6-a5a4-edf7a1472420" providerId="AD" clId="Web-{4D051760-A755-ACB8-304A-BBD111B7CABD}" dt="2025-10-28T14:08:21.957" v="259" actId="20577"/>
        <pc:sldMkLst>
          <pc:docMk/>
          <pc:sldMk cId="1623035640" sldId="2147482093"/>
        </pc:sldMkLst>
        <pc:spChg chg="mod">
          <ac:chgData name="안태규(TAEKYU AN)[bigatk]/책임/제조DX.제조DX솔루션.롤맵기술팀" userId="S::bigatk@lgensol.com::dea7995d-94bc-4ef6-a5a4-edf7a1472420" providerId="AD" clId="Web-{4D051760-A755-ACB8-304A-BBD111B7CABD}" dt="2025-10-28T14:08:21.957" v="259" actId="20577"/>
          <ac:spMkLst>
            <pc:docMk/>
            <pc:sldMk cId="1623035640" sldId="2147482093"/>
            <ac:spMk id="18" creationId="{A7F473DF-C875-A323-6679-F5CA881CD9C4}"/>
          </ac:spMkLst>
        </pc:spChg>
        <pc:graphicFrameChg chg="mod modGraphic">
          <ac:chgData name="안태규(TAEKYU AN)[bigatk]/책임/제조DX.제조DX솔루션.롤맵기술팀" userId="S::bigatk@lgensol.com::dea7995d-94bc-4ef6-a5a4-edf7a1472420" providerId="AD" clId="Web-{4D051760-A755-ACB8-304A-BBD111B7CABD}" dt="2025-10-28T14:08:15.300" v="256"/>
          <ac:graphicFrameMkLst>
            <pc:docMk/>
            <pc:sldMk cId="1623035640" sldId="2147482093"/>
            <ac:graphicFrameMk id="3" creationId="{688BD945-555D-E069-F619-02973A6A481F}"/>
          </ac:graphicFrameMkLst>
        </pc:graphicFrameChg>
      </pc:sldChg>
    </pc:docChg>
  </pc:docChgLst>
  <pc:docChgLst>
    <pc:chgData name="김종우(JONG WOO KIM)[jongwoo_kim]/선임/제조DX.제조DX솔루션.데이터통합분석팀" userId="S::jongwoo_kim@lgensol.com::724af6f9-8cbb-4db2-a128-c90de53c6762" providerId="AD" clId="Web-{52EDD013-229F-45E3-8329-5A9857A07DB9}"/>
    <pc:docChg chg="modSld">
      <pc:chgData name="김종우(JONG WOO KIM)[jongwoo_kim]/선임/제조DX.제조DX솔루션.데이터통합분석팀" userId="S::jongwoo_kim@lgensol.com::724af6f9-8cbb-4db2-a128-c90de53c6762" providerId="AD" clId="Web-{52EDD013-229F-45E3-8329-5A9857A07DB9}" dt="2025-11-05T03:00:25.662" v="431"/>
      <pc:docMkLst>
        <pc:docMk/>
      </pc:docMkLst>
      <pc:sldChg chg="delSp modSp">
        <pc:chgData name="김종우(JONG WOO KIM)[jongwoo_kim]/선임/제조DX.제조DX솔루션.데이터통합분석팀" userId="S::jongwoo_kim@lgensol.com::724af6f9-8cbb-4db2-a128-c90de53c6762" providerId="AD" clId="Web-{52EDD013-229F-45E3-8329-5A9857A07DB9}" dt="2025-11-05T03:00:25.662" v="431"/>
        <pc:sldMkLst>
          <pc:docMk/>
          <pc:sldMk cId="312166392" sldId="2147482002"/>
        </pc:sldMkLst>
        <pc:spChg chg="mod">
          <ac:chgData name="김종우(JONG WOO KIM)[jongwoo_kim]/선임/제조DX.제조DX솔루션.데이터통합분석팀" userId="S::jongwoo_kim@lgensol.com::724af6f9-8cbb-4db2-a128-c90de53c6762" providerId="AD" clId="Web-{52EDD013-229F-45E3-8329-5A9857A07DB9}" dt="2025-11-05T02:59:23.692" v="394" actId="1076"/>
          <ac:spMkLst>
            <pc:docMk/>
            <pc:sldMk cId="312166392" sldId="2147482002"/>
            <ac:spMk id="26" creationId="{E3C769AB-2D27-4FCC-9CEA-0BAC3D918831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52EDD013-229F-45E3-8329-5A9857A07DB9}" dt="2025-11-05T02:57:15.658" v="230" actId="1076"/>
          <ac:spMkLst>
            <pc:docMk/>
            <pc:sldMk cId="312166392" sldId="2147482002"/>
            <ac:spMk id="27" creationId="{B6A8BBAB-5653-48FE-8819-DADF4B70F57D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52EDD013-229F-45E3-8329-5A9857A07DB9}" dt="2025-11-05T02:59:23.880" v="395" actId="1076"/>
          <ac:spMkLst>
            <pc:docMk/>
            <pc:sldMk cId="312166392" sldId="2147482002"/>
            <ac:spMk id="29" creationId="{8A5BE810-3D84-4FEC-9B95-82791A8BCB43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52EDD013-229F-45E3-8329-5A9857A07DB9}" dt="2025-11-05T02:59:21.723" v="384" actId="1076"/>
          <ac:spMkLst>
            <pc:docMk/>
            <pc:sldMk cId="312166392" sldId="2147482002"/>
            <ac:spMk id="39" creationId="{02D21486-C6F4-40F7-9985-058EF1BFC7DF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52EDD013-229F-45E3-8329-5A9857A07DB9}" dt="2025-11-05T02:59:21.927" v="385" actId="1076"/>
          <ac:spMkLst>
            <pc:docMk/>
            <pc:sldMk cId="312166392" sldId="2147482002"/>
            <ac:spMk id="45" creationId="{812D0328-CADA-422D-9A82-99CBFFA5D4AB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52EDD013-229F-45E3-8329-5A9857A07DB9}" dt="2025-11-05T02:59:22.114" v="386" actId="1076"/>
          <ac:spMkLst>
            <pc:docMk/>
            <pc:sldMk cId="312166392" sldId="2147482002"/>
            <ac:spMk id="46" creationId="{997ADC17-4579-416F-82BC-E915E5DE6166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52EDD013-229F-45E3-8329-5A9857A07DB9}" dt="2025-11-05T02:59:22.302" v="387" actId="1076"/>
          <ac:spMkLst>
            <pc:docMk/>
            <pc:sldMk cId="312166392" sldId="2147482002"/>
            <ac:spMk id="47" creationId="{67F9B96C-26F6-41FF-88EB-78DAD2F00133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52EDD013-229F-45E3-8329-5A9857A07DB9}" dt="2025-11-05T02:59:22.505" v="388" actId="1076"/>
          <ac:spMkLst>
            <pc:docMk/>
            <pc:sldMk cId="312166392" sldId="2147482002"/>
            <ac:spMk id="48" creationId="{4F76E618-81BE-402C-8B1F-99E17332DE9F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52EDD013-229F-45E3-8329-5A9857A07DB9}" dt="2025-11-05T02:59:22.708" v="389" actId="1076"/>
          <ac:spMkLst>
            <pc:docMk/>
            <pc:sldMk cId="312166392" sldId="2147482002"/>
            <ac:spMk id="49" creationId="{5253611E-91CE-41D6-BAC9-7E1CCF9FC5BF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52EDD013-229F-45E3-8329-5A9857A07DB9}" dt="2025-11-05T02:59:22.927" v="390" actId="1076"/>
          <ac:spMkLst>
            <pc:docMk/>
            <pc:sldMk cId="312166392" sldId="2147482002"/>
            <ac:spMk id="50" creationId="{35FADD7C-FBB2-4460-AB22-4C95C715FA94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52EDD013-229F-45E3-8329-5A9857A07DB9}" dt="2025-11-05T02:59:23.114" v="391" actId="1076"/>
          <ac:spMkLst>
            <pc:docMk/>
            <pc:sldMk cId="312166392" sldId="2147482002"/>
            <ac:spMk id="51" creationId="{456DCBD2-DBA6-49A1-9E16-AB4F1A90BCCF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52EDD013-229F-45E3-8329-5A9857A07DB9}" dt="2025-11-05T02:59:23.317" v="392" actId="1076"/>
          <ac:spMkLst>
            <pc:docMk/>
            <pc:sldMk cId="312166392" sldId="2147482002"/>
            <ac:spMk id="52" creationId="{F5085A94-E520-49F9-84E8-F0E805003D7F}"/>
          </ac:spMkLst>
        </pc:spChg>
        <pc:spChg chg="mod">
          <ac:chgData name="김종우(JONG WOO KIM)[jongwoo_kim]/선임/제조DX.제조DX솔루션.데이터통합분석팀" userId="S::jongwoo_kim@lgensol.com::724af6f9-8cbb-4db2-a128-c90de53c6762" providerId="AD" clId="Web-{52EDD013-229F-45E3-8329-5A9857A07DB9}" dt="2025-11-05T02:59:23.505" v="393" actId="1076"/>
          <ac:spMkLst>
            <pc:docMk/>
            <pc:sldMk cId="312166392" sldId="2147482002"/>
            <ac:spMk id="54" creationId="{77804A08-00C2-4345-9D9B-8B992EC7D8C8}"/>
          </ac:spMkLst>
        </pc:spChg>
        <pc:graphicFrameChg chg="mod modGraphic">
          <ac:chgData name="김종우(JONG WOO KIM)[jongwoo_kim]/선임/제조DX.제조DX솔루션.데이터통합분석팀" userId="S::jongwoo_kim@lgensol.com::724af6f9-8cbb-4db2-a128-c90de53c6762" providerId="AD" clId="Web-{52EDD013-229F-45E3-8329-5A9857A07DB9}" dt="2025-11-05T03:00:25.662" v="431"/>
          <ac:graphicFrameMkLst>
            <pc:docMk/>
            <pc:sldMk cId="312166392" sldId="2147482002"/>
            <ac:graphicFrameMk id="19" creationId="{54728183-150A-36AF-E666-2145F7FF2814}"/>
          </ac:graphicFrameMkLst>
        </pc:graphicFrameChg>
        <pc:graphicFrameChg chg="mod">
          <ac:chgData name="김종우(JONG WOO KIM)[jongwoo_kim]/선임/제조DX.제조DX솔루션.데이터통합분석팀" userId="S::jongwoo_kim@lgensol.com::724af6f9-8cbb-4db2-a128-c90de53c6762" providerId="AD" clId="Web-{52EDD013-229F-45E3-8329-5A9857A07DB9}" dt="2025-11-05T02:57:15.908" v="231" actId="1076"/>
          <ac:graphicFrameMkLst>
            <pc:docMk/>
            <pc:sldMk cId="312166392" sldId="2147482002"/>
            <ac:graphicFrameMk id="31" creationId="{52B29498-600E-4C61-A390-CBDE748E9B42}"/>
          </ac:graphicFrameMkLst>
        </pc:graphicFrameChg>
        <pc:picChg chg="mod">
          <ac:chgData name="김종우(JONG WOO KIM)[jongwoo_kim]/선임/제조DX.제조DX솔루션.데이터통합분석팀" userId="S::jongwoo_kim@lgensol.com::724af6f9-8cbb-4db2-a128-c90de53c6762" providerId="AD" clId="Web-{52EDD013-229F-45E3-8329-5A9857A07DB9}" dt="2025-11-05T02:59:21.520" v="383" actId="1076"/>
          <ac:picMkLst>
            <pc:docMk/>
            <pc:sldMk cId="312166392" sldId="2147482002"/>
            <ac:picMk id="5" creationId="{BE440DEC-B4A1-4295-8157-77677B4A8C97}"/>
          </ac:picMkLst>
        </pc:picChg>
      </pc:sldChg>
    </pc:docChg>
  </pc:docChgLst>
  <pc:docChgLst>
    <pc:chgData name="조현우(HYEONWOO CHO)[recoiner]/선임/제조DX.제조DX솔루션.셀추적기술팀" userId="c7996fdb-9092-4875-8c6f-a0f02242852c" providerId="ADAL" clId="{50D0C7F3-41A8-4721-A80F-A69C7AE9006F}"/>
    <pc:docChg chg="custSel modSld">
      <pc:chgData name="조현우(HYEONWOO CHO)[recoiner]/선임/제조DX.제조DX솔루션.셀추적기술팀" userId="c7996fdb-9092-4875-8c6f-a0f02242852c" providerId="ADAL" clId="{50D0C7F3-41A8-4721-A80F-A69C7AE9006F}" dt="2025-12-02T09:48:59.459" v="400" actId="207"/>
      <pc:docMkLst>
        <pc:docMk/>
      </pc:docMkLst>
      <pc:sldChg chg="modSp mod">
        <pc:chgData name="조현우(HYEONWOO CHO)[recoiner]/선임/제조DX.제조DX솔루션.셀추적기술팀" userId="c7996fdb-9092-4875-8c6f-a0f02242852c" providerId="ADAL" clId="{50D0C7F3-41A8-4721-A80F-A69C7AE9006F}" dt="2025-12-02T09:45:50.976" v="151" actId="20577"/>
        <pc:sldMkLst>
          <pc:docMk/>
          <pc:sldMk cId="2105941167" sldId="2117"/>
        </pc:sldMkLst>
        <pc:spChg chg="mod">
          <ac:chgData name="조현우(HYEONWOO CHO)[recoiner]/선임/제조DX.제조DX솔루션.셀추적기술팀" userId="c7996fdb-9092-4875-8c6f-a0f02242852c" providerId="ADAL" clId="{50D0C7F3-41A8-4721-A80F-A69C7AE9006F}" dt="2025-12-02T09:45:50.976" v="151" actId="20577"/>
          <ac:spMkLst>
            <pc:docMk/>
            <pc:sldMk cId="2105941167" sldId="2117"/>
            <ac:spMk id="13" creationId="{0FA86D35-D83A-A5E0-8085-222507C9BDD6}"/>
          </ac:spMkLst>
        </pc:spChg>
      </pc:sldChg>
      <pc:sldChg chg="delSp modSp mod">
        <pc:chgData name="조현우(HYEONWOO CHO)[recoiner]/선임/제조DX.제조DX솔루션.셀추적기술팀" userId="c7996fdb-9092-4875-8c6f-a0f02242852c" providerId="ADAL" clId="{50D0C7F3-41A8-4721-A80F-A69C7AE9006F}" dt="2025-12-02T09:48:59.459" v="400" actId="207"/>
        <pc:sldMkLst>
          <pc:docMk/>
          <pc:sldMk cId="2808239855" sldId="2147481841"/>
        </pc:sldMkLst>
        <pc:spChg chg="mod">
          <ac:chgData name="조현우(HYEONWOO CHO)[recoiner]/선임/제조DX.제조DX솔루션.셀추적기술팀" userId="c7996fdb-9092-4875-8c6f-a0f02242852c" providerId="ADAL" clId="{50D0C7F3-41A8-4721-A80F-A69C7AE9006F}" dt="2025-12-02T09:48:59.459" v="400" actId="207"/>
          <ac:spMkLst>
            <pc:docMk/>
            <pc:sldMk cId="2808239855" sldId="2147481841"/>
            <ac:spMk id="21" creationId="{4C3181BD-8769-4C0D-8973-C9F2BE0DC598}"/>
          </ac:spMkLst>
        </pc:spChg>
        <pc:spChg chg="mod">
          <ac:chgData name="조현우(HYEONWOO CHO)[recoiner]/선임/제조DX.제조DX솔루션.셀추적기술팀" userId="c7996fdb-9092-4875-8c6f-a0f02242852c" providerId="ADAL" clId="{50D0C7F3-41A8-4721-A80F-A69C7AE9006F}" dt="2025-12-02T09:46:14.696" v="160" actId="20577"/>
          <ac:spMkLst>
            <pc:docMk/>
            <pc:sldMk cId="2808239855" sldId="2147481841"/>
            <ac:spMk id="33" creationId="{25BB38E2-DC62-4BCD-AF1A-7CF9643A7F60}"/>
          </ac:spMkLst>
        </pc:spChg>
        <pc:graphicFrameChg chg="del">
          <ac:chgData name="조현우(HYEONWOO CHO)[recoiner]/선임/제조DX.제조DX솔루션.셀추적기술팀" userId="c7996fdb-9092-4875-8c6f-a0f02242852c" providerId="ADAL" clId="{50D0C7F3-41A8-4721-A80F-A69C7AE9006F}" dt="2025-12-02T09:47:32.112" v="222" actId="478"/>
          <ac:graphicFrameMkLst>
            <pc:docMk/>
            <pc:sldMk cId="2808239855" sldId="2147481841"/>
            <ac:graphicFrameMk id="5" creationId="{36B9322A-3EA3-53DF-F6FF-479758E635D0}"/>
          </ac:graphicFrameMkLst>
        </pc:graphicFrameChg>
      </pc:sldChg>
    </pc:docChg>
  </pc:docChgLst>
  <pc:docChgLst>
    <pc:chgData name="김도원(DOWON KIM)[ehdnjs104]/사원/제조DX.제조DX솔루션.롤맵기술팀" userId="40903c55-8d7f-4a01-bcfb-534127f384e5" providerId="ADAL" clId="{75AC51E7-4F2B-413D-B303-F396DE3DAC38}"/>
    <pc:docChg chg="custSel modSld">
      <pc:chgData name="김도원(DOWON KIM)[ehdnjs104]/사원/제조DX.제조DX솔루션.롤맵기술팀" userId="40903c55-8d7f-4a01-bcfb-534127f384e5" providerId="ADAL" clId="{75AC51E7-4F2B-413D-B303-F396DE3DAC38}" dt="2025-12-10T07:21:53.585" v="419" actId="20577"/>
      <pc:docMkLst>
        <pc:docMk/>
      </pc:docMkLst>
      <pc:sldChg chg="modSp mod">
        <pc:chgData name="김도원(DOWON KIM)[ehdnjs104]/사원/제조DX.제조DX솔루션.롤맵기술팀" userId="40903c55-8d7f-4a01-bcfb-534127f384e5" providerId="ADAL" clId="{75AC51E7-4F2B-413D-B303-F396DE3DAC38}" dt="2025-12-10T05:49:25.030" v="85" actId="207"/>
        <pc:sldMkLst>
          <pc:docMk/>
          <pc:sldMk cId="3266697761" sldId="2278"/>
        </pc:sldMkLst>
        <pc:spChg chg="mod">
          <ac:chgData name="김도원(DOWON KIM)[ehdnjs104]/사원/제조DX.제조DX솔루션.롤맵기술팀" userId="40903c55-8d7f-4a01-bcfb-534127f384e5" providerId="ADAL" clId="{75AC51E7-4F2B-413D-B303-F396DE3DAC38}" dt="2025-12-10T05:49:25.030" v="85" actId="207"/>
          <ac:spMkLst>
            <pc:docMk/>
            <pc:sldMk cId="3266697761" sldId="2278"/>
            <ac:spMk id="18" creationId="{FC55D7C3-19BB-417C-88D2-249E3D408DED}"/>
          </ac:spMkLst>
        </pc:spChg>
      </pc:sldChg>
      <pc:sldChg chg="modSp mod">
        <pc:chgData name="김도원(DOWON KIM)[ehdnjs104]/사원/제조DX.제조DX솔루션.롤맵기술팀" userId="40903c55-8d7f-4a01-bcfb-534127f384e5" providerId="ADAL" clId="{75AC51E7-4F2B-413D-B303-F396DE3DAC38}" dt="2025-12-10T05:51:45.621" v="110" actId="20577"/>
        <pc:sldMkLst>
          <pc:docMk/>
          <pc:sldMk cId="2994820085" sldId="2147481926"/>
        </pc:sldMkLst>
        <pc:spChg chg="mod">
          <ac:chgData name="김도원(DOWON KIM)[ehdnjs104]/사원/제조DX.제조DX솔루션.롤맵기술팀" userId="40903c55-8d7f-4a01-bcfb-534127f384e5" providerId="ADAL" clId="{75AC51E7-4F2B-413D-B303-F396DE3DAC38}" dt="2025-12-10T05:51:39.439" v="94" actId="20577"/>
          <ac:spMkLst>
            <pc:docMk/>
            <pc:sldMk cId="2994820085" sldId="2147481926"/>
            <ac:spMk id="18" creationId="{72943F47-EAEA-4391-A2BC-C7C33A8E8CFD}"/>
          </ac:spMkLst>
        </pc:spChg>
        <pc:spChg chg="mod">
          <ac:chgData name="김도원(DOWON KIM)[ehdnjs104]/사원/제조DX.제조DX솔루션.롤맵기술팀" userId="40903c55-8d7f-4a01-bcfb-534127f384e5" providerId="ADAL" clId="{75AC51E7-4F2B-413D-B303-F396DE3DAC38}" dt="2025-12-10T05:51:45.621" v="110" actId="20577"/>
          <ac:spMkLst>
            <pc:docMk/>
            <pc:sldMk cId="2994820085" sldId="2147481926"/>
            <ac:spMk id="19" creationId="{1CE4A1AF-5D49-43F9-9F31-E88EAE372D41}"/>
          </ac:spMkLst>
        </pc:spChg>
        <pc:graphicFrameChg chg="modGraphic">
          <ac:chgData name="김도원(DOWON KIM)[ehdnjs104]/사원/제조DX.제조DX솔루션.롤맵기술팀" userId="40903c55-8d7f-4a01-bcfb-534127f384e5" providerId="ADAL" clId="{75AC51E7-4F2B-413D-B303-F396DE3DAC38}" dt="2025-12-10T05:51:30.312" v="90" actId="207"/>
          <ac:graphicFrameMkLst>
            <pc:docMk/>
            <pc:sldMk cId="2994820085" sldId="2147481926"/>
            <ac:graphicFrameMk id="11" creationId="{C66F9B45-D343-4DF8-ABA9-D48571FAC964}"/>
          </ac:graphicFrameMkLst>
        </pc:graphicFrameChg>
      </pc:sldChg>
      <pc:sldChg chg="modSp mod">
        <pc:chgData name="김도원(DOWON KIM)[ehdnjs104]/사원/제조DX.제조DX솔루션.롤맵기술팀" userId="40903c55-8d7f-4a01-bcfb-534127f384e5" providerId="ADAL" clId="{75AC51E7-4F2B-413D-B303-F396DE3DAC38}" dt="2025-12-10T07:19:32.228" v="394" actId="207"/>
        <pc:sldMkLst>
          <pc:docMk/>
          <pc:sldMk cId="3218446010" sldId="2147481940"/>
        </pc:sldMkLst>
        <pc:graphicFrameChg chg="mod modGraphic">
          <ac:chgData name="김도원(DOWON KIM)[ehdnjs104]/사원/제조DX.제조DX솔루션.롤맵기술팀" userId="40903c55-8d7f-4a01-bcfb-534127f384e5" providerId="ADAL" clId="{75AC51E7-4F2B-413D-B303-F396DE3DAC38}" dt="2025-12-10T07:19:32.228" v="394" actId="207"/>
          <ac:graphicFrameMkLst>
            <pc:docMk/>
            <pc:sldMk cId="3218446010" sldId="2147481940"/>
            <ac:graphicFrameMk id="18" creationId="{BAF0B2EF-E0A9-4EBE-8B41-8BAD7EC3E9EB}"/>
          </ac:graphicFrameMkLst>
        </pc:graphicFrameChg>
        <pc:graphicFrameChg chg="modGraphic">
          <ac:chgData name="김도원(DOWON KIM)[ehdnjs104]/사원/제조DX.제조DX솔루션.롤맵기술팀" userId="40903c55-8d7f-4a01-bcfb-534127f384e5" providerId="ADAL" clId="{75AC51E7-4F2B-413D-B303-F396DE3DAC38}" dt="2025-12-10T05:59:46.493" v="311" actId="20577"/>
          <ac:graphicFrameMkLst>
            <pc:docMk/>
            <pc:sldMk cId="3218446010" sldId="2147481940"/>
            <ac:graphicFrameMk id="30" creationId="{FD723AF4-8C6A-45D2-91AF-E831F6E1C5CD}"/>
          </ac:graphicFrameMkLst>
        </pc:graphicFrameChg>
      </pc:sldChg>
      <pc:sldChg chg="modSp mod">
        <pc:chgData name="김도원(DOWON KIM)[ehdnjs104]/사원/제조DX.제조DX솔루션.롤맵기술팀" userId="40903c55-8d7f-4a01-bcfb-534127f384e5" providerId="ADAL" clId="{75AC51E7-4F2B-413D-B303-F396DE3DAC38}" dt="2025-12-10T05:53:19.686" v="145" actId="20577"/>
        <pc:sldMkLst>
          <pc:docMk/>
          <pc:sldMk cId="645500483" sldId="2147482092"/>
        </pc:sldMkLst>
        <pc:spChg chg="mod">
          <ac:chgData name="김도원(DOWON KIM)[ehdnjs104]/사원/제조DX.제조DX솔루션.롤맵기술팀" userId="40903c55-8d7f-4a01-bcfb-534127f384e5" providerId="ADAL" clId="{75AC51E7-4F2B-413D-B303-F396DE3DAC38}" dt="2025-12-10T05:53:14.229" v="119" actId="20577"/>
          <ac:spMkLst>
            <pc:docMk/>
            <pc:sldMk cId="645500483" sldId="2147482092"/>
            <ac:spMk id="6" creationId="{3E1F1638-F2C5-4E2F-ABED-94997FF8C926}"/>
          </ac:spMkLst>
        </pc:spChg>
        <pc:spChg chg="mod">
          <ac:chgData name="김도원(DOWON KIM)[ehdnjs104]/사원/제조DX.제조DX솔루션.롤맵기술팀" userId="40903c55-8d7f-4a01-bcfb-534127f384e5" providerId="ADAL" clId="{75AC51E7-4F2B-413D-B303-F396DE3DAC38}" dt="2025-12-10T05:53:19.686" v="145" actId="20577"/>
          <ac:spMkLst>
            <pc:docMk/>
            <pc:sldMk cId="645500483" sldId="2147482092"/>
            <ac:spMk id="7" creationId="{4A76422D-F7C5-4990-8AAA-BCD55EFB3085}"/>
          </ac:spMkLst>
        </pc:spChg>
        <pc:graphicFrameChg chg="modGraphic">
          <ac:chgData name="김도원(DOWON KIM)[ehdnjs104]/사원/제조DX.제조DX솔루션.롤맵기술팀" userId="40903c55-8d7f-4a01-bcfb-534127f384e5" providerId="ADAL" clId="{75AC51E7-4F2B-413D-B303-F396DE3DAC38}" dt="2025-12-10T05:53:11.402" v="115" actId="207"/>
          <ac:graphicFrameMkLst>
            <pc:docMk/>
            <pc:sldMk cId="645500483" sldId="2147482092"/>
            <ac:graphicFrameMk id="2" creationId="{AA655E7B-33D1-41F9-B470-4F20832661EB}"/>
          </ac:graphicFrameMkLst>
        </pc:graphicFrameChg>
      </pc:sldChg>
      <pc:sldChg chg="modSp mod">
        <pc:chgData name="김도원(DOWON KIM)[ehdnjs104]/사원/제조DX.제조DX솔루션.롤맵기술팀" userId="40903c55-8d7f-4a01-bcfb-534127f384e5" providerId="ADAL" clId="{75AC51E7-4F2B-413D-B303-F396DE3DAC38}" dt="2025-12-10T05:53:49.099" v="309" actId="20577"/>
        <pc:sldMkLst>
          <pc:docMk/>
          <pc:sldMk cId="1480914234" sldId="2147482094"/>
        </pc:sldMkLst>
        <pc:spChg chg="mod">
          <ac:chgData name="김도원(DOWON KIM)[ehdnjs104]/사원/제조DX.제조DX솔루션.롤맵기술팀" userId="40903c55-8d7f-4a01-bcfb-534127f384e5" providerId="ADAL" clId="{75AC51E7-4F2B-413D-B303-F396DE3DAC38}" dt="2025-12-10T05:53:45.586" v="293" actId="20577"/>
          <ac:spMkLst>
            <pc:docMk/>
            <pc:sldMk cId="1480914234" sldId="2147482094"/>
            <ac:spMk id="5" creationId="{D18B8649-3C81-4EDD-A9C5-061A9DC39666}"/>
          </ac:spMkLst>
        </pc:spChg>
        <pc:spChg chg="mod">
          <ac:chgData name="김도원(DOWON KIM)[ehdnjs104]/사원/제조DX.제조DX솔루션.롤맵기술팀" userId="40903c55-8d7f-4a01-bcfb-534127f384e5" providerId="ADAL" clId="{75AC51E7-4F2B-413D-B303-F396DE3DAC38}" dt="2025-12-10T05:53:49.099" v="309" actId="20577"/>
          <ac:spMkLst>
            <pc:docMk/>
            <pc:sldMk cId="1480914234" sldId="2147482094"/>
            <ac:spMk id="6" creationId="{01F01B84-6248-45A0-A7D4-53428CE9587B}"/>
          </ac:spMkLst>
        </pc:spChg>
        <pc:graphicFrameChg chg="mod modGraphic">
          <ac:chgData name="김도원(DOWON KIM)[ehdnjs104]/사원/제조DX.제조DX솔루션.롤맵기술팀" userId="40903c55-8d7f-4a01-bcfb-534127f384e5" providerId="ADAL" clId="{75AC51E7-4F2B-413D-B303-F396DE3DAC38}" dt="2025-12-10T05:53:42.652" v="289" actId="207"/>
          <ac:graphicFrameMkLst>
            <pc:docMk/>
            <pc:sldMk cId="1480914234" sldId="2147482094"/>
            <ac:graphicFrameMk id="2" creationId="{BF944F8E-1F62-4F7E-B1C6-632F29AA10BD}"/>
          </ac:graphicFrameMkLst>
        </pc:graphicFrameChg>
      </pc:sldChg>
      <pc:sldChg chg="modSp mod">
        <pc:chgData name="김도원(DOWON KIM)[ehdnjs104]/사원/제조DX.제조DX솔루션.롤맵기술팀" userId="40903c55-8d7f-4a01-bcfb-534127f384e5" providerId="ADAL" clId="{75AC51E7-4F2B-413D-B303-F396DE3DAC38}" dt="2025-12-10T07:19:58.489" v="395" actId="207"/>
        <pc:sldMkLst>
          <pc:docMk/>
          <pc:sldMk cId="719476191" sldId="2147482153"/>
        </pc:sldMkLst>
        <pc:graphicFrameChg chg="mod modGraphic">
          <ac:chgData name="김도원(DOWON KIM)[ehdnjs104]/사원/제조DX.제조DX솔루션.롤맵기술팀" userId="40903c55-8d7f-4a01-bcfb-534127f384e5" providerId="ADAL" clId="{75AC51E7-4F2B-413D-B303-F396DE3DAC38}" dt="2025-12-10T07:19:58.489" v="395" actId="207"/>
          <ac:graphicFrameMkLst>
            <pc:docMk/>
            <pc:sldMk cId="719476191" sldId="2147482153"/>
            <ac:graphicFrameMk id="16" creationId="{7D721578-E29B-1908-F5C8-865F5E8CB423}"/>
          </ac:graphicFrameMkLst>
        </pc:graphicFrameChg>
      </pc:sldChg>
      <pc:sldChg chg="modSp mod">
        <pc:chgData name="김도원(DOWON KIM)[ehdnjs104]/사원/제조DX.제조DX솔루션.롤맵기술팀" userId="40903c55-8d7f-4a01-bcfb-534127f384e5" providerId="ADAL" clId="{75AC51E7-4F2B-413D-B303-F396DE3DAC38}" dt="2025-12-10T07:20:02.748" v="396" actId="207"/>
        <pc:sldMkLst>
          <pc:docMk/>
          <pc:sldMk cId="1357361098" sldId="2147482154"/>
        </pc:sldMkLst>
        <pc:graphicFrameChg chg="mod modGraphic">
          <ac:chgData name="김도원(DOWON KIM)[ehdnjs104]/사원/제조DX.제조DX솔루션.롤맵기술팀" userId="40903c55-8d7f-4a01-bcfb-534127f384e5" providerId="ADAL" clId="{75AC51E7-4F2B-413D-B303-F396DE3DAC38}" dt="2025-12-10T07:20:02.748" v="396" actId="207"/>
          <ac:graphicFrameMkLst>
            <pc:docMk/>
            <pc:sldMk cId="1357361098" sldId="2147482154"/>
            <ac:graphicFrameMk id="16" creationId="{D6B5DFDE-F607-1154-D4E6-3B128C81C5CC}"/>
          </ac:graphicFrameMkLst>
        </pc:graphicFrameChg>
      </pc:sldChg>
      <pc:sldChg chg="modSp mod">
        <pc:chgData name="김도원(DOWON KIM)[ehdnjs104]/사원/제조DX.제조DX솔루션.롤맵기술팀" userId="40903c55-8d7f-4a01-bcfb-534127f384e5" providerId="ADAL" clId="{75AC51E7-4F2B-413D-B303-F396DE3DAC38}" dt="2025-12-10T07:20:05.928" v="397" actId="207"/>
        <pc:sldMkLst>
          <pc:docMk/>
          <pc:sldMk cId="2756542074" sldId="2147482155"/>
        </pc:sldMkLst>
        <pc:graphicFrameChg chg="mod modGraphic">
          <ac:chgData name="김도원(DOWON KIM)[ehdnjs104]/사원/제조DX.제조DX솔루션.롤맵기술팀" userId="40903c55-8d7f-4a01-bcfb-534127f384e5" providerId="ADAL" clId="{75AC51E7-4F2B-413D-B303-F396DE3DAC38}" dt="2025-12-10T07:20:05.928" v="397" actId="207"/>
          <ac:graphicFrameMkLst>
            <pc:docMk/>
            <pc:sldMk cId="2756542074" sldId="2147482155"/>
            <ac:graphicFrameMk id="16" creationId="{A49895C2-4737-1562-091D-B6B603641885}"/>
          </ac:graphicFrameMkLst>
        </pc:graphicFrameChg>
      </pc:sldChg>
      <pc:sldChg chg="modSp mod">
        <pc:chgData name="김도원(DOWON KIM)[ehdnjs104]/사원/제조DX.제조DX솔루션.롤맵기술팀" userId="40903c55-8d7f-4a01-bcfb-534127f384e5" providerId="ADAL" clId="{75AC51E7-4F2B-413D-B303-F396DE3DAC38}" dt="2025-12-10T07:21:53.585" v="419" actId="20577"/>
        <pc:sldMkLst>
          <pc:docMk/>
          <pc:sldMk cId="1685760430" sldId="2147482156"/>
        </pc:sldMkLst>
        <pc:graphicFrameChg chg="mod modGraphic">
          <ac:chgData name="김도원(DOWON KIM)[ehdnjs104]/사원/제조DX.제조DX솔루션.롤맵기술팀" userId="40903c55-8d7f-4a01-bcfb-534127f384e5" providerId="ADAL" clId="{75AC51E7-4F2B-413D-B303-F396DE3DAC38}" dt="2025-12-10T07:19:01.265" v="385"/>
          <ac:graphicFrameMkLst>
            <pc:docMk/>
            <pc:sldMk cId="1685760430" sldId="2147482156"/>
            <ac:graphicFrameMk id="16" creationId="{4763483A-EA72-223E-C795-104BBB0A00FB}"/>
          </ac:graphicFrameMkLst>
        </pc:graphicFrameChg>
        <pc:graphicFrameChg chg="modGraphic">
          <ac:chgData name="김도원(DOWON KIM)[ehdnjs104]/사원/제조DX.제조DX솔루션.롤맵기술팀" userId="40903c55-8d7f-4a01-bcfb-534127f384e5" providerId="ADAL" clId="{75AC51E7-4F2B-413D-B303-F396DE3DAC38}" dt="2025-12-10T07:21:53.585" v="419" actId="20577"/>
          <ac:graphicFrameMkLst>
            <pc:docMk/>
            <pc:sldMk cId="1685760430" sldId="2147482156"/>
            <ac:graphicFrameMk id="29" creationId="{7FFF4CDA-4E52-5355-C1C4-035B2B6F1909}"/>
          </ac:graphicFrameMkLst>
        </pc:graphicFrameChg>
      </pc:sldChg>
      <pc:sldChg chg="modSp mod">
        <pc:chgData name="김도원(DOWON KIM)[ehdnjs104]/사원/제조DX.제조DX솔루션.롤맵기술팀" userId="40903c55-8d7f-4a01-bcfb-534127f384e5" providerId="ADAL" clId="{75AC51E7-4F2B-413D-B303-F396DE3DAC38}" dt="2025-12-10T07:20:10.405" v="398" actId="207"/>
        <pc:sldMkLst>
          <pc:docMk/>
          <pc:sldMk cId="1270712381" sldId="2147482157"/>
        </pc:sldMkLst>
        <pc:graphicFrameChg chg="mod modGraphic">
          <ac:chgData name="김도원(DOWON KIM)[ehdnjs104]/사원/제조DX.제조DX솔루션.롤맵기술팀" userId="40903c55-8d7f-4a01-bcfb-534127f384e5" providerId="ADAL" clId="{75AC51E7-4F2B-413D-B303-F396DE3DAC38}" dt="2025-12-10T07:20:10.405" v="398" actId="207"/>
          <ac:graphicFrameMkLst>
            <pc:docMk/>
            <pc:sldMk cId="1270712381" sldId="2147482157"/>
            <ac:graphicFrameMk id="16" creationId="{036EE05A-7B4C-FBDE-5F92-A050D4DFE80E}"/>
          </ac:graphicFrameMkLst>
        </pc:graphicFrameChg>
      </pc:sldChg>
      <pc:sldChg chg="modSp mod">
        <pc:chgData name="김도원(DOWON KIM)[ehdnjs104]/사원/제조DX.제조DX솔루션.롤맵기술팀" userId="40903c55-8d7f-4a01-bcfb-534127f384e5" providerId="ADAL" clId="{75AC51E7-4F2B-413D-B303-F396DE3DAC38}" dt="2025-12-10T07:20:12.810" v="399" actId="207"/>
        <pc:sldMkLst>
          <pc:docMk/>
          <pc:sldMk cId="3468524003" sldId="2147482158"/>
        </pc:sldMkLst>
        <pc:graphicFrameChg chg="mod modGraphic">
          <ac:chgData name="김도원(DOWON KIM)[ehdnjs104]/사원/제조DX.제조DX솔루션.롤맵기술팀" userId="40903c55-8d7f-4a01-bcfb-534127f384e5" providerId="ADAL" clId="{75AC51E7-4F2B-413D-B303-F396DE3DAC38}" dt="2025-12-10T07:20:12.810" v="399" actId="207"/>
          <ac:graphicFrameMkLst>
            <pc:docMk/>
            <pc:sldMk cId="3468524003" sldId="2147482158"/>
            <ac:graphicFrameMk id="16" creationId="{CB0E2323-D1D0-F431-66A8-D4863F47FEF4}"/>
          </ac:graphicFrameMkLst>
        </pc:graphicFrameChg>
      </pc:sldChg>
      <pc:sldChg chg="modSp mod">
        <pc:chgData name="김도원(DOWON KIM)[ehdnjs104]/사원/제조DX.제조DX솔루션.롤맵기술팀" userId="40903c55-8d7f-4a01-bcfb-534127f384e5" providerId="ADAL" clId="{75AC51E7-4F2B-413D-B303-F396DE3DAC38}" dt="2025-12-10T07:20:15.436" v="400" actId="207"/>
        <pc:sldMkLst>
          <pc:docMk/>
          <pc:sldMk cId="3982393149" sldId="2147482159"/>
        </pc:sldMkLst>
        <pc:graphicFrameChg chg="mod modGraphic">
          <ac:chgData name="김도원(DOWON KIM)[ehdnjs104]/사원/제조DX.제조DX솔루션.롤맵기술팀" userId="40903c55-8d7f-4a01-bcfb-534127f384e5" providerId="ADAL" clId="{75AC51E7-4F2B-413D-B303-F396DE3DAC38}" dt="2025-12-10T07:20:15.436" v="400" actId="207"/>
          <ac:graphicFrameMkLst>
            <pc:docMk/>
            <pc:sldMk cId="3982393149" sldId="2147482159"/>
            <ac:graphicFrameMk id="16" creationId="{83986431-2BA6-7FBA-CA12-CF463506D301}"/>
          </ac:graphicFrameMkLst>
        </pc:graphicFrameChg>
      </pc:sldChg>
      <pc:sldChg chg="modSp mod">
        <pc:chgData name="김도원(DOWON KIM)[ehdnjs104]/사원/제조DX.제조DX솔루션.롤맵기술팀" userId="40903c55-8d7f-4a01-bcfb-534127f384e5" providerId="ADAL" clId="{75AC51E7-4F2B-413D-B303-F396DE3DAC38}" dt="2025-12-10T07:20:18.278" v="401" actId="207"/>
        <pc:sldMkLst>
          <pc:docMk/>
          <pc:sldMk cId="4127400384" sldId="2147482160"/>
        </pc:sldMkLst>
        <pc:graphicFrameChg chg="mod modGraphic">
          <ac:chgData name="김도원(DOWON KIM)[ehdnjs104]/사원/제조DX.제조DX솔루션.롤맵기술팀" userId="40903c55-8d7f-4a01-bcfb-534127f384e5" providerId="ADAL" clId="{75AC51E7-4F2B-413D-B303-F396DE3DAC38}" dt="2025-12-10T07:20:18.278" v="401" actId="207"/>
          <ac:graphicFrameMkLst>
            <pc:docMk/>
            <pc:sldMk cId="4127400384" sldId="2147482160"/>
            <ac:graphicFrameMk id="15" creationId="{CDC76027-00C0-E482-F77B-ED0912123DEF}"/>
          </ac:graphicFrameMkLst>
        </pc:graphicFrameChg>
      </pc:sldChg>
    </pc:docChg>
  </pc:docChgLst>
  <pc:docChgLst>
    <pc:chgData name="조은지(EUNJI JO)[joeunji]/선임/제조DX.제조DX솔루션.데이터통합분석팀" userId="d82ce3d5-2c2f-4d6b-9fbb-477c92d9f333" providerId="ADAL" clId="{074732BF-7BDB-424A-AC1A-F2FF4D8BBAF6}"/>
    <pc:docChg chg="undo custSel addSld modSld">
      <pc:chgData name="조은지(EUNJI JO)[joeunji]/선임/제조DX.제조DX솔루션.데이터통합분석팀" userId="d82ce3d5-2c2f-4d6b-9fbb-477c92d9f333" providerId="ADAL" clId="{074732BF-7BDB-424A-AC1A-F2FF4D8BBAF6}" dt="2025-10-23T01:38:26.557" v="3083" actId="571"/>
      <pc:docMkLst>
        <pc:docMk/>
      </pc:docMkLst>
      <pc:sldChg chg="modSp">
        <pc:chgData name="조은지(EUNJI JO)[joeunji]/선임/제조DX.제조DX솔루션.데이터통합분석팀" userId="d82ce3d5-2c2f-4d6b-9fbb-477c92d9f333" providerId="ADAL" clId="{074732BF-7BDB-424A-AC1A-F2FF4D8BBAF6}" dt="2025-10-21T02:58:00.143" v="70" actId="207"/>
        <pc:sldMkLst>
          <pc:docMk/>
          <pc:sldMk cId="921970639" sldId="2147481788"/>
        </pc:sldMkLst>
        <pc:spChg chg="mod">
          <ac:chgData name="조은지(EUNJI JO)[joeunji]/선임/제조DX.제조DX솔루션.데이터통합분석팀" userId="d82ce3d5-2c2f-4d6b-9fbb-477c92d9f333" providerId="ADAL" clId="{074732BF-7BDB-424A-AC1A-F2FF4D8BBAF6}" dt="2025-10-21T02:57:38.523" v="28" actId="20577"/>
          <ac:spMkLst>
            <pc:docMk/>
            <pc:sldMk cId="921970639" sldId="2147481788"/>
            <ac:spMk id="9" creationId="{00000000-0000-0000-0000-000000000000}"/>
          </ac:spMkLst>
        </pc:spChg>
        <pc:graphicFrameChg chg="mod modGraphic">
          <ac:chgData name="조은지(EUNJI JO)[joeunji]/선임/제조DX.제조DX솔루션.데이터통합분석팀" userId="d82ce3d5-2c2f-4d6b-9fbb-477c92d9f333" providerId="ADAL" clId="{074732BF-7BDB-424A-AC1A-F2FF4D8BBAF6}" dt="2025-10-21T02:58:00.143" v="70" actId="207"/>
          <ac:graphicFrameMkLst>
            <pc:docMk/>
            <pc:sldMk cId="921970639" sldId="2147481788"/>
            <ac:graphicFrameMk id="19" creationId="{3E86696F-E35A-4B06-9B46-63A4A6A986C1}"/>
          </ac:graphicFrameMkLst>
        </pc:graphicFrameChg>
      </pc:sldChg>
      <pc:sldChg chg="modSp">
        <pc:chgData name="조은지(EUNJI JO)[joeunji]/선임/제조DX.제조DX솔루션.데이터통합분석팀" userId="d82ce3d5-2c2f-4d6b-9fbb-477c92d9f333" providerId="ADAL" clId="{074732BF-7BDB-424A-AC1A-F2FF4D8BBAF6}" dt="2025-10-21T05:19:47.481" v="2505" actId="20577"/>
        <pc:sldMkLst>
          <pc:docMk/>
          <pc:sldMk cId="317861486" sldId="2147481830"/>
        </pc:sldMkLst>
        <pc:spChg chg="mod">
          <ac:chgData name="조은지(EUNJI JO)[joeunji]/선임/제조DX.제조DX솔루션.데이터통합분석팀" userId="d82ce3d5-2c2f-4d6b-9fbb-477c92d9f333" providerId="ADAL" clId="{074732BF-7BDB-424A-AC1A-F2FF4D8BBAF6}" dt="2025-10-21T05:19:47.481" v="2505" actId="20577"/>
          <ac:spMkLst>
            <pc:docMk/>
            <pc:sldMk cId="317861486" sldId="2147481830"/>
            <ac:spMk id="41" creationId="{88611533-2EB6-4D24-AED6-C795A5A2B08E}"/>
          </ac:spMkLst>
        </pc:spChg>
        <pc:graphicFrameChg chg="modGraphic">
          <ac:chgData name="조은지(EUNJI JO)[joeunji]/선임/제조DX.제조DX솔루션.데이터통합분석팀" userId="d82ce3d5-2c2f-4d6b-9fbb-477c92d9f333" providerId="ADAL" clId="{074732BF-7BDB-424A-AC1A-F2FF4D8BBAF6}" dt="2025-10-21T05:19:39.231" v="2492" actId="207"/>
          <ac:graphicFrameMkLst>
            <pc:docMk/>
            <pc:sldMk cId="317861486" sldId="2147481830"/>
            <ac:graphicFrameMk id="19" creationId="{3E86696F-E35A-4B06-9B46-63A4A6A986C1}"/>
          </ac:graphicFrameMkLst>
        </pc:graphicFrameChg>
      </pc:sldChg>
      <pc:sldChg chg="modSp">
        <pc:chgData name="조은지(EUNJI JO)[joeunji]/선임/제조DX.제조DX솔루션.데이터통합분석팀" userId="d82ce3d5-2c2f-4d6b-9fbb-477c92d9f333" providerId="ADAL" clId="{074732BF-7BDB-424A-AC1A-F2FF4D8BBAF6}" dt="2025-10-21T05:19:15.388" v="2489" actId="20577"/>
        <pc:sldMkLst>
          <pc:docMk/>
          <pc:sldMk cId="1625678813" sldId="2147481949"/>
        </pc:sldMkLst>
        <pc:spChg chg="mod">
          <ac:chgData name="조은지(EUNJI JO)[joeunji]/선임/제조DX.제조DX솔루션.데이터통합분석팀" userId="d82ce3d5-2c2f-4d6b-9fbb-477c92d9f333" providerId="ADAL" clId="{074732BF-7BDB-424A-AC1A-F2FF4D8BBAF6}" dt="2025-10-21T05:19:15.388" v="2489" actId="20577"/>
          <ac:spMkLst>
            <pc:docMk/>
            <pc:sldMk cId="1625678813" sldId="2147481949"/>
            <ac:spMk id="9" creationId="{00000000-0000-0000-0000-000000000000}"/>
          </ac:spMkLst>
        </pc:spChg>
        <pc:graphicFrameChg chg="modGraphic">
          <ac:chgData name="조은지(EUNJI JO)[joeunji]/선임/제조DX.제조DX솔루션.데이터통합분석팀" userId="d82ce3d5-2c2f-4d6b-9fbb-477c92d9f333" providerId="ADAL" clId="{074732BF-7BDB-424A-AC1A-F2FF4D8BBAF6}" dt="2025-10-21T05:19:06.209" v="2472" actId="207"/>
          <ac:graphicFrameMkLst>
            <pc:docMk/>
            <pc:sldMk cId="1625678813" sldId="2147481949"/>
            <ac:graphicFrameMk id="19" creationId="{3E86696F-E35A-4B06-9B46-63A4A6A986C1}"/>
          </ac:graphicFrameMkLst>
        </pc:graphicFrameChg>
      </pc:sldChg>
      <pc:sldChg chg="modSp">
        <pc:chgData name="조은지(EUNJI JO)[joeunji]/선임/제조DX.제조DX솔루션.데이터통합분석팀" userId="d82ce3d5-2c2f-4d6b-9fbb-477c92d9f333" providerId="ADAL" clId="{074732BF-7BDB-424A-AC1A-F2FF4D8BBAF6}" dt="2025-10-21T05:24:21.562" v="3001"/>
        <pc:sldMkLst>
          <pc:docMk/>
          <pc:sldMk cId="2230191528" sldId="2147481954"/>
        </pc:sldMkLst>
        <pc:spChg chg="mod">
          <ac:chgData name="조은지(EUNJI JO)[joeunji]/선임/제조DX.제조DX솔루션.데이터통합분석팀" userId="d82ce3d5-2c2f-4d6b-9fbb-477c92d9f333" providerId="ADAL" clId="{074732BF-7BDB-424A-AC1A-F2FF4D8BBAF6}" dt="2025-10-21T05:20:18.269" v="2520" actId="20577"/>
          <ac:spMkLst>
            <pc:docMk/>
            <pc:sldMk cId="2230191528" sldId="2147481954"/>
            <ac:spMk id="35" creationId="{ABE19A9F-A8FA-462C-9FAC-B538C1BB4CB0}"/>
          </ac:spMkLst>
        </pc:spChg>
        <pc:graphicFrameChg chg="mod modGraphic">
          <ac:chgData name="조은지(EUNJI JO)[joeunji]/선임/제조DX.제조DX솔루션.데이터통합분석팀" userId="d82ce3d5-2c2f-4d6b-9fbb-477c92d9f333" providerId="ADAL" clId="{074732BF-7BDB-424A-AC1A-F2FF4D8BBAF6}" dt="2025-10-21T05:24:21.562" v="3001"/>
          <ac:graphicFrameMkLst>
            <pc:docMk/>
            <pc:sldMk cId="2230191528" sldId="2147481954"/>
            <ac:graphicFrameMk id="19" creationId="{3E86696F-E35A-4B06-9B46-63A4A6A986C1}"/>
          </ac:graphicFrameMkLst>
        </pc:graphicFrameChg>
      </pc:sldChg>
      <pc:sldChg chg="modSp">
        <pc:chgData name="조은지(EUNJI JO)[joeunji]/선임/제조DX.제조DX솔루션.데이터통합분석팀" userId="d82ce3d5-2c2f-4d6b-9fbb-477c92d9f333" providerId="ADAL" clId="{074732BF-7BDB-424A-AC1A-F2FF4D8BBAF6}" dt="2025-10-21T02:43:25.829" v="13" actId="20577"/>
        <pc:sldMkLst>
          <pc:docMk/>
          <pc:sldMk cId="3544279689" sldId="2147482010"/>
        </pc:sldMkLst>
        <pc:spChg chg="mod">
          <ac:chgData name="조은지(EUNJI JO)[joeunji]/선임/제조DX.제조DX솔루션.데이터통합분석팀" userId="d82ce3d5-2c2f-4d6b-9fbb-477c92d9f333" providerId="ADAL" clId="{074732BF-7BDB-424A-AC1A-F2FF4D8BBAF6}" dt="2025-10-21T02:43:25.829" v="13" actId="20577"/>
          <ac:spMkLst>
            <pc:docMk/>
            <pc:sldMk cId="3544279689" sldId="2147482010"/>
            <ac:spMk id="9" creationId="{00000000-0000-0000-0000-000000000000}"/>
          </ac:spMkLst>
        </pc:spChg>
        <pc:graphicFrameChg chg="modGraphic">
          <ac:chgData name="조은지(EUNJI JO)[joeunji]/선임/제조DX.제조DX솔루션.데이터통합분석팀" userId="d82ce3d5-2c2f-4d6b-9fbb-477c92d9f333" providerId="ADAL" clId="{074732BF-7BDB-424A-AC1A-F2FF4D8BBAF6}" dt="2025-10-21T02:43:16.132" v="0" actId="207"/>
          <ac:graphicFrameMkLst>
            <pc:docMk/>
            <pc:sldMk cId="3544279689" sldId="2147482010"/>
            <ac:graphicFrameMk id="19" creationId="{3E86696F-E35A-4B06-9B46-63A4A6A986C1}"/>
          </ac:graphicFrameMkLst>
        </pc:graphicFrameChg>
      </pc:sldChg>
      <pc:sldChg chg="addSp delSp modSp">
        <pc:chgData name="조은지(EUNJI JO)[joeunji]/선임/제조DX.제조DX솔루션.데이터통합분석팀" userId="d82ce3d5-2c2f-4d6b-9fbb-477c92d9f333" providerId="ADAL" clId="{074732BF-7BDB-424A-AC1A-F2FF4D8BBAF6}" dt="2025-10-23T01:38:26.557" v="3083" actId="571"/>
        <pc:sldMkLst>
          <pc:docMk/>
          <pc:sldMk cId="122266075" sldId="2147482060"/>
        </pc:sldMkLst>
        <pc:picChg chg="mod ord">
          <ac:chgData name="조은지(EUNJI JO)[joeunji]/선임/제조DX.제조DX솔루션.데이터통합분석팀" userId="d82ce3d5-2c2f-4d6b-9fbb-477c92d9f333" providerId="ADAL" clId="{074732BF-7BDB-424A-AC1A-F2FF4D8BBAF6}" dt="2025-10-23T01:28:04.868" v="3021" actId="552"/>
          <ac:picMkLst>
            <pc:docMk/>
            <pc:sldMk cId="122266075" sldId="2147482060"/>
            <ac:picMk id="8" creationId="{EB9DE90A-F930-7C32-38D4-CC01BAE16B83}"/>
          </ac:picMkLst>
        </pc:picChg>
        <pc:picChg chg="add mod">
          <ac:chgData name="조은지(EUNJI JO)[joeunji]/선임/제조DX.제조DX솔루션.데이터통합분석팀" userId="d82ce3d5-2c2f-4d6b-9fbb-477c92d9f333" providerId="ADAL" clId="{074732BF-7BDB-424A-AC1A-F2FF4D8BBAF6}" dt="2025-10-23T01:35:04.906" v="3062" actId="14100"/>
          <ac:picMkLst>
            <pc:docMk/>
            <pc:sldMk cId="122266075" sldId="2147482060"/>
            <ac:picMk id="16" creationId="{8E1014F1-F55C-4B12-954E-F663B4A55291}"/>
          </ac:picMkLst>
        </pc:picChg>
        <pc:picChg chg="mod">
          <ac:chgData name="조은지(EUNJI JO)[joeunji]/선임/제조DX.제조DX솔루션.데이터통합분석팀" userId="d82ce3d5-2c2f-4d6b-9fbb-477c92d9f333" providerId="ADAL" clId="{074732BF-7BDB-424A-AC1A-F2FF4D8BBAF6}" dt="2025-10-23T01:37:45.111" v="3075" actId="14826"/>
          <ac:picMkLst>
            <pc:docMk/>
            <pc:sldMk cId="122266075" sldId="2147482060"/>
            <ac:picMk id="24" creationId="{A3566181-B64A-B62E-429E-110ED43D0E65}"/>
          </ac:picMkLst>
        </pc:picChg>
        <pc:picChg chg="add mod modCrop">
          <ac:chgData name="조은지(EUNJI JO)[joeunji]/선임/제조DX.제조DX솔루션.데이터통합분석팀" userId="d82ce3d5-2c2f-4d6b-9fbb-477c92d9f333" providerId="ADAL" clId="{074732BF-7BDB-424A-AC1A-F2FF4D8BBAF6}" dt="2025-10-23T01:38:19.705" v="3082" actId="1076"/>
          <ac:picMkLst>
            <pc:docMk/>
            <pc:sldMk cId="122266075" sldId="2147482060"/>
            <ac:picMk id="25" creationId="{643B4D1F-CFBD-45C8-9ED3-B330D2503FA1}"/>
          </ac:picMkLst>
        </pc:picChg>
        <pc:picChg chg="mod">
          <ac:chgData name="조은지(EUNJI JO)[joeunji]/선임/제조DX.제조DX솔루션.데이터통합분석팀" userId="d82ce3d5-2c2f-4d6b-9fbb-477c92d9f333" providerId="ADAL" clId="{074732BF-7BDB-424A-AC1A-F2FF4D8BBAF6}" dt="2025-10-23T01:31:10.112" v="3033" actId="14100"/>
          <ac:picMkLst>
            <pc:docMk/>
            <pc:sldMk cId="122266075" sldId="2147482060"/>
            <ac:picMk id="44" creationId="{E857F09C-9C17-1A55-7F33-15744B26B051}"/>
          </ac:picMkLst>
        </pc:picChg>
        <pc:picChg chg="mod">
          <ac:chgData name="조은지(EUNJI JO)[joeunji]/선임/제조DX.제조DX솔루션.데이터통합분석팀" userId="d82ce3d5-2c2f-4d6b-9fbb-477c92d9f333" providerId="ADAL" clId="{074732BF-7BDB-424A-AC1A-F2FF4D8BBAF6}" dt="2025-10-23T01:33:15.871" v="3048" actId="14100"/>
          <ac:picMkLst>
            <pc:docMk/>
            <pc:sldMk cId="122266075" sldId="2147482060"/>
            <ac:picMk id="56" creationId="{7B1595BD-091E-6097-D1E4-A8E360636719}"/>
          </ac:picMkLst>
        </pc:picChg>
        <pc:picChg chg="add mod">
          <ac:chgData name="조은지(EUNJI JO)[joeunji]/선임/제조DX.제조DX솔루션.데이터통합분석팀" userId="d82ce3d5-2c2f-4d6b-9fbb-477c92d9f333" providerId="ADAL" clId="{074732BF-7BDB-424A-AC1A-F2FF4D8BBAF6}" dt="2025-10-23T01:38:26.557" v="3083" actId="571"/>
          <ac:picMkLst>
            <pc:docMk/>
            <pc:sldMk cId="122266075" sldId="2147482060"/>
            <ac:picMk id="68" creationId="{7CA37BC8-1A9B-477C-B411-91BFB969FF71}"/>
          </ac:picMkLst>
        </pc:picChg>
        <pc:picChg chg="mod">
          <ac:chgData name="조은지(EUNJI JO)[joeunji]/선임/제조DX.제조DX솔루션.데이터통합분석팀" userId="d82ce3d5-2c2f-4d6b-9fbb-477c92d9f333" providerId="ADAL" clId="{074732BF-7BDB-424A-AC1A-F2FF4D8BBAF6}" dt="2025-10-23T01:37:28.079" v="3074" actId="14826"/>
          <ac:picMkLst>
            <pc:docMk/>
            <pc:sldMk cId="122266075" sldId="2147482060"/>
            <ac:picMk id="83" creationId="{BFCCD2C8-7EB0-99CC-2ABC-A3AA40DEC4CD}"/>
          </ac:picMkLst>
        </pc:picChg>
      </pc:sldChg>
      <pc:sldChg chg="addSp delSp modSp add">
        <pc:chgData name="조은지(EUNJI JO)[joeunji]/선임/제조DX.제조DX솔루션.데이터통합분석팀" userId="d82ce3d5-2c2f-4d6b-9fbb-477c92d9f333" providerId="ADAL" clId="{074732BF-7BDB-424A-AC1A-F2FF4D8BBAF6}" dt="2025-10-21T05:05:50.238" v="2469" actId="1035"/>
        <pc:sldMkLst>
          <pc:docMk/>
          <pc:sldMk cId="622379998" sldId="2147482147"/>
        </pc:sldMkLst>
        <pc:spChg chg="mod">
          <ac:chgData name="조은지(EUNJI JO)[joeunji]/선임/제조DX.제조DX솔루션.데이터통합분석팀" userId="d82ce3d5-2c2f-4d6b-9fbb-477c92d9f333" providerId="ADAL" clId="{074732BF-7BDB-424A-AC1A-F2FF4D8BBAF6}" dt="2025-10-21T03:50:53.030" v="1411" actId="20577"/>
          <ac:spMkLst>
            <pc:docMk/>
            <pc:sldMk cId="622379998" sldId="2147482147"/>
            <ac:spMk id="9" creationId="{00000000-0000-0000-0000-000000000000}"/>
          </ac:spMkLst>
        </pc:spChg>
        <pc:spChg chg="mod">
          <ac:chgData name="조은지(EUNJI JO)[joeunji]/선임/제조DX.제조DX솔루션.데이터통합분석팀" userId="d82ce3d5-2c2f-4d6b-9fbb-477c92d9f333" providerId="ADAL" clId="{074732BF-7BDB-424A-AC1A-F2FF4D8BBAF6}" dt="2025-10-21T03:50:32.574" v="1393" actId="20577"/>
          <ac:spMkLst>
            <pc:docMk/>
            <pc:sldMk cId="622379998" sldId="2147482147"/>
            <ac:spMk id="15" creationId="{BA6043FC-CD0C-495B-80FB-DE87727653BB}"/>
          </ac:spMkLst>
        </pc:spChg>
        <pc:graphicFrameChg chg="mod modGraphic">
          <ac:chgData name="조은지(EUNJI JO)[joeunji]/선임/제조DX.제조DX솔루션.데이터통합분석팀" userId="d82ce3d5-2c2f-4d6b-9fbb-477c92d9f333" providerId="ADAL" clId="{074732BF-7BDB-424A-AC1A-F2FF4D8BBAF6}" dt="2025-10-21T04:44:22.971" v="1504" actId="1035"/>
          <ac:graphicFrameMkLst>
            <pc:docMk/>
            <pc:sldMk cId="622379998" sldId="2147482147"/>
            <ac:graphicFrameMk id="4" creationId="{0472E171-D1D3-400C-B416-93D7B68E3795}"/>
          </ac:graphicFrameMkLst>
        </pc:graphicFrameChg>
        <pc:graphicFrameChg chg="mod modGraphic">
          <ac:chgData name="조은지(EUNJI JO)[joeunji]/선임/제조DX.제조DX솔루션.데이터통합분석팀" userId="d82ce3d5-2c2f-4d6b-9fbb-477c92d9f333" providerId="ADAL" clId="{074732BF-7BDB-424A-AC1A-F2FF4D8BBAF6}" dt="2025-10-21T04:59:54.828" v="2272" actId="20577"/>
          <ac:graphicFrameMkLst>
            <pc:docMk/>
            <pc:sldMk cId="622379998" sldId="2147482147"/>
            <ac:graphicFrameMk id="14" creationId="{C3470D81-2A51-44B3-A6BB-CD8CA0F3C09D}"/>
          </ac:graphicFrameMkLst>
        </pc:graphicFrameChg>
        <pc:graphicFrameChg chg="mod modGraphic">
          <ac:chgData name="조은지(EUNJI JO)[joeunji]/선임/제조DX.제조DX솔루션.데이터통합분석팀" userId="d82ce3d5-2c2f-4d6b-9fbb-477c92d9f333" providerId="ADAL" clId="{074732BF-7BDB-424A-AC1A-F2FF4D8BBAF6}" dt="2025-10-21T04:55:20.762" v="1942" actId="20577"/>
          <ac:graphicFrameMkLst>
            <pc:docMk/>
            <pc:sldMk cId="622379998" sldId="2147482147"/>
            <ac:graphicFrameMk id="17" creationId="{13E32185-611D-4FB9-A8E7-E49F2D59E1E0}"/>
          </ac:graphicFrameMkLst>
        </pc:graphicFrameChg>
        <pc:graphicFrameChg chg="mod modGraphic">
          <ac:chgData name="조은지(EUNJI JO)[joeunji]/선임/제조DX.제조DX솔루션.데이터통합분석팀" userId="d82ce3d5-2c2f-4d6b-9fbb-477c92d9f333" providerId="ADAL" clId="{074732BF-7BDB-424A-AC1A-F2FF4D8BBAF6}" dt="2025-10-21T05:02:28.470" v="2398" actId="207"/>
          <ac:graphicFrameMkLst>
            <pc:docMk/>
            <pc:sldMk cId="622379998" sldId="2147482147"/>
            <ac:graphicFrameMk id="19" creationId="{3E86696F-E35A-4B06-9B46-63A4A6A986C1}"/>
          </ac:graphicFrameMkLst>
        </pc:graphicFrameChg>
      </pc:sldChg>
    </pc:docChg>
  </pc:docChgLst>
  <pc:docChgLst>
    <pc:chgData name="전기영(GIYEONG JEON)[jeongy]/책임/제조DX.제조DX솔루션.롤맵기술팀" userId="9bc6f0c3-3ae2-4a3b-ab31-c290bb6ed01a" providerId="ADAL" clId="{BB5DCA33-5166-4B31-AFA3-CCBA01CA5223}"/>
    <pc:docChg chg="undo custSel modSld sldOrd">
      <pc:chgData name="전기영(GIYEONG JEON)[jeongy]/책임/제조DX.제조DX솔루션.롤맵기술팀" userId="9bc6f0c3-3ae2-4a3b-ab31-c290bb6ed01a" providerId="ADAL" clId="{BB5DCA33-5166-4B31-AFA3-CCBA01CA5223}" dt="2025-12-10T06:00:23.570" v="1920" actId="207"/>
      <pc:docMkLst>
        <pc:docMk/>
      </pc:docMkLst>
      <pc:sldChg chg="modSp mod ord">
        <pc:chgData name="전기영(GIYEONG JEON)[jeongy]/책임/제조DX.제조DX솔루션.롤맵기술팀" userId="9bc6f0c3-3ae2-4a3b-ab31-c290bb6ed01a" providerId="ADAL" clId="{BB5DCA33-5166-4B31-AFA3-CCBA01CA5223}" dt="2025-12-10T05:42:48.595" v="4"/>
        <pc:sldMkLst>
          <pc:docMk/>
          <pc:sldMk cId="2838777384" sldId="1924"/>
        </pc:sldMkLst>
        <pc:spChg chg="mod">
          <ac:chgData name="전기영(GIYEONG JEON)[jeongy]/책임/제조DX.제조DX솔루션.롤맵기술팀" userId="9bc6f0c3-3ae2-4a3b-ab31-c290bb6ed01a" providerId="ADAL" clId="{BB5DCA33-5166-4B31-AFA3-CCBA01CA5223}" dt="2025-12-10T05:42:48.595" v="4"/>
          <ac:spMkLst>
            <pc:docMk/>
            <pc:sldMk cId="2838777384" sldId="1924"/>
            <ac:spMk id="26" creationId="{4B851281-5337-41CE-8F52-BF731257E53C}"/>
          </ac:spMkLst>
        </pc:spChg>
      </pc:sldChg>
      <pc:sldChg chg="modSp mod">
        <pc:chgData name="전기영(GIYEONG JEON)[jeongy]/책임/제조DX.제조DX솔루션.롤맵기술팀" userId="9bc6f0c3-3ae2-4a3b-ab31-c290bb6ed01a" providerId="ADAL" clId="{BB5DCA33-5166-4B31-AFA3-CCBA01CA5223}" dt="2025-12-10T05:48:56.298" v="509" actId="20577"/>
        <pc:sldMkLst>
          <pc:docMk/>
          <pc:sldMk cId="3266697761" sldId="2278"/>
        </pc:sldMkLst>
        <pc:spChg chg="mod">
          <ac:chgData name="전기영(GIYEONG JEON)[jeongy]/책임/제조DX.제조DX솔루션.롤맵기술팀" userId="9bc6f0c3-3ae2-4a3b-ab31-c290bb6ed01a" providerId="ADAL" clId="{BB5DCA33-5166-4B31-AFA3-CCBA01CA5223}" dt="2025-12-10T05:44:23.642" v="228" actId="1076"/>
          <ac:spMkLst>
            <pc:docMk/>
            <pc:sldMk cId="3266697761" sldId="2278"/>
            <ac:spMk id="2" creationId="{D0FF2AED-0046-C817-3E30-4FE796B4077E}"/>
          </ac:spMkLst>
        </pc:spChg>
        <pc:spChg chg="mod">
          <ac:chgData name="전기영(GIYEONG JEON)[jeongy]/책임/제조DX.제조DX솔루션.롤맵기술팀" userId="9bc6f0c3-3ae2-4a3b-ab31-c290bb6ed01a" providerId="ADAL" clId="{BB5DCA33-5166-4B31-AFA3-CCBA01CA5223}" dt="2025-12-10T05:48:56.298" v="509" actId="20577"/>
          <ac:spMkLst>
            <pc:docMk/>
            <pc:sldMk cId="3266697761" sldId="2278"/>
            <ac:spMk id="18" creationId="{FC55D7C3-19BB-417C-88D2-249E3D408DED}"/>
          </ac:spMkLst>
        </pc:spChg>
      </pc:sldChg>
      <pc:sldChg chg="modSp mod">
        <pc:chgData name="전기영(GIYEONG JEON)[jeongy]/책임/제조DX.제조DX솔루션.롤맵기술팀" userId="9bc6f0c3-3ae2-4a3b-ab31-c290bb6ed01a" providerId="ADAL" clId="{BB5DCA33-5166-4B31-AFA3-CCBA01CA5223}" dt="2025-12-10T05:42:45.134" v="2" actId="20577"/>
        <pc:sldMkLst>
          <pc:docMk/>
          <pc:sldMk cId="2387407934" sldId="2147481881"/>
        </pc:sldMkLst>
        <pc:spChg chg="mod">
          <ac:chgData name="전기영(GIYEONG JEON)[jeongy]/책임/제조DX.제조DX솔루션.롤맵기술팀" userId="9bc6f0c3-3ae2-4a3b-ab31-c290bb6ed01a" providerId="ADAL" clId="{BB5DCA33-5166-4B31-AFA3-CCBA01CA5223}" dt="2025-12-10T05:42:45.134" v="2" actId="20577"/>
          <ac:spMkLst>
            <pc:docMk/>
            <pc:sldMk cId="2387407934" sldId="2147481881"/>
            <ac:spMk id="82" creationId="{6E629A8E-DFC1-46F5-86E9-DF516FCEBFAD}"/>
          </ac:spMkLst>
        </pc:spChg>
      </pc:sldChg>
      <pc:sldChg chg="modSp mod">
        <pc:chgData name="전기영(GIYEONG JEON)[jeongy]/책임/제조DX.제조DX솔루션.롤맵기술팀" userId="9bc6f0c3-3ae2-4a3b-ab31-c290bb6ed01a" providerId="ADAL" clId="{BB5DCA33-5166-4B31-AFA3-CCBA01CA5223}" dt="2025-12-10T05:46:11.754" v="283"/>
        <pc:sldMkLst>
          <pc:docMk/>
          <pc:sldMk cId="1825793658" sldId="2147481922"/>
        </pc:sldMkLst>
        <pc:spChg chg="mod">
          <ac:chgData name="전기영(GIYEONG JEON)[jeongy]/책임/제조DX.제조DX솔루션.롤맵기술팀" userId="9bc6f0c3-3ae2-4a3b-ab31-c290bb6ed01a" providerId="ADAL" clId="{BB5DCA33-5166-4B31-AFA3-CCBA01CA5223}" dt="2025-12-10T05:45:57.513" v="270" actId="20577"/>
          <ac:spMkLst>
            <pc:docMk/>
            <pc:sldMk cId="1825793658" sldId="2147481922"/>
            <ac:spMk id="18" creationId="{72943F47-EAEA-4391-A2BC-C7C33A8E8CFD}"/>
          </ac:spMkLst>
        </pc:spChg>
        <pc:graphicFrameChg chg="mod modGraphic">
          <ac:chgData name="전기영(GIYEONG JEON)[jeongy]/책임/제조DX.제조DX솔루션.롤맵기술팀" userId="9bc6f0c3-3ae2-4a3b-ab31-c290bb6ed01a" providerId="ADAL" clId="{BB5DCA33-5166-4B31-AFA3-CCBA01CA5223}" dt="2025-12-10T05:46:11.754" v="283"/>
          <ac:graphicFrameMkLst>
            <pc:docMk/>
            <pc:sldMk cId="1825793658" sldId="2147481922"/>
            <ac:graphicFrameMk id="3" creationId="{3E86696F-E35A-4B06-9B46-63A4A6A986C1}"/>
          </ac:graphicFrameMkLst>
        </pc:graphicFrameChg>
      </pc:sldChg>
      <pc:sldChg chg="modSp mod">
        <pc:chgData name="전기영(GIYEONG JEON)[jeongy]/책임/제조DX.제조DX솔루션.롤맵기술팀" userId="9bc6f0c3-3ae2-4a3b-ab31-c290bb6ed01a" providerId="ADAL" clId="{BB5DCA33-5166-4B31-AFA3-CCBA01CA5223}" dt="2025-12-10T05:47:40.044" v="501" actId="20577"/>
        <pc:sldMkLst>
          <pc:docMk/>
          <pc:sldMk cId="3019991654" sldId="2147481963"/>
        </pc:sldMkLst>
        <pc:spChg chg="mod">
          <ac:chgData name="전기영(GIYEONG JEON)[jeongy]/책임/제조DX.제조DX솔루션.롤맵기술팀" userId="9bc6f0c3-3ae2-4a3b-ab31-c290bb6ed01a" providerId="ADAL" clId="{BB5DCA33-5166-4B31-AFA3-CCBA01CA5223}" dt="2025-12-10T05:47:05.100" v="449" actId="20577"/>
          <ac:spMkLst>
            <pc:docMk/>
            <pc:sldMk cId="3019991654" sldId="2147481963"/>
            <ac:spMk id="18" creationId="{72943F47-EAEA-4391-A2BC-C7C33A8E8CFD}"/>
          </ac:spMkLst>
        </pc:spChg>
        <pc:graphicFrameChg chg="mod modGraphic">
          <ac:chgData name="전기영(GIYEONG JEON)[jeongy]/책임/제조DX.제조DX솔루션.롤맵기술팀" userId="9bc6f0c3-3ae2-4a3b-ab31-c290bb6ed01a" providerId="ADAL" clId="{BB5DCA33-5166-4B31-AFA3-CCBA01CA5223}" dt="2025-12-10T05:47:40.044" v="501" actId="20577"/>
          <ac:graphicFrameMkLst>
            <pc:docMk/>
            <pc:sldMk cId="3019991654" sldId="2147481963"/>
            <ac:graphicFrameMk id="3" creationId="{3E86696F-E35A-4B06-9B46-63A4A6A986C1}"/>
          </ac:graphicFrameMkLst>
        </pc:graphicFrameChg>
      </pc:sldChg>
      <pc:sldChg chg="modSp mod">
        <pc:chgData name="전기영(GIYEONG JEON)[jeongy]/책임/제조DX.제조DX솔루션.롤맵기술팀" userId="9bc6f0c3-3ae2-4a3b-ab31-c290bb6ed01a" providerId="ADAL" clId="{BB5DCA33-5166-4B31-AFA3-CCBA01CA5223}" dt="2025-12-10T05:42:51.445" v="5"/>
        <pc:sldMkLst>
          <pc:docMk/>
          <pc:sldMk cId="2260942690" sldId="2147481980"/>
        </pc:sldMkLst>
        <pc:spChg chg="mod">
          <ac:chgData name="전기영(GIYEONG JEON)[jeongy]/책임/제조DX.제조DX솔루션.롤맵기술팀" userId="9bc6f0c3-3ae2-4a3b-ab31-c290bb6ed01a" providerId="ADAL" clId="{BB5DCA33-5166-4B31-AFA3-CCBA01CA5223}" dt="2025-12-10T05:42:51.445" v="5"/>
          <ac:spMkLst>
            <pc:docMk/>
            <pc:sldMk cId="2260942690" sldId="2147481980"/>
            <ac:spMk id="32" creationId="{1B2F6CE2-670B-40AF-B5DB-D7558578C8A2}"/>
          </ac:spMkLst>
        </pc:spChg>
      </pc:sldChg>
      <pc:sldChg chg="addSp delSp modSp mod">
        <pc:chgData name="전기영(GIYEONG JEON)[jeongy]/책임/제조DX.제조DX솔루션.롤맵기술팀" userId="9bc6f0c3-3ae2-4a3b-ab31-c290bb6ed01a" providerId="ADAL" clId="{BB5DCA33-5166-4B31-AFA3-CCBA01CA5223}" dt="2025-12-10T05:57:32.080" v="1888" actId="207"/>
        <pc:sldMkLst>
          <pc:docMk/>
          <pc:sldMk cId="2069960929" sldId="2147482097"/>
        </pc:sldMkLst>
        <pc:spChg chg="mod">
          <ac:chgData name="전기영(GIYEONG JEON)[jeongy]/책임/제조DX.제조DX솔루션.롤맵기술팀" userId="9bc6f0c3-3ae2-4a3b-ab31-c290bb6ed01a" providerId="ADAL" clId="{BB5DCA33-5166-4B31-AFA3-CCBA01CA5223}" dt="2025-12-10T05:54:16.897" v="1099" actId="20577"/>
          <ac:spMkLst>
            <pc:docMk/>
            <pc:sldMk cId="2069960929" sldId="2147482097"/>
            <ac:spMk id="5" creationId="{1BA4416D-28F9-470C-B9CE-A95FA731A2E2}"/>
          </ac:spMkLst>
        </pc:spChg>
        <pc:spChg chg="add mod">
          <ac:chgData name="전기영(GIYEONG JEON)[jeongy]/책임/제조DX.제조DX솔루션.롤맵기술팀" userId="9bc6f0c3-3ae2-4a3b-ab31-c290bb6ed01a" providerId="ADAL" clId="{BB5DCA33-5166-4B31-AFA3-CCBA01CA5223}" dt="2025-12-10T05:54:07.528" v="1096" actId="164"/>
          <ac:spMkLst>
            <pc:docMk/>
            <pc:sldMk cId="2069960929" sldId="2147482097"/>
            <ac:spMk id="12" creationId="{191D727E-EEC7-7BB8-885E-82CFD87E7E15}"/>
          </ac:spMkLst>
        </pc:spChg>
        <pc:spChg chg="add mod">
          <ac:chgData name="전기영(GIYEONG JEON)[jeongy]/책임/제조DX.제조DX솔루션.롤맵기술팀" userId="9bc6f0c3-3ae2-4a3b-ab31-c290bb6ed01a" providerId="ADAL" clId="{BB5DCA33-5166-4B31-AFA3-CCBA01CA5223}" dt="2025-12-10T05:54:07.528" v="1096" actId="164"/>
          <ac:spMkLst>
            <pc:docMk/>
            <pc:sldMk cId="2069960929" sldId="2147482097"/>
            <ac:spMk id="13" creationId="{3FEFBC4A-20CC-C6EE-4F68-413A573B2261}"/>
          </ac:spMkLst>
        </pc:spChg>
        <pc:grpChg chg="add mod">
          <ac:chgData name="전기영(GIYEONG JEON)[jeongy]/책임/제조DX.제조DX솔루션.롤맵기술팀" userId="9bc6f0c3-3ae2-4a3b-ab31-c290bb6ed01a" providerId="ADAL" clId="{BB5DCA33-5166-4B31-AFA3-CCBA01CA5223}" dt="2025-12-10T05:54:07.528" v="1096" actId="164"/>
          <ac:grpSpMkLst>
            <pc:docMk/>
            <pc:sldMk cId="2069960929" sldId="2147482097"/>
            <ac:grpSpMk id="14" creationId="{1CFF6D5B-B417-D2E4-357D-FFEB2F16A9FA}"/>
          </ac:grpSpMkLst>
        </pc:grpChg>
        <pc:graphicFrameChg chg="mod modGraphic">
          <ac:chgData name="전기영(GIYEONG JEON)[jeongy]/책임/제조DX.제조DX솔루션.롤맵기술팀" userId="9bc6f0c3-3ae2-4a3b-ab31-c290bb6ed01a" providerId="ADAL" clId="{BB5DCA33-5166-4B31-AFA3-CCBA01CA5223}" dt="2025-12-10T05:57:32.080" v="1888" actId="207"/>
          <ac:graphicFrameMkLst>
            <pc:docMk/>
            <pc:sldMk cId="2069960929" sldId="2147482097"/>
            <ac:graphicFrameMk id="2" creationId="{534EE123-7406-4F16-AB1D-7380FC4446F3}"/>
          </ac:graphicFrameMkLst>
        </pc:graphicFrameChg>
        <pc:graphicFrameChg chg="add mod modGraphic">
          <ac:chgData name="전기영(GIYEONG JEON)[jeongy]/책임/제조DX.제조DX솔루션.롤맵기술팀" userId="9bc6f0c3-3ae2-4a3b-ab31-c290bb6ed01a" providerId="ADAL" clId="{BB5DCA33-5166-4B31-AFA3-CCBA01CA5223}" dt="2025-12-10T05:53:21.915" v="1045" actId="1076"/>
          <ac:graphicFrameMkLst>
            <pc:docMk/>
            <pc:sldMk cId="2069960929" sldId="2147482097"/>
            <ac:graphicFrameMk id="11" creationId="{AD3532D0-468D-8ADA-6248-3580A72D3142}"/>
          </ac:graphicFrameMkLst>
        </pc:graphicFrameChg>
        <pc:picChg chg="add del mod">
          <ac:chgData name="전기영(GIYEONG JEON)[jeongy]/책임/제조DX.제조DX솔루션.롤맵기술팀" userId="9bc6f0c3-3ae2-4a3b-ab31-c290bb6ed01a" providerId="ADAL" clId="{BB5DCA33-5166-4B31-AFA3-CCBA01CA5223}" dt="2025-12-10T05:48:41.942" v="507" actId="478"/>
          <ac:picMkLst>
            <pc:docMk/>
            <pc:sldMk cId="2069960929" sldId="2147482097"/>
            <ac:picMk id="10" creationId="{2F6F8773-D2A2-55E1-21CA-D8BE12CDB3E1}"/>
          </ac:picMkLst>
        </pc:picChg>
      </pc:sldChg>
      <pc:sldChg chg="modSp mod">
        <pc:chgData name="전기영(GIYEONG JEON)[jeongy]/책임/제조DX.제조DX솔루션.롤맵기술팀" userId="9bc6f0c3-3ae2-4a3b-ab31-c290bb6ed01a" providerId="ADAL" clId="{BB5DCA33-5166-4B31-AFA3-CCBA01CA5223}" dt="2025-12-10T05:58:50.976" v="1889" actId="207"/>
        <pc:sldMkLst>
          <pc:docMk/>
          <pc:sldMk cId="24529797" sldId="2147482142"/>
        </pc:sldMkLst>
        <pc:graphicFrameChg chg="modGraphic">
          <ac:chgData name="전기영(GIYEONG JEON)[jeongy]/책임/제조DX.제조DX솔루션.롤맵기술팀" userId="9bc6f0c3-3ae2-4a3b-ab31-c290bb6ed01a" providerId="ADAL" clId="{BB5DCA33-5166-4B31-AFA3-CCBA01CA5223}" dt="2025-12-10T05:58:50.976" v="1889" actId="207"/>
          <ac:graphicFrameMkLst>
            <pc:docMk/>
            <pc:sldMk cId="24529797" sldId="2147482142"/>
            <ac:graphicFrameMk id="3" creationId="{688BD945-555D-E069-F619-02973A6A481F}"/>
          </ac:graphicFrameMkLst>
        </pc:graphicFrameChg>
      </pc:sldChg>
      <pc:sldChg chg="modSp mod">
        <pc:chgData name="전기영(GIYEONG JEON)[jeongy]/책임/제조DX.제조DX솔루션.롤맵기술팀" userId="9bc6f0c3-3ae2-4a3b-ab31-c290bb6ed01a" providerId="ADAL" clId="{BB5DCA33-5166-4B31-AFA3-CCBA01CA5223}" dt="2025-12-10T06:00:23.570" v="1920" actId="207"/>
        <pc:sldMkLst>
          <pc:docMk/>
          <pc:sldMk cId="1270712381" sldId="2147482157"/>
        </pc:sldMkLst>
        <pc:graphicFrameChg chg="mod modGraphic">
          <ac:chgData name="전기영(GIYEONG JEON)[jeongy]/책임/제조DX.제조DX솔루션.롤맵기술팀" userId="9bc6f0c3-3ae2-4a3b-ab31-c290bb6ed01a" providerId="ADAL" clId="{BB5DCA33-5166-4B31-AFA3-CCBA01CA5223}" dt="2025-12-10T06:00:23.570" v="1920" actId="207"/>
          <ac:graphicFrameMkLst>
            <pc:docMk/>
            <pc:sldMk cId="1270712381" sldId="2147482157"/>
            <ac:graphicFrameMk id="29" creationId="{6DAA28A2-120D-B4E0-EC0F-990857EFD2B2}"/>
          </ac:graphicFrameMkLst>
        </pc:graphicFrameChg>
      </pc:sldChg>
    </pc:docChg>
  </pc:docChgLst>
  <pc:docChgLst>
    <pc:chgData name="이성규 " userId="98dcb10c-4041-40a2-af36-ccf93803936b" providerId="ADAL" clId="{375526A7-DC35-471D-9B1A-695A861C2127}"/>
    <pc:docChg chg="custSel modSld">
      <pc:chgData name="이성규 " userId="98dcb10c-4041-40a2-af36-ccf93803936b" providerId="ADAL" clId="{375526A7-DC35-471D-9B1A-695A861C2127}" dt="2025-11-19T23:34:03.300" v="42" actId="207"/>
      <pc:docMkLst>
        <pc:docMk/>
      </pc:docMkLst>
      <pc:sldChg chg="modSp">
        <pc:chgData name="이성규 " userId="98dcb10c-4041-40a2-af36-ccf93803936b" providerId="ADAL" clId="{375526A7-DC35-471D-9B1A-695A861C2127}" dt="2025-11-19T23:34:03.300" v="42" actId="207"/>
        <pc:sldMkLst>
          <pc:docMk/>
          <pc:sldMk cId="1007887036" sldId="2147481943"/>
        </pc:sldMkLst>
        <pc:spChg chg="mod">
          <ac:chgData name="이성규 " userId="98dcb10c-4041-40a2-af36-ccf93803936b" providerId="ADAL" clId="{375526A7-DC35-471D-9B1A-695A861C2127}" dt="2025-11-18T23:31:04.221" v="4" actId="20577"/>
          <ac:spMkLst>
            <pc:docMk/>
            <pc:sldMk cId="1007887036" sldId="2147481943"/>
            <ac:spMk id="22" creationId="{81B17DB2-3DCC-4A8F-9347-F9695BEF8B6D}"/>
          </ac:spMkLst>
        </pc:spChg>
        <pc:graphicFrameChg chg="mod modGraphic">
          <ac:chgData name="이성규 " userId="98dcb10c-4041-40a2-af36-ccf93803936b" providerId="ADAL" clId="{375526A7-DC35-471D-9B1A-695A861C2127}" dt="2025-11-19T23:34:03.300" v="42" actId="207"/>
          <ac:graphicFrameMkLst>
            <pc:docMk/>
            <pc:sldMk cId="1007887036" sldId="2147481943"/>
            <ac:graphicFrameMk id="7" creationId="{3E86696F-E35A-4B06-9B46-63A4A6A986C1}"/>
          </ac:graphicFrameMkLst>
        </pc:graphicFrameChg>
      </pc:sldChg>
    </pc:docChg>
  </pc:docChgLst>
  <pc:docChgLst>
    <pc:chgData name="전기영(GIYEONG JEON)[jeongy]/책임/제조DX.제조DX솔루션.롤맵기술팀" userId="9bc6f0c3-3ae2-4a3b-ab31-c290bb6ed01a" providerId="ADAL" clId="{907A83E1-2DDA-4765-8876-76906C24215A}"/>
    <pc:docChg chg="custSel modSld">
      <pc:chgData name="전기영(GIYEONG JEON)[jeongy]/책임/제조DX.제조DX솔루션.롤맵기술팀" userId="9bc6f0c3-3ae2-4a3b-ab31-c290bb6ed01a" providerId="ADAL" clId="{907A83E1-2DDA-4765-8876-76906C24215A}" dt="2025-11-05T08:09:00.106" v="264" actId="20577"/>
      <pc:docMkLst>
        <pc:docMk/>
      </pc:docMkLst>
      <pc:sldChg chg="modSp">
        <pc:chgData name="전기영(GIYEONG JEON)[jeongy]/책임/제조DX.제조DX솔루션.롤맵기술팀" userId="9bc6f0c3-3ae2-4a3b-ab31-c290bb6ed01a" providerId="ADAL" clId="{907A83E1-2DDA-4765-8876-76906C24215A}" dt="2025-11-05T08:09:00.106" v="264" actId="20577"/>
        <pc:sldMkLst>
          <pc:docMk/>
          <pc:sldMk cId="1825793658" sldId="2147481922"/>
        </pc:sldMkLst>
        <pc:spChg chg="mod">
          <ac:chgData name="전기영(GIYEONG JEON)[jeongy]/책임/제조DX.제조DX솔루션.롤맵기술팀" userId="9bc6f0c3-3ae2-4a3b-ab31-c290bb6ed01a" providerId="ADAL" clId="{907A83E1-2DDA-4765-8876-76906C24215A}" dt="2025-11-05T08:09:00.106" v="264" actId="20577"/>
          <ac:spMkLst>
            <pc:docMk/>
            <pc:sldMk cId="1825793658" sldId="2147481922"/>
            <ac:spMk id="18" creationId="{72943F47-EAEA-4391-A2BC-C7C33A8E8CFD}"/>
          </ac:spMkLst>
        </pc:spChg>
        <pc:graphicFrameChg chg="mod modGraphic">
          <ac:chgData name="전기영(GIYEONG JEON)[jeongy]/책임/제조DX.제조DX솔루션.롤맵기술팀" userId="9bc6f0c3-3ae2-4a3b-ab31-c290bb6ed01a" providerId="ADAL" clId="{907A83E1-2DDA-4765-8876-76906C24215A}" dt="2025-11-05T08:08:38.784" v="261" actId="20577"/>
          <ac:graphicFrameMkLst>
            <pc:docMk/>
            <pc:sldMk cId="1825793658" sldId="2147481922"/>
            <ac:graphicFrameMk id="3" creationId="{3E86696F-E35A-4B06-9B46-63A4A6A986C1}"/>
          </ac:graphicFrameMkLst>
        </pc:graphicFrameChg>
        <pc:graphicFrameChg chg="modGraphic">
          <ac:chgData name="전기영(GIYEONG JEON)[jeongy]/책임/제조DX.제조DX솔루션.롤맵기술팀" userId="9bc6f0c3-3ae2-4a3b-ab31-c290bb6ed01a" providerId="ADAL" clId="{907A83E1-2DDA-4765-8876-76906C24215A}" dt="2025-11-05T08:06:58.274" v="46" actId="400"/>
          <ac:graphicFrameMkLst>
            <pc:docMk/>
            <pc:sldMk cId="1825793658" sldId="2147481922"/>
            <ac:graphicFrameMk id="4" creationId="{4EDA272A-10A9-465D-868E-66AA09267FE4}"/>
          </ac:graphicFrameMkLst>
        </pc:graphicFrameChg>
        <pc:graphicFrameChg chg="modGraphic">
          <ac:chgData name="전기영(GIYEONG JEON)[jeongy]/책임/제조DX.제조DX솔루션.롤맵기술팀" userId="9bc6f0c3-3ae2-4a3b-ab31-c290bb6ed01a" providerId="ADAL" clId="{907A83E1-2DDA-4765-8876-76906C24215A}" dt="2025-11-05T08:06:50.720" v="45" actId="400"/>
          <ac:graphicFrameMkLst>
            <pc:docMk/>
            <pc:sldMk cId="1825793658" sldId="2147481922"/>
            <ac:graphicFrameMk id="15" creationId="{189199E8-76E1-405E-B825-6CEE64F6B405}"/>
          </ac:graphicFrameMkLst>
        </pc:graphicFrameChg>
        <pc:graphicFrameChg chg="mod">
          <ac:chgData name="전기영(GIYEONG JEON)[jeongy]/책임/제조DX.제조DX솔루션.롤맵기술팀" userId="9bc6f0c3-3ae2-4a3b-ab31-c290bb6ed01a" providerId="ADAL" clId="{907A83E1-2DDA-4765-8876-76906C24215A}" dt="2025-11-05T08:08:51.051" v="262" actId="1076"/>
          <ac:graphicFrameMkLst>
            <pc:docMk/>
            <pc:sldMk cId="1825793658" sldId="2147481922"/>
            <ac:graphicFrameMk id="16" creationId="{82BC782A-0C53-4089-A668-29A63F84909B}"/>
          </ac:graphicFrameMkLst>
        </pc:graphicFrameChg>
      </pc:sldChg>
    </pc:docChg>
  </pc:docChgLst>
  <pc:docChgLst>
    <pc:chgData name="최이범(EEBEOM CHOI)[doublebeom]/팀장/제조DX.제조DX솔루션.롤맵기술팀" userId="50343a84-4243-4043-8b92-761bb93d09e0" providerId="ADAL" clId="{4DA85A84-E87A-4B56-8CAC-46B2F6E87B07}"/>
    <pc:docChg chg="undo custSel modSld">
      <pc:chgData name="최이범(EEBEOM CHOI)[doublebeom]/팀장/제조DX.제조DX솔루션.롤맵기술팀" userId="50343a84-4243-4043-8b92-761bb93d09e0" providerId="ADAL" clId="{4DA85A84-E87A-4B56-8CAC-46B2F6E87B07}" dt="2025-12-10T23:35:58.187" v="341" actId="1035"/>
      <pc:docMkLst>
        <pc:docMk/>
      </pc:docMkLst>
      <pc:sldChg chg="addSp modSp mod">
        <pc:chgData name="최이범(EEBEOM CHOI)[doublebeom]/팀장/제조DX.제조DX솔루션.롤맵기술팀" userId="50343a84-4243-4043-8b92-761bb93d09e0" providerId="ADAL" clId="{4DA85A84-E87A-4B56-8CAC-46B2F6E87B07}" dt="2025-12-10T23:35:58.187" v="341" actId="1035"/>
        <pc:sldMkLst>
          <pc:docMk/>
          <pc:sldMk cId="3266697761" sldId="2278"/>
        </pc:sldMkLst>
        <pc:spChg chg="mod">
          <ac:chgData name="최이범(EEBEOM CHOI)[doublebeom]/팀장/제조DX.제조DX솔루션.롤맵기술팀" userId="50343a84-4243-4043-8b92-761bb93d09e0" providerId="ADAL" clId="{4DA85A84-E87A-4B56-8CAC-46B2F6E87B07}" dt="2025-12-10T23:35:58.187" v="341" actId="1035"/>
          <ac:spMkLst>
            <pc:docMk/>
            <pc:sldMk cId="3266697761" sldId="2278"/>
            <ac:spMk id="2" creationId="{D0FF2AED-0046-C817-3E30-4FE796B4077E}"/>
          </ac:spMkLst>
        </pc:spChg>
        <pc:spChg chg="add mod ord">
          <ac:chgData name="최이범(EEBEOM CHOI)[doublebeom]/팀장/제조DX.제조DX솔루션.롤맵기술팀" userId="50343a84-4243-4043-8b92-761bb93d09e0" providerId="ADAL" clId="{4DA85A84-E87A-4B56-8CAC-46B2F6E87B07}" dt="2025-12-10T23:35:54.196" v="327" actId="14100"/>
          <ac:spMkLst>
            <pc:docMk/>
            <pc:sldMk cId="3266697761" sldId="2278"/>
            <ac:spMk id="3" creationId="{A414E01F-DDA3-7A6B-2749-ED9B89DC1BBA}"/>
          </ac:spMkLst>
        </pc:spChg>
        <pc:spChg chg="mod">
          <ac:chgData name="최이범(EEBEOM CHOI)[doublebeom]/팀장/제조DX.제조DX솔루션.롤맵기술팀" userId="50343a84-4243-4043-8b92-761bb93d09e0" providerId="ADAL" clId="{4DA85A84-E87A-4B56-8CAC-46B2F6E87B07}" dt="2025-12-10T23:35:49.367" v="326" actId="20577"/>
          <ac:spMkLst>
            <pc:docMk/>
            <pc:sldMk cId="3266697761" sldId="2278"/>
            <ac:spMk id="18" creationId="{FC55D7C3-19BB-417C-88D2-249E3D408DED}"/>
          </ac:spMkLst>
        </pc:spChg>
      </pc:sldChg>
    </pc:docChg>
  </pc:docChgLst>
  <pc:docChgLst>
    <pc:chgData name="조현우(HYEONWOO CHO)[recoiner]/선임/제조DX.제조DX솔루션.셀추적기술팀" userId="S::recoiner@lgensol.com::c7996fdb-9092-4875-8c6f-a0f02242852c" providerId="AD" clId="Web-{47A908CC-C34C-4D3B-87BE-96C2AE05753A}"/>
    <pc:docChg chg="modSld sldOrd">
      <pc:chgData name="조현우(HYEONWOO CHO)[recoiner]/선임/제조DX.제조DX솔루션.셀추적기술팀" userId="S::recoiner@lgensol.com::c7996fdb-9092-4875-8c6f-a0f02242852c" providerId="AD" clId="Web-{47A908CC-C34C-4D3B-87BE-96C2AE05753A}" dt="2025-10-14T00:53:15.148" v="267" actId="20577"/>
      <pc:docMkLst>
        <pc:docMk/>
      </pc:docMkLst>
      <pc:sldChg chg="modSp">
        <pc:chgData name="조현우(HYEONWOO CHO)[recoiner]/선임/제조DX.제조DX솔루션.셀추적기술팀" userId="S::recoiner@lgensol.com::c7996fdb-9092-4875-8c6f-a0f02242852c" providerId="AD" clId="Web-{47A908CC-C34C-4D3B-87BE-96C2AE05753A}" dt="2025-10-14T00:53:15.148" v="267" actId="20577"/>
        <pc:sldMkLst>
          <pc:docMk/>
          <pc:sldMk cId="2808239855" sldId="2147481841"/>
        </pc:sldMkLst>
        <pc:spChg chg="mod">
          <ac:chgData name="조현우(HYEONWOO CHO)[recoiner]/선임/제조DX.제조DX솔루션.셀추적기술팀" userId="S::recoiner@lgensol.com::c7996fdb-9092-4875-8c6f-a0f02242852c" providerId="AD" clId="Web-{47A908CC-C34C-4D3B-87BE-96C2AE05753A}" dt="2025-10-14T00:53:15.148" v="267" actId="20577"/>
          <ac:spMkLst>
            <pc:docMk/>
            <pc:sldMk cId="2808239855" sldId="2147481841"/>
            <ac:spMk id="21" creationId="{4C3181BD-8769-4C0D-8973-C9F2BE0DC598}"/>
          </ac:spMkLst>
        </pc:spChg>
        <pc:spChg chg="mod">
          <ac:chgData name="조현우(HYEONWOO CHO)[recoiner]/선임/제조DX.제조DX솔루션.셀추적기술팀" userId="S::recoiner@lgensol.com::c7996fdb-9092-4875-8c6f-a0f02242852c" providerId="AD" clId="Web-{47A908CC-C34C-4D3B-87BE-96C2AE05753A}" dt="2025-10-14T00:53:05.945" v="263" actId="20577"/>
          <ac:spMkLst>
            <pc:docMk/>
            <pc:sldMk cId="2808239855" sldId="2147481841"/>
            <ac:spMk id="33" creationId="{25BB38E2-DC62-4BCD-AF1A-7CF9643A7F60}"/>
          </ac:spMkLst>
        </pc:spChg>
        <pc:graphicFrameChg chg="mod modGraphic">
          <ac:chgData name="조현우(HYEONWOO CHO)[recoiner]/선임/제조DX.제조DX솔루션.셀추적기술팀" userId="S::recoiner@lgensol.com::c7996fdb-9092-4875-8c6f-a0f02242852c" providerId="AD" clId="Web-{47A908CC-C34C-4D3B-87BE-96C2AE05753A}" dt="2025-10-14T00:53:03.648" v="259"/>
          <ac:graphicFrameMkLst>
            <pc:docMk/>
            <pc:sldMk cId="2808239855" sldId="2147481841"/>
            <ac:graphicFrameMk id="8" creationId="{535296F5-AA63-4889-B2E2-B081CA1F71D3}"/>
          </ac:graphicFrameMkLst>
        </pc:graphicFrameChg>
      </pc:sldChg>
      <pc:sldChg chg="modSp">
        <pc:chgData name="조현우(HYEONWOO CHO)[recoiner]/선임/제조DX.제조DX솔루션.셀추적기술팀" userId="S::recoiner@lgensol.com::c7996fdb-9092-4875-8c6f-a0f02242852c" providerId="AD" clId="Web-{47A908CC-C34C-4D3B-87BE-96C2AE05753A}" dt="2025-10-14T00:42:24.325" v="27"/>
        <pc:sldMkLst>
          <pc:docMk/>
          <pc:sldMk cId="3355826466" sldId="2147481908"/>
        </pc:sldMkLst>
        <pc:graphicFrameChg chg="mod modGraphic">
          <ac:chgData name="조현우(HYEONWOO CHO)[recoiner]/선임/제조DX.제조DX솔루션.셀추적기술팀" userId="S::recoiner@lgensol.com::c7996fdb-9092-4875-8c6f-a0f02242852c" providerId="AD" clId="Web-{47A908CC-C34C-4D3B-87BE-96C2AE05753A}" dt="2025-10-14T00:42:24.325" v="27"/>
          <ac:graphicFrameMkLst>
            <pc:docMk/>
            <pc:sldMk cId="3355826466" sldId="2147481908"/>
            <ac:graphicFrameMk id="18" creationId="{26B2A79C-BFC9-49AA-8C94-8944CD5D2DEC}"/>
          </ac:graphicFrameMkLst>
        </pc:graphicFrameChg>
      </pc:sldChg>
    </pc:docChg>
  </pc:docChgLst>
  <pc:docChgLst>
    <pc:chgData name="홍진표(JINPYO HONG)[jphong30]/사원/제조DX.제조DX솔루션.데이터통합분석팀" userId="e81a1c56-9779-419d-942e-8803f0d0cdcc" providerId="ADAL" clId="{373BC4C6-D2C0-462E-800B-BFB28809EE84}"/>
    <pc:docChg chg="undo custSel modSld">
      <pc:chgData name="홍진표(JINPYO HONG)[jphong30]/사원/제조DX.제조DX솔루션.데이터통합분석팀" userId="e81a1c56-9779-419d-942e-8803f0d0cdcc" providerId="ADAL" clId="{373BC4C6-D2C0-462E-800B-BFB28809EE84}" dt="2025-11-25T12:33:27.838" v="2073" actId="20577"/>
      <pc:docMkLst>
        <pc:docMk/>
      </pc:docMkLst>
      <pc:sldChg chg="modSp">
        <pc:chgData name="홍진표(JINPYO HONG)[jphong30]/사원/제조DX.제조DX솔루션.데이터통합분석팀" userId="e81a1c56-9779-419d-942e-8803f0d0cdcc" providerId="ADAL" clId="{373BC4C6-D2C0-462E-800B-BFB28809EE84}" dt="2025-11-25T12:21:15.506" v="1843" actId="207"/>
        <pc:sldMkLst>
          <pc:docMk/>
          <pc:sldMk cId="2878646389" sldId="2147482127"/>
        </pc:sldMkLst>
        <pc:spChg chg="mod">
          <ac:chgData name="홍진표(JINPYO HONG)[jphong30]/사원/제조DX.제조DX솔루션.데이터통합분석팀" userId="e81a1c56-9779-419d-942e-8803f0d0cdcc" providerId="ADAL" clId="{373BC4C6-D2C0-462E-800B-BFB28809EE84}" dt="2025-11-25T12:16:35.128" v="1497" actId="20577"/>
          <ac:spMkLst>
            <pc:docMk/>
            <pc:sldMk cId="2878646389" sldId="2147482127"/>
            <ac:spMk id="2" creationId="{87701950-851A-1FEB-B69C-99F6C923CF19}"/>
          </ac:spMkLst>
        </pc:spChg>
        <pc:spChg chg="mod">
          <ac:chgData name="홍진표(JINPYO HONG)[jphong30]/사원/제조DX.제조DX솔루션.데이터통합분석팀" userId="e81a1c56-9779-419d-942e-8803f0d0cdcc" providerId="ADAL" clId="{373BC4C6-D2C0-462E-800B-BFB28809EE84}" dt="2025-11-25T12:14:02.565" v="1468" actId="20577"/>
          <ac:spMkLst>
            <pc:docMk/>
            <pc:sldMk cId="2878646389" sldId="2147482127"/>
            <ac:spMk id="8" creationId="{E6C29E70-7730-2200-C3E6-B42664065D87}"/>
          </ac:spMkLst>
        </pc:spChg>
        <pc:spChg chg="mod">
          <ac:chgData name="홍진표(JINPYO HONG)[jphong30]/사원/제조DX.제조DX솔루션.데이터통합분석팀" userId="e81a1c56-9779-419d-942e-8803f0d0cdcc" providerId="ADAL" clId="{373BC4C6-D2C0-462E-800B-BFB28809EE84}" dt="2025-11-25T12:17:41.973" v="1526" actId="20577"/>
          <ac:spMkLst>
            <pc:docMk/>
            <pc:sldMk cId="2878646389" sldId="2147482127"/>
            <ac:spMk id="18" creationId="{CD6FE8C4-D3CA-4ACB-997B-147E1EDF00F6}"/>
          </ac:spMkLst>
        </pc:spChg>
        <pc:graphicFrameChg chg="mod modGraphic">
          <ac:chgData name="홍진표(JINPYO HONG)[jphong30]/사원/제조DX.제조DX솔루션.데이터통합분석팀" userId="e81a1c56-9779-419d-942e-8803f0d0cdcc" providerId="ADAL" clId="{373BC4C6-D2C0-462E-800B-BFB28809EE84}" dt="2025-11-25T12:19:31.302" v="1549" actId="20577"/>
          <ac:graphicFrameMkLst>
            <pc:docMk/>
            <pc:sldMk cId="2878646389" sldId="2147482127"/>
            <ac:graphicFrameMk id="4" creationId="{9FFFA2E8-62D2-58A7-B3A9-B979627B94A7}"/>
          </ac:graphicFrameMkLst>
        </pc:graphicFrameChg>
        <pc:graphicFrameChg chg="modGraphic">
          <ac:chgData name="홍진표(JINPYO HONG)[jphong30]/사원/제조DX.제조DX솔루션.데이터통합분석팀" userId="e81a1c56-9779-419d-942e-8803f0d0cdcc" providerId="ADAL" clId="{373BC4C6-D2C0-462E-800B-BFB28809EE84}" dt="2025-11-25T12:21:10.068" v="1842" actId="207"/>
          <ac:graphicFrameMkLst>
            <pc:docMk/>
            <pc:sldMk cId="2878646389" sldId="2147482127"/>
            <ac:graphicFrameMk id="20" creationId="{BF9F3BC2-7BF1-4A68-B062-407EE41FD06F}"/>
          </ac:graphicFrameMkLst>
        </pc:graphicFrameChg>
        <pc:graphicFrameChg chg="mod modGraphic">
          <ac:chgData name="홍진표(JINPYO HONG)[jphong30]/사원/제조DX.제조DX솔루션.데이터통합분석팀" userId="e81a1c56-9779-419d-942e-8803f0d0cdcc" providerId="ADAL" clId="{373BC4C6-D2C0-462E-800B-BFB28809EE84}" dt="2025-11-25T12:21:15.506" v="1843" actId="207"/>
          <ac:graphicFrameMkLst>
            <pc:docMk/>
            <pc:sldMk cId="2878646389" sldId="2147482127"/>
            <ac:graphicFrameMk id="24" creationId="{CB1E1DE9-356B-4185-A911-636EBB599881}"/>
          </ac:graphicFrameMkLst>
        </pc:graphicFrameChg>
      </pc:sldChg>
      <pc:sldChg chg="addSp delSp modSp">
        <pc:chgData name="홍진표(JINPYO HONG)[jphong30]/사원/제조DX.제조DX솔루션.데이터통합분석팀" userId="e81a1c56-9779-419d-942e-8803f0d0cdcc" providerId="ADAL" clId="{373BC4C6-D2C0-462E-800B-BFB28809EE84}" dt="2025-11-25T12:33:27.838" v="2073" actId="20577"/>
        <pc:sldMkLst>
          <pc:docMk/>
          <pc:sldMk cId="3645708370" sldId="2147482131"/>
        </pc:sldMkLst>
        <pc:spChg chg="mod">
          <ac:chgData name="홍진표(JINPYO HONG)[jphong30]/사원/제조DX.제조DX솔루션.데이터통합분석팀" userId="e81a1c56-9779-419d-942e-8803f0d0cdcc" providerId="ADAL" clId="{373BC4C6-D2C0-462E-800B-BFB28809EE84}" dt="2025-11-25T10:01:42.445" v="10" actId="20577"/>
          <ac:spMkLst>
            <pc:docMk/>
            <pc:sldMk cId="3645708370" sldId="2147482131"/>
            <ac:spMk id="5" creationId="{708A6887-4366-7F7E-F196-81FADA6436A1}"/>
          </ac:spMkLst>
        </pc:spChg>
        <pc:spChg chg="del">
          <ac:chgData name="홍진표(JINPYO HONG)[jphong30]/사원/제조DX.제조DX솔루션.데이터통합분석팀" userId="e81a1c56-9779-419d-942e-8803f0d0cdcc" providerId="ADAL" clId="{373BC4C6-D2C0-462E-800B-BFB28809EE84}" dt="2025-11-25T10:22:15.682" v="37" actId="478"/>
          <ac:spMkLst>
            <pc:docMk/>
            <pc:sldMk cId="3645708370" sldId="2147482131"/>
            <ac:spMk id="6" creationId="{320D2681-64A3-3705-483F-2ACF34BBCDA6}"/>
          </ac:spMkLst>
        </pc:spChg>
        <pc:spChg chg="mod">
          <ac:chgData name="홍진표(JINPYO HONG)[jphong30]/사원/제조DX.제조DX솔루션.데이터통합분석팀" userId="e81a1c56-9779-419d-942e-8803f0d0cdcc" providerId="ADAL" clId="{373BC4C6-D2C0-462E-800B-BFB28809EE84}" dt="2025-11-25T10:22:41.635" v="48" actId="554"/>
          <ac:spMkLst>
            <pc:docMk/>
            <pc:sldMk cId="3645708370" sldId="2147482131"/>
            <ac:spMk id="7" creationId="{38CDA707-C83D-BE66-6047-01B5519F3896}"/>
          </ac:spMkLst>
        </pc:spChg>
        <pc:spChg chg="del">
          <ac:chgData name="홍진표(JINPYO HONG)[jphong30]/사원/제조DX.제조DX솔루션.데이터통합분석팀" userId="e81a1c56-9779-419d-942e-8803f0d0cdcc" providerId="ADAL" clId="{373BC4C6-D2C0-462E-800B-BFB28809EE84}" dt="2025-11-25T10:22:09.073" v="35" actId="478"/>
          <ac:spMkLst>
            <pc:docMk/>
            <pc:sldMk cId="3645708370" sldId="2147482131"/>
            <ac:spMk id="13" creationId="{2852EE4A-FA57-4AD9-BCB6-D856364BC2BF}"/>
          </ac:spMkLst>
        </pc:spChg>
        <pc:spChg chg="add mod">
          <ac:chgData name="홍진표(JINPYO HONG)[jphong30]/사원/제조DX.제조DX솔루션.데이터통합분석팀" userId="e81a1c56-9779-419d-942e-8803f0d0cdcc" providerId="ADAL" clId="{373BC4C6-D2C0-462E-800B-BFB28809EE84}" dt="2025-11-25T10:22:41.635" v="48" actId="554"/>
          <ac:spMkLst>
            <pc:docMk/>
            <pc:sldMk cId="3645708370" sldId="2147482131"/>
            <ac:spMk id="17" creationId="{9AD67B5E-67F5-4669-9D6C-FAC26D2C3E04}"/>
          </ac:spMkLst>
        </pc:spChg>
        <pc:graphicFrameChg chg="mod modGraphic">
          <ac:chgData name="홍진표(JINPYO HONG)[jphong30]/사원/제조DX.제조DX솔루션.데이터통합분석팀" userId="e81a1c56-9779-419d-942e-8803f0d0cdcc" providerId="ADAL" clId="{373BC4C6-D2C0-462E-800B-BFB28809EE84}" dt="2025-11-25T10:23:14.698" v="56" actId="20577"/>
          <ac:graphicFrameMkLst>
            <pc:docMk/>
            <pc:sldMk cId="3645708370" sldId="2147482131"/>
            <ac:graphicFrameMk id="3" creationId="{090EB11C-65C4-4DC4-B22B-11D34605F4E2}"/>
          </ac:graphicFrameMkLst>
        </pc:graphicFrameChg>
        <pc:graphicFrameChg chg="mod modGraphic">
          <ac:chgData name="홍진표(JINPYO HONG)[jphong30]/사원/제조DX.제조DX솔루션.데이터통합분석팀" userId="e81a1c56-9779-419d-942e-8803f0d0cdcc" providerId="ADAL" clId="{373BC4C6-D2C0-462E-800B-BFB28809EE84}" dt="2025-11-25T12:33:11.526" v="2030"/>
          <ac:graphicFrameMkLst>
            <pc:docMk/>
            <pc:sldMk cId="3645708370" sldId="2147482131"/>
            <ac:graphicFrameMk id="16" creationId="{859EBE2E-4A91-4CBB-BB78-8322FFA6D403}"/>
          </ac:graphicFrameMkLst>
        </pc:graphicFrameChg>
        <pc:graphicFrameChg chg="mod modGraphic">
          <ac:chgData name="홍진표(JINPYO HONG)[jphong30]/사원/제조DX.제조DX솔루션.데이터통합분석팀" userId="e81a1c56-9779-419d-942e-8803f0d0cdcc" providerId="ADAL" clId="{373BC4C6-D2C0-462E-800B-BFB28809EE84}" dt="2025-11-25T12:33:27.838" v="2073" actId="20577"/>
          <ac:graphicFrameMkLst>
            <pc:docMk/>
            <pc:sldMk cId="3645708370" sldId="2147482131"/>
            <ac:graphicFrameMk id="19" creationId="{3E86696F-E35A-4B06-9B46-63A4A6A986C1}"/>
          </ac:graphicFrameMkLst>
        </pc:graphicFrameChg>
      </pc:sldChg>
    </pc:docChg>
  </pc:docChgLst>
  <pc:docChgLst>
    <pc:chgData name="서준효(Junhyo Su)[sujunhyo]/책임/제조지능화.데이터솔루션.데이터활용기술팀" userId="d69e963c-cd7d-4842-a4a9-f0ce48daaa93" providerId="ADAL" clId="{E6739B71-F5DF-462F-8D07-89388E0FA3D6}"/>
    <pc:docChg chg="undo custSel modSld">
      <pc:chgData name="서준효(Junhyo Su)[sujunhyo]/책임/제조지능화.데이터솔루션.데이터활용기술팀" userId="d69e963c-cd7d-4842-a4a9-f0ce48daaa93" providerId="ADAL" clId="{E6739B71-F5DF-462F-8D07-89388E0FA3D6}" dt="2025-11-13T02:20:51.613" v="1939" actId="478"/>
      <pc:docMkLst>
        <pc:docMk/>
      </pc:docMkLst>
      <pc:sldChg chg="addSp delSp modSp mod">
        <pc:chgData name="서준효(Junhyo Su)[sujunhyo]/책임/제조지능화.데이터솔루션.데이터활용기술팀" userId="d69e963c-cd7d-4842-a4a9-f0ce48daaa93" providerId="ADAL" clId="{E6739B71-F5DF-462F-8D07-89388E0FA3D6}" dt="2025-11-13T02:20:51.613" v="1939" actId="478"/>
        <pc:sldMkLst>
          <pc:docMk/>
          <pc:sldMk cId="3422623579" sldId="2147482052"/>
        </pc:sldMkLst>
        <pc:spChg chg="add del mod">
          <ac:chgData name="서준효(Junhyo Su)[sujunhyo]/책임/제조지능화.데이터솔루션.데이터활용기술팀" userId="d69e963c-cd7d-4842-a4a9-f0ce48daaa93" providerId="ADAL" clId="{E6739B71-F5DF-462F-8D07-89388E0FA3D6}" dt="2025-11-13T01:34:57.396" v="1820" actId="478"/>
          <ac:spMkLst>
            <pc:docMk/>
            <pc:sldMk cId="3422623579" sldId="2147482052"/>
            <ac:spMk id="2" creationId="{60B0FB01-F46B-A2E7-6917-C608CD2BFA6F}"/>
          </ac:spMkLst>
        </pc:spChg>
        <pc:spChg chg="add del mod">
          <ac:chgData name="서준효(Junhyo Su)[sujunhyo]/책임/제조지능화.데이터솔루션.데이터활용기술팀" userId="d69e963c-cd7d-4842-a4a9-f0ce48daaa93" providerId="ADAL" clId="{E6739B71-F5DF-462F-8D07-89388E0FA3D6}" dt="2025-11-13T01:37:09.441" v="1828" actId="478"/>
          <ac:spMkLst>
            <pc:docMk/>
            <pc:sldMk cId="3422623579" sldId="2147482052"/>
            <ac:spMk id="4" creationId="{7A8E188A-F370-A51D-81C1-306DB2DDFF5B}"/>
          </ac:spMkLst>
        </pc:spChg>
        <pc:spChg chg="add del mod">
          <ac:chgData name="서준효(Junhyo Su)[sujunhyo]/책임/제조지능화.데이터솔루션.데이터활용기술팀" userId="d69e963c-cd7d-4842-a4a9-f0ce48daaa93" providerId="ADAL" clId="{E6739B71-F5DF-462F-8D07-89388E0FA3D6}" dt="2025-11-13T01:49:27.488" v="1918" actId="20577"/>
          <ac:spMkLst>
            <pc:docMk/>
            <pc:sldMk cId="3422623579" sldId="2147482052"/>
            <ac:spMk id="5" creationId="{6BC9B294-291A-D23F-C381-45EA6FDC28AB}"/>
          </ac:spMkLst>
        </pc:spChg>
        <pc:spChg chg="del">
          <ac:chgData name="서준효(Junhyo Su)[sujunhyo]/책임/제조지능화.데이터솔루션.데이터활용기술팀" userId="d69e963c-cd7d-4842-a4a9-f0ce48daaa93" providerId="ADAL" clId="{E6739B71-F5DF-462F-8D07-89388E0FA3D6}" dt="2025-11-13T01:35:05.050" v="1823" actId="478"/>
          <ac:spMkLst>
            <pc:docMk/>
            <pc:sldMk cId="3422623579" sldId="2147482052"/>
            <ac:spMk id="10" creationId="{793CC00F-559A-B9C1-8A7B-BCA72917416A}"/>
          </ac:spMkLst>
        </pc:spChg>
        <pc:spChg chg="mod">
          <ac:chgData name="서준효(Junhyo Su)[sujunhyo]/책임/제조지능화.데이터솔루션.데이터활용기술팀" userId="d69e963c-cd7d-4842-a4a9-f0ce48daaa93" providerId="ADAL" clId="{E6739B71-F5DF-462F-8D07-89388E0FA3D6}" dt="2025-11-13T01:48:11.267" v="1897" actId="1076"/>
          <ac:spMkLst>
            <pc:docMk/>
            <pc:sldMk cId="3422623579" sldId="2147482052"/>
            <ac:spMk id="12" creationId="{6692D194-EAA7-4A30-B79B-2E6BD596C9C1}"/>
          </ac:spMkLst>
        </pc:spChg>
        <pc:spChg chg="del mod">
          <ac:chgData name="서준효(Junhyo Su)[sujunhyo]/책임/제조지능화.데이터솔루션.데이터활용기술팀" userId="d69e963c-cd7d-4842-a4a9-f0ce48daaa93" providerId="ADAL" clId="{E6739B71-F5DF-462F-8D07-89388E0FA3D6}" dt="2025-11-13T01:34:59.472" v="1821" actId="478"/>
          <ac:spMkLst>
            <pc:docMk/>
            <pc:sldMk cId="3422623579" sldId="2147482052"/>
            <ac:spMk id="13" creationId="{46190441-2CC7-CBE0-3A8B-E9F631686D9E}"/>
          </ac:spMkLst>
        </pc:spChg>
        <pc:spChg chg="mod">
          <ac:chgData name="서준효(Junhyo Su)[sujunhyo]/책임/제조지능화.데이터솔루션.데이터활용기술팀" userId="d69e963c-cd7d-4842-a4a9-f0ce48daaa93" providerId="ADAL" clId="{E6739B71-F5DF-462F-8D07-89388E0FA3D6}" dt="2025-11-13T01:48:22.456" v="1899" actId="1076"/>
          <ac:spMkLst>
            <pc:docMk/>
            <pc:sldMk cId="3422623579" sldId="2147482052"/>
            <ac:spMk id="14" creationId="{FF3B58DF-5463-4003-B574-D2C07836F890}"/>
          </ac:spMkLst>
        </pc:spChg>
        <pc:spChg chg="mod">
          <ac:chgData name="서준효(Junhyo Su)[sujunhyo]/책임/제조지능화.데이터솔루션.데이터활용기술팀" userId="d69e963c-cd7d-4842-a4a9-f0ce48daaa93" providerId="ADAL" clId="{E6739B71-F5DF-462F-8D07-89388E0FA3D6}" dt="2025-11-13T01:48:25.924" v="1900" actId="1076"/>
          <ac:spMkLst>
            <pc:docMk/>
            <pc:sldMk cId="3422623579" sldId="2147482052"/>
            <ac:spMk id="15" creationId="{1347EB15-DE53-4F8D-A41D-C25B54697F69}"/>
          </ac:spMkLst>
        </pc:spChg>
        <pc:spChg chg="add del mod ord">
          <ac:chgData name="서준효(Junhyo Su)[sujunhyo]/책임/제조지능화.데이터솔루션.데이터활용기술팀" userId="d69e963c-cd7d-4842-a4a9-f0ce48daaa93" providerId="ADAL" clId="{E6739B71-F5DF-462F-8D07-89388E0FA3D6}" dt="2025-11-13T01:50:16.413" v="1921" actId="478"/>
          <ac:spMkLst>
            <pc:docMk/>
            <pc:sldMk cId="3422623579" sldId="2147482052"/>
            <ac:spMk id="17" creationId="{088D6A2A-CC84-3073-A13C-EC1C2FABA2F7}"/>
          </ac:spMkLst>
        </pc:spChg>
        <pc:spChg chg="mod">
          <ac:chgData name="서준효(Junhyo Su)[sujunhyo]/책임/제조지능화.데이터솔루션.데이터활용기술팀" userId="d69e963c-cd7d-4842-a4a9-f0ce48daaa93" providerId="ADAL" clId="{E6739B71-F5DF-462F-8D07-89388E0FA3D6}" dt="2025-11-13T01:48:11.267" v="1897" actId="1076"/>
          <ac:spMkLst>
            <pc:docMk/>
            <pc:sldMk cId="3422623579" sldId="2147482052"/>
            <ac:spMk id="18" creationId="{B039936C-EA9E-4773-B7D0-A42716E92176}"/>
          </ac:spMkLst>
        </pc:spChg>
        <pc:spChg chg="mod">
          <ac:chgData name="서준효(Junhyo Su)[sujunhyo]/책임/제조지능화.데이터솔루션.데이터활용기술팀" userId="d69e963c-cd7d-4842-a4a9-f0ce48daaa93" providerId="ADAL" clId="{E6739B71-F5DF-462F-8D07-89388E0FA3D6}" dt="2025-11-13T01:48:22.456" v="1899" actId="1076"/>
          <ac:spMkLst>
            <pc:docMk/>
            <pc:sldMk cId="3422623579" sldId="2147482052"/>
            <ac:spMk id="19" creationId="{47237EF7-60B2-4748-A9B6-B8972E1054A8}"/>
          </ac:spMkLst>
        </pc:spChg>
        <pc:spChg chg="mod">
          <ac:chgData name="서준효(Junhyo Su)[sujunhyo]/책임/제조지능화.데이터솔루션.데이터활용기술팀" userId="d69e963c-cd7d-4842-a4a9-f0ce48daaa93" providerId="ADAL" clId="{E6739B71-F5DF-462F-8D07-89388E0FA3D6}" dt="2025-11-13T01:48:25.924" v="1900" actId="1076"/>
          <ac:spMkLst>
            <pc:docMk/>
            <pc:sldMk cId="3422623579" sldId="2147482052"/>
            <ac:spMk id="20" creationId="{3F2F36C2-F626-42D6-AE61-D4F0D42979D7}"/>
          </ac:spMkLst>
        </pc:spChg>
        <pc:spChg chg="mod ord">
          <ac:chgData name="서준효(Junhyo Su)[sujunhyo]/책임/제조지능화.데이터솔루션.데이터활용기술팀" userId="d69e963c-cd7d-4842-a4a9-f0ce48daaa93" providerId="ADAL" clId="{E6739B71-F5DF-462F-8D07-89388E0FA3D6}" dt="2025-11-13T01:50:36.523" v="1924" actId="167"/>
          <ac:spMkLst>
            <pc:docMk/>
            <pc:sldMk cId="3422623579" sldId="2147482052"/>
            <ac:spMk id="21" creationId="{CB270C23-74FA-4F73-95AD-E9822BA83867}"/>
          </ac:spMkLst>
        </pc:spChg>
        <pc:spChg chg="add del mod">
          <ac:chgData name="서준효(Junhyo Su)[sujunhyo]/책임/제조지능화.데이터솔루션.데이터활용기술팀" userId="d69e963c-cd7d-4842-a4a9-f0ce48daaa93" providerId="ADAL" clId="{E6739B71-F5DF-462F-8D07-89388E0FA3D6}" dt="2025-11-13T01:50:39.766" v="1925" actId="478"/>
          <ac:spMkLst>
            <pc:docMk/>
            <pc:sldMk cId="3422623579" sldId="2147482052"/>
            <ac:spMk id="22" creationId="{B9995D0A-0B49-3ED9-3791-E46DE227C0D7}"/>
          </ac:spMkLst>
        </pc:spChg>
        <pc:spChg chg="add mod">
          <ac:chgData name="서준효(Junhyo Su)[sujunhyo]/책임/제조지능화.데이터솔루션.데이터활용기술팀" userId="d69e963c-cd7d-4842-a4a9-f0ce48daaa93" providerId="ADAL" clId="{E6739B71-F5DF-462F-8D07-89388E0FA3D6}" dt="2025-11-13T01:51:25.686" v="1934" actId="1076"/>
          <ac:spMkLst>
            <pc:docMk/>
            <pc:sldMk cId="3422623579" sldId="2147482052"/>
            <ac:spMk id="24" creationId="{D1BFD141-0C5E-DB3F-5D17-F715E8E37BD0}"/>
          </ac:spMkLst>
        </pc:spChg>
        <pc:spChg chg="add mod">
          <ac:chgData name="서준효(Junhyo Su)[sujunhyo]/책임/제조지능화.데이터솔루션.데이터활용기술팀" userId="d69e963c-cd7d-4842-a4a9-f0ce48daaa93" providerId="ADAL" clId="{E6739B71-F5DF-462F-8D07-89388E0FA3D6}" dt="2025-11-13T01:51:28.958" v="1935" actId="571"/>
          <ac:spMkLst>
            <pc:docMk/>
            <pc:sldMk cId="3422623579" sldId="2147482052"/>
            <ac:spMk id="25" creationId="{F19E7734-DC94-873D-0C05-64F7361DCDCE}"/>
          </ac:spMkLst>
        </pc:spChg>
        <pc:spChg chg="add del mod">
          <ac:chgData name="서준효(Junhyo Su)[sujunhyo]/책임/제조지능화.데이터솔루션.데이터활용기술팀" userId="d69e963c-cd7d-4842-a4a9-f0ce48daaa93" providerId="ADAL" clId="{E6739B71-F5DF-462F-8D07-89388E0FA3D6}" dt="2025-11-13T02:19:08.897" v="1938" actId="478"/>
          <ac:spMkLst>
            <pc:docMk/>
            <pc:sldMk cId="3422623579" sldId="2147482052"/>
            <ac:spMk id="27" creationId="{BF0BF4B9-E7A1-5E64-8216-8CC6AE56B032}"/>
          </ac:spMkLst>
        </pc:spChg>
        <pc:spChg chg="add del mod">
          <ac:chgData name="서준효(Junhyo Su)[sujunhyo]/책임/제조지능화.데이터솔루션.데이터활용기술팀" userId="d69e963c-cd7d-4842-a4a9-f0ce48daaa93" providerId="ADAL" clId="{E6739B71-F5DF-462F-8D07-89388E0FA3D6}" dt="2025-11-13T02:19:08.897" v="1938" actId="478"/>
          <ac:spMkLst>
            <pc:docMk/>
            <pc:sldMk cId="3422623579" sldId="2147482052"/>
            <ac:spMk id="28" creationId="{8AE05A8A-7D2F-0119-08F5-6FF059E47392}"/>
          </ac:spMkLst>
        </pc:spChg>
        <pc:graphicFrameChg chg="del modGraphic">
          <ac:chgData name="서준효(Junhyo Su)[sujunhyo]/책임/제조지능화.데이터솔루션.데이터활용기술팀" userId="d69e963c-cd7d-4842-a4a9-f0ce48daaa93" providerId="ADAL" clId="{E6739B71-F5DF-462F-8D07-89388E0FA3D6}" dt="2025-11-13T01:34:51.144" v="1817" actId="478"/>
          <ac:graphicFrameMkLst>
            <pc:docMk/>
            <pc:sldMk cId="3422623579" sldId="2147482052"/>
            <ac:graphicFrameMk id="3" creationId="{51906F92-A4E1-235A-A412-83CD8B5053F6}"/>
          </ac:graphicFrameMkLst>
        </pc:graphicFrameChg>
        <pc:graphicFrameChg chg="add mod">
          <ac:chgData name="서준효(Junhyo Su)[sujunhyo]/책임/제조지능화.데이터솔루션.데이터활용기술팀" userId="d69e963c-cd7d-4842-a4a9-f0ce48daaa93" providerId="ADAL" clId="{E6739B71-F5DF-462F-8D07-89388E0FA3D6}" dt="2025-11-13T01:43:10.427" v="1829"/>
          <ac:graphicFrameMkLst>
            <pc:docMk/>
            <pc:sldMk cId="3422623579" sldId="2147482052"/>
            <ac:graphicFrameMk id="6" creationId="{A5F47C12-56C9-D509-BDF2-B02916356989}"/>
          </ac:graphicFrameMkLst>
        </pc:graphicFrameChg>
        <pc:graphicFrameChg chg="add mod modGraphic">
          <ac:chgData name="서준효(Junhyo Su)[sujunhyo]/책임/제조지능화.데이터솔루션.데이터활용기술팀" userId="d69e963c-cd7d-4842-a4a9-f0ce48daaa93" providerId="ADAL" clId="{E6739B71-F5DF-462F-8D07-89388E0FA3D6}" dt="2025-11-13T01:47:14.891" v="1889" actId="1076"/>
          <ac:graphicFrameMkLst>
            <pc:docMk/>
            <pc:sldMk cId="3422623579" sldId="2147482052"/>
            <ac:graphicFrameMk id="7" creationId="{ED1D777A-F458-D0BE-C537-083D00DFCE32}"/>
          </ac:graphicFrameMkLst>
        </pc:graphicFrameChg>
        <pc:graphicFrameChg chg="mod">
          <ac:chgData name="서준효(Junhyo Su)[sujunhyo]/책임/제조지능화.데이터솔루션.데이터활용기술팀" userId="d69e963c-cd7d-4842-a4a9-f0ce48daaa93" providerId="ADAL" clId="{E6739B71-F5DF-462F-8D07-89388E0FA3D6}" dt="2025-11-13T01:47:26.741" v="1892" actId="1076"/>
          <ac:graphicFrameMkLst>
            <pc:docMk/>
            <pc:sldMk cId="3422623579" sldId="2147482052"/>
            <ac:graphicFrameMk id="8" creationId="{9F593721-68A0-50F6-F9A2-24B7FD3C4A98}"/>
          </ac:graphicFrameMkLst>
        </pc:graphicFrameChg>
        <pc:graphicFrameChg chg="del mod modGraphic">
          <ac:chgData name="서준효(Junhyo Su)[sujunhyo]/책임/제조지능화.데이터솔루션.데이터활용기술팀" userId="d69e963c-cd7d-4842-a4a9-f0ce48daaa93" providerId="ADAL" clId="{E6739B71-F5DF-462F-8D07-89388E0FA3D6}" dt="2025-11-13T01:35:01.347" v="1822" actId="478"/>
          <ac:graphicFrameMkLst>
            <pc:docMk/>
            <pc:sldMk cId="3422623579" sldId="2147482052"/>
            <ac:graphicFrameMk id="9" creationId="{9CF60413-D852-72F3-4E98-363A13D7025B}"/>
          </ac:graphicFrameMkLst>
        </pc:graphicFrameChg>
        <pc:graphicFrameChg chg="del modGraphic">
          <ac:chgData name="서준효(Junhyo Su)[sujunhyo]/책임/제조지능화.데이터솔루션.데이터활용기술팀" userId="d69e963c-cd7d-4842-a4a9-f0ce48daaa93" providerId="ADAL" clId="{E6739B71-F5DF-462F-8D07-89388E0FA3D6}" dt="2025-11-13T01:35:06.534" v="1824" actId="478"/>
          <ac:graphicFrameMkLst>
            <pc:docMk/>
            <pc:sldMk cId="3422623579" sldId="2147482052"/>
            <ac:graphicFrameMk id="11" creationId="{4A6F936A-CF24-F979-569E-D906DA0ABC72}"/>
          </ac:graphicFrameMkLst>
        </pc:graphicFrameChg>
        <pc:graphicFrameChg chg="mod modGraphic">
          <ac:chgData name="서준효(Junhyo Su)[sujunhyo]/책임/제조지능화.데이터솔루션.데이터활용기술팀" userId="d69e963c-cd7d-4842-a4a9-f0ce48daaa93" providerId="ADAL" clId="{E6739B71-F5DF-462F-8D07-89388E0FA3D6}" dt="2025-11-13T01:48:03.256" v="1896" actId="14100"/>
          <ac:graphicFrameMkLst>
            <pc:docMk/>
            <pc:sldMk cId="3422623579" sldId="2147482052"/>
            <ac:graphicFrameMk id="16" creationId="{613F9ABA-5239-42FE-8096-8438F8CEB7F0}"/>
          </ac:graphicFrameMkLst>
        </pc:graphicFrameChg>
        <pc:graphicFrameChg chg="add del mod">
          <ac:chgData name="서준효(Junhyo Su)[sujunhyo]/책임/제조지능화.데이터솔루션.데이터활용기술팀" userId="d69e963c-cd7d-4842-a4a9-f0ce48daaa93" providerId="ADAL" clId="{E6739B71-F5DF-462F-8D07-89388E0FA3D6}" dt="2025-11-13T02:20:51.613" v="1939" actId="478"/>
          <ac:graphicFrameMkLst>
            <pc:docMk/>
            <pc:sldMk cId="3422623579" sldId="2147482052"/>
            <ac:graphicFrameMk id="26" creationId="{5D5CDBE1-1D9E-3B89-1316-ECC5231F583D}"/>
          </ac:graphicFrameMkLst>
        </pc:graphicFrameChg>
        <pc:picChg chg="add del mod">
          <ac:chgData name="서준효(Junhyo Su)[sujunhyo]/책임/제조지능화.데이터솔루션.데이터활용기술팀" userId="d69e963c-cd7d-4842-a4a9-f0ce48daaa93" providerId="ADAL" clId="{E6739B71-F5DF-462F-8D07-89388E0FA3D6}" dt="2025-11-12T08:44:10.989" v="1450" actId="478"/>
          <ac:picMkLst>
            <pc:docMk/>
            <pc:sldMk cId="3422623579" sldId="2147482052"/>
            <ac:picMk id="6" creationId="{E8BCA029-664D-4DB4-A687-23593FF31670}"/>
          </ac:picMkLst>
        </pc:picChg>
        <pc:picChg chg="add del mod">
          <ac:chgData name="서준효(Junhyo Su)[sujunhyo]/책임/제조지능화.데이터솔루션.데이터활용기술팀" userId="d69e963c-cd7d-4842-a4a9-f0ce48daaa93" providerId="ADAL" clId="{E6739B71-F5DF-462F-8D07-89388E0FA3D6}" dt="2025-11-12T08:45:46.349" v="1536" actId="478"/>
          <ac:picMkLst>
            <pc:docMk/>
            <pc:sldMk cId="3422623579" sldId="2147482052"/>
            <ac:picMk id="7" creationId="{F9E83F0B-8093-29A3-EAE9-01D615E23FBF}"/>
          </ac:picMkLst>
        </pc:picChg>
        <pc:picChg chg="add mod">
          <ac:chgData name="서준효(Junhyo Su)[sujunhyo]/책임/제조지능화.데이터솔루션.데이터활용기술팀" userId="d69e963c-cd7d-4842-a4a9-f0ce48daaa93" providerId="ADAL" clId="{E6739B71-F5DF-462F-8D07-89388E0FA3D6}" dt="2025-11-12T09:43:22.546" v="1779" actId="1076"/>
          <ac:picMkLst>
            <pc:docMk/>
            <pc:sldMk cId="3422623579" sldId="2147482052"/>
            <ac:picMk id="22" creationId="{30F7E86E-4C02-E1C3-74BC-DA7C1669404D}"/>
          </ac:picMkLst>
        </pc:picChg>
        <pc:picChg chg="add mod">
          <ac:chgData name="서준효(Junhyo Su)[sujunhyo]/책임/제조지능화.데이터솔루션.데이터활용기술팀" userId="d69e963c-cd7d-4842-a4a9-f0ce48daaa93" providerId="ADAL" clId="{E6739B71-F5DF-462F-8D07-89388E0FA3D6}" dt="2025-11-12T09:43:58.765" v="1793" actId="14100"/>
          <ac:picMkLst>
            <pc:docMk/>
            <pc:sldMk cId="3422623579" sldId="2147482052"/>
            <ac:picMk id="24" creationId="{1B42FEE4-8635-43C2-6895-345DE6F31C6E}"/>
          </ac:picMkLst>
        </pc:picChg>
        <pc:picChg chg="add mod">
          <ac:chgData name="서준효(Junhyo Su)[sujunhyo]/책임/제조지능화.데이터솔루션.데이터활용기술팀" userId="d69e963c-cd7d-4842-a4a9-f0ce48daaa93" providerId="ADAL" clId="{E6739B71-F5DF-462F-8D07-89388E0FA3D6}" dt="2025-11-12T09:44:32.656" v="1813" actId="14100"/>
          <ac:picMkLst>
            <pc:docMk/>
            <pc:sldMk cId="3422623579" sldId="2147482052"/>
            <ac:picMk id="26" creationId="{336D61C1-8732-3FC5-F082-FD0E9D60DC85}"/>
          </ac:picMkLst>
        </pc:picChg>
      </pc:sldChg>
      <pc:sldChg chg="modSp mod">
        <pc:chgData name="서준효(Junhyo Su)[sujunhyo]/책임/제조지능화.데이터솔루션.데이터활용기술팀" userId="d69e963c-cd7d-4842-a4a9-f0ce48daaa93" providerId="ADAL" clId="{E6739B71-F5DF-462F-8D07-89388E0FA3D6}" dt="2025-11-12T08:43:58.458" v="1449" actId="20577"/>
        <pc:sldMkLst>
          <pc:docMk/>
          <pc:sldMk cId="122266075" sldId="2147482060"/>
        </pc:sldMkLst>
        <pc:spChg chg="mod">
          <ac:chgData name="서준효(Junhyo Su)[sujunhyo]/책임/제조지능화.데이터솔루션.데이터활용기술팀" userId="d69e963c-cd7d-4842-a4a9-f0ce48daaa93" providerId="ADAL" clId="{E6739B71-F5DF-462F-8D07-89388E0FA3D6}" dt="2025-11-12T08:28:24.786" v="1148" actId="20577"/>
          <ac:spMkLst>
            <pc:docMk/>
            <pc:sldMk cId="122266075" sldId="2147482060"/>
            <ac:spMk id="2" creationId="{75252A0B-83AC-FEFF-E760-98723703EAAC}"/>
          </ac:spMkLst>
        </pc:spChg>
        <pc:spChg chg="mod">
          <ac:chgData name="서준효(Junhyo Su)[sujunhyo]/책임/제조지능화.데이터솔루션.데이터활용기술팀" userId="d69e963c-cd7d-4842-a4a9-f0ce48daaa93" providerId="ADAL" clId="{E6739B71-F5DF-462F-8D07-89388E0FA3D6}" dt="2025-11-12T08:28:08.805" v="1144" actId="1036"/>
          <ac:spMkLst>
            <pc:docMk/>
            <pc:sldMk cId="122266075" sldId="2147482060"/>
            <ac:spMk id="12" creationId="{F3FD0B98-8992-795B-1E37-70B54B143965}"/>
          </ac:spMkLst>
        </pc:spChg>
        <pc:spChg chg="mod">
          <ac:chgData name="서준효(Junhyo Su)[sujunhyo]/책임/제조지능화.데이터솔루션.데이터활용기술팀" userId="d69e963c-cd7d-4842-a4a9-f0ce48daaa93" providerId="ADAL" clId="{E6739B71-F5DF-462F-8D07-89388E0FA3D6}" dt="2025-11-12T08:43:49.786" v="1442" actId="20577"/>
          <ac:spMkLst>
            <pc:docMk/>
            <pc:sldMk cId="122266075" sldId="2147482060"/>
            <ac:spMk id="17" creationId="{BC39C673-7C1F-8C56-5D7D-82A7E16E094C}"/>
          </ac:spMkLst>
        </pc:spChg>
        <pc:spChg chg="mod">
          <ac:chgData name="서준효(Junhyo Su)[sujunhyo]/책임/제조지능화.데이터솔루션.데이터활용기술팀" userId="d69e963c-cd7d-4842-a4a9-f0ce48daaa93" providerId="ADAL" clId="{E6739B71-F5DF-462F-8D07-89388E0FA3D6}" dt="2025-11-12T08:28:08.805" v="1144" actId="1036"/>
          <ac:spMkLst>
            <pc:docMk/>
            <pc:sldMk cId="122266075" sldId="2147482060"/>
            <ac:spMk id="23" creationId="{816CCF56-5ADC-465D-AB50-FFF77BE6BA9F}"/>
          </ac:spMkLst>
        </pc:spChg>
        <pc:spChg chg="mod">
          <ac:chgData name="서준효(Junhyo Su)[sujunhyo]/책임/제조지능화.데이터솔루션.데이터활용기술팀" userId="d69e963c-cd7d-4842-a4a9-f0ce48daaa93" providerId="ADAL" clId="{E6739B71-F5DF-462F-8D07-89388E0FA3D6}" dt="2025-11-12T08:43:58.458" v="1449" actId="20577"/>
          <ac:spMkLst>
            <pc:docMk/>
            <pc:sldMk cId="122266075" sldId="2147482060"/>
            <ac:spMk id="45" creationId="{19E7EFE1-3301-0DEC-D213-42182D718173}"/>
          </ac:spMkLst>
        </pc:spChg>
        <pc:graphicFrameChg chg="mod modGraphic">
          <ac:chgData name="서준효(Junhyo Su)[sujunhyo]/책임/제조지능화.데이터솔루션.데이터활용기술팀" userId="d69e963c-cd7d-4842-a4a9-f0ce48daaa93" providerId="ADAL" clId="{E6739B71-F5DF-462F-8D07-89388E0FA3D6}" dt="2025-11-12T08:28:00.208" v="1138"/>
          <ac:graphicFrameMkLst>
            <pc:docMk/>
            <pc:sldMk cId="122266075" sldId="2147482060"/>
            <ac:graphicFrameMk id="19" creationId="{3E86696F-E35A-4B06-9B46-63A4A6A986C1}"/>
          </ac:graphicFrameMkLst>
        </pc:graphicFrameChg>
        <pc:graphicFrameChg chg="mod modGraphic">
          <ac:chgData name="서준효(Junhyo Su)[sujunhyo]/책임/제조지능화.데이터솔루션.데이터활용기술팀" userId="d69e963c-cd7d-4842-a4a9-f0ce48daaa93" providerId="ADAL" clId="{E6739B71-F5DF-462F-8D07-89388E0FA3D6}" dt="2025-11-12T08:28:08.805" v="1144" actId="1036"/>
          <ac:graphicFrameMkLst>
            <pc:docMk/>
            <pc:sldMk cId="122266075" sldId="2147482060"/>
            <ac:graphicFrameMk id="33" creationId="{46CD41AF-EF77-4A37-BBE0-962806BE7684}"/>
          </ac:graphicFrameMkLst>
        </pc:graphicFrameChg>
      </pc:sldChg>
      <pc:sldChg chg="modSp mod">
        <pc:chgData name="서준효(Junhyo Su)[sujunhyo]/책임/제조지능화.데이터솔루션.데이터활용기술팀" userId="d69e963c-cd7d-4842-a4a9-f0ce48daaa93" providerId="ADAL" clId="{E6739B71-F5DF-462F-8D07-89388E0FA3D6}" dt="2025-11-12T08:52:27.743" v="1774" actId="1076"/>
        <pc:sldMkLst>
          <pc:docMk/>
          <pc:sldMk cId="1009432166" sldId="2147482165"/>
        </pc:sldMkLst>
        <pc:grpChg chg="mod">
          <ac:chgData name="서준효(Junhyo Su)[sujunhyo]/책임/제조지능화.데이터솔루션.데이터활용기술팀" userId="d69e963c-cd7d-4842-a4a9-f0ce48daaa93" providerId="ADAL" clId="{E6739B71-F5DF-462F-8D07-89388E0FA3D6}" dt="2025-11-12T08:52:27.743" v="1774" actId="1076"/>
          <ac:grpSpMkLst>
            <pc:docMk/>
            <pc:sldMk cId="1009432166" sldId="2147482165"/>
            <ac:grpSpMk id="4" creationId="{170AE553-D181-4D29-834A-BBDB1690C0D2}"/>
          </ac:grpSpMkLst>
        </pc:grpChg>
        <pc:graphicFrameChg chg="mod modGraphic">
          <ac:chgData name="서준효(Junhyo Su)[sujunhyo]/책임/제조지능화.데이터솔루션.데이터활용기술팀" userId="d69e963c-cd7d-4842-a4a9-f0ce48daaa93" providerId="ADAL" clId="{E6739B71-F5DF-462F-8D07-89388E0FA3D6}" dt="2025-11-12T08:50:24.648" v="1773" actId="20577"/>
          <ac:graphicFrameMkLst>
            <pc:docMk/>
            <pc:sldMk cId="1009432166" sldId="2147482165"/>
            <ac:graphicFrameMk id="19" creationId="{3E86696F-E35A-4B06-9B46-63A4A6A986C1}"/>
          </ac:graphicFrameMkLst>
        </pc:graphicFrameChg>
      </pc:sldChg>
    </pc:docChg>
  </pc:docChgLst>
  <pc:docChgLst>
    <pc:chgData name="이희원(HEEWON LEE)[heewon98]/선임/제조DX.제조DX솔루션.셀추적기술팀" userId="8f304cbb-bc09-4a19-abe9-f7657ad9f80a" providerId="ADAL" clId="{28BEA9B3-38AF-47E6-B3CE-51084CF84145}"/>
    <pc:docChg chg="undo custSel modSld">
      <pc:chgData name="이희원(HEEWON LEE)[heewon98]/선임/제조DX.제조DX솔루션.셀추적기술팀" userId="8f304cbb-bc09-4a19-abe9-f7657ad9f80a" providerId="ADAL" clId="{28BEA9B3-38AF-47E6-B3CE-51084CF84145}" dt="2025-10-28T05:02:05.695" v="116" actId="20577"/>
      <pc:docMkLst>
        <pc:docMk/>
      </pc:docMkLst>
      <pc:sldChg chg="modSp mod">
        <pc:chgData name="이희원(HEEWON LEE)[heewon98]/선임/제조DX.제조DX솔루션.셀추적기술팀" userId="8f304cbb-bc09-4a19-abe9-f7657ad9f80a" providerId="ADAL" clId="{28BEA9B3-38AF-47E6-B3CE-51084CF84145}" dt="2025-10-28T04:50:22.428" v="22" actId="207"/>
        <pc:sldMkLst>
          <pc:docMk/>
          <pc:sldMk cId="2130555548" sldId="2147481730"/>
        </pc:sldMkLst>
        <pc:spChg chg="mod">
          <ac:chgData name="이희원(HEEWON LEE)[heewon98]/선임/제조DX.제조DX솔루션.셀추적기술팀" userId="8f304cbb-bc09-4a19-abe9-f7657ad9f80a" providerId="ADAL" clId="{28BEA9B3-38AF-47E6-B3CE-51084CF84145}" dt="2025-10-28T04:50:15.503" v="19" actId="20577"/>
          <ac:spMkLst>
            <pc:docMk/>
            <pc:sldMk cId="2130555548" sldId="2147481730"/>
            <ac:spMk id="19" creationId="{ADF5974A-A7FA-4655-ABC5-EE48FEFF31B0}"/>
          </ac:spMkLst>
        </pc:spChg>
        <pc:spChg chg="mod">
          <ac:chgData name="이희원(HEEWON LEE)[heewon98]/선임/제조DX.제조DX솔루션.셀추적기술팀" userId="8f304cbb-bc09-4a19-abe9-f7657ad9f80a" providerId="ADAL" clId="{28BEA9B3-38AF-47E6-B3CE-51084CF84145}" dt="2025-10-28T04:50:22.428" v="22" actId="207"/>
          <ac:spMkLst>
            <pc:docMk/>
            <pc:sldMk cId="2130555548" sldId="2147481730"/>
            <ac:spMk id="21" creationId="{4C3181BD-8769-4C0D-8973-C9F2BE0DC598}"/>
          </ac:spMkLst>
        </pc:spChg>
      </pc:sldChg>
      <pc:sldChg chg="modSp mod">
        <pc:chgData name="이희원(HEEWON LEE)[heewon98]/선임/제조DX.제조DX솔루션.셀추적기술팀" userId="8f304cbb-bc09-4a19-abe9-f7657ad9f80a" providerId="ADAL" clId="{28BEA9B3-38AF-47E6-B3CE-51084CF84145}" dt="2025-10-28T05:02:05.695" v="116" actId="20577"/>
        <pc:sldMkLst>
          <pc:docMk/>
          <pc:sldMk cId="2847513058" sldId="2147481898"/>
        </pc:sldMkLst>
        <pc:spChg chg="mod">
          <ac:chgData name="이희원(HEEWON LEE)[heewon98]/선임/제조DX.제조DX솔루션.셀추적기술팀" userId="8f304cbb-bc09-4a19-abe9-f7657ad9f80a" providerId="ADAL" clId="{28BEA9B3-38AF-47E6-B3CE-51084CF84145}" dt="2025-10-28T04:51:10.132" v="31" actId="20577"/>
          <ac:spMkLst>
            <pc:docMk/>
            <pc:sldMk cId="2847513058" sldId="2147481898"/>
            <ac:spMk id="10" creationId="{FED33F4D-E025-48E2-95AA-BF79E1C3DFD6}"/>
          </ac:spMkLst>
        </pc:spChg>
        <pc:graphicFrameChg chg="modGraphic">
          <ac:chgData name="이희원(HEEWON LEE)[heewon98]/선임/제조DX.제조DX솔루션.셀추적기술팀" userId="8f304cbb-bc09-4a19-abe9-f7657ad9f80a" providerId="ADAL" clId="{28BEA9B3-38AF-47E6-B3CE-51084CF84145}" dt="2025-10-28T05:02:00.945" v="111" actId="20577"/>
          <ac:graphicFrameMkLst>
            <pc:docMk/>
            <pc:sldMk cId="2847513058" sldId="2147481898"/>
            <ac:graphicFrameMk id="14" creationId="{6FC87DDF-ACA3-4032-96CA-AAB9625C9BD7}"/>
          </ac:graphicFrameMkLst>
        </pc:graphicFrameChg>
        <pc:graphicFrameChg chg="modGraphic">
          <ac:chgData name="이희원(HEEWON LEE)[heewon98]/선임/제조DX.제조DX솔루션.셀추적기술팀" userId="8f304cbb-bc09-4a19-abe9-f7657ad9f80a" providerId="ADAL" clId="{28BEA9B3-38AF-47E6-B3CE-51084CF84145}" dt="2025-10-28T04:53:49.262" v="36" actId="20577"/>
          <ac:graphicFrameMkLst>
            <pc:docMk/>
            <pc:sldMk cId="2847513058" sldId="2147481898"/>
            <ac:graphicFrameMk id="15" creationId="{5E58FC19-0873-487C-BE7D-3D3157207B88}"/>
          </ac:graphicFrameMkLst>
        </pc:graphicFrameChg>
        <pc:graphicFrameChg chg="modGraphic">
          <ac:chgData name="이희원(HEEWON LEE)[heewon98]/선임/제조DX.제조DX솔루션.셀추적기술팀" userId="8f304cbb-bc09-4a19-abe9-f7657ad9f80a" providerId="ADAL" clId="{28BEA9B3-38AF-47E6-B3CE-51084CF84145}" dt="2025-10-28T05:02:05.695" v="116" actId="20577"/>
          <ac:graphicFrameMkLst>
            <pc:docMk/>
            <pc:sldMk cId="2847513058" sldId="2147481898"/>
            <ac:graphicFrameMk id="16" creationId="{B25CC356-1EE1-4577-BCA0-736DC496DFA1}"/>
          </ac:graphicFrameMkLst>
        </pc:graphicFrameChg>
        <pc:graphicFrameChg chg="mod modGraphic">
          <ac:chgData name="이희원(HEEWON LEE)[heewon98]/선임/제조DX.제조DX솔루션.셀추적기술팀" userId="8f304cbb-bc09-4a19-abe9-f7657ad9f80a" providerId="ADAL" clId="{28BEA9B3-38AF-47E6-B3CE-51084CF84145}" dt="2025-10-28T05:02:01.460" v="112" actId="20577"/>
          <ac:graphicFrameMkLst>
            <pc:docMk/>
            <pc:sldMk cId="2847513058" sldId="2147481898"/>
            <ac:graphicFrameMk id="128" creationId="{BBF379D4-99A2-4D31-9CB5-2BDACF36F890}"/>
          </ac:graphicFrameMkLst>
        </pc:graphicFrameChg>
      </pc:sldChg>
    </pc:docChg>
  </pc:docChgLst>
  <pc:docChgLst>
    <pc:chgData name="윤성렬(SUNGRYEOL YUN)[sungryeol.y]/사원/제조DX.제조DX솔루션.롤맵기술팀" userId="b5311d10-d61f-46bb-bd4a-1d8342705f0f" providerId="ADAL" clId="{B74594EE-D5BE-4242-B384-0D85610FE6CF}"/>
    <pc:docChg chg="undo custSel modSld sldOrd">
      <pc:chgData name="윤성렬(SUNGRYEOL YUN)[sungryeol.y]/사원/제조DX.제조DX솔루션.롤맵기술팀" userId="b5311d10-d61f-46bb-bd4a-1d8342705f0f" providerId="ADAL" clId="{B74594EE-D5BE-4242-B384-0D85610FE6CF}" dt="2025-10-29T07:05:23.641" v="2980" actId="207"/>
      <pc:docMkLst>
        <pc:docMk/>
      </pc:docMkLst>
    </pc:docChg>
  </pc:docChgLst>
  <pc:docChgLst>
    <pc:chgData name="박종현(JONG HYUN PARK)[parkjonghyun]/책임/제조DX.제조DX솔루션.셀추적기술팀" userId="bd556fbe-4056-41f8-81f6-e4b44a6c8ed9" providerId="ADAL" clId="{138268D0-9BF0-4AA4-92A2-FEDFF85482DC}"/>
    <pc:docChg chg="custSel modSld">
      <pc:chgData name="박종현(JONG HYUN PARK)[parkjonghyun]/책임/제조DX.제조DX솔루션.셀추적기술팀" userId="bd556fbe-4056-41f8-81f6-e4b44a6c8ed9" providerId="ADAL" clId="{138268D0-9BF0-4AA4-92A2-FEDFF85482DC}" dt="2025-12-16T07:56:08.528" v="2385" actId="207"/>
      <pc:docMkLst>
        <pc:docMk/>
      </pc:docMkLst>
      <pc:sldChg chg="modSp mod">
        <pc:chgData name="박종현(JONG HYUN PARK)[parkjonghyun]/책임/제조DX.제조DX솔루션.셀추적기술팀" userId="bd556fbe-4056-41f8-81f6-e4b44a6c8ed9" providerId="ADAL" clId="{138268D0-9BF0-4AA4-92A2-FEDFF85482DC}" dt="2025-12-16T04:58:36.498" v="2124" actId="207"/>
        <pc:sldMkLst>
          <pc:docMk/>
          <pc:sldMk cId="2197542616" sldId="2241"/>
        </pc:sldMkLst>
        <pc:spChg chg="mod">
          <ac:chgData name="박종현(JONG HYUN PARK)[parkjonghyun]/책임/제조DX.제조DX솔루션.셀추적기술팀" userId="bd556fbe-4056-41f8-81f6-e4b44a6c8ed9" providerId="ADAL" clId="{138268D0-9BF0-4AA4-92A2-FEDFF85482DC}" dt="2025-12-16T04:58:36.498" v="2124" actId="207"/>
          <ac:spMkLst>
            <pc:docMk/>
            <pc:sldMk cId="2197542616" sldId="2241"/>
            <ac:spMk id="24" creationId="{9E88BCD6-65AC-474C-9E19-A37722C332DC}"/>
          </ac:spMkLst>
        </pc:spChg>
        <pc:spChg chg="mod">
          <ac:chgData name="박종현(JONG HYUN PARK)[parkjonghyun]/책임/제조DX.제조DX솔루션.셀추적기술팀" userId="bd556fbe-4056-41f8-81f6-e4b44a6c8ed9" providerId="ADAL" clId="{138268D0-9BF0-4AA4-92A2-FEDFF85482DC}" dt="2025-12-16T04:57:43.223" v="2011" actId="20577"/>
          <ac:spMkLst>
            <pc:docMk/>
            <pc:sldMk cId="2197542616" sldId="2241"/>
            <ac:spMk id="28" creationId="{EAE9226F-F722-4CEF-AF1A-BC8DF22E007D}"/>
          </ac:spMkLst>
        </pc:spChg>
      </pc:sldChg>
      <pc:sldChg chg="modSp mod">
        <pc:chgData name="박종현(JONG HYUN PARK)[parkjonghyun]/책임/제조DX.제조DX솔루션.셀추적기술팀" userId="bd556fbe-4056-41f8-81f6-e4b44a6c8ed9" providerId="ADAL" clId="{138268D0-9BF0-4AA4-92A2-FEDFF85482DC}" dt="2025-12-16T04:54:50.602" v="1967" actId="20577"/>
        <pc:sldMkLst>
          <pc:docMk/>
          <pc:sldMk cId="1726257096" sldId="2147481882"/>
        </pc:sldMkLst>
        <pc:spChg chg="mod">
          <ac:chgData name="박종현(JONG HYUN PARK)[parkjonghyun]/책임/제조DX.제조DX솔루션.셀추적기술팀" userId="bd556fbe-4056-41f8-81f6-e4b44a6c8ed9" providerId="ADAL" clId="{138268D0-9BF0-4AA4-92A2-FEDFF85482DC}" dt="2025-12-16T04:53:02.684" v="1845" actId="20577"/>
          <ac:spMkLst>
            <pc:docMk/>
            <pc:sldMk cId="1726257096" sldId="2147481882"/>
            <ac:spMk id="33" creationId="{708B1D54-9D52-42CB-82CB-E5D69946BACE}"/>
          </ac:spMkLst>
        </pc:spChg>
        <pc:graphicFrameChg chg="mod modGraphic">
          <ac:chgData name="박종현(JONG HYUN PARK)[parkjonghyun]/책임/제조DX.제조DX솔루션.셀추적기술팀" userId="bd556fbe-4056-41f8-81f6-e4b44a6c8ed9" providerId="ADAL" clId="{138268D0-9BF0-4AA4-92A2-FEDFF85482DC}" dt="2025-12-16T04:54:50.602" v="1967" actId="2057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delSp modSp mod">
        <pc:chgData name="박종현(JONG HYUN PARK)[parkjonghyun]/책임/제조DX.제조DX솔루션.셀추적기술팀" userId="bd556fbe-4056-41f8-81f6-e4b44a6c8ed9" providerId="ADAL" clId="{138268D0-9BF0-4AA4-92A2-FEDFF85482DC}" dt="2025-12-16T07:56:08.528" v="2385" actId="207"/>
        <pc:sldMkLst>
          <pc:docMk/>
          <pc:sldMk cId="1018146487" sldId="2147482182"/>
        </pc:sldMkLst>
        <pc:spChg chg="mod">
          <ac:chgData name="박종현(JONG HYUN PARK)[parkjonghyun]/책임/제조DX.제조DX솔루션.셀추적기술팀" userId="bd556fbe-4056-41f8-81f6-e4b44a6c8ed9" providerId="ADAL" clId="{138268D0-9BF0-4AA4-92A2-FEDFF85482DC}" dt="2025-12-16T04:26:38.207" v="5" actId="1076"/>
          <ac:spMkLst>
            <pc:docMk/>
            <pc:sldMk cId="1018146487" sldId="2147482182"/>
            <ac:spMk id="2" creationId="{1649140D-235D-25B8-3009-AF8B7ACFE853}"/>
          </ac:spMkLst>
        </pc:spChg>
        <pc:spChg chg="del">
          <ac:chgData name="박종현(JONG HYUN PARK)[parkjonghyun]/책임/제조DX.제조DX솔루션.셀추적기술팀" userId="bd556fbe-4056-41f8-81f6-e4b44a6c8ed9" providerId="ADAL" clId="{138268D0-9BF0-4AA4-92A2-FEDFF85482DC}" dt="2025-12-16T04:26:29.997" v="1" actId="478"/>
          <ac:spMkLst>
            <pc:docMk/>
            <pc:sldMk cId="1018146487" sldId="2147482182"/>
            <ac:spMk id="3" creationId="{EDD78AB4-F45E-00AA-0FE6-0AAC803C4012}"/>
          </ac:spMkLst>
        </pc:spChg>
        <pc:spChg chg="mod">
          <ac:chgData name="박종현(JONG HYUN PARK)[parkjonghyun]/책임/제조DX.제조DX솔루션.셀추적기술팀" userId="bd556fbe-4056-41f8-81f6-e4b44a6c8ed9" providerId="ADAL" clId="{138268D0-9BF0-4AA4-92A2-FEDFF85482DC}" dt="2025-12-16T04:52:28.584" v="1843" actId="1076"/>
          <ac:spMkLst>
            <pc:docMk/>
            <pc:sldMk cId="1018146487" sldId="2147482182"/>
            <ac:spMk id="4" creationId="{6042BFB2-6233-B76D-13EA-2BEAF15FF361}"/>
          </ac:spMkLst>
        </pc:spChg>
        <pc:spChg chg="del">
          <ac:chgData name="박종현(JONG HYUN PARK)[parkjonghyun]/책임/제조DX.제조DX솔루션.셀추적기술팀" userId="bd556fbe-4056-41f8-81f6-e4b44a6c8ed9" providerId="ADAL" clId="{138268D0-9BF0-4AA4-92A2-FEDFF85482DC}" dt="2025-12-16T04:26:30.854" v="2" actId="478"/>
          <ac:spMkLst>
            <pc:docMk/>
            <pc:sldMk cId="1018146487" sldId="2147482182"/>
            <ac:spMk id="8" creationId="{6DC77A34-68C3-02EE-7496-23497E220A50}"/>
          </ac:spMkLst>
        </pc:spChg>
        <pc:spChg chg="mod ord">
          <ac:chgData name="박종현(JONG HYUN PARK)[parkjonghyun]/책임/제조DX.제조DX솔루션.셀추적기술팀" userId="bd556fbe-4056-41f8-81f6-e4b44a6c8ed9" providerId="ADAL" clId="{138268D0-9BF0-4AA4-92A2-FEDFF85482DC}" dt="2025-12-16T07:56:08.528" v="2385" actId="207"/>
          <ac:spMkLst>
            <pc:docMk/>
            <pc:sldMk cId="1018146487" sldId="2147482182"/>
            <ac:spMk id="9" creationId="{B0E5E94E-3A91-B278-232A-6ED6ABD3893A}"/>
          </ac:spMkLst>
        </pc:spChg>
      </pc:sldChg>
    </pc:docChg>
  </pc:docChgLst>
  <pc:docChgLst>
    <pc:chgData name="박경찬(KYOUNGCHAN PARK)[park.kc]/팀장/제조DX.제조DX솔루션.셀추적기술팀" userId="e138e4af-6173-47cb-8422-ef183f7b2c63" providerId="ADAL" clId="{2B9486BF-28AE-4819-9D6B-223913374B03}"/>
    <pc:docChg chg="undo custSel modSld">
      <pc:chgData name="박경찬(KYOUNGCHAN PARK)[park.kc]/팀장/제조DX.제조DX솔루션.셀추적기술팀" userId="e138e4af-6173-47cb-8422-ef183f7b2c63" providerId="ADAL" clId="{2B9486BF-28AE-4819-9D6B-223913374B03}" dt="2025-12-03T07:27:51.502" v="3"/>
      <pc:docMkLst>
        <pc:docMk/>
      </pc:docMkLst>
      <pc:sldChg chg="addSp delSp modSp mod">
        <pc:chgData name="박경찬(KYOUNGCHAN PARK)[park.kc]/팀장/제조DX.제조DX솔루션.셀추적기술팀" userId="e138e4af-6173-47cb-8422-ef183f7b2c63" providerId="ADAL" clId="{2B9486BF-28AE-4819-9D6B-223913374B03}" dt="2025-12-03T07:27:51.502" v="3"/>
        <pc:sldMkLst>
          <pc:docMk/>
          <pc:sldMk cId="2105941167" sldId="2117"/>
        </pc:sldMkLst>
        <pc:spChg chg="add del">
          <ac:chgData name="박경찬(KYOUNGCHAN PARK)[park.kc]/팀장/제조DX.제조DX솔루션.셀추적기술팀" userId="e138e4af-6173-47cb-8422-ef183f7b2c63" providerId="ADAL" clId="{2B9486BF-28AE-4819-9D6B-223913374B03}" dt="2025-12-03T07:27:45.826" v="2" actId="478"/>
          <ac:spMkLst>
            <pc:docMk/>
            <pc:sldMk cId="2105941167" sldId="2117"/>
            <ac:spMk id="2" creationId="{8D0A6925-6020-3DA8-DD87-A4878F379883}"/>
          </ac:spMkLst>
        </pc:spChg>
        <pc:spChg chg="add del">
          <ac:chgData name="박경찬(KYOUNGCHAN PARK)[park.kc]/팀장/제조DX.제조DX솔루션.셀추적기술팀" userId="e138e4af-6173-47cb-8422-ef183f7b2c63" providerId="ADAL" clId="{2B9486BF-28AE-4819-9D6B-223913374B03}" dt="2025-12-03T07:27:45.826" v="2" actId="478"/>
          <ac:spMkLst>
            <pc:docMk/>
            <pc:sldMk cId="2105941167" sldId="2117"/>
            <ac:spMk id="3" creationId="{F404AC9E-2E43-CA2F-6E59-8C9FC75C8EAD}"/>
          </ac:spMkLst>
        </pc:spChg>
        <pc:spChg chg="add del">
          <ac:chgData name="박경찬(KYOUNGCHAN PARK)[park.kc]/팀장/제조DX.제조DX솔루션.셀추적기술팀" userId="e138e4af-6173-47cb-8422-ef183f7b2c63" providerId="ADAL" clId="{2B9486BF-28AE-4819-9D6B-223913374B03}" dt="2025-12-03T07:27:45.826" v="2" actId="478"/>
          <ac:spMkLst>
            <pc:docMk/>
            <pc:sldMk cId="2105941167" sldId="2117"/>
            <ac:spMk id="4" creationId="{2837D5F3-3B87-B153-AA00-F5CE639A58A3}"/>
          </ac:spMkLst>
        </pc:spChg>
        <pc:spChg chg="add del">
          <ac:chgData name="박경찬(KYOUNGCHAN PARK)[park.kc]/팀장/제조DX.제조DX솔루션.셀추적기술팀" userId="e138e4af-6173-47cb-8422-ef183f7b2c63" providerId="ADAL" clId="{2B9486BF-28AE-4819-9D6B-223913374B03}" dt="2025-12-03T07:27:45.826" v="2" actId="478"/>
          <ac:spMkLst>
            <pc:docMk/>
            <pc:sldMk cId="2105941167" sldId="2117"/>
            <ac:spMk id="5" creationId="{B4E39667-4B8D-8E53-9B80-494919EA95B9}"/>
          </ac:spMkLst>
        </pc:spChg>
        <pc:spChg chg="add del">
          <ac:chgData name="박경찬(KYOUNGCHAN PARK)[park.kc]/팀장/제조DX.제조DX솔루션.셀추적기술팀" userId="e138e4af-6173-47cb-8422-ef183f7b2c63" providerId="ADAL" clId="{2B9486BF-28AE-4819-9D6B-223913374B03}" dt="2025-12-03T07:27:45.826" v="2" actId="478"/>
          <ac:spMkLst>
            <pc:docMk/>
            <pc:sldMk cId="2105941167" sldId="2117"/>
            <ac:spMk id="6" creationId="{D4C26976-D301-708F-3249-1E720330F97D}"/>
          </ac:spMkLst>
        </pc:spChg>
        <pc:spChg chg="add del">
          <ac:chgData name="박경찬(KYOUNGCHAN PARK)[park.kc]/팀장/제조DX.제조DX솔루션.셀추적기술팀" userId="e138e4af-6173-47cb-8422-ef183f7b2c63" providerId="ADAL" clId="{2B9486BF-28AE-4819-9D6B-223913374B03}" dt="2025-12-03T07:27:45.826" v="2" actId="478"/>
          <ac:spMkLst>
            <pc:docMk/>
            <pc:sldMk cId="2105941167" sldId="2117"/>
            <ac:spMk id="8" creationId="{70A94D58-5027-D320-EE76-FD27E9679973}"/>
          </ac:spMkLst>
        </pc:spChg>
        <pc:spChg chg="add del">
          <ac:chgData name="박경찬(KYOUNGCHAN PARK)[park.kc]/팀장/제조DX.제조DX솔루션.셀추적기술팀" userId="e138e4af-6173-47cb-8422-ef183f7b2c63" providerId="ADAL" clId="{2B9486BF-28AE-4819-9D6B-223913374B03}" dt="2025-12-03T07:27:45.826" v="2" actId="478"/>
          <ac:spMkLst>
            <pc:docMk/>
            <pc:sldMk cId="2105941167" sldId="2117"/>
            <ac:spMk id="9" creationId="{7BEB1B16-1152-18D7-92F8-018368AE3ADF}"/>
          </ac:spMkLst>
        </pc:spChg>
        <pc:spChg chg="add del">
          <ac:chgData name="박경찬(KYOUNGCHAN PARK)[park.kc]/팀장/제조DX.제조DX솔루션.셀추적기술팀" userId="e138e4af-6173-47cb-8422-ef183f7b2c63" providerId="ADAL" clId="{2B9486BF-28AE-4819-9D6B-223913374B03}" dt="2025-12-03T07:27:45.826" v="2" actId="478"/>
          <ac:spMkLst>
            <pc:docMk/>
            <pc:sldMk cId="2105941167" sldId="2117"/>
            <ac:spMk id="11" creationId="{B9DC9247-8929-79DA-E6F1-03CF628B85AC}"/>
          </ac:spMkLst>
        </pc:spChg>
        <pc:spChg chg="add del">
          <ac:chgData name="박경찬(KYOUNGCHAN PARK)[park.kc]/팀장/제조DX.제조DX솔루션.셀추적기술팀" userId="e138e4af-6173-47cb-8422-ef183f7b2c63" providerId="ADAL" clId="{2B9486BF-28AE-4819-9D6B-223913374B03}" dt="2025-12-03T07:27:45.826" v="2" actId="478"/>
          <ac:spMkLst>
            <pc:docMk/>
            <pc:sldMk cId="2105941167" sldId="2117"/>
            <ac:spMk id="12" creationId="{75255BF8-8A90-1B7F-D5E7-65A7597F2EFF}"/>
          </ac:spMkLst>
        </pc:spChg>
        <pc:spChg chg="add del">
          <ac:chgData name="박경찬(KYOUNGCHAN PARK)[park.kc]/팀장/제조DX.제조DX솔루션.셀추적기술팀" userId="e138e4af-6173-47cb-8422-ef183f7b2c63" providerId="ADAL" clId="{2B9486BF-28AE-4819-9D6B-223913374B03}" dt="2025-12-03T07:27:45.826" v="2" actId="478"/>
          <ac:spMkLst>
            <pc:docMk/>
            <pc:sldMk cId="2105941167" sldId="2117"/>
            <ac:spMk id="13" creationId="{0FA86D35-D83A-A5E0-8085-222507C9BDD6}"/>
          </ac:spMkLst>
        </pc:spChg>
        <pc:spChg chg="add del">
          <ac:chgData name="박경찬(KYOUNGCHAN PARK)[park.kc]/팀장/제조DX.제조DX솔루션.셀추적기술팀" userId="e138e4af-6173-47cb-8422-ef183f7b2c63" providerId="ADAL" clId="{2B9486BF-28AE-4819-9D6B-223913374B03}" dt="2025-12-03T07:27:45.826" v="2" actId="478"/>
          <ac:spMkLst>
            <pc:docMk/>
            <pc:sldMk cId="2105941167" sldId="2117"/>
            <ac:spMk id="14" creationId="{70233490-78F0-BAF2-E6EE-76A418D49677}"/>
          </ac:spMkLst>
        </pc:spChg>
        <pc:spChg chg="add del">
          <ac:chgData name="박경찬(KYOUNGCHAN PARK)[park.kc]/팀장/제조DX.제조DX솔루션.셀추적기술팀" userId="e138e4af-6173-47cb-8422-ef183f7b2c63" providerId="ADAL" clId="{2B9486BF-28AE-4819-9D6B-223913374B03}" dt="2025-12-03T07:27:45.826" v="2" actId="478"/>
          <ac:spMkLst>
            <pc:docMk/>
            <pc:sldMk cId="2105941167" sldId="2117"/>
            <ac:spMk id="16" creationId="{98039242-869C-31DC-54CF-5ACA4EE63529}"/>
          </ac:spMkLst>
        </pc:spChg>
        <pc:spChg chg="add del">
          <ac:chgData name="박경찬(KYOUNGCHAN PARK)[park.kc]/팀장/제조DX.제조DX솔루션.셀추적기술팀" userId="e138e4af-6173-47cb-8422-ef183f7b2c63" providerId="ADAL" clId="{2B9486BF-28AE-4819-9D6B-223913374B03}" dt="2025-12-03T07:27:45.826" v="2" actId="478"/>
          <ac:spMkLst>
            <pc:docMk/>
            <pc:sldMk cId="2105941167" sldId="2117"/>
            <ac:spMk id="17" creationId="{F789BBC1-293E-E5A6-B88D-E141D5AF2D69}"/>
          </ac:spMkLst>
        </pc:spChg>
        <pc:spChg chg="add mod">
          <ac:chgData name="박경찬(KYOUNGCHAN PARK)[park.kc]/팀장/제조DX.제조DX솔루션.셀추적기술팀" userId="e138e4af-6173-47cb-8422-ef183f7b2c63" providerId="ADAL" clId="{2B9486BF-28AE-4819-9D6B-223913374B03}" dt="2025-12-03T07:27:51.502" v="3"/>
          <ac:spMkLst>
            <pc:docMk/>
            <pc:sldMk cId="2105941167" sldId="2117"/>
            <ac:spMk id="18" creationId="{1D3EEA20-FDF8-FD50-C159-49FC9CD5006C}"/>
          </ac:spMkLst>
        </pc:spChg>
        <pc:spChg chg="add mod">
          <ac:chgData name="박경찬(KYOUNGCHAN PARK)[park.kc]/팀장/제조DX.제조DX솔루션.셀추적기술팀" userId="e138e4af-6173-47cb-8422-ef183f7b2c63" providerId="ADAL" clId="{2B9486BF-28AE-4819-9D6B-223913374B03}" dt="2025-12-03T07:27:51.502" v="3"/>
          <ac:spMkLst>
            <pc:docMk/>
            <pc:sldMk cId="2105941167" sldId="2117"/>
            <ac:spMk id="19" creationId="{CF9F6471-0A2E-AE2C-82DB-BEDF21BEA395}"/>
          </ac:spMkLst>
        </pc:spChg>
        <pc:spChg chg="add del">
          <ac:chgData name="박경찬(KYOUNGCHAN PARK)[park.kc]/팀장/제조DX.제조DX솔루션.셀추적기술팀" userId="e138e4af-6173-47cb-8422-ef183f7b2c63" providerId="ADAL" clId="{2B9486BF-28AE-4819-9D6B-223913374B03}" dt="2025-12-03T07:27:45.826" v="2" actId="478"/>
          <ac:spMkLst>
            <pc:docMk/>
            <pc:sldMk cId="2105941167" sldId="2117"/>
            <ac:spMk id="20" creationId="{1F77AB37-8C63-5037-102F-06B39FEEF737}"/>
          </ac:spMkLst>
        </pc:spChg>
        <pc:spChg chg="add mod">
          <ac:chgData name="박경찬(KYOUNGCHAN PARK)[park.kc]/팀장/제조DX.제조DX솔루션.셀추적기술팀" userId="e138e4af-6173-47cb-8422-ef183f7b2c63" providerId="ADAL" clId="{2B9486BF-28AE-4819-9D6B-223913374B03}" dt="2025-12-03T07:27:51.502" v="3"/>
          <ac:spMkLst>
            <pc:docMk/>
            <pc:sldMk cId="2105941167" sldId="2117"/>
            <ac:spMk id="22" creationId="{CEF87966-BA23-F939-F3A4-1781547B6404}"/>
          </ac:spMkLst>
        </pc:spChg>
        <pc:spChg chg="add mod">
          <ac:chgData name="박경찬(KYOUNGCHAN PARK)[park.kc]/팀장/제조DX.제조DX솔루션.셀추적기술팀" userId="e138e4af-6173-47cb-8422-ef183f7b2c63" providerId="ADAL" clId="{2B9486BF-28AE-4819-9D6B-223913374B03}" dt="2025-12-03T07:27:51.502" v="3"/>
          <ac:spMkLst>
            <pc:docMk/>
            <pc:sldMk cId="2105941167" sldId="2117"/>
            <ac:spMk id="23" creationId="{31F335AC-A0C9-A40C-9778-DFFF96B64053}"/>
          </ac:spMkLst>
        </pc:spChg>
        <pc:spChg chg="add mod">
          <ac:chgData name="박경찬(KYOUNGCHAN PARK)[park.kc]/팀장/제조DX.제조DX솔루션.셀추적기술팀" userId="e138e4af-6173-47cb-8422-ef183f7b2c63" providerId="ADAL" clId="{2B9486BF-28AE-4819-9D6B-223913374B03}" dt="2025-12-03T07:27:51.502" v="3"/>
          <ac:spMkLst>
            <pc:docMk/>
            <pc:sldMk cId="2105941167" sldId="2117"/>
            <ac:spMk id="24" creationId="{D4B1FBEA-CC59-3F13-95E7-467BB63C7DE2}"/>
          </ac:spMkLst>
        </pc:spChg>
        <pc:spChg chg="add mod">
          <ac:chgData name="박경찬(KYOUNGCHAN PARK)[park.kc]/팀장/제조DX.제조DX솔루션.셀추적기술팀" userId="e138e4af-6173-47cb-8422-ef183f7b2c63" providerId="ADAL" clId="{2B9486BF-28AE-4819-9D6B-223913374B03}" dt="2025-12-03T07:27:51.502" v="3"/>
          <ac:spMkLst>
            <pc:docMk/>
            <pc:sldMk cId="2105941167" sldId="2117"/>
            <ac:spMk id="26" creationId="{1AFE28AD-231B-FF38-C995-98769B957F6B}"/>
          </ac:spMkLst>
        </pc:spChg>
        <pc:spChg chg="add mod">
          <ac:chgData name="박경찬(KYOUNGCHAN PARK)[park.kc]/팀장/제조DX.제조DX솔루션.셀추적기술팀" userId="e138e4af-6173-47cb-8422-ef183f7b2c63" providerId="ADAL" clId="{2B9486BF-28AE-4819-9D6B-223913374B03}" dt="2025-12-03T07:27:51.502" v="3"/>
          <ac:spMkLst>
            <pc:docMk/>
            <pc:sldMk cId="2105941167" sldId="2117"/>
            <ac:spMk id="27" creationId="{FC9D516A-72BB-903E-D273-3BD3BD73D012}"/>
          </ac:spMkLst>
        </pc:spChg>
        <pc:spChg chg="add mod">
          <ac:chgData name="박경찬(KYOUNGCHAN PARK)[park.kc]/팀장/제조DX.제조DX솔루션.셀추적기술팀" userId="e138e4af-6173-47cb-8422-ef183f7b2c63" providerId="ADAL" clId="{2B9486BF-28AE-4819-9D6B-223913374B03}" dt="2025-12-03T07:27:51.502" v="3"/>
          <ac:spMkLst>
            <pc:docMk/>
            <pc:sldMk cId="2105941167" sldId="2117"/>
            <ac:spMk id="28" creationId="{4E581BFA-D907-334F-AB1D-F05B3F9E9E97}"/>
          </ac:spMkLst>
        </pc:spChg>
        <pc:spChg chg="add mod">
          <ac:chgData name="박경찬(KYOUNGCHAN PARK)[park.kc]/팀장/제조DX.제조DX솔루션.셀추적기술팀" userId="e138e4af-6173-47cb-8422-ef183f7b2c63" providerId="ADAL" clId="{2B9486BF-28AE-4819-9D6B-223913374B03}" dt="2025-12-03T07:27:51.502" v="3"/>
          <ac:spMkLst>
            <pc:docMk/>
            <pc:sldMk cId="2105941167" sldId="2117"/>
            <ac:spMk id="29" creationId="{AEE680A3-9AE2-2308-3786-7192060CE7ED}"/>
          </ac:spMkLst>
        </pc:spChg>
        <pc:spChg chg="add mod">
          <ac:chgData name="박경찬(KYOUNGCHAN PARK)[park.kc]/팀장/제조DX.제조DX솔루션.셀추적기술팀" userId="e138e4af-6173-47cb-8422-ef183f7b2c63" providerId="ADAL" clId="{2B9486BF-28AE-4819-9D6B-223913374B03}" dt="2025-12-03T07:27:51.502" v="3"/>
          <ac:spMkLst>
            <pc:docMk/>
            <pc:sldMk cId="2105941167" sldId="2117"/>
            <ac:spMk id="30" creationId="{1D78F5F9-C566-B454-7B2E-F82EC990ADDD}"/>
          </ac:spMkLst>
        </pc:spChg>
        <pc:spChg chg="add mod">
          <ac:chgData name="박경찬(KYOUNGCHAN PARK)[park.kc]/팀장/제조DX.제조DX솔루션.셀추적기술팀" userId="e138e4af-6173-47cb-8422-ef183f7b2c63" providerId="ADAL" clId="{2B9486BF-28AE-4819-9D6B-223913374B03}" dt="2025-12-03T07:27:51.502" v="3"/>
          <ac:spMkLst>
            <pc:docMk/>
            <pc:sldMk cId="2105941167" sldId="2117"/>
            <ac:spMk id="31" creationId="{CA6EB90C-340A-9D85-685E-3D770DD0D416}"/>
          </ac:spMkLst>
        </pc:spChg>
        <pc:spChg chg="add mod">
          <ac:chgData name="박경찬(KYOUNGCHAN PARK)[park.kc]/팀장/제조DX.제조DX솔루션.셀추적기술팀" userId="e138e4af-6173-47cb-8422-ef183f7b2c63" providerId="ADAL" clId="{2B9486BF-28AE-4819-9D6B-223913374B03}" dt="2025-12-03T07:27:51.502" v="3"/>
          <ac:spMkLst>
            <pc:docMk/>
            <pc:sldMk cId="2105941167" sldId="2117"/>
            <ac:spMk id="32" creationId="{6F753008-3B5C-F668-2B07-321C45B0F026}"/>
          </ac:spMkLst>
        </pc:spChg>
        <pc:spChg chg="add mod">
          <ac:chgData name="박경찬(KYOUNGCHAN PARK)[park.kc]/팀장/제조DX.제조DX솔루션.셀추적기술팀" userId="e138e4af-6173-47cb-8422-ef183f7b2c63" providerId="ADAL" clId="{2B9486BF-28AE-4819-9D6B-223913374B03}" dt="2025-12-03T07:27:51.502" v="3"/>
          <ac:spMkLst>
            <pc:docMk/>
            <pc:sldMk cId="2105941167" sldId="2117"/>
            <ac:spMk id="34" creationId="{4B3308F1-A7A8-38E4-8239-639C913F1C73}"/>
          </ac:spMkLst>
        </pc:spChg>
        <pc:graphicFrameChg chg="add del">
          <ac:chgData name="박경찬(KYOUNGCHAN PARK)[park.kc]/팀장/제조DX.제조DX솔루션.셀추적기술팀" userId="e138e4af-6173-47cb-8422-ef183f7b2c63" providerId="ADAL" clId="{2B9486BF-28AE-4819-9D6B-223913374B03}" dt="2025-12-03T07:27:45.826" v="2" actId="478"/>
          <ac:graphicFrameMkLst>
            <pc:docMk/>
            <pc:sldMk cId="2105941167" sldId="2117"/>
            <ac:graphicFrameMk id="7" creationId="{B3551257-5F1B-3A74-DE0F-A8B4A6A198A0}"/>
          </ac:graphicFrameMkLst>
        </pc:graphicFrameChg>
        <pc:graphicFrameChg chg="add del">
          <ac:chgData name="박경찬(KYOUNGCHAN PARK)[park.kc]/팀장/제조DX.제조DX솔루션.셀추적기술팀" userId="e138e4af-6173-47cb-8422-ef183f7b2c63" providerId="ADAL" clId="{2B9486BF-28AE-4819-9D6B-223913374B03}" dt="2025-12-03T07:27:45.826" v="2" actId="478"/>
          <ac:graphicFrameMkLst>
            <pc:docMk/>
            <pc:sldMk cId="2105941167" sldId="2117"/>
            <ac:graphicFrameMk id="10" creationId="{0A60B9F5-32B3-1413-9945-5738AD9449C5}"/>
          </ac:graphicFrameMkLst>
        </pc:graphicFrameChg>
        <pc:graphicFrameChg chg="add del">
          <ac:chgData name="박경찬(KYOUNGCHAN PARK)[park.kc]/팀장/제조DX.제조DX솔루션.셀추적기술팀" userId="e138e4af-6173-47cb-8422-ef183f7b2c63" providerId="ADAL" clId="{2B9486BF-28AE-4819-9D6B-223913374B03}" dt="2025-12-03T07:27:45.826" v="2" actId="478"/>
          <ac:graphicFrameMkLst>
            <pc:docMk/>
            <pc:sldMk cId="2105941167" sldId="2117"/>
            <ac:graphicFrameMk id="15" creationId="{D4E6E6F7-6CF6-E533-E83E-8DDEF9D3928D}"/>
          </ac:graphicFrameMkLst>
        </pc:graphicFrameChg>
        <pc:graphicFrameChg chg="add mod">
          <ac:chgData name="박경찬(KYOUNGCHAN PARK)[park.kc]/팀장/제조DX.제조DX솔루션.셀추적기술팀" userId="e138e4af-6173-47cb-8422-ef183f7b2c63" providerId="ADAL" clId="{2B9486BF-28AE-4819-9D6B-223913374B03}" dt="2025-12-03T07:27:51.502" v="3"/>
          <ac:graphicFrameMkLst>
            <pc:docMk/>
            <pc:sldMk cId="2105941167" sldId="2117"/>
            <ac:graphicFrameMk id="21" creationId="{97247676-9FC1-D003-7820-C66E92A8B7DF}"/>
          </ac:graphicFrameMkLst>
        </pc:graphicFrameChg>
        <pc:graphicFrameChg chg="add mod">
          <ac:chgData name="박경찬(KYOUNGCHAN PARK)[park.kc]/팀장/제조DX.제조DX솔루션.셀추적기술팀" userId="e138e4af-6173-47cb-8422-ef183f7b2c63" providerId="ADAL" clId="{2B9486BF-28AE-4819-9D6B-223913374B03}" dt="2025-12-03T07:27:51.502" v="3"/>
          <ac:graphicFrameMkLst>
            <pc:docMk/>
            <pc:sldMk cId="2105941167" sldId="2117"/>
            <ac:graphicFrameMk id="25" creationId="{8053C5D2-6BE0-C313-3791-F9F0400E9EE4}"/>
          </ac:graphicFrameMkLst>
        </pc:graphicFrameChg>
        <pc:graphicFrameChg chg="add mod">
          <ac:chgData name="박경찬(KYOUNGCHAN PARK)[park.kc]/팀장/제조DX.제조DX솔루션.셀추적기술팀" userId="e138e4af-6173-47cb-8422-ef183f7b2c63" providerId="ADAL" clId="{2B9486BF-28AE-4819-9D6B-223913374B03}" dt="2025-12-03T07:27:51.502" v="3"/>
          <ac:graphicFrameMkLst>
            <pc:docMk/>
            <pc:sldMk cId="2105941167" sldId="2117"/>
            <ac:graphicFrameMk id="33" creationId="{B7429DD0-C5F0-5C26-3325-8193234C888E}"/>
          </ac:graphicFrameMkLst>
        </pc:graphicFrameChg>
      </pc:sldChg>
    </pc:docChg>
  </pc:docChgLst>
  <pc:docChgLst>
    <pc:chgData name="홍진표(JINPYO HONG)[jphong30]/사원/제조DX.제조DX솔루션.데이터통합분석팀" userId="S::jphong30@lgensol.com::e81a1c56-9779-419d-942e-8803f0d0cdcc" providerId="AD" clId="Web-{F7E44DF2-6AE2-49D4-960B-B63D085B48FF}"/>
    <pc:docChg chg="modSld">
      <pc:chgData name="홍진표(JINPYO HONG)[jphong30]/사원/제조DX.제조DX솔루션.데이터통합분석팀" userId="S::jphong30@lgensol.com::e81a1c56-9779-419d-942e-8803f0d0cdcc" providerId="AD" clId="Web-{F7E44DF2-6AE2-49D4-960B-B63D085B48FF}" dt="2025-10-14T10:16:12.756" v="144" actId="1076"/>
      <pc:docMkLst>
        <pc:docMk/>
      </pc:docMkLst>
      <pc:sldChg chg="addSp delSp modSp">
        <pc:chgData name="홍진표(JINPYO HONG)[jphong30]/사원/제조DX.제조DX솔루션.데이터통합분석팀" userId="S::jphong30@lgensol.com::e81a1c56-9779-419d-942e-8803f0d0cdcc" providerId="AD" clId="Web-{F7E44DF2-6AE2-49D4-960B-B63D085B48FF}" dt="2025-10-14T10:13:05.908" v="61"/>
        <pc:sldMkLst>
          <pc:docMk/>
          <pc:sldMk cId="3645708370" sldId="2147482131"/>
        </pc:sldMkLst>
        <pc:graphicFrameChg chg="mod modGraphic">
          <ac:chgData name="홍진표(JINPYO HONG)[jphong30]/사원/제조DX.제조DX솔루션.데이터통합분석팀" userId="S::jphong30@lgensol.com::e81a1c56-9779-419d-942e-8803f0d0cdcc" providerId="AD" clId="Web-{F7E44DF2-6AE2-49D4-960B-B63D085B48FF}" dt="2025-10-14T10:13:05.908" v="61"/>
          <ac:graphicFrameMkLst>
            <pc:docMk/>
            <pc:sldMk cId="3645708370" sldId="2147482131"/>
            <ac:graphicFrameMk id="19" creationId="{3E86696F-E35A-4B06-9B46-63A4A6A986C1}"/>
          </ac:graphicFrameMkLst>
        </pc:graphicFrameChg>
      </pc:sldChg>
      <pc:sldChg chg="modSp">
        <pc:chgData name="홍진표(JINPYO HONG)[jphong30]/사원/제조DX.제조DX솔루션.데이터통합분석팀" userId="S::jphong30@lgensol.com::e81a1c56-9779-419d-942e-8803f0d0cdcc" providerId="AD" clId="Web-{F7E44DF2-6AE2-49D4-960B-B63D085B48FF}" dt="2025-10-14T10:16:12.756" v="144" actId="1076"/>
        <pc:sldMkLst>
          <pc:docMk/>
          <pc:sldMk cId="2637692209" sldId="2147482139"/>
        </pc:sldMkLst>
        <pc:graphicFrameChg chg="mod modGraphic">
          <ac:chgData name="홍진표(JINPYO HONG)[jphong30]/사원/제조DX.제조DX솔루션.데이터통합분석팀" userId="S::jphong30@lgensol.com::e81a1c56-9779-419d-942e-8803f0d0cdcc" providerId="AD" clId="Web-{F7E44DF2-6AE2-49D4-960B-B63D085B48FF}" dt="2025-10-14T10:14:36.535" v="95"/>
          <ac:graphicFrameMkLst>
            <pc:docMk/>
            <pc:sldMk cId="2637692209" sldId="2147482139"/>
            <ac:graphicFrameMk id="14" creationId="{CEA3F45E-60F6-48B6-888E-C6596F89CE30}"/>
          </ac:graphicFrameMkLst>
        </pc:graphicFrameChg>
        <pc:graphicFrameChg chg="mod">
          <ac:chgData name="홍진표(JINPYO HONG)[jphong30]/사원/제조DX.제조DX솔루션.데이터통합분석팀" userId="S::jphong30@lgensol.com::e81a1c56-9779-419d-942e-8803f0d0cdcc" providerId="AD" clId="Web-{F7E44DF2-6AE2-49D4-960B-B63D085B48FF}" dt="2025-10-14T10:16:12.756" v="144" actId="1076"/>
          <ac:graphicFrameMkLst>
            <pc:docMk/>
            <pc:sldMk cId="2637692209" sldId="2147482139"/>
            <ac:graphicFrameMk id="17" creationId="{FBBB4F68-3717-4BB9-9815-D5FCD33E776E}"/>
          </ac:graphicFrameMkLst>
        </pc:graphicFrameChg>
        <pc:graphicFrameChg chg="mod modGraphic">
          <ac:chgData name="홍진표(JINPYO HONG)[jphong30]/사원/제조DX.제조DX솔루션.데이터통합분석팀" userId="S::jphong30@lgensol.com::e81a1c56-9779-419d-942e-8803f0d0cdcc" providerId="AD" clId="Web-{F7E44DF2-6AE2-49D4-960B-B63D085B48FF}" dt="2025-10-14T10:16:05.787" v="143"/>
          <ac:graphicFrameMkLst>
            <pc:docMk/>
            <pc:sldMk cId="2637692209" sldId="2147482139"/>
            <ac:graphicFrameMk id="19" creationId="{3E86696F-E35A-4B06-9B46-63A4A6A986C1}"/>
          </ac:graphicFrameMkLst>
        </pc:graphicFrameChg>
      </pc:sldChg>
    </pc:docChg>
  </pc:docChgLst>
  <pc:docChgLst>
    <pc:chgData name="이희원(HEEWON LEE)[heewon98]/선임/제조DX.제조DX솔루션.셀추적기술팀" userId="8f304cbb-bc09-4a19-abe9-f7657ad9f80a" providerId="ADAL" clId="{BDC6A429-A6A0-4AE8-BF53-579E7995FDF3}"/>
    <pc:docChg chg="undo custSel addSld delSld modSld modSection">
      <pc:chgData name="이희원(HEEWON LEE)[heewon98]/선임/제조DX.제조DX솔루션.셀추적기술팀" userId="8f304cbb-bc09-4a19-abe9-f7657ad9f80a" providerId="ADAL" clId="{BDC6A429-A6A0-4AE8-BF53-579E7995FDF3}" dt="2025-10-22T05:46:12.030" v="407" actId="47"/>
      <pc:docMkLst>
        <pc:docMk/>
      </pc:docMkLst>
      <pc:sldChg chg="modSp mod">
        <pc:chgData name="이희원(HEEWON LEE)[heewon98]/선임/제조DX.제조DX솔루션.셀추적기술팀" userId="8f304cbb-bc09-4a19-abe9-f7657ad9f80a" providerId="ADAL" clId="{BDC6A429-A6A0-4AE8-BF53-579E7995FDF3}" dt="2025-10-22T01:13:21.051" v="400" actId="20577"/>
        <pc:sldMkLst>
          <pc:docMk/>
          <pc:sldMk cId="2130555548" sldId="2147481730"/>
        </pc:sldMkLst>
        <pc:graphicFrameChg chg="mod modGraphic">
          <ac:chgData name="이희원(HEEWON LEE)[heewon98]/선임/제조DX.제조DX솔루션.셀추적기술팀" userId="8f304cbb-bc09-4a19-abe9-f7657ad9f80a" providerId="ADAL" clId="{BDC6A429-A6A0-4AE8-BF53-579E7995FDF3}" dt="2025-10-22T01:13:21.051" v="400" actId="20577"/>
          <ac:graphicFrameMkLst>
            <pc:docMk/>
            <pc:sldMk cId="2130555548" sldId="2147481730"/>
            <ac:graphicFrameMk id="13" creationId="{F757E1E4-6685-4945-A4F6-DAED56351FBF}"/>
          </ac:graphicFrameMkLst>
        </pc:graphicFrameChg>
      </pc:sldChg>
      <pc:sldChg chg="delSp modSp mod">
        <pc:chgData name="이희원(HEEWON LEE)[heewon98]/선임/제조DX.제조DX솔루션.셀추적기술팀" userId="8f304cbb-bc09-4a19-abe9-f7657ad9f80a" providerId="ADAL" clId="{BDC6A429-A6A0-4AE8-BF53-579E7995FDF3}" dt="2025-10-22T01:12:35.730" v="372" actId="1035"/>
        <pc:sldMkLst>
          <pc:docMk/>
          <pc:sldMk cId="2847513058" sldId="2147481898"/>
        </pc:sldMkLst>
        <pc:spChg chg="mod">
          <ac:chgData name="이희원(HEEWON LEE)[heewon98]/선임/제조DX.제조DX솔루션.셀추적기술팀" userId="8f304cbb-bc09-4a19-abe9-f7657ad9f80a" providerId="ADAL" clId="{BDC6A429-A6A0-4AE8-BF53-579E7995FDF3}" dt="2025-10-22T00:33:21.466" v="11" actId="20577"/>
          <ac:spMkLst>
            <pc:docMk/>
            <pc:sldMk cId="2847513058" sldId="2147481898"/>
            <ac:spMk id="10" creationId="{FED33F4D-E025-48E2-95AA-BF79E1C3DFD6}"/>
          </ac:spMkLst>
        </pc:spChg>
        <pc:graphicFrameChg chg="mod">
          <ac:chgData name="이희원(HEEWON LEE)[heewon98]/선임/제조DX.제조DX솔루션.셀추적기술팀" userId="8f304cbb-bc09-4a19-abe9-f7657ad9f80a" providerId="ADAL" clId="{BDC6A429-A6A0-4AE8-BF53-579E7995FDF3}" dt="2025-10-22T01:12:35.730" v="372" actId="1035"/>
          <ac:graphicFrameMkLst>
            <pc:docMk/>
            <pc:sldMk cId="2847513058" sldId="2147481898"/>
            <ac:graphicFrameMk id="13" creationId="{AB683A59-EE75-4381-9691-5E781C900586}"/>
          </ac:graphicFrameMkLst>
        </pc:graphicFrameChg>
        <pc:graphicFrameChg chg="mod">
          <ac:chgData name="이희원(HEEWON LEE)[heewon98]/선임/제조DX.제조DX솔루션.셀추적기술팀" userId="8f304cbb-bc09-4a19-abe9-f7657ad9f80a" providerId="ADAL" clId="{BDC6A429-A6A0-4AE8-BF53-579E7995FDF3}" dt="2025-10-22T01:12:35.730" v="372" actId="1035"/>
          <ac:graphicFrameMkLst>
            <pc:docMk/>
            <pc:sldMk cId="2847513058" sldId="2147481898"/>
            <ac:graphicFrameMk id="14" creationId="{6FC87DDF-ACA3-4032-96CA-AAB9625C9BD7}"/>
          </ac:graphicFrameMkLst>
        </pc:graphicFrameChg>
        <pc:graphicFrameChg chg="mod modGraphic">
          <ac:chgData name="이희원(HEEWON LEE)[heewon98]/선임/제조DX.제조DX솔루션.셀추적기술팀" userId="8f304cbb-bc09-4a19-abe9-f7657ad9f80a" providerId="ADAL" clId="{BDC6A429-A6A0-4AE8-BF53-579E7995FDF3}" dt="2025-10-22T01:12:35.730" v="372" actId="1035"/>
          <ac:graphicFrameMkLst>
            <pc:docMk/>
            <pc:sldMk cId="2847513058" sldId="2147481898"/>
            <ac:graphicFrameMk id="15" creationId="{5E58FC19-0873-487C-BE7D-3D3157207B88}"/>
          </ac:graphicFrameMkLst>
        </pc:graphicFrameChg>
        <pc:graphicFrameChg chg="mod modGraphic">
          <ac:chgData name="이희원(HEEWON LEE)[heewon98]/선임/제조DX.제조DX솔루션.셀추적기술팀" userId="8f304cbb-bc09-4a19-abe9-f7657ad9f80a" providerId="ADAL" clId="{BDC6A429-A6A0-4AE8-BF53-579E7995FDF3}" dt="2025-10-22T01:12:35.730" v="372" actId="1035"/>
          <ac:graphicFrameMkLst>
            <pc:docMk/>
            <pc:sldMk cId="2847513058" sldId="2147481898"/>
            <ac:graphicFrameMk id="16" creationId="{B25CC356-1EE1-4577-BCA0-736DC496DFA1}"/>
          </ac:graphicFrameMkLst>
        </pc:graphicFrameChg>
        <pc:graphicFrameChg chg="mod modGraphic">
          <ac:chgData name="이희원(HEEWON LEE)[heewon98]/선임/제조DX.제조DX솔루션.셀추적기술팀" userId="8f304cbb-bc09-4a19-abe9-f7657ad9f80a" providerId="ADAL" clId="{BDC6A429-A6A0-4AE8-BF53-579E7995FDF3}" dt="2025-10-22T01:12:31.486" v="364" actId="20577"/>
          <ac:graphicFrameMkLst>
            <pc:docMk/>
            <pc:sldMk cId="2847513058" sldId="2147481898"/>
            <ac:graphicFrameMk id="128" creationId="{BBF379D4-99A2-4D31-9CB5-2BDACF36F890}"/>
          </ac:graphicFrameMkLst>
        </pc:graphicFrameChg>
      </pc:sldChg>
    </pc:docChg>
  </pc:docChgLst>
  <pc:docChgLst>
    <pc:chgData name="안태규(TAEKYU AN)[bigatk]/책임/제조DX.제조DX솔루션.롤맵기술팀" userId="S::bigatk@lgensol.com::dea7995d-94bc-4ef6-a5a4-edf7a1472420" providerId="AD" clId="Web-{AC7F112B-7618-F23A-1498-C0F8308FC54B}"/>
    <pc:docChg chg="modSld">
      <pc:chgData name="안태규(TAEKYU AN)[bigatk]/책임/제조DX.제조DX솔루션.롤맵기술팀" userId="S::bigatk@lgensol.com::dea7995d-94bc-4ef6-a5a4-edf7a1472420" providerId="AD" clId="Web-{AC7F112B-7618-F23A-1498-C0F8308FC54B}" dt="2025-10-28T09:37:09.043" v="7" actId="20577"/>
      <pc:docMkLst>
        <pc:docMk/>
      </pc:docMkLst>
      <pc:sldChg chg="modSp">
        <pc:chgData name="안태규(TAEKYU AN)[bigatk]/책임/제조DX.제조DX솔루션.롤맵기술팀" userId="S::bigatk@lgensol.com::dea7995d-94bc-4ef6-a5a4-edf7a1472420" providerId="AD" clId="Web-{AC7F112B-7618-F23A-1498-C0F8308FC54B}" dt="2025-10-28T09:37:09.043" v="7" actId="20577"/>
        <pc:sldMkLst>
          <pc:docMk/>
          <pc:sldMk cId="3590236053" sldId="2147481921"/>
        </pc:sldMkLst>
        <pc:spChg chg="mod">
          <ac:chgData name="안태규(TAEKYU AN)[bigatk]/책임/제조DX.제조DX솔루션.롤맵기술팀" userId="S::bigatk@lgensol.com::dea7995d-94bc-4ef6-a5a4-edf7a1472420" providerId="AD" clId="Web-{AC7F112B-7618-F23A-1498-C0F8308FC54B}" dt="2025-10-28T09:37:09.043" v="7" actId="20577"/>
          <ac:spMkLst>
            <pc:docMk/>
            <pc:sldMk cId="3590236053" sldId="2147481921"/>
            <ac:spMk id="18" creationId="{72943F47-EAEA-4391-A2BC-C7C33A8E8CFD}"/>
          </ac:spMkLst>
        </pc:spChg>
        <pc:graphicFrameChg chg="mod modGraphic">
          <ac:chgData name="안태규(TAEKYU AN)[bigatk]/책임/제조DX.제조DX솔루션.롤맵기술팀" userId="S::bigatk@lgensol.com::dea7995d-94bc-4ef6-a5a4-edf7a1472420" providerId="AD" clId="Web-{AC7F112B-7618-F23A-1498-C0F8308FC54B}" dt="2025-10-28T09:36:56.777" v="5"/>
          <ac:graphicFrameMkLst>
            <pc:docMk/>
            <pc:sldMk cId="3590236053" sldId="2147481921"/>
            <ac:graphicFrameMk id="3" creationId="{3E86696F-E35A-4B06-9B46-63A4A6A986C1}"/>
          </ac:graphicFrameMkLst>
        </pc:graphicFrameChg>
      </pc:sldChg>
    </pc:docChg>
  </pc:docChgLst>
  <pc:docChgLst>
    <pc:chgData name="정재호(JAEHO JUNG)[jaehojung]/책임/제조DX.제조DX솔루션.롤맵기술팀" userId="29b24f60-0f7d-44b1-87d1-3e99704a1396" providerId="ADAL" clId="{7107C6B8-5CF2-490A-B98C-6B9971C8A34C}"/>
    <pc:docChg chg="undo redo custSel modSld">
      <pc:chgData name="정재호(JAEHO JUNG)[jaehojung]/책임/제조DX.제조DX솔루션.롤맵기술팀" userId="29b24f60-0f7d-44b1-87d1-3e99704a1396" providerId="ADAL" clId="{7107C6B8-5CF2-490A-B98C-6B9971C8A34C}" dt="2025-11-12T04:48:54.546" v="1305" actId="207"/>
      <pc:docMkLst>
        <pc:docMk/>
      </pc:docMkLst>
      <pc:sldChg chg="modSp">
        <pc:chgData name="정재호(JAEHO JUNG)[jaehojung]/책임/제조DX.제조DX솔루션.롤맵기술팀" userId="29b24f60-0f7d-44b1-87d1-3e99704a1396" providerId="ADAL" clId="{7107C6B8-5CF2-490A-B98C-6B9971C8A34C}" dt="2025-11-10T00:41:07.864" v="3" actId="20577"/>
        <pc:sldMkLst>
          <pc:docMk/>
          <pc:sldMk cId="2751367990" sldId="746"/>
        </pc:sldMkLst>
        <pc:spChg chg="mod">
          <ac:chgData name="정재호(JAEHO JUNG)[jaehojung]/책임/제조DX.제조DX솔루션.롤맵기술팀" userId="29b24f60-0f7d-44b1-87d1-3e99704a1396" providerId="ADAL" clId="{7107C6B8-5CF2-490A-B98C-6B9971C8A34C}" dt="2025-11-10T00:41:07.864" v="3" actId="20577"/>
          <ac:spMkLst>
            <pc:docMk/>
            <pc:sldMk cId="2751367990" sldId="746"/>
            <ac:spMk id="19" creationId="{00000000-0000-0000-0000-000000000000}"/>
          </ac:spMkLst>
        </pc:sp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6:25.225" v="64" actId="207"/>
        <pc:sldMkLst>
          <pc:docMk/>
          <pc:sldMk cId="2105941167" sldId="2117"/>
        </pc:sldMkLst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3128345894" sldId="2181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3128345894" sldId="2181"/>
            <ac:graphicFrameMk id="19" creationId="{27E2D345-B6CE-4ADC-A147-DCFDEFBE886E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6:43.350" v="69" actId="207"/>
        <pc:sldMkLst>
          <pc:docMk/>
          <pc:sldMk cId="3247425241" sldId="2209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6:43.350" v="69" actId="207"/>
          <ac:graphicFrameMkLst>
            <pc:docMk/>
            <pc:sldMk cId="3247425241" sldId="2209"/>
            <ac:graphicFrameMk id="10" creationId="{3D87BC00-A29B-4E58-92C4-9B66C49D399C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7:46.772" v="92" actId="207"/>
        <pc:sldMkLst>
          <pc:docMk/>
          <pc:sldMk cId="4054304740" sldId="2213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7:46.772" v="92" actId="207"/>
          <ac:graphicFrameMkLst>
            <pc:docMk/>
            <pc:sldMk cId="4054304740" sldId="2213"/>
            <ac:graphicFrameMk id="18" creationId="{ACD91870-1828-466F-AE38-B03A708B444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7:16.788" v="78" actId="207"/>
        <pc:sldMkLst>
          <pc:docMk/>
          <pc:sldMk cId="2197542616" sldId="2241"/>
        </pc:sldMkLst>
        <pc:spChg chg="mod">
          <ac:chgData name="정재호(JAEHO JUNG)[jaehojung]/책임/제조DX.제조DX솔루션.롤맵기술팀" userId="29b24f60-0f7d-44b1-87d1-3e99704a1396" providerId="ADAL" clId="{7107C6B8-5CF2-490A-B98C-6B9971C8A34C}" dt="2025-11-10T00:47:16.788" v="78" actId="207"/>
          <ac:spMkLst>
            <pc:docMk/>
            <pc:sldMk cId="2197542616" sldId="2241"/>
            <ac:spMk id="24" creationId="{9E88BCD6-65AC-474C-9E19-A37722C332DC}"/>
          </ac:spMkLst>
        </pc:spChg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2197542616" sldId="2241"/>
            <ac:graphicFrameMk id="23" creationId="{5C18F150-F800-4366-B81F-1DDA815C713E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17.723" v="5" actId="207"/>
        <pc:sldMkLst>
          <pc:docMk/>
          <pc:sldMk cId="3266697761" sldId="2278"/>
        </pc:sldMkLst>
        <pc:spChg chg="mod">
          <ac:chgData name="정재호(JAEHO JUNG)[jaehojung]/책임/제조DX.제조DX솔루션.롤맵기술팀" userId="29b24f60-0f7d-44b1-87d1-3e99704a1396" providerId="ADAL" clId="{7107C6B8-5CF2-490A-B98C-6B9971C8A34C}" dt="2025-11-10T00:41:17.723" v="5" actId="207"/>
          <ac:spMkLst>
            <pc:docMk/>
            <pc:sldMk cId="3266697761" sldId="2278"/>
            <ac:spMk id="16" creationId="{64103116-79E6-4EAD-A94F-CA5060A46E07}"/>
          </ac:spMkLst>
        </pc:spChg>
        <pc:spChg chg="mod">
          <ac:chgData name="정재호(JAEHO JUNG)[jaehojung]/책임/제조DX.제조DX솔루션.롤맵기술팀" userId="29b24f60-0f7d-44b1-87d1-3e99704a1396" providerId="ADAL" clId="{7107C6B8-5CF2-490A-B98C-6B9971C8A34C}" dt="2025-11-10T00:41:15.645" v="4" actId="207"/>
          <ac:spMkLst>
            <pc:docMk/>
            <pc:sldMk cId="3266697761" sldId="2278"/>
            <ac:spMk id="18" creationId="{FC55D7C3-19BB-417C-88D2-249E3D408DED}"/>
          </ac:spMkLst>
        </pc:sp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7:35.116" v="87" actId="207"/>
        <pc:sldMkLst>
          <pc:docMk/>
          <pc:sldMk cId="2130555548" sldId="2147481730"/>
        </pc:sldMkLst>
        <pc:spChg chg="mod">
          <ac:chgData name="정재호(JAEHO JUNG)[jaehojung]/책임/제조DX.제조DX솔루션.롤맵기술팀" userId="29b24f60-0f7d-44b1-87d1-3e99704a1396" providerId="ADAL" clId="{7107C6B8-5CF2-490A-B98C-6B9971C8A34C}" dt="2025-11-10T00:47:35.116" v="87" actId="207"/>
          <ac:spMkLst>
            <pc:docMk/>
            <pc:sldMk cId="2130555548" sldId="2147481730"/>
            <ac:spMk id="21" creationId="{4C3181BD-8769-4C0D-8973-C9F2BE0DC598}"/>
          </ac:spMkLst>
        </pc:spChg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2130555548" sldId="2147481730"/>
            <ac:graphicFrameMk id="13" creationId="{F757E1E4-6685-4945-A4F6-DAED56351FB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7:43.803" v="91" actId="207"/>
        <pc:sldMkLst>
          <pc:docMk/>
          <pc:sldMk cId="2458212547" sldId="2147481747"/>
        </pc:sldMkLst>
        <pc:spChg chg="mod">
          <ac:chgData name="정재호(JAEHO JUNG)[jaehojung]/책임/제조DX.제조DX솔루션.롤맵기술팀" userId="29b24f60-0f7d-44b1-87d1-3e99704a1396" providerId="ADAL" clId="{7107C6B8-5CF2-490A-B98C-6B9971C8A34C}" dt="2025-11-10T00:47:43.803" v="91" actId="207"/>
          <ac:spMkLst>
            <pc:docMk/>
            <pc:sldMk cId="2458212547" sldId="2147481747"/>
            <ac:spMk id="21" creationId="{4C3181BD-8769-4C0D-8973-C9F2BE0DC598}"/>
          </ac:spMkLst>
        </pc:spChg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2458212547" sldId="2147481747"/>
            <ac:graphicFrameMk id="13" creationId="{F757E1E4-6685-4945-A4F6-DAED56351FB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823201166" sldId="2147481777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823201166" sldId="2147481777"/>
            <ac:graphicFrameMk id="18" creationId="{55131CA1-94C5-4119-9FFA-B59478564C56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1939008890" sldId="2147481782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1939008890" sldId="2147481782"/>
            <ac:graphicFrameMk id="12" creationId="{C3023DD0-7C43-4203-B5A2-FEE1D52EE026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2448533226" sldId="2147481784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2448533226" sldId="2147481784"/>
            <ac:graphicFrameMk id="12" creationId="{C3023DD0-7C43-4203-B5A2-FEE1D52EE026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921970639" sldId="2147481788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921970639" sldId="2147481788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2775106084" sldId="2147481796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2775106084" sldId="214748179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6:38.787" v="67" actId="207"/>
        <pc:sldMkLst>
          <pc:docMk/>
          <pc:sldMk cId="360237742" sldId="2147481816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6:38.787" v="67" actId="207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317861486" sldId="2147481830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317861486" sldId="214748183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7:39.382" v="89" actId="207"/>
        <pc:sldMkLst>
          <pc:docMk/>
          <pc:sldMk cId="2808239855" sldId="2147481841"/>
        </pc:sldMkLst>
        <pc:spChg chg="mod">
          <ac:chgData name="정재호(JAEHO JUNG)[jaehojung]/책임/제조DX.제조DX솔루션.롤맵기술팀" userId="29b24f60-0f7d-44b1-87d1-3e99704a1396" providerId="ADAL" clId="{7107C6B8-5CF2-490A-B98C-6B9971C8A34C}" dt="2025-11-10T00:47:39.382" v="89" actId="207"/>
          <ac:spMkLst>
            <pc:docMk/>
            <pc:sldMk cId="2808239855" sldId="2147481841"/>
            <ac:spMk id="21" creationId="{4C3181BD-8769-4C0D-8973-C9F2BE0DC598}"/>
          </ac:spMkLst>
        </pc:spChg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2808239855" sldId="2147481841"/>
            <ac:graphicFrameMk id="13" creationId="{F757E1E4-6685-4945-A4F6-DAED56351FB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7:51.647" v="93" actId="207"/>
        <pc:sldMkLst>
          <pc:docMk/>
          <pc:sldMk cId="3485727604" sldId="2147481872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7:51.647" v="93" actId="207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6:33.600" v="66" actId="207"/>
        <pc:sldMkLst>
          <pc:docMk/>
          <pc:sldMk cId="1726257096" sldId="2147481882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6:33.600" v="66" actId="20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3560242218" sldId="2147481893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3560242218" sldId="2147481893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8:10.522" v="100" actId="207"/>
        <pc:sldMkLst>
          <pc:docMk/>
          <pc:sldMk cId="2847513058" sldId="2147481898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8:10.522" v="100" actId="207"/>
          <ac:graphicFrameMkLst>
            <pc:docMk/>
            <pc:sldMk cId="2847513058" sldId="2147481898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4156727770" sldId="2147481900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4156727770" sldId="2147481900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6:28.932" v="65" actId="207"/>
        <pc:sldMkLst>
          <pc:docMk/>
          <pc:sldMk cId="3355826466" sldId="2147481908"/>
        </pc:sldMkLst>
        <pc:spChg chg="mod">
          <ac:chgData name="정재호(JAEHO JUNG)[jaehojung]/책임/제조DX.제조DX솔루션.롤맵기술팀" userId="29b24f60-0f7d-44b1-87d1-3e99704a1396" providerId="ADAL" clId="{7107C6B8-5CF2-490A-B98C-6B9971C8A34C}" dt="2025-11-10T00:46:28.932" v="65" actId="207"/>
          <ac:spMkLst>
            <pc:docMk/>
            <pc:sldMk cId="3355826466" sldId="2147481908"/>
            <ac:spMk id="19" creationId="{5352E5F4-D151-4C3D-9E5F-99A1B7FDF265}"/>
          </ac:spMkLst>
        </pc:spChg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3355826466" sldId="2147481908"/>
            <ac:graphicFrameMk id="22" creationId="{87B4D5F0-BF4D-4C5D-9F6A-CB9792895DFC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2:00.604" v="10" actId="207"/>
        <pc:sldMkLst>
          <pc:docMk/>
          <pc:sldMk cId="4145388933" sldId="2147481913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2:00.604" v="10" actId="207"/>
          <ac:graphicFrameMkLst>
            <pc:docMk/>
            <pc:sldMk cId="4145388933" sldId="214748191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2:16.927" v="15" actId="207"/>
        <pc:sldMkLst>
          <pc:docMk/>
          <pc:sldMk cId="760095899" sldId="2147481914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2:16.927" v="15" actId="207"/>
          <ac:graphicFrameMkLst>
            <pc:docMk/>
            <pc:sldMk cId="760095899" sldId="214748191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2:09.018" v="13" actId="207"/>
        <pc:sldMkLst>
          <pc:docMk/>
          <pc:sldMk cId="31248691" sldId="2147481916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2:09.018" v="13" actId="207"/>
          <ac:graphicFrameMkLst>
            <pc:docMk/>
            <pc:sldMk cId="31248691" sldId="2147481916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2:24.474" v="19" actId="207"/>
        <pc:sldMkLst>
          <pc:docMk/>
          <pc:sldMk cId="1894137771" sldId="2147481918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2:24.474" v="19" actId="207"/>
          <ac:graphicFrameMkLst>
            <pc:docMk/>
            <pc:sldMk cId="1894137771" sldId="2147481918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2:28.864" v="21" actId="207"/>
        <pc:sldMkLst>
          <pc:docMk/>
          <pc:sldMk cId="1357868518" sldId="2147481919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2:28.864" v="21" actId="207"/>
          <ac:graphicFrameMkLst>
            <pc:docMk/>
            <pc:sldMk cId="1357868518" sldId="2147481919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2:34.536" v="23" actId="207"/>
        <pc:sldMkLst>
          <pc:docMk/>
          <pc:sldMk cId="197830340" sldId="2147481920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2:34.536" v="23" actId="207"/>
          <ac:graphicFrameMkLst>
            <pc:docMk/>
            <pc:sldMk cId="197830340" sldId="2147481920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2:40.552" v="25" actId="207"/>
        <pc:sldMkLst>
          <pc:docMk/>
          <pc:sldMk cId="3590236053" sldId="2147481921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2:40.552" v="25" actId="207"/>
          <ac:graphicFrameMkLst>
            <pc:docMk/>
            <pc:sldMk cId="3590236053" sldId="214748192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2:52.724" v="30" actId="207"/>
        <pc:sldMkLst>
          <pc:docMk/>
          <pc:sldMk cId="1825793658" sldId="2147481922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2:52.724" v="30" actId="207"/>
          <ac:graphicFrameMkLst>
            <pc:docMk/>
            <pc:sldMk cId="1825793658" sldId="2147481922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2T04:48:54.546" v="1305" actId="207"/>
        <pc:sldMkLst>
          <pc:docMk/>
          <pc:sldMk cId="170204060" sldId="2147481923"/>
        </pc:sldMkLst>
        <pc:spChg chg="mod">
          <ac:chgData name="정재호(JAEHO JUNG)[jaehojung]/책임/제조DX.제조DX솔루션.롤맵기술팀" userId="29b24f60-0f7d-44b1-87d1-3e99704a1396" providerId="ADAL" clId="{7107C6B8-5CF2-490A-B98C-6B9971C8A34C}" dt="2025-11-12T04:40:59.880" v="171" actId="20577"/>
          <ac:spMkLst>
            <pc:docMk/>
            <pc:sldMk cId="170204060" sldId="2147481923"/>
            <ac:spMk id="19" creationId="{1CE4A1AF-5D49-43F9-9F31-E88EAE372D41}"/>
          </ac:spMkLst>
        </pc:spChg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2T04:48:54.546" v="1305" actId="207"/>
          <ac:graphicFrameMkLst>
            <pc:docMk/>
            <pc:sldMk cId="170204060" sldId="214748192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4:46.209" v="35" actId="207"/>
        <pc:sldMkLst>
          <pc:docMk/>
          <pc:sldMk cId="1214419362" sldId="2147481924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4:46.209" v="35" actId="207"/>
          <ac:graphicFrameMkLst>
            <pc:docMk/>
            <pc:sldMk cId="1214419362" sldId="214748192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4:52.037" v="37" actId="207"/>
        <pc:sldMkLst>
          <pc:docMk/>
          <pc:sldMk cId="662252130" sldId="2147481925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4:52.037" v="37" actId="207"/>
          <ac:graphicFrameMkLst>
            <pc:docMk/>
            <pc:sldMk cId="662252130" sldId="2147481925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4:54.694" v="38" actId="207"/>
        <pc:sldMkLst>
          <pc:docMk/>
          <pc:sldMk cId="2994820085" sldId="2147481926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4:54.694" v="38" actId="207"/>
          <ac:graphicFrameMkLst>
            <pc:docMk/>
            <pc:sldMk cId="2994820085" sldId="2147481926"/>
            <ac:graphicFrameMk id="11" creationId="{C66F9B45-D343-4DF8-ABA9-D48571FAC96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3301325517" sldId="2147481928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3301325517" sldId="2147481928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5:00.381" v="40" actId="207"/>
        <pc:sldMkLst>
          <pc:docMk/>
          <pc:sldMk cId="2750834388" sldId="2147481930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5:00.381" v="40" actId="207"/>
          <ac:graphicFrameMkLst>
            <pc:docMk/>
            <pc:sldMk cId="2750834388" sldId="2147481930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7:14.694" v="77" actId="207"/>
        <pc:sldMkLst>
          <pc:docMk/>
          <pc:sldMk cId="1439661179" sldId="2147481935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7:14.694" v="77" actId="207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2827412370" sldId="2147481939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2827412370" sldId="2147481939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5:33.631" v="46" actId="207"/>
        <pc:sldMkLst>
          <pc:docMk/>
          <pc:sldMk cId="3218446010" sldId="2147481940"/>
        </pc:sldMkLst>
        <pc:graphicFrameChg chg="modGraphic">
          <ac:chgData name="정재호(JAEHO JUNG)[jaehojung]/책임/제조DX.제조DX솔루션.롤맵기술팀" userId="29b24f60-0f7d-44b1-87d1-3e99704a1396" providerId="ADAL" clId="{7107C6B8-5CF2-490A-B98C-6B9971C8A34C}" dt="2025-11-10T00:45:33.631" v="46" actId="207"/>
          <ac:graphicFrameMkLst>
            <pc:docMk/>
            <pc:sldMk cId="3218446010" sldId="2147481940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7:11.131" v="76" actId="207"/>
        <pc:sldMkLst>
          <pc:docMk/>
          <pc:sldMk cId="1007887036" sldId="2147481943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7:11.131" v="76" actId="207"/>
          <ac:graphicFrameMkLst>
            <pc:docMk/>
            <pc:sldMk cId="1007887036" sldId="2147481943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7:58.444" v="95" actId="207"/>
        <pc:sldMkLst>
          <pc:docMk/>
          <pc:sldMk cId="2559780372" sldId="2147481944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7:58.444" v="95" actId="207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9:59.647" v="135" actId="207"/>
        <pc:sldMkLst>
          <pc:docMk/>
          <pc:sldMk cId="3942421698" sldId="2147481945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9:59.647" v="135" actId="207"/>
          <ac:graphicFrameMkLst>
            <pc:docMk/>
            <pc:sldMk cId="3942421698" sldId="2147481945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1625678813" sldId="2147481949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1625678813" sldId="214748194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231687253" sldId="2147481951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231687253" sldId="214748195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2230191528" sldId="2147481954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2230191528" sldId="214748195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8:40.680" v="106" actId="207"/>
        <pc:sldMkLst>
          <pc:docMk/>
          <pc:sldMk cId="4208823273" sldId="2147481955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8:40.680" v="106" actId="207"/>
          <ac:graphicFrameMkLst>
            <pc:docMk/>
            <pc:sldMk cId="4208823273" sldId="2147481955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8:44.381" v="108" actId="207"/>
        <pc:sldMkLst>
          <pc:docMk/>
          <pc:sldMk cId="1325916645" sldId="2147481957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8:44.381" v="108" actId="207"/>
          <ac:graphicFrameMkLst>
            <pc:docMk/>
            <pc:sldMk cId="1325916645" sldId="2147481957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8:54.631" v="112" actId="207"/>
        <pc:sldMkLst>
          <pc:docMk/>
          <pc:sldMk cId="216908218" sldId="2147481958"/>
        </pc:sldMkLst>
        <pc:spChg chg="mod">
          <ac:chgData name="정재호(JAEHO JUNG)[jaehojung]/책임/제조DX.제조DX솔루션.롤맵기술팀" userId="29b24f60-0f7d-44b1-87d1-3e99704a1396" providerId="ADAL" clId="{7107C6B8-5CF2-490A-B98C-6B9971C8A34C}" dt="2025-11-10T00:48:54.631" v="112" actId="207"/>
          <ac:spMkLst>
            <pc:docMk/>
            <pc:sldMk cId="216908218" sldId="2147481958"/>
            <ac:spMk id="2" creationId="{376BA916-49E5-40A6-9C7E-CB42729034AC}"/>
          </ac:spMkLst>
        </pc:spChg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8:49.256" v="111" actId="1076"/>
          <ac:graphicFrameMkLst>
            <pc:docMk/>
            <pc:sldMk cId="216908218" sldId="2147481958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309422038" sldId="2147481959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309422038" sldId="2147481959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3979644057" sldId="2147481961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3979644057" sldId="2147481961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4:35.975" v="32" actId="207"/>
        <pc:sldMkLst>
          <pc:docMk/>
          <pc:sldMk cId="3019991654" sldId="2147481963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4:35.975" v="32" actId="207"/>
          <ac:graphicFrameMkLst>
            <pc:docMk/>
            <pc:sldMk cId="3019991654" sldId="214748196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9:00.506" v="115" actId="207"/>
        <pc:sldMkLst>
          <pc:docMk/>
          <pc:sldMk cId="1836933339" sldId="2147481967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9:00.506" v="115" actId="207"/>
          <ac:graphicFrameMkLst>
            <pc:docMk/>
            <pc:sldMk cId="1836933339" sldId="2147481967"/>
            <ac:graphicFrameMk id="2" creationId="{7AEF2CFF-477B-47DA-8339-6D17E423C98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120050373" sldId="2147481971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120050373" sldId="214748197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2437512027" sldId="2147481974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2437512027" sldId="2147481974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3944531596" sldId="2147481982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3944531596" sldId="2147481982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2039431435" sldId="2147481998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2039431435" sldId="2147481998"/>
            <ac:graphicFrameMk id="19" creationId="{6372799A-6D2F-CAB9-A28D-9AE207E27A5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50:06.155" v="137" actId="207"/>
        <pc:sldMkLst>
          <pc:docMk/>
          <pc:sldMk cId="1581856275" sldId="2147482000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50:06.155" v="137" actId="207"/>
          <ac:graphicFrameMkLst>
            <pc:docMk/>
            <pc:sldMk cId="1581856275" sldId="2147482000"/>
            <ac:graphicFrameMk id="19" creationId="{4485889C-7C23-1E44-3F44-63DAC7688EA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50:17.092" v="144" actId="207"/>
        <pc:sldMkLst>
          <pc:docMk/>
          <pc:sldMk cId="918579543" sldId="2147482001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50:17.092" v="144" actId="207"/>
          <ac:graphicFrameMkLst>
            <pc:docMk/>
            <pc:sldMk cId="918579543" sldId="2147482001"/>
            <ac:graphicFrameMk id="19" creationId="{74A97E53-4B3E-7B1D-6455-30F66AF12773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50:25.725" v="148" actId="207"/>
        <pc:sldMkLst>
          <pc:docMk/>
          <pc:sldMk cId="312166392" sldId="2147482002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50:25.725" v="148" actId="207"/>
          <ac:graphicFrameMkLst>
            <pc:docMk/>
            <pc:sldMk cId="312166392" sldId="2147482002"/>
            <ac:graphicFrameMk id="19" creationId="{54728183-150A-36AF-E666-2145F7FF281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523953427" sldId="2147482003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523953427" sldId="2147482003"/>
            <ac:graphicFrameMk id="19" creationId="{19848739-F2DD-2D37-126B-F820F44BF33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3544279689" sldId="2147482010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3544279689" sldId="214748201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8:57.006" v="113" actId="207"/>
        <pc:sldMkLst>
          <pc:docMk/>
          <pc:sldMk cId="2187038781" sldId="2147482019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8:57.006" v="113" actId="207"/>
          <ac:graphicFrameMkLst>
            <pc:docMk/>
            <pc:sldMk cId="2187038781" sldId="214748201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7:28.304" v="85" actId="207"/>
        <pc:sldMkLst>
          <pc:docMk/>
          <pc:sldMk cId="1840780179" sldId="2147482020"/>
        </pc:sldMkLst>
        <pc:spChg chg="mod">
          <ac:chgData name="정재호(JAEHO JUNG)[jaehojung]/책임/제조DX.제조DX솔루션.롤맵기술팀" userId="29b24f60-0f7d-44b1-87d1-3e99704a1396" providerId="ADAL" clId="{7107C6B8-5CF2-490A-B98C-6B9971C8A34C}" dt="2025-11-10T00:47:28.304" v="85" actId="207"/>
          <ac:spMkLst>
            <pc:docMk/>
            <pc:sldMk cId="1840780179" sldId="2147482020"/>
            <ac:spMk id="24" creationId="{9E88BCD6-65AC-474C-9E19-A37722C332DC}"/>
          </ac:spMkLst>
        </pc:spChg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1840780179" sldId="2147482020"/>
            <ac:graphicFrameMk id="23" creationId="{5C18F150-F800-4366-B81F-1DDA815C713E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3413456565" sldId="2147482030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3413456565" sldId="2147482030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8:07.062" v="99" actId="207"/>
        <pc:sldMkLst>
          <pc:docMk/>
          <pc:sldMk cId="863012316" sldId="2147482046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8:07.062" v="99" actId="207"/>
          <ac:graphicFrameMkLst>
            <pc:docMk/>
            <pc:sldMk cId="863012316" sldId="2147482046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8:27.654" v="102" actId="207"/>
        <pc:sldMkLst>
          <pc:docMk/>
          <pc:sldMk cId="3422623579" sldId="2147482052"/>
        </pc:sldMkLst>
        <pc:spChg chg="mod">
          <ac:chgData name="정재호(JAEHO JUNG)[jaehojung]/책임/제조DX.제조DX솔루션.롤맵기술팀" userId="29b24f60-0f7d-44b1-87d1-3e99704a1396" providerId="ADAL" clId="{7107C6B8-5CF2-490A-B98C-6B9971C8A34C}" dt="2025-11-10T00:48:27.654" v="102" actId="207"/>
          <ac:spMkLst>
            <pc:docMk/>
            <pc:sldMk cId="3422623579" sldId="2147482052"/>
            <ac:spMk id="5" creationId="{6BC9B294-291A-D23F-C381-45EA6FDC28AB}"/>
          </ac:spMkLst>
        </pc:sp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9:56.959" v="134" actId="207"/>
        <pc:sldMkLst>
          <pc:docMk/>
          <pc:sldMk cId="2384569951" sldId="2147482053"/>
        </pc:sldMkLst>
        <pc:graphicFrameChg chg="modGraphic">
          <ac:chgData name="정재호(JAEHO JUNG)[jaehojung]/책임/제조DX.제조DX솔루션.롤맵기술팀" userId="29b24f60-0f7d-44b1-87d1-3e99704a1396" providerId="ADAL" clId="{7107C6B8-5CF2-490A-B98C-6B9971C8A34C}" dt="2025-11-10T00:49:56.959" v="134" actId="207"/>
          <ac:graphicFrameMkLst>
            <pc:docMk/>
            <pc:sldMk cId="2384569951" sldId="214748205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8:31.507" v="103" actId="207"/>
        <pc:sldMkLst>
          <pc:docMk/>
          <pc:sldMk cId="3572448725" sldId="2147482058"/>
        </pc:sldMkLst>
        <pc:spChg chg="mod">
          <ac:chgData name="정재호(JAEHO JUNG)[jaehojung]/책임/제조DX.제조DX솔루션.롤맵기술팀" userId="29b24f60-0f7d-44b1-87d1-3e99704a1396" providerId="ADAL" clId="{7107C6B8-5CF2-490A-B98C-6B9971C8A34C}" dt="2025-11-10T00:48:31.507" v="103" actId="207"/>
          <ac:spMkLst>
            <pc:docMk/>
            <pc:sldMk cId="3572448725" sldId="2147482058"/>
            <ac:spMk id="20" creationId="{BB178E88-B809-4A0C-AEDB-08EDDEFC3101}"/>
          </ac:spMkLst>
        </pc:sp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2:26.962" v="20" actId="207"/>
        <pc:sldMkLst>
          <pc:docMk/>
          <pc:sldMk cId="2781412765" sldId="2147482059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2:26.962" v="20" actId="207"/>
          <ac:graphicFrameMkLst>
            <pc:docMk/>
            <pc:sldMk cId="2781412765" sldId="2147482059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9:22.959" v="121" actId="207"/>
        <pc:sldMkLst>
          <pc:docMk/>
          <pc:sldMk cId="122266075" sldId="2147482060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9:22.959" v="121" actId="207"/>
          <ac:graphicFrameMkLst>
            <pc:docMk/>
            <pc:sldMk cId="122266075" sldId="214748206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1403505765" sldId="2147482062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1403505765" sldId="2147482062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3206166957" sldId="2147482063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3206166957" sldId="214748206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525295630" sldId="2147482064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525295630" sldId="214748206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9:31.288" v="125" actId="207"/>
        <pc:sldMkLst>
          <pc:docMk/>
          <pc:sldMk cId="710661984" sldId="2147482065"/>
        </pc:sldMkLst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2510186531" sldId="2147482066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2510186531" sldId="214748206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906537507" sldId="2147482067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906537507" sldId="2147482067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2:47.441" v="28" actId="207"/>
        <pc:sldMkLst>
          <pc:docMk/>
          <pc:sldMk cId="3052076470" sldId="2147482071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2:47.441" v="28" actId="207"/>
          <ac:graphicFrameMkLst>
            <pc:docMk/>
            <pc:sldMk cId="3052076470" sldId="2147482071"/>
            <ac:graphicFrameMk id="11" creationId="{C66F9B45-D343-4DF8-ABA9-D48571FAC96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2065805413" sldId="2147482074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2065805413" sldId="214748207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3379836515" sldId="2147482076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3379836515" sldId="214748207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2:03.052" v="11" actId="207"/>
        <pc:sldMkLst>
          <pc:docMk/>
          <pc:sldMk cId="681262127" sldId="2147482091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2:03.052" v="11" actId="207"/>
          <ac:graphicFrameMkLst>
            <pc:docMk/>
            <pc:sldMk cId="681262127" sldId="214748209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5:16.194" v="43" actId="207"/>
        <pc:sldMkLst>
          <pc:docMk/>
          <pc:sldMk cId="645500483" sldId="2147482092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5:16.194" v="43" actId="207"/>
          <ac:graphicFrameMkLst>
            <pc:docMk/>
            <pc:sldMk cId="645500483" sldId="2147482092"/>
            <ac:graphicFrameMk id="2" creationId="{AA655E7B-33D1-41F9-B470-4F20832661EB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5:03.522" v="41" actId="207"/>
        <pc:sldMkLst>
          <pc:docMk/>
          <pc:sldMk cId="1623035640" sldId="2147482093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5:03.522" v="41" actId="207"/>
          <ac:graphicFrameMkLst>
            <pc:docMk/>
            <pc:sldMk cId="1623035640" sldId="2147482093"/>
            <ac:graphicFrameMk id="3" creationId="{688BD945-555D-E069-F619-02973A6A481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5:20.866" v="45" actId="207"/>
        <pc:sldMkLst>
          <pc:docMk/>
          <pc:sldMk cId="1480914234" sldId="2147482094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5:20.866" v="45" actId="207"/>
          <ac:graphicFrameMkLst>
            <pc:docMk/>
            <pc:sldMk cId="1480914234" sldId="2147482094"/>
            <ac:graphicFrameMk id="2" creationId="{BF944F8E-1F62-4F7E-B1C6-632F29AA10B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4:42.756" v="34" actId="207"/>
        <pc:sldMkLst>
          <pc:docMk/>
          <pc:sldMk cId="2069960929" sldId="2147482097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4:42.756" v="34" actId="207"/>
          <ac:graphicFrameMkLst>
            <pc:docMk/>
            <pc:sldMk cId="2069960929" sldId="2147482097"/>
            <ac:graphicFrameMk id="2" creationId="{534EE123-7406-4F16-AB1D-7380FC4446F3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2:44.559" v="27" actId="207"/>
        <pc:sldMkLst>
          <pc:docMk/>
          <pc:sldMk cId="1159326832" sldId="2147482102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2:44.559" v="27" actId="207"/>
          <ac:graphicFrameMkLst>
            <pc:docMk/>
            <pc:sldMk cId="1159326832" sldId="2147482102"/>
            <ac:graphicFrameMk id="3" creationId="{FD6B18E8-DEC2-01A8-175D-70F1A4B3682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4004658893" sldId="2147482110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4004658893" sldId="214748211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1578263784" sldId="2147482114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1578263784" sldId="214748211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1843005666" sldId="2147482119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1843005666" sldId="214748211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8:37.022" v="105" actId="207"/>
        <pc:sldMkLst>
          <pc:docMk/>
          <pc:sldMk cId="1631578392" sldId="2147482120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8:37.022" v="105" actId="207"/>
          <ac:graphicFrameMkLst>
            <pc:docMk/>
            <pc:sldMk cId="1631578392" sldId="214748212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3164116880" sldId="2147482121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3164116880" sldId="214748212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199823846" sldId="2147482123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199823846" sldId="214748212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9:07.428" v="118" actId="207"/>
        <pc:sldMkLst>
          <pc:docMk/>
          <pc:sldMk cId="1017769001" sldId="2147482124"/>
        </pc:sldMkLst>
        <pc:spChg chg="mod">
          <ac:chgData name="정재호(JAEHO JUNG)[jaehojung]/책임/제조DX.제조DX솔루션.롤맵기술팀" userId="29b24f60-0f7d-44b1-87d1-3e99704a1396" providerId="ADAL" clId="{7107C6B8-5CF2-490A-B98C-6B9971C8A34C}" dt="2025-11-10T00:49:07.428" v="118" actId="207"/>
          <ac:spMkLst>
            <pc:docMk/>
            <pc:sldMk cId="1017769001" sldId="2147482124"/>
            <ac:spMk id="42" creationId="{2ACC804B-9A0D-4C6F-97B0-9729B810DEC5}"/>
          </ac:spMkLst>
        </pc:spChg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9:04.131" v="116" actId="207"/>
          <ac:graphicFrameMkLst>
            <pc:docMk/>
            <pc:sldMk cId="1017769001" sldId="214748212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9:43.725" v="130" actId="207"/>
        <pc:sldMkLst>
          <pc:docMk/>
          <pc:sldMk cId="2878646389" sldId="2147482127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9:43.725" v="130" actId="207"/>
          <ac:graphicFrameMkLst>
            <pc:docMk/>
            <pc:sldMk cId="2878646389" sldId="2147482127"/>
            <ac:graphicFrameMk id="24" creationId="{CB1E1DE9-356B-4185-A911-636EBB59988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9:48.678" v="132" actId="207"/>
        <pc:sldMkLst>
          <pc:docMk/>
          <pc:sldMk cId="3645708370" sldId="2147482131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9:48.678" v="132" actId="207"/>
          <ac:graphicFrameMkLst>
            <pc:docMk/>
            <pc:sldMk cId="3645708370" sldId="214748213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2637692209" sldId="2147482139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2637692209" sldId="214748213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5:13.412" v="42" actId="207"/>
        <pc:sldMkLst>
          <pc:docMk/>
          <pc:sldMk cId="24529797" sldId="2147482142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5:13.412" v="42" actId="207"/>
          <ac:graphicFrameMkLst>
            <pc:docMk/>
            <pc:sldMk cId="24529797" sldId="2147482142"/>
            <ac:graphicFrameMk id="3" creationId="{688BD945-555D-E069-F619-02973A6A481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1:48.047" v="6"/>
        <pc:sldMkLst>
          <pc:docMk/>
          <pc:sldMk cId="622379998" sldId="2147482147"/>
        </pc:sldMkLst>
        <pc:graphicFrameChg chg="mod">
          <ac:chgData name="정재호(JAEHO JUNG)[jaehojung]/책임/제조DX.제조DX솔루션.롤맵기술팀" userId="29b24f60-0f7d-44b1-87d1-3e99704a1396" providerId="ADAL" clId="{7107C6B8-5CF2-490A-B98C-6B9971C8A34C}" dt="2025-11-10T00:41:48.047" v="6"/>
          <ac:graphicFrameMkLst>
            <pc:docMk/>
            <pc:sldMk cId="622379998" sldId="2147482147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5:35.210" v="47" actId="207"/>
        <pc:sldMkLst>
          <pc:docMk/>
          <pc:sldMk cId="4216273303" sldId="2147482152"/>
        </pc:sldMkLst>
        <pc:graphicFrameChg chg="modGraphic">
          <ac:chgData name="정재호(JAEHO JUNG)[jaehojung]/책임/제조DX.제조DX솔루션.롤맵기술팀" userId="29b24f60-0f7d-44b1-87d1-3e99704a1396" providerId="ADAL" clId="{7107C6B8-5CF2-490A-B98C-6B9971C8A34C}" dt="2025-11-10T00:45:35.210" v="47" actId="207"/>
          <ac:graphicFrameMkLst>
            <pc:docMk/>
            <pc:sldMk cId="4216273303" sldId="2147482152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5:37.022" v="48" actId="207"/>
        <pc:sldMkLst>
          <pc:docMk/>
          <pc:sldMk cId="719476191" sldId="2147482153"/>
        </pc:sldMkLst>
        <pc:graphicFrameChg chg="modGraphic">
          <ac:chgData name="정재호(JAEHO JUNG)[jaehojung]/책임/제조DX.제조DX솔루션.롤맵기술팀" userId="29b24f60-0f7d-44b1-87d1-3e99704a1396" providerId="ADAL" clId="{7107C6B8-5CF2-490A-B98C-6B9971C8A34C}" dt="2025-11-10T00:45:37.022" v="48" actId="207"/>
          <ac:graphicFrameMkLst>
            <pc:docMk/>
            <pc:sldMk cId="719476191" sldId="2147482153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5:47.381" v="50" actId="207"/>
        <pc:sldMkLst>
          <pc:docMk/>
          <pc:sldMk cId="1357361098" sldId="2147482154"/>
        </pc:sldMkLst>
        <pc:graphicFrameChg chg="modGraphic">
          <ac:chgData name="정재호(JAEHO JUNG)[jaehojung]/책임/제조DX.제조DX솔루션.롤맵기술팀" userId="29b24f60-0f7d-44b1-87d1-3e99704a1396" providerId="ADAL" clId="{7107C6B8-5CF2-490A-B98C-6B9971C8A34C}" dt="2025-11-10T00:45:47.381" v="50" actId="207"/>
          <ac:graphicFrameMkLst>
            <pc:docMk/>
            <pc:sldMk cId="1357361098" sldId="2147482154"/>
            <ac:graphicFrameMk id="22" creationId="{800175D4-D7D2-4E39-BE37-BF38446744A7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5:49.881" v="51" actId="207"/>
        <pc:sldMkLst>
          <pc:docMk/>
          <pc:sldMk cId="2756542074" sldId="2147482155"/>
        </pc:sldMkLst>
        <pc:graphicFrameChg chg="modGraphic">
          <ac:chgData name="정재호(JAEHO JUNG)[jaehojung]/책임/제조DX.제조DX솔루션.롤맵기술팀" userId="29b24f60-0f7d-44b1-87d1-3e99704a1396" providerId="ADAL" clId="{7107C6B8-5CF2-490A-B98C-6B9971C8A34C}" dt="2025-11-10T00:45:49.881" v="51" actId="207"/>
          <ac:graphicFrameMkLst>
            <pc:docMk/>
            <pc:sldMk cId="2756542074" sldId="2147482155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5:52.164" v="52" actId="207"/>
        <pc:sldMkLst>
          <pc:docMk/>
          <pc:sldMk cId="1685760430" sldId="2147482156"/>
        </pc:sldMkLst>
        <pc:graphicFrameChg chg="modGraphic">
          <ac:chgData name="정재호(JAEHO JUNG)[jaehojung]/책임/제조DX.제조DX솔루션.롤맵기술팀" userId="29b24f60-0f7d-44b1-87d1-3e99704a1396" providerId="ADAL" clId="{7107C6B8-5CF2-490A-B98C-6B9971C8A34C}" dt="2025-11-10T00:45:52.164" v="52" actId="207"/>
          <ac:graphicFrameMkLst>
            <pc:docMk/>
            <pc:sldMk cId="1685760430" sldId="2147482156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5:54.428" v="53" actId="207"/>
        <pc:sldMkLst>
          <pc:docMk/>
          <pc:sldMk cId="1270712381" sldId="2147482157"/>
        </pc:sldMkLst>
        <pc:graphicFrameChg chg="modGraphic">
          <ac:chgData name="정재호(JAEHO JUNG)[jaehojung]/책임/제조DX.제조DX솔루션.롤맵기술팀" userId="29b24f60-0f7d-44b1-87d1-3e99704a1396" providerId="ADAL" clId="{7107C6B8-5CF2-490A-B98C-6B9971C8A34C}" dt="2025-11-10T00:45:54.428" v="53" actId="207"/>
          <ac:graphicFrameMkLst>
            <pc:docMk/>
            <pc:sldMk cId="1270712381" sldId="2147482157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5:56.694" v="54" actId="207"/>
        <pc:sldMkLst>
          <pc:docMk/>
          <pc:sldMk cId="3468524003" sldId="2147482158"/>
        </pc:sldMkLst>
        <pc:graphicFrameChg chg="modGraphic">
          <ac:chgData name="정재호(JAEHO JUNG)[jaehojung]/책임/제조DX.제조DX솔루션.롤맵기술팀" userId="29b24f60-0f7d-44b1-87d1-3e99704a1396" providerId="ADAL" clId="{7107C6B8-5CF2-490A-B98C-6B9971C8A34C}" dt="2025-11-10T00:45:56.694" v="54" actId="207"/>
          <ac:graphicFrameMkLst>
            <pc:docMk/>
            <pc:sldMk cId="3468524003" sldId="2147482158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5:58.803" v="55" actId="207"/>
        <pc:sldMkLst>
          <pc:docMk/>
          <pc:sldMk cId="3982393149" sldId="2147482159"/>
        </pc:sldMkLst>
        <pc:graphicFrameChg chg="modGraphic">
          <ac:chgData name="정재호(JAEHO JUNG)[jaehojung]/책임/제조DX.제조DX솔루션.롤맵기술팀" userId="29b24f60-0f7d-44b1-87d1-3e99704a1396" providerId="ADAL" clId="{7107C6B8-5CF2-490A-B98C-6B9971C8A34C}" dt="2025-11-10T00:45:58.803" v="55" actId="207"/>
          <ac:graphicFrameMkLst>
            <pc:docMk/>
            <pc:sldMk cId="3982393149" sldId="2147482159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6:02.038" v="57" actId="207"/>
        <pc:sldMkLst>
          <pc:docMk/>
          <pc:sldMk cId="4127400384" sldId="2147482160"/>
        </pc:sldMkLst>
        <pc:graphicFrameChg chg="modGraphic">
          <ac:chgData name="정재호(JAEHO JUNG)[jaehojung]/책임/제조DX.제조DX솔루션.롤맵기술팀" userId="29b24f60-0f7d-44b1-87d1-3e99704a1396" providerId="ADAL" clId="{7107C6B8-5CF2-490A-B98C-6B9971C8A34C}" dt="2025-11-10T00:46:02.038" v="57" actId="207"/>
          <ac:graphicFrameMkLst>
            <pc:docMk/>
            <pc:sldMk cId="4127400384" sldId="2147482160"/>
            <ac:graphicFrameMk id="22" creationId="{800175D4-D7D2-4E39-BE37-BF38446744A7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2:19.443" v="16" actId="207"/>
        <pc:sldMkLst>
          <pc:docMk/>
          <pc:sldMk cId="2212638310" sldId="2147482164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2:19.443" v="16" actId="207"/>
          <ac:graphicFrameMkLst>
            <pc:docMk/>
            <pc:sldMk cId="2212638310" sldId="214748216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7107C6B8-5CF2-490A-B98C-6B9971C8A34C}" dt="2025-11-10T00:49:37.678" v="128" actId="207"/>
        <pc:sldMkLst>
          <pc:docMk/>
          <pc:sldMk cId="1009432166" sldId="2147482165"/>
        </pc:sldMkLst>
        <pc:graphicFrameChg chg="mod modGraphic">
          <ac:chgData name="정재호(JAEHO JUNG)[jaehojung]/책임/제조DX.제조DX솔루션.롤맵기술팀" userId="29b24f60-0f7d-44b1-87d1-3e99704a1396" providerId="ADAL" clId="{7107C6B8-5CF2-490A-B98C-6B9971C8A34C}" dt="2025-11-10T00:49:37.678" v="128" actId="207"/>
          <ac:graphicFrameMkLst>
            <pc:docMk/>
            <pc:sldMk cId="1009432166" sldId="2147482165"/>
            <ac:graphicFrameMk id="19" creationId="{3E86696F-E35A-4B06-9B46-63A4A6A986C1}"/>
          </ac:graphicFrameMkLst>
        </pc:graphicFrameChg>
      </pc:sldChg>
    </pc:docChg>
  </pc:docChgLst>
  <pc:docChgLst>
    <pc:chgData name="이찬혁(CHANHYUK LEE)[paul_lee]/사원/제조DX.제조DX솔루션.데이터통합분석팀" userId="51b99fae-7b8f-40d9-9374-028bc2619ee7" providerId="ADAL" clId="{0AB89A11-9F65-4EDD-8715-71C85D1AFD76}"/>
    <pc:docChg chg="undo custSel modSld">
      <pc:chgData name="이찬혁(CHANHYUK LEE)[paul_lee]/사원/제조DX.제조DX솔루션.데이터통합분석팀" userId="51b99fae-7b8f-40d9-9374-028bc2619ee7" providerId="ADAL" clId="{0AB89A11-9F65-4EDD-8715-71C85D1AFD76}" dt="2025-12-10T07:58:22.678" v="2948" actId="1076"/>
      <pc:docMkLst>
        <pc:docMk/>
      </pc:docMkLst>
      <pc:sldChg chg="modSp mod">
        <pc:chgData name="이찬혁(CHANHYUK LEE)[paul_lee]/사원/제조DX.제조DX솔루션.데이터통합분석팀" userId="51b99fae-7b8f-40d9-9374-028bc2619ee7" providerId="ADAL" clId="{0AB89A11-9F65-4EDD-8715-71C85D1AFD76}" dt="2025-12-09T00:41:47.527" v="78"/>
        <pc:sldMkLst>
          <pc:docMk/>
          <pc:sldMk cId="2878646389" sldId="2147482127"/>
        </pc:sldMkLst>
        <pc:spChg chg="mod">
          <ac:chgData name="이찬혁(CHANHYUK LEE)[paul_lee]/사원/제조DX.제조DX솔루션.데이터통합분석팀" userId="51b99fae-7b8f-40d9-9374-028bc2619ee7" providerId="ADAL" clId="{0AB89A11-9F65-4EDD-8715-71C85D1AFD76}" dt="2025-12-09T00:39:40.174" v="1" actId="20577"/>
          <ac:spMkLst>
            <pc:docMk/>
            <pc:sldMk cId="2878646389" sldId="2147482127"/>
            <ac:spMk id="18" creationId="{CD6FE8C4-D3CA-4ACB-997B-147E1EDF00F6}"/>
          </ac:spMkLst>
        </pc:spChg>
        <pc:graphicFrameChg chg="mod modGraphic">
          <ac:chgData name="이찬혁(CHANHYUK LEE)[paul_lee]/사원/제조DX.제조DX솔루션.데이터통합분석팀" userId="51b99fae-7b8f-40d9-9374-028bc2619ee7" providerId="ADAL" clId="{0AB89A11-9F65-4EDD-8715-71C85D1AFD76}" dt="2025-12-09T00:41:00.526" v="12" actId="207"/>
          <ac:graphicFrameMkLst>
            <pc:docMk/>
            <pc:sldMk cId="2878646389" sldId="2147482127"/>
            <ac:graphicFrameMk id="4" creationId="{9FFFA2E8-62D2-58A7-B3A9-B979627B94A7}"/>
          </ac:graphicFrameMkLst>
        </pc:graphicFrameChg>
        <pc:graphicFrameChg chg="mod modGraphic">
          <ac:chgData name="이찬혁(CHANHYUK LEE)[paul_lee]/사원/제조DX.제조DX솔루션.데이터통합분석팀" userId="51b99fae-7b8f-40d9-9374-028bc2619ee7" providerId="ADAL" clId="{0AB89A11-9F65-4EDD-8715-71C85D1AFD76}" dt="2025-12-09T00:40:45.851" v="8" actId="207"/>
          <ac:graphicFrameMkLst>
            <pc:docMk/>
            <pc:sldMk cId="2878646389" sldId="2147482127"/>
            <ac:graphicFrameMk id="5" creationId="{9B8EF5D5-5734-0730-6CB5-73F176B28E9D}"/>
          </ac:graphicFrameMkLst>
        </pc:graphicFrameChg>
        <pc:graphicFrameChg chg="modGraphic">
          <ac:chgData name="이찬혁(CHANHYUK LEE)[paul_lee]/사원/제조DX.제조DX솔루션.데이터통합분석팀" userId="51b99fae-7b8f-40d9-9374-028bc2619ee7" providerId="ADAL" clId="{0AB89A11-9F65-4EDD-8715-71C85D1AFD76}" dt="2025-12-09T00:39:45.255" v="2" actId="207"/>
          <ac:graphicFrameMkLst>
            <pc:docMk/>
            <pc:sldMk cId="2878646389" sldId="2147482127"/>
            <ac:graphicFrameMk id="20" creationId="{BF9F3BC2-7BF1-4A68-B062-407EE41FD06F}"/>
          </ac:graphicFrameMkLst>
        </pc:graphicFrameChg>
        <pc:graphicFrameChg chg="mod modGraphic">
          <ac:chgData name="이찬혁(CHANHYUK LEE)[paul_lee]/사원/제조DX.제조DX솔루션.데이터통합분석팀" userId="51b99fae-7b8f-40d9-9374-028bc2619ee7" providerId="ADAL" clId="{0AB89A11-9F65-4EDD-8715-71C85D1AFD76}" dt="2025-12-09T00:41:47.527" v="78"/>
          <ac:graphicFrameMkLst>
            <pc:docMk/>
            <pc:sldMk cId="2878646389" sldId="2147482127"/>
            <ac:graphicFrameMk id="24" creationId="{CB1E1DE9-356B-4185-A911-636EBB599881}"/>
          </ac:graphicFrameMkLst>
        </pc:graphicFrameChg>
      </pc:sldChg>
      <pc:sldChg chg="addSp delSp modSp mod">
        <pc:chgData name="이찬혁(CHANHYUK LEE)[paul_lee]/사원/제조DX.제조DX솔루션.데이터통합분석팀" userId="51b99fae-7b8f-40d9-9374-028bc2619ee7" providerId="ADAL" clId="{0AB89A11-9F65-4EDD-8715-71C85D1AFD76}" dt="2025-12-10T07:58:22.678" v="2948" actId="1076"/>
        <pc:sldMkLst>
          <pc:docMk/>
          <pc:sldMk cId="1009432166" sldId="2147482165"/>
        </pc:sldMkLst>
        <pc:spChg chg="add del mod">
          <ac:chgData name="이찬혁(CHANHYUK LEE)[paul_lee]/사원/제조DX.제조DX솔루션.데이터통합분석팀" userId="51b99fae-7b8f-40d9-9374-028bc2619ee7" providerId="ADAL" clId="{0AB89A11-9F65-4EDD-8715-71C85D1AFD76}" dt="2025-12-10T07:36:17.469" v="669" actId="478"/>
          <ac:spMkLst>
            <pc:docMk/>
            <pc:sldMk cId="1009432166" sldId="2147482165"/>
            <ac:spMk id="5" creationId="{FCFAC132-C283-B180-EBF6-DEBAF1480459}"/>
          </ac:spMkLst>
        </pc:spChg>
        <pc:spChg chg="add mod">
          <ac:chgData name="이찬혁(CHANHYUK LEE)[paul_lee]/사원/제조DX.제조DX솔루션.데이터통합분석팀" userId="51b99fae-7b8f-40d9-9374-028bc2619ee7" providerId="ADAL" clId="{0AB89A11-9F65-4EDD-8715-71C85D1AFD76}" dt="2025-12-10T07:37:38.106" v="687" actId="164"/>
          <ac:spMkLst>
            <pc:docMk/>
            <pc:sldMk cId="1009432166" sldId="2147482165"/>
            <ac:spMk id="8" creationId="{6FBB2847-AB7C-6757-E929-D4DDEBC5F2B6}"/>
          </ac:spMkLst>
        </pc:spChg>
        <pc:spChg chg="mod">
          <ac:chgData name="이찬혁(CHANHYUK LEE)[paul_lee]/사원/제조DX.제조DX솔루션.데이터통합분석팀" userId="51b99fae-7b8f-40d9-9374-028bc2619ee7" providerId="ADAL" clId="{0AB89A11-9F65-4EDD-8715-71C85D1AFD76}" dt="2025-12-10T01:02:47.812" v="80" actId="20577"/>
          <ac:spMkLst>
            <pc:docMk/>
            <pc:sldMk cId="1009432166" sldId="2147482165"/>
            <ac:spMk id="12" creationId="{701DBD41-0962-47BC-BF85-0E3D71312932}"/>
          </ac:spMkLst>
        </pc:spChg>
        <pc:spChg chg="add mod">
          <ac:chgData name="이찬혁(CHANHYUK LEE)[paul_lee]/사원/제조DX.제조DX솔루션.데이터통합분석팀" userId="51b99fae-7b8f-40d9-9374-028bc2619ee7" providerId="ADAL" clId="{0AB89A11-9F65-4EDD-8715-71C85D1AFD76}" dt="2025-12-10T07:37:38.106" v="687" actId="164"/>
          <ac:spMkLst>
            <pc:docMk/>
            <pc:sldMk cId="1009432166" sldId="2147482165"/>
            <ac:spMk id="13" creationId="{E2ED4219-2458-9CA5-8504-B089BB7362F0}"/>
          </ac:spMkLst>
        </pc:spChg>
        <pc:spChg chg="add mod">
          <ac:chgData name="이찬혁(CHANHYUK LEE)[paul_lee]/사원/제조DX.제조DX솔루션.데이터통합분석팀" userId="51b99fae-7b8f-40d9-9374-028bc2619ee7" providerId="ADAL" clId="{0AB89A11-9F65-4EDD-8715-71C85D1AFD76}" dt="2025-12-10T07:57:47.155" v="2940" actId="1076"/>
          <ac:spMkLst>
            <pc:docMk/>
            <pc:sldMk cId="1009432166" sldId="2147482165"/>
            <ac:spMk id="27" creationId="{4BFBED4F-3924-E653-64E7-9E2A1BD0F057}"/>
          </ac:spMkLst>
        </pc:spChg>
        <pc:spChg chg="add mod">
          <ac:chgData name="이찬혁(CHANHYUK LEE)[paul_lee]/사원/제조DX.제조DX솔루션.데이터통합분석팀" userId="51b99fae-7b8f-40d9-9374-028bc2619ee7" providerId="ADAL" clId="{0AB89A11-9F65-4EDD-8715-71C85D1AFD76}" dt="2025-12-10T07:57:50.178" v="2941" actId="1076"/>
          <ac:spMkLst>
            <pc:docMk/>
            <pc:sldMk cId="1009432166" sldId="2147482165"/>
            <ac:spMk id="28" creationId="{459A7C48-46E0-6CF2-F3B2-B3B4C322E5B6}"/>
          </ac:spMkLst>
        </pc:spChg>
        <pc:grpChg chg="add del mod">
          <ac:chgData name="이찬혁(CHANHYUK LEE)[paul_lee]/사원/제조DX.제조DX솔루션.데이터통합분석팀" userId="51b99fae-7b8f-40d9-9374-028bc2619ee7" providerId="ADAL" clId="{0AB89A11-9F65-4EDD-8715-71C85D1AFD76}" dt="2025-12-10T07:53:19.900" v="2456" actId="478"/>
          <ac:grpSpMkLst>
            <pc:docMk/>
            <pc:sldMk cId="1009432166" sldId="2147482165"/>
            <ac:grpSpMk id="14" creationId="{A10071A7-A214-8304-DCAA-F179C3BA5726}"/>
          </ac:grpSpMkLst>
        </pc:grpChg>
        <pc:graphicFrameChg chg="add mod">
          <ac:chgData name="이찬혁(CHANHYUK LEE)[paul_lee]/사원/제조DX.제조DX솔루션.데이터통합분석팀" userId="51b99fae-7b8f-40d9-9374-028bc2619ee7" providerId="ADAL" clId="{0AB89A11-9F65-4EDD-8715-71C85D1AFD76}" dt="2025-12-10T07:36:29.857" v="672"/>
          <ac:graphicFrameMkLst>
            <pc:docMk/>
            <pc:sldMk cId="1009432166" sldId="2147482165"/>
            <ac:graphicFrameMk id="2" creationId="{1F8B463A-9BEA-670D-7D13-A4423F54D1E4}"/>
          </ac:graphicFrameMkLst>
        </pc:graphicFrameChg>
        <pc:graphicFrameChg chg="del">
          <ac:chgData name="이찬혁(CHANHYUK LEE)[paul_lee]/사원/제조DX.제조DX솔루션.데이터통합분석팀" userId="51b99fae-7b8f-40d9-9374-028bc2619ee7" providerId="ADAL" clId="{0AB89A11-9F65-4EDD-8715-71C85D1AFD76}" dt="2025-12-10T01:02:57.918" v="84" actId="478"/>
          <ac:graphicFrameMkLst>
            <pc:docMk/>
            <pc:sldMk cId="1009432166" sldId="2147482165"/>
            <ac:graphicFrameMk id="2" creationId="{F6F0874B-68F9-377A-AB8C-4D82D2C46777}"/>
          </ac:graphicFrameMkLst>
        </pc:graphicFrameChg>
        <pc:graphicFrameChg chg="add del mod modGraphic">
          <ac:chgData name="이찬혁(CHANHYUK LEE)[paul_lee]/사원/제조DX.제조DX솔루션.데이터통합분석팀" userId="51b99fae-7b8f-40d9-9374-028bc2619ee7" providerId="ADAL" clId="{0AB89A11-9F65-4EDD-8715-71C85D1AFD76}" dt="2025-12-10T07:36:48.860" v="677" actId="478"/>
          <ac:graphicFrameMkLst>
            <pc:docMk/>
            <pc:sldMk cId="1009432166" sldId="2147482165"/>
            <ac:graphicFrameMk id="6" creationId="{568FFBC5-85B7-83F3-FF37-D1279F19ED61}"/>
          </ac:graphicFrameMkLst>
        </pc:graphicFrameChg>
        <pc:graphicFrameChg chg="mod modGraphic">
          <ac:chgData name="이찬혁(CHANHYUK LEE)[paul_lee]/사원/제조DX.제조DX솔루션.데이터통합분석팀" userId="51b99fae-7b8f-40d9-9374-028bc2619ee7" providerId="ADAL" clId="{0AB89A11-9F65-4EDD-8715-71C85D1AFD76}" dt="2025-12-10T07:57:28.148" v="2922" actId="6549"/>
          <ac:graphicFrameMkLst>
            <pc:docMk/>
            <pc:sldMk cId="1009432166" sldId="2147482165"/>
            <ac:graphicFrameMk id="19" creationId="{3E86696F-E35A-4B06-9B46-63A4A6A986C1}"/>
          </ac:graphicFrameMkLst>
        </pc:graphicFrameChg>
        <pc:picChg chg="add del mod modCrop">
          <ac:chgData name="이찬혁(CHANHYUK LEE)[paul_lee]/사원/제조DX.제조DX솔루션.데이터통합분석팀" userId="51b99fae-7b8f-40d9-9374-028bc2619ee7" providerId="ADAL" clId="{0AB89A11-9F65-4EDD-8715-71C85D1AFD76}" dt="2025-12-10T07:36:17.724" v="670" actId="478"/>
          <ac:picMkLst>
            <pc:docMk/>
            <pc:sldMk cId="1009432166" sldId="2147482165"/>
            <ac:picMk id="4" creationId="{774C67EF-21CB-864D-7F92-9652596BDEAF}"/>
          </ac:picMkLst>
        </pc:picChg>
        <pc:picChg chg="add mod modCrop">
          <ac:chgData name="이찬혁(CHANHYUK LEE)[paul_lee]/사원/제조DX.제조DX솔루션.데이터통합분석팀" userId="51b99fae-7b8f-40d9-9374-028bc2619ee7" providerId="ADAL" clId="{0AB89A11-9F65-4EDD-8715-71C85D1AFD76}" dt="2025-12-10T07:48:48.515" v="2162" actId="732"/>
          <ac:picMkLst>
            <pc:docMk/>
            <pc:sldMk cId="1009432166" sldId="2147482165"/>
            <ac:picMk id="7" creationId="{A8480E10-C6CD-D1A8-A411-72ED60F96967}"/>
          </ac:picMkLst>
        </pc:picChg>
        <pc:picChg chg="add mod">
          <ac:chgData name="이찬혁(CHANHYUK LEE)[paul_lee]/사원/제조DX.제조DX솔루션.데이터통합분석팀" userId="51b99fae-7b8f-40d9-9374-028bc2619ee7" providerId="ADAL" clId="{0AB89A11-9F65-4EDD-8715-71C85D1AFD76}" dt="2025-12-10T07:37:30.712" v="685" actId="571"/>
          <ac:picMkLst>
            <pc:docMk/>
            <pc:sldMk cId="1009432166" sldId="2147482165"/>
            <ac:picMk id="9" creationId="{B55C1AAA-4863-C4AC-78E5-5F0FDD1BA8EC}"/>
          </ac:picMkLst>
        </pc:picChg>
        <pc:picChg chg="add del mod">
          <ac:chgData name="이찬혁(CHANHYUK LEE)[paul_lee]/사원/제조DX.제조DX솔루션.데이터통합분석팀" userId="51b99fae-7b8f-40d9-9374-028bc2619ee7" providerId="ADAL" clId="{0AB89A11-9F65-4EDD-8715-71C85D1AFD76}" dt="2025-12-10T07:50:46.172" v="2167" actId="478"/>
          <ac:picMkLst>
            <pc:docMk/>
            <pc:sldMk cId="1009432166" sldId="2147482165"/>
            <ac:picMk id="20" creationId="{5EEAFB83-8D70-DF21-FB4F-6C692CD58442}"/>
          </ac:picMkLst>
        </pc:picChg>
        <pc:picChg chg="add mod">
          <ac:chgData name="이찬혁(CHANHYUK LEE)[paul_lee]/사원/제조DX.제조DX솔루션.데이터통합분석팀" userId="51b99fae-7b8f-40d9-9374-028bc2619ee7" providerId="ADAL" clId="{0AB89A11-9F65-4EDD-8715-71C85D1AFD76}" dt="2025-12-10T07:57:44.983" v="2939" actId="1076"/>
          <ac:picMkLst>
            <pc:docMk/>
            <pc:sldMk cId="1009432166" sldId="2147482165"/>
            <ac:picMk id="24" creationId="{201F8AC0-17B1-4E6A-143E-56784A26A168}"/>
          </ac:picMkLst>
        </pc:picChg>
        <pc:picChg chg="del">
          <ac:chgData name="이찬혁(CHANHYUK LEE)[paul_lee]/사원/제조DX.제조DX솔루션.데이터통합분석팀" userId="51b99fae-7b8f-40d9-9374-028bc2619ee7" providerId="ADAL" clId="{0AB89A11-9F65-4EDD-8715-71C85D1AFD76}" dt="2025-12-10T01:02:55.736" v="82" actId="478"/>
          <ac:picMkLst>
            <pc:docMk/>
            <pc:sldMk cId="1009432166" sldId="2147482165"/>
            <ac:picMk id="29" creationId="{02A3FB4B-42F3-6AFB-4877-D3E6094C12FD}"/>
          </ac:picMkLst>
        </pc:picChg>
        <pc:picChg chg="add mod">
          <ac:chgData name="이찬혁(CHANHYUK LEE)[paul_lee]/사원/제조DX.제조DX솔루션.데이터통합분석팀" userId="51b99fae-7b8f-40d9-9374-028bc2619ee7" providerId="ADAL" clId="{0AB89A11-9F65-4EDD-8715-71C85D1AFD76}" dt="2025-12-10T07:58:22.678" v="2948" actId="1076"/>
          <ac:picMkLst>
            <pc:docMk/>
            <pc:sldMk cId="1009432166" sldId="2147482165"/>
            <ac:picMk id="30" creationId="{88ACEFB4-003C-3E61-3272-216B656F8575}"/>
          </ac:picMkLst>
        </pc:picChg>
        <pc:picChg chg="del">
          <ac:chgData name="이찬혁(CHANHYUK LEE)[paul_lee]/사원/제조DX.제조DX솔루션.데이터통합분석팀" userId="51b99fae-7b8f-40d9-9374-028bc2619ee7" providerId="ADAL" clId="{0AB89A11-9F65-4EDD-8715-71C85D1AFD76}" dt="2025-12-10T01:02:56.291" v="83" actId="478"/>
          <ac:picMkLst>
            <pc:docMk/>
            <pc:sldMk cId="1009432166" sldId="2147482165"/>
            <ac:picMk id="30" creationId="{CD72BAC7-3DB0-5530-6CB4-34D8B2BD029F}"/>
          </ac:picMkLst>
        </pc:picChg>
      </pc:sldChg>
    </pc:docChg>
  </pc:docChgLst>
  <pc:docChgLst>
    <pc:chgData name="한기덕(KIDEOK HAN)[han_kd]/선임/제조DX.제조DX솔루션.롤맵기술팀" userId="7d38c165-0d58-4bf4-8bd1-efc05948b82d" providerId="ADAL" clId="{922FE40F-209A-43DF-8B33-CFBD9138E526}"/>
    <pc:docChg chg="custSel modSld">
      <pc:chgData name="한기덕(KIDEOK HAN)[han_kd]/선임/제조DX.제조DX솔루션.롤맵기술팀" userId="7d38c165-0d58-4bf4-8bd1-efc05948b82d" providerId="ADAL" clId="{922FE40F-209A-43DF-8B33-CFBD9138E526}" dt="2025-10-22T07:45:54.424" v="3228" actId="207"/>
      <pc:docMkLst>
        <pc:docMk/>
      </pc:docMkLst>
      <pc:sldChg chg="modSp">
        <pc:chgData name="한기덕(KIDEOK HAN)[han_kd]/선임/제조DX.제조DX솔루션.롤맵기술팀" userId="7d38c165-0d58-4bf4-8bd1-efc05948b82d" providerId="ADAL" clId="{922FE40F-209A-43DF-8B33-CFBD9138E526}" dt="2025-10-22T07:36:59.029" v="469" actId="207"/>
        <pc:sldMkLst>
          <pc:docMk/>
          <pc:sldMk cId="1214419362" sldId="2147481924"/>
        </pc:sldMkLst>
        <pc:spChg chg="mod">
          <ac:chgData name="한기덕(KIDEOK HAN)[han_kd]/선임/제조DX.제조DX솔루션.롤맵기술팀" userId="7d38c165-0d58-4bf4-8bd1-efc05948b82d" providerId="ADAL" clId="{922FE40F-209A-43DF-8B33-CFBD9138E526}" dt="2025-10-22T07:36:55.262" v="468" actId="20577"/>
          <ac:spMkLst>
            <pc:docMk/>
            <pc:sldMk cId="1214419362" sldId="2147481924"/>
            <ac:spMk id="18" creationId="{72943F47-EAEA-4391-A2BC-C7C33A8E8CFD}"/>
          </ac:spMkLst>
        </pc:spChg>
        <pc:graphicFrameChg chg="mod modGraphic">
          <ac:chgData name="한기덕(KIDEOK HAN)[han_kd]/선임/제조DX.제조DX솔루션.롤맵기술팀" userId="7d38c165-0d58-4bf4-8bd1-efc05948b82d" providerId="ADAL" clId="{922FE40F-209A-43DF-8B33-CFBD9138E526}" dt="2025-10-22T07:36:59.029" v="469" actId="207"/>
          <ac:graphicFrameMkLst>
            <pc:docMk/>
            <pc:sldMk cId="1214419362" sldId="2147481924"/>
            <ac:graphicFrameMk id="3" creationId="{3E86696F-E35A-4B06-9B46-63A4A6A986C1}"/>
          </ac:graphicFrameMkLst>
        </pc:graphicFrameChg>
        <pc:picChg chg="mod">
          <ac:chgData name="한기덕(KIDEOK HAN)[han_kd]/선임/제조DX.제조DX솔루션.롤맵기술팀" userId="7d38c165-0d58-4bf4-8bd1-efc05948b82d" providerId="ADAL" clId="{922FE40F-209A-43DF-8B33-CFBD9138E526}" dt="2025-10-22T07:36:30.688" v="374" actId="1076"/>
          <ac:picMkLst>
            <pc:docMk/>
            <pc:sldMk cId="1214419362" sldId="2147481924"/>
            <ac:picMk id="6" creationId="{3464EE66-247C-45C8-9525-CD893673CBA2}"/>
          </ac:picMkLst>
        </pc:picChg>
      </pc:sldChg>
      <pc:sldChg chg="modSp">
        <pc:chgData name="한기덕(KIDEOK HAN)[han_kd]/선임/제조DX.제조DX솔루션.롤맵기술팀" userId="7d38c165-0d58-4bf4-8bd1-efc05948b82d" providerId="ADAL" clId="{922FE40F-209A-43DF-8B33-CFBD9138E526}" dt="2025-10-22T07:38:51.915" v="920" actId="20577"/>
        <pc:sldMkLst>
          <pc:docMk/>
          <pc:sldMk cId="662252130" sldId="2147481925"/>
        </pc:sldMkLst>
        <pc:spChg chg="mod">
          <ac:chgData name="한기덕(KIDEOK HAN)[han_kd]/선임/제조DX.제조DX솔루션.롤맵기술팀" userId="7d38c165-0d58-4bf4-8bd1-efc05948b82d" providerId="ADAL" clId="{922FE40F-209A-43DF-8B33-CFBD9138E526}" dt="2025-10-22T07:37:09.160" v="482" actId="20577"/>
          <ac:spMkLst>
            <pc:docMk/>
            <pc:sldMk cId="662252130" sldId="2147481925"/>
            <ac:spMk id="18" creationId="{72943F47-EAEA-4391-A2BC-C7C33A8E8CFD}"/>
          </ac:spMkLst>
        </pc:spChg>
        <pc:graphicFrameChg chg="mod modGraphic">
          <ac:chgData name="한기덕(KIDEOK HAN)[han_kd]/선임/제조DX.제조DX솔루션.롤맵기술팀" userId="7d38c165-0d58-4bf4-8bd1-efc05948b82d" providerId="ADAL" clId="{922FE40F-209A-43DF-8B33-CFBD9138E526}" dt="2025-10-22T07:38:51.915" v="920" actId="20577"/>
          <ac:graphicFrameMkLst>
            <pc:docMk/>
            <pc:sldMk cId="662252130" sldId="2147481925"/>
            <ac:graphicFrameMk id="3" creationId="{3E86696F-E35A-4B06-9B46-63A4A6A986C1}"/>
          </ac:graphicFrameMkLst>
        </pc:graphicFrameChg>
      </pc:sldChg>
      <pc:sldChg chg="modSp">
        <pc:chgData name="한기덕(KIDEOK HAN)[han_kd]/선임/제조DX.제조DX솔루션.롤맵기술팀" userId="7d38c165-0d58-4bf4-8bd1-efc05948b82d" providerId="ADAL" clId="{922FE40F-209A-43DF-8B33-CFBD9138E526}" dt="2025-10-22T07:45:54.424" v="3228" actId="207"/>
        <pc:sldMkLst>
          <pc:docMk/>
          <pc:sldMk cId="3218446010" sldId="2147481940"/>
        </pc:sldMkLst>
        <pc:graphicFrameChg chg="mod modGraphic">
          <ac:chgData name="한기덕(KIDEOK HAN)[han_kd]/선임/제조DX.제조DX솔루션.롤맵기술팀" userId="7d38c165-0d58-4bf4-8bd1-efc05948b82d" providerId="ADAL" clId="{922FE40F-209A-43DF-8B33-CFBD9138E526}" dt="2025-10-22T07:45:54.424" v="3228" actId="207"/>
          <ac:graphicFrameMkLst>
            <pc:docMk/>
            <pc:sldMk cId="3218446010" sldId="2147481940"/>
            <ac:graphicFrameMk id="21" creationId="{B17BC81E-4040-4B89-BFD6-444CE79E9A52}"/>
          </ac:graphicFrameMkLst>
        </pc:graphicFrameChg>
      </pc:sldChg>
    </pc:docChg>
  </pc:docChgLst>
  <pc:docChgLst>
    <pc:chgData name="윤성렬(SUNGRYEOL YUN)[sungryeol.y]/사원/제조DX.제조DX솔루션.롤맵기술팀" userId="b5311d10-d61f-46bb-bd4a-1d8342705f0f" providerId="ADAL" clId="{1171621A-3D9C-404B-9343-CF79063C499C}"/>
    <pc:docChg chg="undo custSel modSld">
      <pc:chgData name="윤성렬(SUNGRYEOL YUN)[sungryeol.y]/사원/제조DX.제조DX솔루션.롤맵기술팀" userId="b5311d10-d61f-46bb-bd4a-1d8342705f0f" providerId="ADAL" clId="{1171621A-3D9C-404B-9343-CF79063C499C}" dt="2025-12-10T08:22:21.188" v="3463" actId="207"/>
      <pc:docMkLst>
        <pc:docMk/>
      </pc:docMkLst>
      <pc:sldChg chg="modSp mod">
        <pc:chgData name="윤성렬(SUNGRYEOL YUN)[sungryeol.y]/사원/제조DX.제조DX솔루션.롤맵기술팀" userId="b5311d10-d61f-46bb-bd4a-1d8342705f0f" providerId="ADAL" clId="{1171621A-3D9C-404B-9343-CF79063C499C}" dt="2025-12-10T05:05:35.611" v="1777" actId="20577"/>
        <pc:sldMkLst>
          <pc:docMk/>
          <pc:sldMk cId="3266697761" sldId="2278"/>
        </pc:sldMkLst>
        <pc:spChg chg="mod">
          <ac:chgData name="윤성렬(SUNGRYEOL YUN)[sungryeol.y]/사원/제조DX.제조DX솔루션.롤맵기술팀" userId="b5311d10-d61f-46bb-bd4a-1d8342705f0f" providerId="ADAL" clId="{1171621A-3D9C-404B-9343-CF79063C499C}" dt="2025-12-10T05:05:35.611" v="1777" actId="20577"/>
          <ac:spMkLst>
            <pc:docMk/>
            <pc:sldMk cId="3266697761" sldId="2278"/>
            <ac:spMk id="2" creationId="{D0FF2AED-0046-C817-3E30-4FE796B4077E}"/>
          </ac:spMkLst>
        </pc:spChg>
      </pc:sldChg>
      <pc:sldChg chg="addSp delSp modSp mod">
        <pc:chgData name="윤성렬(SUNGRYEOL YUN)[sungryeol.y]/사원/제조DX.제조DX솔루션.롤맵기술팀" userId="b5311d10-d61f-46bb-bd4a-1d8342705f0f" providerId="ADAL" clId="{1171621A-3D9C-404B-9343-CF79063C499C}" dt="2025-12-10T04:54:04.462" v="574"/>
        <pc:sldMkLst>
          <pc:docMk/>
          <pc:sldMk cId="4145388933" sldId="2147481913"/>
        </pc:sldMkLst>
        <pc:spChg chg="mod">
          <ac:chgData name="윤성렬(SUNGRYEOL YUN)[sungryeol.y]/사원/제조DX.제조DX솔루션.롤맵기술팀" userId="b5311d10-d61f-46bb-bd4a-1d8342705f0f" providerId="ADAL" clId="{1171621A-3D9C-404B-9343-CF79063C499C}" dt="2025-12-10T04:49:30.587" v="440" actId="20577"/>
          <ac:spMkLst>
            <pc:docMk/>
            <pc:sldMk cId="4145388933" sldId="2147481913"/>
            <ac:spMk id="18" creationId="{72943F47-EAEA-4391-A2BC-C7C33A8E8CFD}"/>
          </ac:spMkLst>
        </pc:spChg>
        <pc:graphicFrameChg chg="mod modGraphic">
          <ac:chgData name="윤성렬(SUNGRYEOL YUN)[sungryeol.y]/사원/제조DX.제조DX솔루션.롤맵기술팀" userId="b5311d10-d61f-46bb-bd4a-1d8342705f0f" providerId="ADAL" clId="{1171621A-3D9C-404B-9343-CF79063C499C}" dt="2025-12-10T04:54:04.462" v="574"/>
          <ac:graphicFrameMkLst>
            <pc:docMk/>
            <pc:sldMk cId="4145388933" sldId="2147481913"/>
            <ac:graphicFrameMk id="3" creationId="{3E86696F-E35A-4B06-9B46-63A4A6A986C1}"/>
          </ac:graphicFrameMkLst>
        </pc:graphicFrameChg>
        <pc:picChg chg="add del mod">
          <ac:chgData name="윤성렬(SUNGRYEOL YUN)[sungryeol.y]/사원/제조DX.제조DX솔루션.롤맵기술팀" userId="b5311d10-d61f-46bb-bd4a-1d8342705f0f" providerId="ADAL" clId="{1171621A-3D9C-404B-9343-CF79063C499C}" dt="2025-12-10T04:50:29.935" v="540" actId="478"/>
          <ac:picMkLst>
            <pc:docMk/>
            <pc:sldMk cId="4145388933" sldId="2147481913"/>
            <ac:picMk id="4" creationId="{C7186FCC-A059-3C93-39E5-45BE10B6E1AE}"/>
          </ac:picMkLst>
        </pc:picChg>
      </pc:sldChg>
      <pc:sldChg chg="addSp delSp modSp mod">
        <pc:chgData name="윤성렬(SUNGRYEOL YUN)[sungryeol.y]/사원/제조DX.제조DX솔루션.롤맵기술팀" userId="b5311d10-d61f-46bb-bd4a-1d8342705f0f" providerId="ADAL" clId="{1171621A-3D9C-404B-9343-CF79063C499C}" dt="2025-12-10T05:01:25.400" v="1204" actId="478"/>
        <pc:sldMkLst>
          <pc:docMk/>
          <pc:sldMk cId="1894137771" sldId="2147481918"/>
        </pc:sldMkLst>
        <pc:spChg chg="mod">
          <ac:chgData name="윤성렬(SUNGRYEOL YUN)[sungryeol.y]/사원/제조DX.제조DX솔루션.롤맵기술팀" userId="b5311d10-d61f-46bb-bd4a-1d8342705f0f" providerId="ADAL" clId="{1171621A-3D9C-404B-9343-CF79063C499C}" dt="2025-12-10T04:58:22.323" v="666" actId="20577"/>
          <ac:spMkLst>
            <pc:docMk/>
            <pc:sldMk cId="1894137771" sldId="2147481918"/>
            <ac:spMk id="18" creationId="{72943F47-EAEA-4391-A2BC-C7C33A8E8CFD}"/>
          </ac:spMkLst>
        </pc:spChg>
        <pc:graphicFrameChg chg="mod modGraphic">
          <ac:chgData name="윤성렬(SUNGRYEOL YUN)[sungryeol.y]/사원/제조DX.제조DX솔루션.롤맵기술팀" userId="b5311d10-d61f-46bb-bd4a-1d8342705f0f" providerId="ADAL" clId="{1171621A-3D9C-404B-9343-CF79063C499C}" dt="2025-12-10T05:01:23.968" v="1203" actId="207"/>
          <ac:graphicFrameMkLst>
            <pc:docMk/>
            <pc:sldMk cId="1894137771" sldId="2147481918"/>
            <ac:graphicFrameMk id="3" creationId="{3E86696F-E35A-4B06-9B46-63A4A6A986C1}"/>
          </ac:graphicFrameMkLst>
        </pc:graphicFrameChg>
        <pc:picChg chg="add del mod">
          <ac:chgData name="윤성렬(SUNGRYEOL YUN)[sungryeol.y]/사원/제조DX.제조DX솔루션.롤맵기술팀" userId="b5311d10-d61f-46bb-bd4a-1d8342705f0f" providerId="ADAL" clId="{1171621A-3D9C-404B-9343-CF79063C499C}" dt="2025-12-10T05:01:25.400" v="1204" actId="478"/>
          <ac:picMkLst>
            <pc:docMk/>
            <pc:sldMk cId="1894137771" sldId="2147481918"/>
            <ac:picMk id="4" creationId="{231E188E-9B5B-7C75-EF59-B467465A5606}"/>
          </ac:picMkLst>
        </pc:picChg>
      </pc:sldChg>
      <pc:sldChg chg="modSp mod">
        <pc:chgData name="윤성렬(SUNGRYEOL YUN)[sungryeol.y]/사원/제조DX.제조DX솔루션.롤맵기술팀" userId="b5311d10-d61f-46bb-bd4a-1d8342705f0f" providerId="ADAL" clId="{1171621A-3D9C-404B-9343-CF79063C499C}" dt="2025-12-10T08:22:21.188" v="3463" actId="207"/>
        <pc:sldMkLst>
          <pc:docMk/>
          <pc:sldMk cId="2750834388" sldId="2147481930"/>
        </pc:sldMkLst>
        <pc:spChg chg="mod">
          <ac:chgData name="윤성렬(SUNGRYEOL YUN)[sungryeol.y]/사원/제조DX.제조DX솔루션.롤맵기술팀" userId="b5311d10-d61f-46bb-bd4a-1d8342705f0f" providerId="ADAL" clId="{1171621A-3D9C-404B-9343-CF79063C499C}" dt="2025-12-10T08:22:09.518" v="3458" actId="20577"/>
          <ac:spMkLst>
            <pc:docMk/>
            <pc:sldMk cId="2750834388" sldId="2147481930"/>
            <ac:spMk id="18" creationId="{72943F47-EAEA-4391-A2BC-C7C33A8E8CFD}"/>
          </ac:spMkLst>
        </pc:spChg>
        <pc:graphicFrameChg chg="modGraphic">
          <ac:chgData name="윤성렬(SUNGRYEOL YUN)[sungryeol.y]/사원/제조DX.제조DX솔루션.롤맵기술팀" userId="b5311d10-d61f-46bb-bd4a-1d8342705f0f" providerId="ADAL" clId="{1171621A-3D9C-404B-9343-CF79063C499C}" dt="2025-12-10T08:22:21.188" v="3463" actId="207"/>
          <ac:graphicFrameMkLst>
            <pc:docMk/>
            <pc:sldMk cId="2750834388" sldId="2147481930"/>
            <ac:graphicFrameMk id="3" creationId="{3E86696F-E35A-4B06-9B46-63A4A6A986C1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1171621A-3D9C-404B-9343-CF79063C499C}" dt="2025-12-10T08:05:49.722" v="1907" actId="14734"/>
        <pc:sldMkLst>
          <pc:docMk/>
          <pc:sldMk cId="3218446010" sldId="2147481940"/>
        </pc:sldMkLst>
        <pc:graphicFrameChg chg="mod modGraphic">
          <ac:chgData name="윤성렬(SUNGRYEOL YUN)[sungryeol.y]/사원/제조DX.제조DX솔루션.롤맵기술팀" userId="b5311d10-d61f-46bb-bd4a-1d8342705f0f" providerId="ADAL" clId="{1171621A-3D9C-404B-9343-CF79063C499C}" dt="2025-12-10T08:05:49.722" v="1907" actId="14734"/>
          <ac:graphicFrameMkLst>
            <pc:docMk/>
            <pc:sldMk cId="3218446010" sldId="2147481940"/>
            <ac:graphicFrameMk id="18" creationId="{BAF0B2EF-E0A9-4EBE-8B41-8BAD7EC3E9EB}"/>
          </ac:graphicFrameMkLst>
        </pc:graphicFrameChg>
      </pc:sldChg>
      <pc:sldChg chg="addSp delSp modSp mod">
        <pc:chgData name="윤성렬(SUNGRYEOL YUN)[sungryeol.y]/사원/제조DX.제조DX솔루션.롤맵기술팀" userId="b5311d10-d61f-46bb-bd4a-1d8342705f0f" providerId="ADAL" clId="{1171621A-3D9C-404B-9343-CF79063C499C}" dt="2025-12-10T05:05:14.432" v="1763" actId="207"/>
        <pc:sldMkLst>
          <pc:docMk/>
          <pc:sldMk cId="2781412765" sldId="2147482059"/>
        </pc:sldMkLst>
        <pc:spChg chg="mod">
          <ac:chgData name="윤성렬(SUNGRYEOL YUN)[sungryeol.y]/사원/제조DX.제조DX솔루션.롤맵기술팀" userId="b5311d10-d61f-46bb-bd4a-1d8342705f0f" providerId="ADAL" clId="{1171621A-3D9C-404B-9343-CF79063C499C}" dt="2025-12-10T05:04:24.965" v="1625" actId="20577"/>
          <ac:spMkLst>
            <pc:docMk/>
            <pc:sldMk cId="2781412765" sldId="2147482059"/>
            <ac:spMk id="18" creationId="{72943F47-EAEA-4391-A2BC-C7C33A8E8CFD}"/>
          </ac:spMkLst>
        </pc:spChg>
        <pc:graphicFrameChg chg="mod modGraphic">
          <ac:chgData name="윤성렬(SUNGRYEOL YUN)[sungryeol.y]/사원/제조DX.제조DX솔루션.롤맵기술팀" userId="b5311d10-d61f-46bb-bd4a-1d8342705f0f" providerId="ADAL" clId="{1171621A-3D9C-404B-9343-CF79063C499C}" dt="2025-12-10T05:05:14.432" v="1763" actId="207"/>
          <ac:graphicFrameMkLst>
            <pc:docMk/>
            <pc:sldMk cId="2781412765" sldId="2147482059"/>
            <ac:graphicFrameMk id="3" creationId="{3E86696F-E35A-4B06-9B46-63A4A6A986C1}"/>
          </ac:graphicFrameMkLst>
        </pc:graphicFrameChg>
        <pc:picChg chg="add del">
          <ac:chgData name="윤성렬(SUNGRYEOL YUN)[sungryeol.y]/사원/제조DX.제조DX솔루션.롤맵기술팀" userId="b5311d10-d61f-46bb-bd4a-1d8342705f0f" providerId="ADAL" clId="{1171621A-3D9C-404B-9343-CF79063C499C}" dt="2025-12-10T05:04:14.460" v="1620" actId="478"/>
          <ac:picMkLst>
            <pc:docMk/>
            <pc:sldMk cId="2781412765" sldId="2147482059"/>
            <ac:picMk id="4" creationId="{0258BFE1-8558-D66B-278F-000E61A9DC29}"/>
          </ac:picMkLst>
        </pc:picChg>
      </pc:sldChg>
      <pc:sldChg chg="modSp mod">
        <pc:chgData name="윤성렬(SUNGRYEOL YUN)[sungryeol.y]/사원/제조DX.제조DX솔루션.롤맵기술팀" userId="b5311d10-d61f-46bb-bd4a-1d8342705f0f" providerId="ADAL" clId="{1171621A-3D9C-404B-9343-CF79063C499C}" dt="2025-12-10T04:55:56.614" v="587" actId="207"/>
        <pc:sldMkLst>
          <pc:docMk/>
          <pc:sldMk cId="681262127" sldId="2147482091"/>
        </pc:sldMkLst>
        <pc:spChg chg="mod">
          <ac:chgData name="윤성렬(SUNGRYEOL YUN)[sungryeol.y]/사원/제조DX.제조DX솔루션.롤맵기술팀" userId="b5311d10-d61f-46bb-bd4a-1d8342705f0f" providerId="ADAL" clId="{1171621A-3D9C-404B-9343-CF79063C499C}" dt="2025-12-10T04:53:42.971" v="558" actId="20577"/>
          <ac:spMkLst>
            <pc:docMk/>
            <pc:sldMk cId="681262127" sldId="2147482091"/>
            <ac:spMk id="18" creationId="{72943F47-EAEA-4391-A2BC-C7C33A8E8CFD}"/>
          </ac:spMkLst>
        </pc:spChg>
        <pc:graphicFrameChg chg="modGraphic">
          <ac:chgData name="윤성렬(SUNGRYEOL YUN)[sungryeol.y]/사원/제조DX.제조DX솔루션.롤맵기술팀" userId="b5311d10-d61f-46bb-bd4a-1d8342705f0f" providerId="ADAL" clId="{1171621A-3D9C-404B-9343-CF79063C499C}" dt="2025-12-10T04:55:56.614" v="587" actId="207"/>
          <ac:graphicFrameMkLst>
            <pc:docMk/>
            <pc:sldMk cId="681262127" sldId="2147482091"/>
            <ac:graphicFrameMk id="3" creationId="{3E86696F-E35A-4B06-9B46-63A4A6A986C1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1171621A-3D9C-404B-9343-CF79063C499C}" dt="2025-12-10T05:06:17.464" v="1784" actId="20577"/>
        <pc:sldMkLst>
          <pc:docMk/>
          <pc:sldMk cId="24529797" sldId="2147482142"/>
        </pc:sldMkLst>
        <pc:spChg chg="mod">
          <ac:chgData name="윤성렬(SUNGRYEOL YUN)[sungryeol.y]/사원/제조DX.제조DX솔루션.롤맵기술팀" userId="b5311d10-d61f-46bb-bd4a-1d8342705f0f" providerId="ADAL" clId="{1171621A-3D9C-404B-9343-CF79063C499C}" dt="2025-12-10T05:06:14.450" v="1780" actId="20577"/>
          <ac:spMkLst>
            <pc:docMk/>
            <pc:sldMk cId="24529797" sldId="2147482142"/>
            <ac:spMk id="18" creationId="{A7F473DF-C875-A323-6679-F5CA881CD9C4}"/>
          </ac:spMkLst>
        </pc:spChg>
        <pc:graphicFrameChg chg="modGraphic">
          <ac:chgData name="윤성렬(SUNGRYEOL YUN)[sungryeol.y]/사원/제조DX.제조DX솔루션.롤맵기술팀" userId="b5311d10-d61f-46bb-bd4a-1d8342705f0f" providerId="ADAL" clId="{1171621A-3D9C-404B-9343-CF79063C499C}" dt="2025-12-10T05:06:17.464" v="1784" actId="20577"/>
          <ac:graphicFrameMkLst>
            <pc:docMk/>
            <pc:sldMk cId="24529797" sldId="2147482142"/>
            <ac:graphicFrameMk id="3" creationId="{688BD945-555D-E069-F619-02973A6A481F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1171621A-3D9C-404B-9343-CF79063C499C}" dt="2025-12-10T08:06:05.813" v="1910" actId="207"/>
        <pc:sldMkLst>
          <pc:docMk/>
          <pc:sldMk cId="719476191" sldId="2147482153"/>
        </pc:sldMkLst>
        <pc:graphicFrameChg chg="mod modGraphic">
          <ac:chgData name="윤성렬(SUNGRYEOL YUN)[sungryeol.y]/사원/제조DX.제조DX솔루션.롤맵기술팀" userId="b5311d10-d61f-46bb-bd4a-1d8342705f0f" providerId="ADAL" clId="{1171621A-3D9C-404B-9343-CF79063C499C}" dt="2025-12-10T08:06:05.813" v="1910" actId="207"/>
          <ac:graphicFrameMkLst>
            <pc:docMk/>
            <pc:sldMk cId="719476191" sldId="2147482153"/>
            <ac:graphicFrameMk id="16" creationId="{7D721578-E29B-1908-F5C8-865F5E8CB423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1171621A-3D9C-404B-9343-CF79063C499C}" dt="2025-12-10T08:19:03.809" v="3437" actId="20577"/>
        <pc:sldMkLst>
          <pc:docMk/>
          <pc:sldMk cId="1357361098" sldId="2147482154"/>
        </pc:sldMkLst>
        <pc:graphicFrameChg chg="mod modGraphic">
          <ac:chgData name="윤성렬(SUNGRYEOL YUN)[sungryeol.y]/사원/제조DX.제조DX솔루션.롤맵기술팀" userId="b5311d10-d61f-46bb-bd4a-1d8342705f0f" providerId="ADAL" clId="{1171621A-3D9C-404B-9343-CF79063C499C}" dt="2025-12-10T08:06:27.210" v="1913" actId="207"/>
          <ac:graphicFrameMkLst>
            <pc:docMk/>
            <pc:sldMk cId="1357361098" sldId="2147482154"/>
            <ac:graphicFrameMk id="16" creationId="{D6B5DFDE-F607-1154-D4E6-3B128C81C5CC}"/>
          </ac:graphicFrameMkLst>
        </pc:graphicFrameChg>
        <pc:graphicFrameChg chg="mod modGraphic">
          <ac:chgData name="윤성렬(SUNGRYEOL YUN)[sungryeol.y]/사원/제조DX.제조DX솔루션.롤맵기술팀" userId="b5311d10-d61f-46bb-bd4a-1d8342705f0f" providerId="ADAL" clId="{1171621A-3D9C-404B-9343-CF79063C499C}" dt="2025-12-10T08:19:03.809" v="3437" actId="20577"/>
          <ac:graphicFrameMkLst>
            <pc:docMk/>
            <pc:sldMk cId="1357361098" sldId="2147482154"/>
            <ac:graphicFrameMk id="30" creationId="{C0F93F35-42AD-20F8-E91F-7F9106DB2E2F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1171621A-3D9C-404B-9343-CF79063C499C}" dt="2025-12-10T08:19:42.239" v="3440" actId="207"/>
        <pc:sldMkLst>
          <pc:docMk/>
          <pc:sldMk cId="2756542074" sldId="2147482155"/>
        </pc:sldMkLst>
        <pc:graphicFrameChg chg="mod modGraphic">
          <ac:chgData name="윤성렬(SUNGRYEOL YUN)[sungryeol.y]/사원/제조DX.제조DX솔루션.롤맵기술팀" userId="b5311d10-d61f-46bb-bd4a-1d8342705f0f" providerId="ADAL" clId="{1171621A-3D9C-404B-9343-CF79063C499C}" dt="2025-12-10T08:19:42.239" v="3440" actId="207"/>
          <ac:graphicFrameMkLst>
            <pc:docMk/>
            <pc:sldMk cId="2756542074" sldId="2147482155"/>
            <ac:graphicFrameMk id="16" creationId="{A49895C2-4737-1562-091D-B6B603641885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1171621A-3D9C-404B-9343-CF79063C499C}" dt="2025-12-10T08:19:58.867" v="3443" actId="207"/>
        <pc:sldMkLst>
          <pc:docMk/>
          <pc:sldMk cId="1685760430" sldId="2147482156"/>
        </pc:sldMkLst>
        <pc:graphicFrameChg chg="mod modGraphic">
          <ac:chgData name="윤성렬(SUNGRYEOL YUN)[sungryeol.y]/사원/제조DX.제조DX솔루션.롤맵기술팀" userId="b5311d10-d61f-46bb-bd4a-1d8342705f0f" providerId="ADAL" clId="{1171621A-3D9C-404B-9343-CF79063C499C}" dt="2025-12-10T08:19:58.867" v="3443" actId="207"/>
          <ac:graphicFrameMkLst>
            <pc:docMk/>
            <pc:sldMk cId="1685760430" sldId="2147482156"/>
            <ac:graphicFrameMk id="16" creationId="{4763483A-EA72-223E-C795-104BBB0A00FB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1171621A-3D9C-404B-9343-CF79063C499C}" dt="2025-12-10T08:20:19.514" v="3446" actId="207"/>
        <pc:sldMkLst>
          <pc:docMk/>
          <pc:sldMk cId="1270712381" sldId="2147482157"/>
        </pc:sldMkLst>
        <pc:graphicFrameChg chg="mod modGraphic">
          <ac:chgData name="윤성렬(SUNGRYEOL YUN)[sungryeol.y]/사원/제조DX.제조DX솔루션.롤맵기술팀" userId="b5311d10-d61f-46bb-bd4a-1d8342705f0f" providerId="ADAL" clId="{1171621A-3D9C-404B-9343-CF79063C499C}" dt="2025-12-10T08:20:19.514" v="3446" actId="207"/>
          <ac:graphicFrameMkLst>
            <pc:docMk/>
            <pc:sldMk cId="1270712381" sldId="2147482157"/>
            <ac:graphicFrameMk id="16" creationId="{036EE05A-7B4C-FBDE-5F92-A050D4DFE80E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1171621A-3D9C-404B-9343-CF79063C499C}" dt="2025-12-10T08:20:35.954" v="3449" actId="207"/>
        <pc:sldMkLst>
          <pc:docMk/>
          <pc:sldMk cId="3468524003" sldId="2147482158"/>
        </pc:sldMkLst>
        <pc:graphicFrameChg chg="mod modGraphic">
          <ac:chgData name="윤성렬(SUNGRYEOL YUN)[sungryeol.y]/사원/제조DX.제조DX솔루션.롤맵기술팀" userId="b5311d10-d61f-46bb-bd4a-1d8342705f0f" providerId="ADAL" clId="{1171621A-3D9C-404B-9343-CF79063C499C}" dt="2025-12-10T08:20:35.954" v="3449" actId="207"/>
          <ac:graphicFrameMkLst>
            <pc:docMk/>
            <pc:sldMk cId="3468524003" sldId="2147482158"/>
            <ac:graphicFrameMk id="16" creationId="{CB0E2323-D1D0-F431-66A8-D4863F47FEF4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1171621A-3D9C-404B-9343-CF79063C499C}" dt="2025-12-10T08:20:51.068" v="3452" actId="207"/>
        <pc:sldMkLst>
          <pc:docMk/>
          <pc:sldMk cId="3982393149" sldId="2147482159"/>
        </pc:sldMkLst>
        <pc:graphicFrameChg chg="mod modGraphic">
          <ac:chgData name="윤성렬(SUNGRYEOL YUN)[sungryeol.y]/사원/제조DX.제조DX솔루션.롤맵기술팀" userId="b5311d10-d61f-46bb-bd4a-1d8342705f0f" providerId="ADAL" clId="{1171621A-3D9C-404B-9343-CF79063C499C}" dt="2025-12-10T08:20:51.068" v="3452" actId="207"/>
          <ac:graphicFrameMkLst>
            <pc:docMk/>
            <pc:sldMk cId="3982393149" sldId="2147482159"/>
            <ac:graphicFrameMk id="16" creationId="{83986431-2BA6-7FBA-CA12-CF463506D301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1171621A-3D9C-404B-9343-CF79063C499C}" dt="2025-12-10T08:21:10.481" v="3455" actId="207"/>
        <pc:sldMkLst>
          <pc:docMk/>
          <pc:sldMk cId="4127400384" sldId="2147482160"/>
        </pc:sldMkLst>
        <pc:graphicFrameChg chg="mod modGraphic">
          <ac:chgData name="윤성렬(SUNGRYEOL YUN)[sungryeol.y]/사원/제조DX.제조DX솔루션.롤맵기술팀" userId="b5311d10-d61f-46bb-bd4a-1d8342705f0f" providerId="ADAL" clId="{1171621A-3D9C-404B-9343-CF79063C499C}" dt="2025-12-10T08:21:10.481" v="3455" actId="207"/>
          <ac:graphicFrameMkLst>
            <pc:docMk/>
            <pc:sldMk cId="4127400384" sldId="2147482160"/>
            <ac:graphicFrameMk id="15" creationId="{CDC76027-00C0-E482-F77B-ED0912123DEF}"/>
          </ac:graphicFrameMkLst>
        </pc:graphicFrameChg>
      </pc:sldChg>
    </pc:docChg>
  </pc:docChgLst>
  <pc:docChgLst>
    <pc:chgData name="박경찬(KYOUNGCHAN PARK)[park.kc]/팀장/제조DX.제조DX솔루션.셀추적기술팀" userId="e138e4af-6173-47cb-8422-ef183f7b2c63" providerId="ADAL" clId="{EB1735E5-411D-42DA-87FB-9BFD5624BE14}"/>
    <pc:docChg chg="custSel modSld">
      <pc:chgData name="박경찬(KYOUNGCHAN PARK)[park.kc]/팀장/제조DX.제조DX솔루션.셀추적기술팀" userId="e138e4af-6173-47cb-8422-ef183f7b2c63" providerId="ADAL" clId="{EB1735E5-411D-42DA-87FB-9BFD5624BE14}" dt="2025-11-05T12:04:24.068" v="1"/>
      <pc:docMkLst>
        <pc:docMk/>
      </pc:docMkLst>
    </pc:docChg>
  </pc:docChgLst>
  <pc:docChgLst>
    <pc:chgData name="정재호(JAEHO JUNG)[jaehojung]/책임/제조DX.제조DX솔루션.롤맵기술팀" userId="29b24f60-0f7d-44b1-87d1-3e99704a1396" providerId="ADAL" clId="{61F428E4-DCD1-43B7-9473-EEBA9EF6AC4B}"/>
    <pc:docChg chg="undo redo custSel modSld">
      <pc:chgData name="정재호(JAEHO JUNG)[jaehojung]/책임/제조DX.제조DX솔루션.롤맵기술팀" userId="29b24f60-0f7d-44b1-87d1-3e99704a1396" providerId="ADAL" clId="{61F428E4-DCD1-43B7-9473-EEBA9EF6AC4B}" dt="2025-10-22T07:30:47.004" v="496" actId="20577"/>
      <pc:docMkLst>
        <pc:docMk/>
      </pc:docMkLst>
      <pc:sldChg chg="modSp">
        <pc:chgData name="정재호(JAEHO JUNG)[jaehojung]/책임/제조DX.제조DX솔루션.롤맵기술팀" userId="29b24f60-0f7d-44b1-87d1-3e99704a1396" providerId="ADAL" clId="{61F428E4-DCD1-43B7-9473-EEBA9EF6AC4B}" dt="2025-10-19T00:53:02.640" v="175" actId="1076"/>
        <pc:sldMkLst>
          <pc:docMk/>
          <pc:sldMk cId="2751367990" sldId="746"/>
        </pc:sldMkLst>
        <pc:spChg chg="mod">
          <ac:chgData name="정재호(JAEHO JUNG)[jaehojung]/책임/제조DX.제조DX솔루션.롤맵기술팀" userId="29b24f60-0f7d-44b1-87d1-3e99704a1396" providerId="ADAL" clId="{61F428E4-DCD1-43B7-9473-EEBA9EF6AC4B}" dt="2025-10-19T00:37:05.065" v="3" actId="20577"/>
          <ac:spMkLst>
            <pc:docMk/>
            <pc:sldMk cId="2751367990" sldId="746"/>
            <ac:spMk id="19" creationId="{00000000-0000-0000-0000-000000000000}"/>
          </ac:spMkLst>
        </pc:spChg>
        <pc:spChg chg="mod">
          <ac:chgData name="정재호(JAEHO JUNG)[jaehojung]/책임/제조DX.제조DX솔루션.롤맵기술팀" userId="29b24f60-0f7d-44b1-87d1-3e99704a1396" providerId="ADAL" clId="{61F428E4-DCD1-43B7-9473-EEBA9EF6AC4B}" dt="2025-10-19T00:53:02.640" v="175" actId="1076"/>
          <ac:spMkLst>
            <pc:docMk/>
            <pc:sldMk cId="2751367990" sldId="746"/>
            <ac:spMk id="75" creationId="{00000000-0000-0000-0000-000000000000}"/>
          </ac:spMkLst>
        </pc:sp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7:06.333" v="70" actId="207"/>
        <pc:sldMkLst>
          <pc:docMk/>
          <pc:sldMk cId="2105941167" sldId="2117"/>
        </pc:sldMkLst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3128345894" sldId="2181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3128345894" sldId="2181"/>
            <ac:graphicFrameMk id="19" creationId="{27E2D345-B6CE-4ADC-A147-DCFDEFBE886E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7:46.271" v="79" actId="207"/>
        <pc:sldMkLst>
          <pc:docMk/>
          <pc:sldMk cId="3247425241" sldId="2209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7:46.271" v="79" actId="207"/>
          <ac:graphicFrameMkLst>
            <pc:docMk/>
            <pc:sldMk cId="3247425241" sldId="2209"/>
            <ac:graphicFrameMk id="10" creationId="{3D87BC00-A29B-4E58-92C4-9B66C49D399C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8:35.224" v="94" actId="207"/>
        <pc:sldMkLst>
          <pc:docMk/>
          <pc:sldMk cId="4054304740" sldId="2213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8:35.224" v="94" actId="207"/>
          <ac:graphicFrameMkLst>
            <pc:docMk/>
            <pc:sldMk cId="4054304740" sldId="2213"/>
            <ac:graphicFrameMk id="18" creationId="{ACD91870-1828-466F-AE38-B03A708B444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8:10.240" v="87" actId="207"/>
        <pc:sldMkLst>
          <pc:docMk/>
          <pc:sldMk cId="2197542616" sldId="2241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8:10.240" v="87" actId="207"/>
          <ac:graphicFrameMkLst>
            <pc:docMk/>
            <pc:sldMk cId="2197542616" sldId="2241"/>
            <ac:graphicFrameMk id="23" creationId="{5C18F150-F800-4366-B81F-1DDA815C713E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1:20.129" v="5" actId="207"/>
        <pc:sldMkLst>
          <pc:docMk/>
          <pc:sldMk cId="3266697761" sldId="2278"/>
        </pc:sldMkLst>
        <pc:spChg chg="mod">
          <ac:chgData name="정재호(JAEHO JUNG)[jaehojung]/책임/제조DX.제조DX솔루션.롤맵기술팀" userId="29b24f60-0f7d-44b1-87d1-3e99704a1396" providerId="ADAL" clId="{61F428E4-DCD1-43B7-9473-EEBA9EF6AC4B}" dt="2025-10-19T00:41:20.129" v="5" actId="207"/>
          <ac:spMkLst>
            <pc:docMk/>
            <pc:sldMk cId="3266697761" sldId="2278"/>
            <ac:spMk id="16" creationId="{64103116-79E6-4EAD-A94F-CA5060A46E07}"/>
          </ac:spMkLst>
        </pc:spChg>
        <pc:spChg chg="mod">
          <ac:chgData name="정재호(JAEHO JUNG)[jaehojung]/책임/제조DX.제조DX솔루션.롤맵기술팀" userId="29b24f60-0f7d-44b1-87d1-3e99704a1396" providerId="ADAL" clId="{61F428E4-DCD1-43B7-9473-EEBA9EF6AC4B}" dt="2025-10-19T00:41:16.910" v="4" actId="207"/>
          <ac:spMkLst>
            <pc:docMk/>
            <pc:sldMk cId="3266697761" sldId="2278"/>
            <ac:spMk id="18" creationId="{FC55D7C3-19BB-417C-88D2-249E3D408DED}"/>
          </ac:spMkLst>
        </pc:sp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8:19.240" v="90" actId="207"/>
        <pc:sldMkLst>
          <pc:docMk/>
          <pc:sldMk cId="2130555548" sldId="2147481730"/>
        </pc:sldMkLst>
        <pc:spChg chg="mod">
          <ac:chgData name="정재호(JAEHO JUNG)[jaehojung]/책임/제조DX.제조DX솔루션.롤맵기술팀" userId="29b24f60-0f7d-44b1-87d1-3e99704a1396" providerId="ADAL" clId="{61F428E4-DCD1-43B7-9473-EEBA9EF6AC4B}" dt="2025-10-19T00:48:15.037" v="89" actId="207"/>
          <ac:spMkLst>
            <pc:docMk/>
            <pc:sldMk cId="2130555548" sldId="2147481730"/>
            <ac:spMk id="21" creationId="{4C3181BD-8769-4C0D-8973-C9F2BE0DC598}"/>
          </ac:spMkLst>
        </pc:spChg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8:19.240" v="90" actId="207"/>
          <ac:graphicFrameMkLst>
            <pc:docMk/>
            <pc:sldMk cId="2130555548" sldId="2147481730"/>
            <ac:graphicFrameMk id="13" creationId="{F757E1E4-6685-4945-A4F6-DAED56351FB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8:29.583" v="93" actId="207"/>
        <pc:sldMkLst>
          <pc:docMk/>
          <pc:sldMk cId="2458212547" sldId="2147481747"/>
        </pc:sldMkLst>
        <pc:spChg chg="mod">
          <ac:chgData name="정재호(JAEHO JUNG)[jaehojung]/책임/제조DX.제조DX솔루션.롤맵기술팀" userId="29b24f60-0f7d-44b1-87d1-3e99704a1396" providerId="ADAL" clId="{61F428E4-DCD1-43B7-9473-EEBA9EF6AC4B}" dt="2025-10-19T00:48:29.583" v="93" actId="207"/>
          <ac:spMkLst>
            <pc:docMk/>
            <pc:sldMk cId="2458212547" sldId="2147481747"/>
            <ac:spMk id="21" creationId="{4C3181BD-8769-4C0D-8973-C9F2BE0DC598}"/>
          </ac:spMkLst>
        </pc:spChg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2458212547" sldId="2147481747"/>
            <ac:graphicFrameMk id="13" creationId="{F757E1E4-6685-4945-A4F6-DAED56351FB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823201166" sldId="2147481777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823201166" sldId="2147481777"/>
            <ac:graphicFrameMk id="18" creationId="{55131CA1-94C5-4119-9FFA-B59478564C56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8:43.115" v="97" actId="207"/>
        <pc:sldMkLst>
          <pc:docMk/>
          <pc:sldMk cId="1939008890" sldId="2147481782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8:43.115" v="97" actId="207"/>
          <ac:graphicFrameMkLst>
            <pc:docMk/>
            <pc:sldMk cId="1939008890" sldId="2147481782"/>
            <ac:graphicFrameMk id="12" creationId="{C3023DD0-7C43-4203-B5A2-FEE1D52EE026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8:53.412" v="99" actId="207"/>
        <pc:sldMkLst>
          <pc:docMk/>
          <pc:sldMk cId="2448533226" sldId="2147481784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8:53.412" v="99" actId="207"/>
          <ac:graphicFrameMkLst>
            <pc:docMk/>
            <pc:sldMk cId="2448533226" sldId="2147481784"/>
            <ac:graphicFrameMk id="12" creationId="{C3023DD0-7C43-4203-B5A2-FEE1D52EE026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51:19.991" v="142" actId="207"/>
        <pc:sldMkLst>
          <pc:docMk/>
          <pc:sldMk cId="921970639" sldId="2147481788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51:19.991" v="142" actId="207"/>
          <ac:graphicFrameMkLst>
            <pc:docMk/>
            <pc:sldMk cId="921970639" sldId="2147481788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2775106084" sldId="2147481796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2775106084" sldId="214748179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7:41.396" v="78" actId="207"/>
        <pc:sldMkLst>
          <pc:docMk/>
          <pc:sldMk cId="360237742" sldId="2147481816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7:41.396" v="78" actId="207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51:07.740" v="139" actId="207"/>
        <pc:sldMkLst>
          <pc:docMk/>
          <pc:sldMk cId="317861486" sldId="2147481830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51:07.740" v="139" actId="207"/>
          <ac:graphicFrameMkLst>
            <pc:docMk/>
            <pc:sldMk cId="317861486" sldId="214748183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8:21.459" v="91" actId="207"/>
        <pc:sldMkLst>
          <pc:docMk/>
          <pc:sldMk cId="2808239855" sldId="2147481841"/>
        </pc:sldMkLst>
        <pc:spChg chg="mod">
          <ac:chgData name="정재호(JAEHO JUNG)[jaehojung]/책임/제조DX.제조DX솔루션.롤맵기술팀" userId="29b24f60-0f7d-44b1-87d1-3e99704a1396" providerId="ADAL" clId="{61F428E4-DCD1-43B7-9473-EEBA9EF6AC4B}" dt="2025-10-19T00:48:21.459" v="91" actId="207"/>
          <ac:spMkLst>
            <pc:docMk/>
            <pc:sldMk cId="2808239855" sldId="2147481841"/>
            <ac:spMk id="21" creationId="{4C3181BD-8769-4C0D-8973-C9F2BE0DC598}"/>
          </ac:spMkLst>
        </pc:spChg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2808239855" sldId="2147481841"/>
            <ac:graphicFrameMk id="13" creationId="{F757E1E4-6685-4945-A4F6-DAED56351FB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8:39.350" v="96" actId="207"/>
        <pc:sldMkLst>
          <pc:docMk/>
          <pc:sldMk cId="3485727604" sldId="2147481872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8:39.350" v="96" actId="207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7:38.036" v="77" actId="207"/>
        <pc:sldMkLst>
          <pc:docMk/>
          <pc:sldMk cId="1726257096" sldId="2147481882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7:38.036" v="77" actId="20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3560242218" sldId="2147481893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3560242218" sldId="2147481893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9:28.568" v="106" actId="207"/>
        <pc:sldMkLst>
          <pc:docMk/>
          <pc:sldMk cId="2847513058" sldId="2147481898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9:28.568" v="106" actId="207"/>
          <ac:graphicFrameMkLst>
            <pc:docMk/>
            <pc:sldMk cId="2847513058" sldId="2147481898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9:05.365" v="102" actId="207"/>
        <pc:sldMkLst>
          <pc:docMk/>
          <pc:sldMk cId="4156727770" sldId="2147481900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9:05.365" v="102" actId="207"/>
          <ac:graphicFrameMkLst>
            <pc:docMk/>
            <pc:sldMk cId="4156727770" sldId="2147481900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7:22.864" v="75" actId="207"/>
        <pc:sldMkLst>
          <pc:docMk/>
          <pc:sldMk cId="3355826466" sldId="2147481908"/>
        </pc:sldMkLst>
        <pc:spChg chg="mod">
          <ac:chgData name="정재호(JAEHO JUNG)[jaehojung]/책임/제조DX.제조DX솔루션.롤맵기술팀" userId="29b24f60-0f7d-44b1-87d1-3e99704a1396" providerId="ADAL" clId="{61F428E4-DCD1-43B7-9473-EEBA9EF6AC4B}" dt="2025-10-19T00:47:22.864" v="75" actId="207"/>
          <ac:spMkLst>
            <pc:docMk/>
            <pc:sldMk cId="3355826466" sldId="2147481908"/>
            <ac:spMk id="19" creationId="{5352E5F4-D151-4C3D-9E5F-99A1B7FDF265}"/>
          </ac:spMkLst>
        </pc:spChg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3355826466" sldId="2147481908"/>
            <ac:graphicFrameMk id="22" creationId="{87B4D5F0-BF4D-4C5D-9F6A-CB9792895DFC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4145388933" sldId="2147481913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4145388933" sldId="214748191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760095899" sldId="2147481914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760095899" sldId="214748191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31248691" sldId="2147481916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31248691" sldId="2147481916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1894137771" sldId="2147481918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1894137771" sldId="2147481918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1357868518" sldId="2147481919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1357868518" sldId="2147481919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197830340" sldId="2147481920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197830340" sldId="2147481920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3590236053" sldId="2147481921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3590236053" sldId="214748192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1825793658" sldId="2147481922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1825793658" sldId="2147481922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22T07:30:47.004" v="496" actId="20577"/>
        <pc:sldMkLst>
          <pc:docMk/>
          <pc:sldMk cId="170204060" sldId="2147481923"/>
        </pc:sldMkLst>
        <pc:spChg chg="mod">
          <ac:chgData name="정재호(JAEHO JUNG)[jaehojung]/책임/제조DX.제조DX솔루션.롤맵기술팀" userId="29b24f60-0f7d-44b1-87d1-3e99704a1396" providerId="ADAL" clId="{61F428E4-DCD1-43B7-9473-EEBA9EF6AC4B}" dt="2025-10-22T07:30:47.004" v="496" actId="20577"/>
          <ac:spMkLst>
            <pc:docMk/>
            <pc:sldMk cId="170204060" sldId="2147481923"/>
            <ac:spMk id="18" creationId="{72943F47-EAEA-4391-A2BC-C7C33A8E8CFD}"/>
          </ac:spMkLst>
        </pc:spChg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22T07:30:13.879" v="488" actId="207"/>
          <ac:graphicFrameMkLst>
            <pc:docMk/>
            <pc:sldMk cId="170204060" sldId="214748192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1214419362" sldId="2147481924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1214419362" sldId="214748192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662252130" sldId="2147481925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662252130" sldId="2147481925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2994820085" sldId="2147481926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2994820085" sldId="2147481926"/>
            <ac:graphicFrameMk id="11" creationId="{C66F9B45-D343-4DF8-ABA9-D48571FAC96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3301325517" sldId="2147481928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3301325517" sldId="2147481928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2750834388" sldId="2147481930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2750834388" sldId="2147481930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8:07.724" v="86" actId="207"/>
        <pc:sldMkLst>
          <pc:docMk/>
          <pc:sldMk cId="1439661179" sldId="2147481935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8:07.724" v="86" actId="207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2827412370" sldId="2147481939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2827412370" sldId="2147481939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6:10.474" v="53" actId="207"/>
        <pc:sldMkLst>
          <pc:docMk/>
          <pc:sldMk cId="3218446010" sldId="2147481940"/>
        </pc:sldMkLst>
        <pc:graphicFrameChg chg="modGraphic">
          <ac:chgData name="정재호(JAEHO JUNG)[jaehojung]/책임/제조DX.제조DX솔루션.롤맵기술팀" userId="29b24f60-0f7d-44b1-87d1-3e99704a1396" providerId="ADAL" clId="{61F428E4-DCD1-43B7-9473-EEBA9EF6AC4B}" dt="2025-10-19T00:46:10.474" v="53" actId="207"/>
          <ac:graphicFrameMkLst>
            <pc:docMk/>
            <pc:sldMk cId="3218446010" sldId="2147481940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8:02.677" v="84" actId="207"/>
        <pc:sldMkLst>
          <pc:docMk/>
          <pc:sldMk cId="1007887036" sldId="2147481943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8:02.677" v="84" actId="207"/>
          <ac:graphicFrameMkLst>
            <pc:docMk/>
            <pc:sldMk cId="1007887036" sldId="2147481943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8:57.209" v="100" actId="207"/>
        <pc:sldMkLst>
          <pc:docMk/>
          <pc:sldMk cId="2559780372" sldId="2147481944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8:57.209" v="100" actId="207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52:16.246" v="164" actId="207"/>
        <pc:sldMkLst>
          <pc:docMk/>
          <pc:sldMk cId="3942421698" sldId="2147481945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52:16.246" v="164" actId="207"/>
          <ac:graphicFrameMkLst>
            <pc:docMk/>
            <pc:sldMk cId="3942421698" sldId="2147481945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51:36.586" v="152" actId="207"/>
        <pc:sldMkLst>
          <pc:docMk/>
          <pc:sldMk cId="1625678813" sldId="2147481949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51:36.586" v="152" actId="207"/>
          <ac:graphicFrameMkLst>
            <pc:docMk/>
            <pc:sldMk cId="1625678813" sldId="214748194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231687253" sldId="2147481951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231687253" sldId="214748195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50:24.397" v="126" actId="207"/>
        <pc:sldMkLst>
          <pc:docMk/>
          <pc:sldMk cId="2230191528" sldId="2147481954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50:24.397" v="126" actId="207"/>
          <ac:graphicFrameMkLst>
            <pc:docMk/>
            <pc:sldMk cId="2230191528" sldId="214748195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50:26.801" v="127" actId="207"/>
        <pc:sldMkLst>
          <pc:docMk/>
          <pc:sldMk cId="4208823273" sldId="2147481955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50:26.801" v="127" actId="207"/>
          <ac:graphicFrameMkLst>
            <pc:docMk/>
            <pc:sldMk cId="4208823273" sldId="2147481955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50:32.631" v="130" actId="207"/>
        <pc:sldMkLst>
          <pc:docMk/>
          <pc:sldMk cId="1325916645" sldId="2147481957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50:32.631" v="130" actId="207"/>
          <ac:graphicFrameMkLst>
            <pc:docMk/>
            <pc:sldMk cId="1325916645" sldId="2147481957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50:51.006" v="134" actId="207"/>
        <pc:sldMkLst>
          <pc:docMk/>
          <pc:sldMk cId="216908218" sldId="2147481958"/>
        </pc:sldMkLst>
        <pc:spChg chg="mod">
          <ac:chgData name="정재호(JAEHO JUNG)[jaehojung]/책임/제조DX.제조DX솔루션.롤맵기술팀" userId="29b24f60-0f7d-44b1-87d1-3e99704a1396" providerId="ADAL" clId="{61F428E4-DCD1-43B7-9473-EEBA9EF6AC4B}" dt="2025-10-19T00:50:51.006" v="134" actId="207"/>
          <ac:spMkLst>
            <pc:docMk/>
            <pc:sldMk cId="216908218" sldId="2147481958"/>
            <ac:spMk id="2" creationId="{376BA916-49E5-40A6-9C7E-CB42729034AC}"/>
          </ac:spMkLst>
        </pc:spChg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50:40.350" v="133" actId="20577"/>
          <ac:graphicFrameMkLst>
            <pc:docMk/>
            <pc:sldMk cId="216908218" sldId="2147481958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309422038" sldId="2147481959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309422038" sldId="2147481959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3979644057" sldId="2147481961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3979644057" sldId="2147481961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3019991654" sldId="2147481963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3019991654" sldId="214748196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50:57.569" v="136" actId="207"/>
        <pc:sldMkLst>
          <pc:docMk/>
          <pc:sldMk cId="1836933339" sldId="2147481967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50:57.569" v="136" actId="207"/>
          <ac:graphicFrameMkLst>
            <pc:docMk/>
            <pc:sldMk cId="1836933339" sldId="2147481967"/>
            <ac:graphicFrameMk id="2" creationId="{7AEF2CFF-477B-47DA-8339-6D17E423C98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120050373" sldId="2147481971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120050373" sldId="214748197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2437512027" sldId="2147481974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2437512027" sldId="2147481974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3944531596" sldId="2147481982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3944531596" sldId="2147481982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2039431435" sldId="2147481998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2039431435" sldId="2147481998"/>
            <ac:graphicFrameMk id="19" creationId="{6372799A-6D2F-CAB9-A28D-9AE207E27A5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1581856275" sldId="2147482000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1581856275" sldId="2147482000"/>
            <ac:graphicFrameMk id="19" creationId="{4485889C-7C23-1E44-3F44-63DAC7688EA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52:30.513" v="168" actId="207"/>
        <pc:sldMkLst>
          <pc:docMk/>
          <pc:sldMk cId="918579543" sldId="2147482001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52:30.513" v="168" actId="207"/>
          <ac:graphicFrameMkLst>
            <pc:docMk/>
            <pc:sldMk cId="918579543" sldId="2147482001"/>
            <ac:graphicFrameMk id="19" creationId="{74A97E53-4B3E-7B1D-6455-30F66AF12773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52:41.623" v="174" actId="207"/>
        <pc:sldMkLst>
          <pc:docMk/>
          <pc:sldMk cId="312166392" sldId="2147482002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52:41.623" v="174" actId="207"/>
          <ac:graphicFrameMkLst>
            <pc:docMk/>
            <pc:sldMk cId="312166392" sldId="2147482002"/>
            <ac:graphicFrameMk id="19" creationId="{54728183-150A-36AF-E666-2145F7FF281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523953427" sldId="2147482003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523953427" sldId="2147482003"/>
            <ac:graphicFrameMk id="19" creationId="{19848739-F2DD-2D37-126B-F820F44BF33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51:13.947" v="140" actId="207"/>
        <pc:sldMkLst>
          <pc:docMk/>
          <pc:sldMk cId="3544279689" sldId="2147482010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51:13.947" v="140" actId="207"/>
          <ac:graphicFrameMkLst>
            <pc:docMk/>
            <pc:sldMk cId="3544279689" sldId="214748201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50:53.584" v="135" actId="207"/>
        <pc:sldMkLst>
          <pc:docMk/>
          <pc:sldMk cId="2187038781" sldId="2147482019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50:53.584" v="135" actId="207"/>
          <ac:graphicFrameMkLst>
            <pc:docMk/>
            <pc:sldMk cId="2187038781" sldId="214748201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1840780179" sldId="2147482020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1840780179" sldId="2147482020"/>
            <ac:graphicFrameMk id="23" creationId="{5C18F150-F800-4366-B81F-1DDA815C713E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3413456565" sldId="2147482030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3413456565" sldId="2147482030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9:22.365" v="104" actId="207"/>
        <pc:sldMkLst>
          <pc:docMk/>
          <pc:sldMk cId="863012316" sldId="2147482046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9:22.365" v="104" actId="207"/>
          <ac:graphicFrameMkLst>
            <pc:docMk/>
            <pc:sldMk cId="863012316" sldId="2147482046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9:52.009" v="115" actId="207"/>
        <pc:sldMkLst>
          <pc:docMk/>
          <pc:sldMk cId="3422623579" sldId="2147482052"/>
        </pc:sldMkLst>
        <pc:spChg chg="mod">
          <ac:chgData name="정재호(JAEHO JUNG)[jaehojung]/책임/제조DX.제조DX솔루션.롤맵기술팀" userId="29b24f60-0f7d-44b1-87d1-3e99704a1396" providerId="ADAL" clId="{61F428E4-DCD1-43B7-9473-EEBA9EF6AC4B}" dt="2025-10-19T00:49:52.009" v="115" actId="207"/>
          <ac:spMkLst>
            <pc:docMk/>
            <pc:sldMk cId="3422623579" sldId="2147482052"/>
            <ac:spMk id="5" creationId="{6BC9B294-291A-D23F-C381-45EA6FDC28AB}"/>
          </ac:spMkLst>
        </pc:sp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52:13.511" v="163" actId="207"/>
        <pc:sldMkLst>
          <pc:docMk/>
          <pc:sldMk cId="2384569951" sldId="2147482053"/>
        </pc:sldMkLst>
        <pc:graphicFrameChg chg="modGraphic">
          <ac:chgData name="정재호(JAEHO JUNG)[jaehojung]/책임/제조DX.제조DX솔루션.롤맵기술팀" userId="29b24f60-0f7d-44b1-87d1-3e99704a1396" providerId="ADAL" clId="{61F428E4-DCD1-43B7-9473-EEBA9EF6AC4B}" dt="2025-10-19T00:52:13.511" v="163" actId="207"/>
          <ac:graphicFrameMkLst>
            <pc:docMk/>
            <pc:sldMk cId="2384569951" sldId="214748205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9:59.162" v="118" actId="207"/>
        <pc:sldMkLst>
          <pc:docMk/>
          <pc:sldMk cId="3572448725" sldId="2147482058"/>
        </pc:sldMkLst>
        <pc:spChg chg="mod">
          <ac:chgData name="정재호(JAEHO JUNG)[jaehojung]/책임/제조DX.제조DX솔루션.롤맵기술팀" userId="29b24f60-0f7d-44b1-87d1-3e99704a1396" providerId="ADAL" clId="{61F428E4-DCD1-43B7-9473-EEBA9EF6AC4B}" dt="2025-10-19T00:49:59.162" v="118" actId="207"/>
          <ac:spMkLst>
            <pc:docMk/>
            <pc:sldMk cId="3572448725" sldId="2147482058"/>
            <ac:spMk id="20" creationId="{BB178E88-B809-4A0C-AEDB-08EDDEFC3101}"/>
          </ac:spMkLst>
        </pc:sp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2781412765" sldId="2147482059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2781412765" sldId="2147482059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51:39.254" v="153" actId="207"/>
        <pc:sldMkLst>
          <pc:docMk/>
          <pc:sldMk cId="122266075" sldId="2147482060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51:39.254" v="153" actId="207"/>
          <ac:graphicFrameMkLst>
            <pc:docMk/>
            <pc:sldMk cId="122266075" sldId="214748206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1403505765" sldId="2147482062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1403505765" sldId="2147482062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3206166957" sldId="2147482063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3206166957" sldId="214748206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525295630" sldId="2147482064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525295630" sldId="214748206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51:45.852" v="155" actId="207"/>
        <pc:sldMkLst>
          <pc:docMk/>
          <pc:sldMk cId="710661984" sldId="2147482065"/>
        </pc:sldMkLst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2510186531" sldId="2147482066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2510186531" sldId="214748206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906537507" sldId="2147482067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906537507" sldId="2147482067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3052076470" sldId="2147482071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3052076470" sldId="2147482071"/>
            <ac:graphicFrameMk id="11" creationId="{C66F9B45-D343-4DF8-ABA9-D48571FAC96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50:35.116" v="131" actId="207"/>
        <pc:sldMkLst>
          <pc:docMk/>
          <pc:sldMk cId="2065805413" sldId="2147482074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50:35.116" v="131" actId="207"/>
          <ac:graphicFrameMkLst>
            <pc:docMk/>
            <pc:sldMk cId="2065805413" sldId="214748207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3379836515" sldId="2147482076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3379836515" sldId="214748207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681262127" sldId="2147482091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681262127" sldId="214748209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7.114" v="46" actId="207"/>
        <pc:sldMkLst>
          <pc:docMk/>
          <pc:sldMk cId="645500483" sldId="2147482092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5:57.114" v="46" actId="207"/>
          <ac:graphicFrameMkLst>
            <pc:docMk/>
            <pc:sldMk cId="645500483" sldId="2147482092"/>
            <ac:graphicFrameMk id="2" creationId="{AA655E7B-33D1-41F9-B470-4F20832661EB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1623035640" sldId="2147482093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1623035640" sldId="2147482093"/>
            <ac:graphicFrameMk id="3" creationId="{688BD945-555D-E069-F619-02973A6A481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6:07.752" v="52" actId="207"/>
        <pc:sldMkLst>
          <pc:docMk/>
          <pc:sldMk cId="1480914234" sldId="2147482094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6:07.752" v="52" actId="207"/>
          <ac:graphicFrameMkLst>
            <pc:docMk/>
            <pc:sldMk cId="1480914234" sldId="2147482094"/>
            <ac:graphicFrameMk id="2" creationId="{BF944F8E-1F62-4F7E-B1C6-632F29AA10B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2069960929" sldId="2147482097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2069960929" sldId="2147482097"/>
            <ac:graphicFrameMk id="2" creationId="{534EE123-7406-4F16-AB1D-7380FC4446F3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1159326832" sldId="2147482102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1159326832" sldId="2147482102"/>
            <ac:graphicFrameMk id="3" creationId="{FD6B18E8-DEC2-01A8-175D-70F1A4B3682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4004658893" sldId="2147482110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4004658893" sldId="214748211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1578263784" sldId="2147482114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1578263784" sldId="214748211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50:14.396" v="123" actId="207"/>
        <pc:sldMkLst>
          <pc:docMk/>
          <pc:sldMk cId="1843005666" sldId="2147482119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50:14.396" v="123" actId="207"/>
          <ac:graphicFrameMkLst>
            <pc:docMk/>
            <pc:sldMk cId="1843005666" sldId="214748211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50:09.734" v="122" actId="207"/>
        <pc:sldMkLst>
          <pc:docMk/>
          <pc:sldMk cId="1631578392" sldId="2147482120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50:09.734" v="122" actId="207"/>
          <ac:graphicFrameMkLst>
            <pc:docMk/>
            <pc:sldMk cId="1631578392" sldId="214748212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3164116880" sldId="2147482121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3164116880" sldId="214748212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199823846" sldId="2147482123"/>
        </pc:sldMkLst>
        <pc:graphicFrameChg chg="mod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199823846" sldId="214748212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51:05.428" v="138" actId="207"/>
        <pc:sldMkLst>
          <pc:docMk/>
          <pc:sldMk cId="1017769001" sldId="2147482124"/>
        </pc:sldMkLst>
        <pc:spChg chg="mod">
          <ac:chgData name="정재호(JAEHO JUNG)[jaehojung]/책임/제조DX.제조DX솔루션.롤맵기술팀" userId="29b24f60-0f7d-44b1-87d1-3e99704a1396" providerId="ADAL" clId="{61F428E4-DCD1-43B7-9473-EEBA9EF6AC4B}" dt="2025-10-19T00:51:05.428" v="138" actId="207"/>
          <ac:spMkLst>
            <pc:docMk/>
            <pc:sldMk cId="1017769001" sldId="2147482124"/>
            <ac:spMk id="42" creationId="{2ACC804B-9A0D-4C6F-97B0-9729B810DEC5}"/>
          </ac:spMkLst>
        </pc:spChg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51:01.272" v="137" actId="207"/>
          <ac:graphicFrameMkLst>
            <pc:docMk/>
            <pc:sldMk cId="1017769001" sldId="214748212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52:00.854" v="160" actId="207"/>
        <pc:sldMkLst>
          <pc:docMk/>
          <pc:sldMk cId="2878646389" sldId="2147482127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52:00.854" v="160" actId="207"/>
          <ac:graphicFrameMkLst>
            <pc:docMk/>
            <pc:sldMk cId="2878646389" sldId="2147482127"/>
            <ac:graphicFrameMk id="24" creationId="{CB1E1DE9-356B-4185-A911-636EBB59988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52:05.776" v="161" actId="207"/>
        <pc:sldMkLst>
          <pc:docMk/>
          <pc:sldMk cId="3645708370" sldId="2147482131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52:05.776" v="161" actId="207"/>
          <ac:graphicFrameMkLst>
            <pc:docMk/>
            <pc:sldMk cId="3645708370" sldId="214748213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51:53.963" v="159" actId="207"/>
        <pc:sldMkLst>
          <pc:docMk/>
          <pc:sldMk cId="2637692209" sldId="2147482139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51:53.963" v="159" actId="207"/>
          <ac:graphicFrameMkLst>
            <pc:docMk/>
            <pc:sldMk cId="2637692209" sldId="214748213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61F428E4-DCD1-43B7-9473-EEBA9EF6AC4B}" dt="2025-10-19T00:45:50.776" v="45"/>
        <pc:sldMkLst>
          <pc:docMk/>
          <pc:sldMk cId="24529797" sldId="2147482142"/>
        </pc:sldMkLst>
        <pc:graphicFrameChg chg="mod modGraphic">
          <ac:chgData name="정재호(JAEHO JUNG)[jaehojung]/책임/제조DX.제조DX솔루션.롤맵기술팀" userId="29b24f60-0f7d-44b1-87d1-3e99704a1396" providerId="ADAL" clId="{61F428E4-DCD1-43B7-9473-EEBA9EF6AC4B}" dt="2025-10-19T00:45:50.776" v="45"/>
          <ac:graphicFrameMkLst>
            <pc:docMk/>
            <pc:sldMk cId="24529797" sldId="2147482142"/>
            <ac:graphicFrameMk id="3" creationId="{688BD945-555D-E069-F619-02973A6A481F}"/>
          </ac:graphicFrameMkLst>
        </pc:graphicFrameChg>
      </pc:sldChg>
    </pc:docChg>
  </pc:docChgLst>
  <pc:docChgLst>
    <pc:chgData name="박형식(HYEONG SIK PARK)[hyspark]/사원/제조DX.제조DX솔루션.데이터통합분석팀" userId="0cd7f50e-5bcd-4bfb-9828-a186843fb8c8" providerId="ADAL" clId="{EEEA7FD3-1236-4E34-9D17-0B13D5487C15}"/>
    <pc:docChg chg="custSel modSld">
      <pc:chgData name="박형식(HYEONG SIK PARK)[hyspark]/사원/제조DX.제조DX솔루션.데이터통합분석팀" userId="0cd7f50e-5bcd-4bfb-9828-a186843fb8c8" providerId="ADAL" clId="{EEEA7FD3-1236-4E34-9D17-0B13D5487C15}" dt="2025-12-16T09:31:09.042" v="6" actId="20577"/>
      <pc:docMkLst>
        <pc:docMk/>
      </pc:docMkLst>
      <pc:sldChg chg="modSp mod">
        <pc:chgData name="박형식(HYEONG SIK PARK)[hyspark]/사원/제조DX.제조DX솔루션.데이터통합분석팀" userId="0cd7f50e-5bcd-4bfb-9828-a186843fb8c8" providerId="ADAL" clId="{EEEA7FD3-1236-4E34-9D17-0B13D5487C15}" dt="2025-12-16T09:31:09.042" v="6" actId="20577"/>
        <pc:sldMkLst>
          <pc:docMk/>
          <pc:sldMk cId="710661984" sldId="2147482065"/>
        </pc:sldMkLst>
        <pc:spChg chg="mod">
          <ac:chgData name="박형식(HYEONG SIK PARK)[hyspark]/사원/제조DX.제조DX솔루션.데이터통합분석팀" userId="0cd7f50e-5bcd-4bfb-9828-a186843fb8c8" providerId="ADAL" clId="{EEEA7FD3-1236-4E34-9D17-0B13D5487C15}" dt="2025-12-16T09:31:09.042" v="6" actId="20577"/>
          <ac:spMkLst>
            <pc:docMk/>
            <pc:sldMk cId="710661984" sldId="2147482065"/>
            <ac:spMk id="28" creationId="{1397614B-B268-4B17-A9FC-A5A1F2BAC63A}"/>
          </ac:spMkLst>
        </pc:spChg>
        <pc:spChg chg="mod">
          <ac:chgData name="박형식(HYEONG SIK PARK)[hyspark]/사원/제조DX.제조DX솔루션.데이터통합분석팀" userId="0cd7f50e-5bcd-4bfb-9828-a186843fb8c8" providerId="ADAL" clId="{EEEA7FD3-1236-4E34-9D17-0B13D5487C15}" dt="2025-12-16T09:31:05.750" v="3" actId="20577"/>
          <ac:spMkLst>
            <pc:docMk/>
            <pc:sldMk cId="710661984" sldId="2147482065"/>
            <ac:spMk id="40" creationId="{874AA230-4BEB-4ECB-B45C-5FDEB60FB5EC}"/>
          </ac:spMkLst>
        </pc:spChg>
        <pc:graphicFrameChg chg="modGraphic">
          <ac:chgData name="박형식(HYEONG SIK PARK)[hyspark]/사원/제조DX.제조DX솔루션.데이터통합분석팀" userId="0cd7f50e-5bcd-4bfb-9828-a186843fb8c8" providerId="ADAL" clId="{EEEA7FD3-1236-4E34-9D17-0B13D5487C15}" dt="2025-12-16T09:28:02.823" v="0" actId="207"/>
          <ac:graphicFrameMkLst>
            <pc:docMk/>
            <pc:sldMk cId="710661984" sldId="2147482065"/>
            <ac:graphicFrameMk id="27" creationId="{C0FBC9B7-527F-49F4-9D3C-676F45B49387}"/>
          </ac:graphicFrameMkLst>
        </pc:graphicFrameChg>
      </pc:sldChg>
    </pc:docChg>
  </pc:docChgLst>
  <pc:docChgLst>
    <pc:chgData name="임성묵(SUNGMOOK LIM)[muksung0084]/선임/제조DX.제조DX솔루션.데이터통합분석팀" userId="caabadf1-d768-4a71-b809-79647c0ca9fa" providerId="ADAL" clId="{23AC914E-0592-4381-AA97-0C739073A4B3}"/>
    <pc:docChg chg="undo custSel modSld">
      <pc:chgData name="임성묵(SUNGMOOK LIM)[muksung0084]/선임/제조DX.제조DX솔루션.데이터통합분석팀" userId="caabadf1-d768-4a71-b809-79647c0ca9fa" providerId="ADAL" clId="{23AC914E-0592-4381-AA97-0C739073A4B3}" dt="2025-12-10T05:16:15.751" v="5673" actId="20577"/>
      <pc:docMkLst>
        <pc:docMk/>
      </pc:docMkLst>
      <pc:sldChg chg="addSp modSp mod">
        <pc:chgData name="임성묵(SUNGMOOK LIM)[muksung0084]/선임/제조DX.제조DX솔루션.데이터통합분석팀" userId="caabadf1-d768-4a71-b809-79647c0ca9fa" providerId="ADAL" clId="{23AC914E-0592-4381-AA97-0C739073A4B3}" dt="2025-12-10T05:12:16.619" v="5543" actId="20577"/>
        <pc:sldMkLst>
          <pc:docMk/>
          <pc:sldMk cId="4208823273" sldId="2147481955"/>
        </pc:sldMkLst>
        <pc:spChg chg="add">
          <ac:chgData name="임성묵(SUNGMOOK LIM)[muksung0084]/선임/제조DX.제조DX솔루션.데이터통합분석팀" userId="caabadf1-d768-4a71-b809-79647c0ca9fa" providerId="ADAL" clId="{23AC914E-0592-4381-AA97-0C739073A4B3}" dt="2025-12-10T04:31:54.015" v="1104"/>
          <ac:spMkLst>
            <pc:docMk/>
            <pc:sldMk cId="4208823273" sldId="2147481955"/>
            <ac:spMk id="2" creationId="{04EC0EB8-CBA0-A51C-582E-421E3BE3FE32}"/>
          </ac:spMkLst>
        </pc:spChg>
        <pc:spChg chg="mod">
          <ac:chgData name="임성묵(SUNGMOOK LIM)[muksung0084]/선임/제조DX.제조DX솔루션.데이터통합분석팀" userId="caabadf1-d768-4a71-b809-79647c0ca9fa" providerId="ADAL" clId="{23AC914E-0592-4381-AA97-0C739073A4B3}" dt="2025-12-10T05:12:16.619" v="5543" actId="20577"/>
          <ac:spMkLst>
            <pc:docMk/>
            <pc:sldMk cId="4208823273" sldId="2147481955"/>
            <ac:spMk id="9" creationId="{00000000-0000-0000-0000-000000000000}"/>
          </ac:spMkLst>
        </pc:spChg>
        <pc:spChg chg="mod">
          <ac:chgData name="임성묵(SUNGMOOK LIM)[muksung0084]/선임/제조DX.제조DX솔루션.데이터통합분석팀" userId="caabadf1-d768-4a71-b809-79647c0ca9fa" providerId="ADAL" clId="{23AC914E-0592-4381-AA97-0C739073A4B3}" dt="2025-12-10T05:10:17.543" v="5528" actId="20577"/>
          <ac:spMkLst>
            <pc:docMk/>
            <pc:sldMk cId="4208823273" sldId="2147481955"/>
            <ac:spMk id="46" creationId="{FC3B12BE-4589-4397-8B71-019FF34AA35E}"/>
          </ac:spMkLst>
        </pc:spChg>
        <pc:graphicFrameChg chg="mod modGraphic">
          <ac:chgData name="임성묵(SUNGMOOK LIM)[muksung0084]/선임/제조DX.제조DX솔루션.데이터통합분석팀" userId="caabadf1-d768-4a71-b809-79647c0ca9fa" providerId="ADAL" clId="{23AC914E-0592-4381-AA97-0C739073A4B3}" dt="2025-12-10T05:09:01.148" v="5468" actId="20577"/>
          <ac:graphicFrameMkLst>
            <pc:docMk/>
            <pc:sldMk cId="4208823273" sldId="2147481955"/>
            <ac:graphicFrameMk id="19" creationId="{3E86696F-E35A-4B06-9B46-63A4A6A986C1}"/>
          </ac:graphicFrameMkLst>
        </pc:graphicFrameChg>
        <pc:picChg chg="add mod">
          <ac:chgData name="임성묵(SUNGMOOK LIM)[muksung0084]/선임/제조DX.제조DX솔루션.데이터통합분석팀" userId="caabadf1-d768-4a71-b809-79647c0ca9fa" providerId="ADAL" clId="{23AC914E-0592-4381-AA97-0C739073A4B3}" dt="2025-12-10T05:12:07.819" v="5531" actId="1076"/>
          <ac:picMkLst>
            <pc:docMk/>
            <pc:sldMk cId="4208823273" sldId="2147481955"/>
            <ac:picMk id="4" creationId="{29D74258-21C4-8181-8BCB-94DBD716B58F}"/>
          </ac:picMkLst>
        </pc:picChg>
      </pc:sldChg>
      <pc:sldChg chg="modSp mod">
        <pc:chgData name="임성묵(SUNGMOOK LIM)[muksung0084]/선임/제조DX.제조DX솔루션.데이터통합분석팀" userId="caabadf1-d768-4a71-b809-79647c0ca9fa" providerId="ADAL" clId="{23AC914E-0592-4381-AA97-0C739073A4B3}" dt="2025-12-10T05:12:34.563" v="5550" actId="207"/>
        <pc:sldMkLst>
          <pc:docMk/>
          <pc:sldMk cId="216908218" sldId="2147481958"/>
        </pc:sldMkLst>
        <pc:spChg chg="mod">
          <ac:chgData name="임성묵(SUNGMOOK LIM)[muksung0084]/선임/제조DX.제조DX솔루션.데이터통합분석팀" userId="caabadf1-d768-4a71-b809-79647c0ca9fa" providerId="ADAL" clId="{23AC914E-0592-4381-AA97-0C739073A4B3}" dt="2025-12-10T05:12:31.295" v="5549" actId="20577"/>
          <ac:spMkLst>
            <pc:docMk/>
            <pc:sldMk cId="216908218" sldId="2147481958"/>
            <ac:spMk id="9" creationId="{00000000-0000-0000-0000-000000000000}"/>
          </ac:spMkLst>
        </pc:spChg>
        <pc:graphicFrameChg chg="modGraphic">
          <ac:chgData name="임성묵(SUNGMOOK LIM)[muksung0084]/선임/제조DX.제조DX솔루션.데이터통합분석팀" userId="caabadf1-d768-4a71-b809-79647c0ca9fa" providerId="ADAL" clId="{23AC914E-0592-4381-AA97-0C739073A4B3}" dt="2025-12-10T05:12:34.563" v="5550" actId="207"/>
          <ac:graphicFrameMkLst>
            <pc:docMk/>
            <pc:sldMk cId="216908218" sldId="2147481958"/>
            <ac:graphicFrameMk id="19" creationId="{3E86696F-E35A-4B06-9B46-63A4A6A986C1}"/>
          </ac:graphicFrameMkLst>
        </pc:graphicFrameChg>
      </pc:sldChg>
      <pc:sldChg chg="modSp mod">
        <pc:chgData name="임성묵(SUNGMOOK LIM)[muksung0084]/선임/제조DX.제조DX솔루션.데이터통합분석팀" userId="caabadf1-d768-4a71-b809-79647c0ca9fa" providerId="ADAL" clId="{23AC914E-0592-4381-AA97-0C739073A4B3}" dt="2025-12-10T05:13:04.957" v="5559" actId="207"/>
        <pc:sldMkLst>
          <pc:docMk/>
          <pc:sldMk cId="1836933339" sldId="2147481967"/>
        </pc:sldMkLst>
        <pc:spChg chg="mod">
          <ac:chgData name="임성묵(SUNGMOOK LIM)[muksung0084]/선임/제조DX.제조DX솔루션.데이터통합분석팀" userId="caabadf1-d768-4a71-b809-79647c0ca9fa" providerId="ADAL" clId="{23AC914E-0592-4381-AA97-0C739073A4B3}" dt="2025-12-10T05:12:48.115" v="5558" actId="20577"/>
          <ac:spMkLst>
            <pc:docMk/>
            <pc:sldMk cId="1836933339" sldId="2147481967"/>
            <ac:spMk id="3" creationId="{8F2E0B2C-C282-4F8C-9665-16016B36AE34}"/>
          </ac:spMkLst>
        </pc:spChg>
        <pc:graphicFrameChg chg="modGraphic">
          <ac:chgData name="임성묵(SUNGMOOK LIM)[muksung0084]/선임/제조DX.제조DX솔루션.데이터통합분석팀" userId="caabadf1-d768-4a71-b809-79647c0ca9fa" providerId="ADAL" clId="{23AC914E-0592-4381-AA97-0C739073A4B3}" dt="2025-12-10T05:13:04.957" v="5559" actId="207"/>
          <ac:graphicFrameMkLst>
            <pc:docMk/>
            <pc:sldMk cId="1836933339" sldId="2147481967"/>
            <ac:graphicFrameMk id="2" creationId="{7AEF2CFF-477B-47DA-8339-6D17E423C984}"/>
          </ac:graphicFrameMkLst>
        </pc:graphicFrameChg>
      </pc:sldChg>
      <pc:sldChg chg="addSp delSp modSp mod">
        <pc:chgData name="임성묵(SUNGMOOK LIM)[muksung0084]/선임/제조DX.제조DX솔루션.데이터통합분석팀" userId="caabadf1-d768-4a71-b809-79647c0ca9fa" providerId="ADAL" clId="{23AC914E-0592-4381-AA97-0C739073A4B3}" dt="2025-12-10T05:15:26.272" v="5614" actId="20577"/>
        <pc:sldMkLst>
          <pc:docMk/>
          <pc:sldMk cId="3572448725" sldId="2147482058"/>
        </pc:sldMkLst>
        <pc:spChg chg="add mod">
          <ac:chgData name="임성묵(SUNGMOOK LIM)[muksung0084]/선임/제조DX.제조DX솔루션.데이터통합분석팀" userId="caabadf1-d768-4a71-b809-79647c0ca9fa" providerId="ADAL" clId="{23AC914E-0592-4381-AA97-0C739073A4B3}" dt="2025-12-10T04:35:20.774" v="1452" actId="1035"/>
          <ac:spMkLst>
            <pc:docMk/>
            <pc:sldMk cId="3572448725" sldId="2147482058"/>
            <ac:spMk id="5" creationId="{BE2EBE7D-DDC3-97AF-1560-59ACDD24D5D3}"/>
          </ac:spMkLst>
        </pc:spChg>
        <pc:spChg chg="add del">
          <ac:chgData name="임성묵(SUNGMOOK LIM)[muksung0084]/선임/제조DX.제조DX솔루션.데이터통합분석팀" userId="caabadf1-d768-4a71-b809-79647c0ca9fa" providerId="ADAL" clId="{23AC914E-0592-4381-AA97-0C739073A4B3}" dt="2025-12-10T04:59:27.269" v="4846" actId="22"/>
          <ac:spMkLst>
            <pc:docMk/>
            <pc:sldMk cId="3572448725" sldId="2147482058"/>
            <ac:spMk id="7" creationId="{27E7FF98-24E9-1FA2-18AF-3F12A9302E75}"/>
          </ac:spMkLst>
        </pc:spChg>
        <pc:spChg chg="mod">
          <ac:chgData name="임성묵(SUNGMOOK LIM)[muksung0084]/선임/제조DX.제조DX솔루션.데이터통합분석팀" userId="caabadf1-d768-4a71-b809-79647c0ca9fa" providerId="ADAL" clId="{23AC914E-0592-4381-AA97-0C739073A4B3}" dt="2025-12-10T05:15:13.595" v="5612" actId="20577"/>
          <ac:spMkLst>
            <pc:docMk/>
            <pc:sldMk cId="3572448725" sldId="2147482058"/>
            <ac:spMk id="20" creationId="{BB178E88-B809-4A0C-AEDB-08EDDEFC3101}"/>
          </ac:spMkLst>
        </pc:spChg>
        <pc:graphicFrameChg chg="modGraphic">
          <ac:chgData name="임성묵(SUNGMOOK LIM)[muksung0084]/선임/제조DX.제조DX솔루션.데이터통합분석팀" userId="caabadf1-d768-4a71-b809-79647c0ca9fa" providerId="ADAL" clId="{23AC914E-0592-4381-AA97-0C739073A4B3}" dt="2025-12-10T05:15:26.272" v="5614" actId="20577"/>
          <ac:graphicFrameMkLst>
            <pc:docMk/>
            <pc:sldMk cId="3572448725" sldId="2147482058"/>
            <ac:graphicFrameMk id="4" creationId="{73A3AF91-63B3-634C-B723-8CE6B7EF4CD9}"/>
          </ac:graphicFrameMkLst>
        </pc:graphicFrameChg>
      </pc:sldChg>
      <pc:sldChg chg="modSp mod">
        <pc:chgData name="임성묵(SUNGMOOK LIM)[muksung0084]/선임/제조DX.제조DX솔루션.데이터통합분석팀" userId="caabadf1-d768-4a71-b809-79647c0ca9fa" providerId="ADAL" clId="{23AC914E-0592-4381-AA97-0C739073A4B3}" dt="2025-12-10T05:05:29.874" v="5277" actId="207"/>
        <pc:sldMkLst>
          <pc:docMk/>
          <pc:sldMk cId="1843005666" sldId="2147482119"/>
        </pc:sldMkLst>
        <pc:spChg chg="mod">
          <ac:chgData name="임성묵(SUNGMOOK LIM)[muksung0084]/선임/제조DX.제조DX솔루션.데이터통합분석팀" userId="caabadf1-d768-4a71-b809-79647c0ca9fa" providerId="ADAL" clId="{23AC914E-0592-4381-AA97-0C739073A4B3}" dt="2025-12-10T05:05:24.920" v="5276" actId="20577"/>
          <ac:spMkLst>
            <pc:docMk/>
            <pc:sldMk cId="1843005666" sldId="2147482119"/>
            <ac:spMk id="3" creationId="{0CC39962-AED9-0FD6-7F0C-29A8FBE67A4F}"/>
          </ac:spMkLst>
        </pc:spChg>
        <pc:graphicFrameChg chg="modGraphic">
          <ac:chgData name="임성묵(SUNGMOOK LIM)[muksung0084]/선임/제조DX.제조DX솔루션.데이터통합분석팀" userId="caabadf1-d768-4a71-b809-79647c0ca9fa" providerId="ADAL" clId="{23AC914E-0592-4381-AA97-0C739073A4B3}" dt="2025-12-10T05:05:29.874" v="5277" actId="207"/>
          <ac:graphicFrameMkLst>
            <pc:docMk/>
            <pc:sldMk cId="1843005666" sldId="2147482119"/>
            <ac:graphicFrameMk id="19" creationId="{3E86696F-E35A-4B06-9B46-63A4A6A986C1}"/>
          </ac:graphicFrameMkLst>
        </pc:graphicFrameChg>
      </pc:sldChg>
      <pc:sldChg chg="modSp mod">
        <pc:chgData name="임성묵(SUNGMOOK LIM)[muksung0084]/선임/제조DX.제조DX솔루션.데이터통합분석팀" userId="caabadf1-d768-4a71-b809-79647c0ca9fa" providerId="ADAL" clId="{23AC914E-0592-4381-AA97-0C739073A4B3}" dt="2025-12-10T05:06:41.950" v="5336"/>
        <pc:sldMkLst>
          <pc:docMk/>
          <pc:sldMk cId="1631578392" sldId="2147482120"/>
        </pc:sldMkLst>
        <pc:spChg chg="mod">
          <ac:chgData name="임성묵(SUNGMOOK LIM)[muksung0084]/선임/제조DX.제조DX솔루션.데이터통합분석팀" userId="caabadf1-d768-4a71-b809-79647c0ca9fa" providerId="ADAL" clId="{23AC914E-0592-4381-AA97-0C739073A4B3}" dt="2025-12-10T05:06:41.950" v="5336"/>
          <ac:spMkLst>
            <pc:docMk/>
            <pc:sldMk cId="1631578392" sldId="2147482120"/>
            <ac:spMk id="9" creationId="{00000000-0000-0000-0000-000000000000}"/>
          </ac:spMkLst>
        </pc:spChg>
        <pc:graphicFrameChg chg="modGraphic">
          <ac:chgData name="임성묵(SUNGMOOK LIM)[muksung0084]/선임/제조DX.제조DX솔루션.데이터통합분석팀" userId="caabadf1-d768-4a71-b809-79647c0ca9fa" providerId="ADAL" clId="{23AC914E-0592-4381-AA97-0C739073A4B3}" dt="2025-12-10T01:19:27.669" v="5" actId="207"/>
          <ac:graphicFrameMkLst>
            <pc:docMk/>
            <pc:sldMk cId="1631578392" sldId="2147482120"/>
            <ac:graphicFrameMk id="3" creationId="{24D9821D-E40C-4362-A605-161229E262A8}"/>
          </ac:graphicFrameMkLst>
        </pc:graphicFrameChg>
        <pc:graphicFrameChg chg="modGraphic">
          <ac:chgData name="임성묵(SUNGMOOK LIM)[muksung0084]/선임/제조DX.제조DX솔루션.데이터통합분석팀" userId="caabadf1-d768-4a71-b809-79647c0ca9fa" providerId="ADAL" clId="{23AC914E-0592-4381-AA97-0C739073A4B3}" dt="2025-12-10T05:04:25.564" v="5259" actId="207"/>
          <ac:graphicFrameMkLst>
            <pc:docMk/>
            <pc:sldMk cId="1631578392" sldId="2147482120"/>
            <ac:graphicFrameMk id="19" creationId="{3E86696F-E35A-4B06-9B46-63A4A6A986C1}"/>
          </ac:graphicFrameMkLst>
        </pc:graphicFrameChg>
      </pc:sldChg>
      <pc:sldChg chg="modSp mod">
        <pc:chgData name="임성묵(SUNGMOOK LIM)[muksung0084]/선임/제조DX.제조DX솔루션.데이터통합분석팀" userId="caabadf1-d768-4a71-b809-79647c0ca9fa" providerId="ADAL" clId="{23AC914E-0592-4381-AA97-0C739073A4B3}" dt="2025-12-10T05:05:07.969" v="5268" actId="207"/>
        <pc:sldMkLst>
          <pc:docMk/>
          <pc:sldMk cId="199823846" sldId="2147482123"/>
        </pc:sldMkLst>
        <pc:spChg chg="mod">
          <ac:chgData name="임성묵(SUNGMOOK LIM)[muksung0084]/선임/제조DX.제조DX솔루션.데이터통합분석팀" userId="caabadf1-d768-4a71-b809-79647c0ca9fa" providerId="ADAL" clId="{23AC914E-0592-4381-AA97-0C739073A4B3}" dt="2025-12-10T05:04:57.670" v="5265" actId="20577"/>
          <ac:spMkLst>
            <pc:docMk/>
            <pc:sldMk cId="199823846" sldId="2147482123"/>
            <ac:spMk id="14" creationId="{C637FE6F-3FE5-4466-894B-728BEC961433}"/>
          </ac:spMkLst>
        </pc:spChg>
        <pc:graphicFrameChg chg="modGraphic">
          <ac:chgData name="임성묵(SUNGMOOK LIM)[muksung0084]/선임/제조DX.제조DX솔루션.데이터통합분석팀" userId="caabadf1-d768-4a71-b809-79647c0ca9fa" providerId="ADAL" clId="{23AC914E-0592-4381-AA97-0C739073A4B3}" dt="2025-12-10T05:05:07.969" v="5268" actId="207"/>
          <ac:graphicFrameMkLst>
            <pc:docMk/>
            <pc:sldMk cId="199823846" sldId="2147482123"/>
            <ac:graphicFrameMk id="19" creationId="{3E86696F-E35A-4B06-9B46-63A4A6A986C1}"/>
          </ac:graphicFrameMkLst>
        </pc:graphicFrameChg>
      </pc:sldChg>
      <pc:sldChg chg="addSp delSp modSp mod">
        <pc:chgData name="임성묵(SUNGMOOK LIM)[muksung0084]/선임/제조DX.제조DX솔루션.데이터통합분석팀" userId="caabadf1-d768-4a71-b809-79647c0ca9fa" providerId="ADAL" clId="{23AC914E-0592-4381-AA97-0C739073A4B3}" dt="2025-12-10T05:16:15.751" v="5673" actId="20577"/>
        <pc:sldMkLst>
          <pc:docMk/>
          <pc:sldMk cId="2449185649" sldId="2147482171"/>
        </pc:sldMkLst>
        <pc:spChg chg="mod">
          <ac:chgData name="임성묵(SUNGMOOK LIM)[muksung0084]/선임/제조DX.제조DX솔루션.데이터통합분석팀" userId="caabadf1-d768-4a71-b809-79647c0ca9fa" providerId="ADAL" clId="{23AC914E-0592-4381-AA97-0C739073A4B3}" dt="2025-12-10T04:57:31.654" v="4731" actId="1036"/>
          <ac:spMkLst>
            <pc:docMk/>
            <pc:sldMk cId="2449185649" sldId="2147482171"/>
            <ac:spMk id="2" creationId="{E3D41732-F38E-4764-9005-9409024FEA35}"/>
          </ac:spMkLst>
        </pc:spChg>
        <pc:spChg chg="add mod">
          <ac:chgData name="임성묵(SUNGMOOK LIM)[muksung0084]/선임/제조DX.제조DX솔루션.데이터통합분석팀" userId="caabadf1-d768-4a71-b809-79647c0ca9fa" providerId="ADAL" clId="{23AC914E-0592-4381-AA97-0C739073A4B3}" dt="2025-12-10T05:15:59.105" v="5651" actId="1036"/>
          <ac:spMkLst>
            <pc:docMk/>
            <pc:sldMk cId="2449185649" sldId="2147482171"/>
            <ac:spMk id="3" creationId="{958F65F1-AB94-A186-27B4-EE856743C505}"/>
          </ac:spMkLst>
        </pc:spChg>
        <pc:spChg chg="mod">
          <ac:chgData name="임성묵(SUNGMOOK LIM)[muksung0084]/선임/제조DX.제조DX솔루션.데이터통합분석팀" userId="caabadf1-d768-4a71-b809-79647c0ca9fa" providerId="ADAL" clId="{23AC914E-0592-4381-AA97-0C739073A4B3}" dt="2025-12-10T05:08:46.378" v="5459" actId="20577"/>
          <ac:spMkLst>
            <pc:docMk/>
            <pc:sldMk cId="2449185649" sldId="2147482171"/>
            <ac:spMk id="5" creationId="{0B0404D3-A34C-4CA2-AC1C-AC6AFFDA73D1}"/>
          </ac:spMkLst>
        </pc:spChg>
        <pc:spChg chg="del">
          <ac:chgData name="임성묵(SUNGMOOK LIM)[muksung0084]/선임/제조DX.제조DX솔루션.데이터통합분석팀" userId="caabadf1-d768-4a71-b809-79647c0ca9fa" providerId="ADAL" clId="{23AC914E-0592-4381-AA97-0C739073A4B3}" dt="2025-12-10T04:44:44.567" v="3064" actId="478"/>
          <ac:spMkLst>
            <pc:docMk/>
            <pc:sldMk cId="2449185649" sldId="2147482171"/>
            <ac:spMk id="6" creationId="{A380E0F7-D923-4BB1-9950-A11CD9F3C6A4}"/>
          </ac:spMkLst>
        </pc:spChg>
        <pc:spChg chg="del">
          <ac:chgData name="임성묵(SUNGMOOK LIM)[muksung0084]/선임/제조DX.제조DX솔루션.데이터통합분석팀" userId="caabadf1-d768-4a71-b809-79647c0ca9fa" providerId="ADAL" clId="{23AC914E-0592-4381-AA97-0C739073A4B3}" dt="2025-12-10T04:36:44.562" v="1621" actId="478"/>
          <ac:spMkLst>
            <pc:docMk/>
            <pc:sldMk cId="2449185649" sldId="2147482171"/>
            <ac:spMk id="7" creationId="{8053496A-2767-43B2-98A2-7FF73F355B7B}"/>
          </ac:spMkLst>
        </pc:spChg>
        <pc:spChg chg="add mod">
          <ac:chgData name="임성묵(SUNGMOOK LIM)[muksung0084]/선임/제조DX.제조DX솔루션.데이터통합분석팀" userId="caabadf1-d768-4a71-b809-79647c0ca9fa" providerId="ADAL" clId="{23AC914E-0592-4381-AA97-0C739073A4B3}" dt="2025-12-10T05:16:15.751" v="5673" actId="20577"/>
          <ac:spMkLst>
            <pc:docMk/>
            <pc:sldMk cId="2449185649" sldId="2147482171"/>
            <ac:spMk id="8" creationId="{BE30ED65-5FDD-B74F-7660-D9B8223E8762}"/>
          </ac:spMkLst>
        </pc:spChg>
        <pc:spChg chg="mod">
          <ac:chgData name="임성묵(SUNGMOOK LIM)[muksung0084]/선임/제조DX.제조DX솔루션.데이터통합분석팀" userId="caabadf1-d768-4a71-b809-79647c0ca9fa" providerId="ADAL" clId="{23AC914E-0592-4381-AA97-0C739073A4B3}" dt="2025-12-10T04:58:54.583" v="4844" actId="20577"/>
          <ac:spMkLst>
            <pc:docMk/>
            <pc:sldMk cId="2449185649" sldId="2147482171"/>
            <ac:spMk id="9" creationId="{00000000-0000-0000-0000-000000000000}"/>
          </ac:spMkLst>
        </pc:spChg>
        <pc:spChg chg="add mod">
          <ac:chgData name="임성묵(SUNGMOOK LIM)[muksung0084]/선임/제조DX.제조DX솔루션.데이터통합분석팀" userId="caabadf1-d768-4a71-b809-79647c0ca9fa" providerId="ADAL" clId="{23AC914E-0592-4381-AA97-0C739073A4B3}" dt="2025-12-10T05:08:25.205" v="5448" actId="20577"/>
          <ac:spMkLst>
            <pc:docMk/>
            <pc:sldMk cId="2449185649" sldId="2147482171"/>
            <ac:spMk id="14" creationId="{F8454723-30B1-6DB4-B0E0-9CE341151397}"/>
          </ac:spMkLst>
        </pc:spChg>
        <pc:spChg chg="mod">
          <ac:chgData name="임성묵(SUNGMOOK LIM)[muksung0084]/선임/제조DX.제조DX솔루션.데이터통합분석팀" userId="caabadf1-d768-4a71-b809-79647c0ca9fa" providerId="ADAL" clId="{23AC914E-0592-4381-AA97-0C739073A4B3}" dt="2025-12-10T04:57:31.654" v="4731" actId="1036"/>
          <ac:spMkLst>
            <pc:docMk/>
            <pc:sldMk cId="2449185649" sldId="2147482171"/>
            <ac:spMk id="16" creationId="{7C6CFD3D-905B-4553-8A78-2363086CB065}"/>
          </ac:spMkLst>
        </pc:spChg>
        <pc:spChg chg="mod">
          <ac:chgData name="임성묵(SUNGMOOK LIM)[muksung0084]/선임/제조DX.제조DX솔루션.데이터통합분석팀" userId="caabadf1-d768-4a71-b809-79647c0ca9fa" providerId="ADAL" clId="{23AC914E-0592-4381-AA97-0C739073A4B3}" dt="2025-12-10T04:57:31.654" v="4731" actId="1036"/>
          <ac:spMkLst>
            <pc:docMk/>
            <pc:sldMk cId="2449185649" sldId="2147482171"/>
            <ac:spMk id="25" creationId="{A6CB3439-1484-4668-82E6-24FDB4127F90}"/>
          </ac:spMkLst>
        </pc:spChg>
        <pc:spChg chg="mod">
          <ac:chgData name="임성묵(SUNGMOOK LIM)[muksung0084]/선임/제조DX.제조DX솔루션.데이터통합분석팀" userId="caabadf1-d768-4a71-b809-79647c0ca9fa" providerId="ADAL" clId="{23AC914E-0592-4381-AA97-0C739073A4B3}" dt="2025-12-10T04:57:31.654" v="4731" actId="1036"/>
          <ac:spMkLst>
            <pc:docMk/>
            <pc:sldMk cId="2449185649" sldId="2147482171"/>
            <ac:spMk id="26" creationId="{1131DAC4-EFE7-46BE-A690-6EFA9702620C}"/>
          </ac:spMkLst>
        </pc:spChg>
        <pc:spChg chg="mod">
          <ac:chgData name="임성묵(SUNGMOOK LIM)[muksung0084]/선임/제조DX.제조DX솔루션.데이터통합분석팀" userId="caabadf1-d768-4a71-b809-79647c0ca9fa" providerId="ADAL" clId="{23AC914E-0592-4381-AA97-0C739073A4B3}" dt="2025-12-10T04:57:31.654" v="4731" actId="1036"/>
          <ac:spMkLst>
            <pc:docMk/>
            <pc:sldMk cId="2449185649" sldId="2147482171"/>
            <ac:spMk id="27" creationId="{3A4A57E0-828A-4E32-A5B6-60B2AB76E7D6}"/>
          </ac:spMkLst>
        </pc:spChg>
        <pc:spChg chg="del">
          <ac:chgData name="임성묵(SUNGMOOK LIM)[muksung0084]/선임/제조DX.제조DX솔루션.데이터통합분석팀" userId="caabadf1-d768-4a71-b809-79647c0ca9fa" providerId="ADAL" clId="{23AC914E-0592-4381-AA97-0C739073A4B3}" dt="2025-12-10T04:44:50.208" v="3067" actId="478"/>
          <ac:spMkLst>
            <pc:docMk/>
            <pc:sldMk cId="2449185649" sldId="2147482171"/>
            <ac:spMk id="35" creationId="{D001FCD5-C726-421C-BAD2-9837A80E0333}"/>
          </ac:spMkLst>
        </pc:spChg>
        <pc:spChg chg="mod">
          <ac:chgData name="임성묵(SUNGMOOK LIM)[muksung0084]/선임/제조DX.제조DX솔루션.데이터통합분석팀" userId="caabadf1-d768-4a71-b809-79647c0ca9fa" providerId="ADAL" clId="{23AC914E-0592-4381-AA97-0C739073A4B3}" dt="2025-12-10T04:57:38.042" v="4742" actId="20577"/>
          <ac:spMkLst>
            <pc:docMk/>
            <pc:sldMk cId="2449185649" sldId="2147482171"/>
            <ac:spMk id="37" creationId="{1EC580BD-1051-4231-A0D3-6912FE479838}"/>
          </ac:spMkLst>
        </pc:spChg>
        <pc:spChg chg="mod">
          <ac:chgData name="임성묵(SUNGMOOK LIM)[muksung0084]/선임/제조DX.제조DX솔루션.데이터통합분석팀" userId="caabadf1-d768-4a71-b809-79647c0ca9fa" providerId="ADAL" clId="{23AC914E-0592-4381-AA97-0C739073A4B3}" dt="2025-12-10T04:57:31.654" v="4731" actId="1036"/>
          <ac:spMkLst>
            <pc:docMk/>
            <pc:sldMk cId="2449185649" sldId="2147482171"/>
            <ac:spMk id="39" creationId="{037920A6-52C6-4F5C-8FBA-F321BE852C80}"/>
          </ac:spMkLst>
        </pc:spChg>
        <pc:spChg chg="del">
          <ac:chgData name="임성묵(SUNGMOOK LIM)[muksung0084]/선임/제조DX.제조DX솔루션.데이터통합분석팀" userId="caabadf1-d768-4a71-b809-79647c0ca9fa" providerId="ADAL" clId="{23AC914E-0592-4381-AA97-0C739073A4B3}" dt="2025-12-10T04:44:48.783" v="3066" actId="478"/>
          <ac:spMkLst>
            <pc:docMk/>
            <pc:sldMk cId="2449185649" sldId="2147482171"/>
            <ac:spMk id="43" creationId="{C5F40F2C-4714-4F22-9A38-4D125DC52D45}"/>
          </ac:spMkLst>
        </pc:spChg>
        <pc:spChg chg="mod">
          <ac:chgData name="임성묵(SUNGMOOK LIM)[muksung0084]/선임/제조DX.제조DX솔루션.데이터통합분석팀" userId="caabadf1-d768-4a71-b809-79647c0ca9fa" providerId="ADAL" clId="{23AC914E-0592-4381-AA97-0C739073A4B3}" dt="2025-12-10T04:57:31.654" v="4731" actId="1036"/>
          <ac:spMkLst>
            <pc:docMk/>
            <pc:sldMk cId="2449185649" sldId="2147482171"/>
            <ac:spMk id="44" creationId="{D64C46D5-7F46-40E0-9FF6-DF639C809385}"/>
          </ac:spMkLst>
        </pc:spChg>
        <pc:spChg chg="mod">
          <ac:chgData name="임성묵(SUNGMOOK LIM)[muksung0084]/선임/제조DX.제조DX솔루션.데이터통합분석팀" userId="caabadf1-d768-4a71-b809-79647c0ca9fa" providerId="ADAL" clId="{23AC914E-0592-4381-AA97-0C739073A4B3}" dt="2025-12-10T05:15:51.493" v="5617" actId="20577"/>
          <ac:spMkLst>
            <pc:docMk/>
            <pc:sldMk cId="2449185649" sldId="2147482171"/>
            <ac:spMk id="46" creationId="{FC3B12BE-4589-4397-8B71-019FF34AA35E}"/>
          </ac:spMkLst>
        </pc:spChg>
        <pc:graphicFrameChg chg="mod modGraphic">
          <ac:chgData name="임성묵(SUNGMOOK LIM)[muksung0084]/선임/제조DX.제조DX솔루션.데이터통합분석팀" userId="caabadf1-d768-4a71-b809-79647c0ca9fa" providerId="ADAL" clId="{23AC914E-0592-4381-AA97-0C739073A4B3}" dt="2025-12-10T05:07:42.302" v="5366" actId="14734"/>
          <ac:graphicFrameMkLst>
            <pc:docMk/>
            <pc:sldMk cId="2449185649" sldId="2147482171"/>
            <ac:graphicFrameMk id="19" creationId="{3E86696F-E35A-4B06-9B46-63A4A6A986C1}"/>
          </ac:graphicFrameMkLst>
        </pc:graphicFrameChg>
        <pc:picChg chg="del">
          <ac:chgData name="임성묵(SUNGMOOK LIM)[muksung0084]/선임/제조DX.제조DX솔루션.데이터통합분석팀" userId="caabadf1-d768-4a71-b809-79647c0ca9fa" providerId="ADAL" clId="{23AC914E-0592-4381-AA97-0C739073A4B3}" dt="2025-12-10T04:44:45.900" v="3065" actId="478"/>
          <ac:picMkLst>
            <pc:docMk/>
            <pc:sldMk cId="2449185649" sldId="2147482171"/>
            <ac:picMk id="4" creationId="{B01FF0C3-3CD3-4CFE-AABC-DDA8CA86456E}"/>
          </ac:picMkLst>
        </pc:picChg>
        <pc:picChg chg="add mod">
          <ac:chgData name="임성묵(SUNGMOOK LIM)[muksung0084]/선임/제조DX.제조DX솔루션.데이터통합분석팀" userId="caabadf1-d768-4a71-b809-79647c0ca9fa" providerId="ADAL" clId="{23AC914E-0592-4381-AA97-0C739073A4B3}" dt="2025-12-10T05:08:35.188" v="5449" actId="14100"/>
          <ac:picMkLst>
            <pc:docMk/>
            <pc:sldMk cId="2449185649" sldId="2147482171"/>
            <ac:picMk id="13" creationId="{3810EDA9-AA71-08FB-B548-5261954E4F4A}"/>
          </ac:picMkLst>
        </pc:picChg>
      </pc:sldChg>
    </pc:docChg>
  </pc:docChgLst>
  <pc:docChgLst>
    <pc:chgData name="박수완(SUWAN PARK)[jacob]/선임/제조DX.제조DX솔루션.롤맵기술팀" userId="a93f8606-b708-4471-898c-5970f970088f" providerId="ADAL" clId="{AB62A8AA-6122-4E5A-9A18-0185D8F8FCAB}"/>
    <pc:docChg chg="undo custSel modSld">
      <pc:chgData name="박수완(SUWAN PARK)[jacob]/선임/제조DX.제조DX솔루션.롤맵기술팀" userId="a93f8606-b708-4471-898c-5970f970088f" providerId="ADAL" clId="{AB62A8AA-6122-4E5A-9A18-0185D8F8FCAB}" dt="2025-11-19T23:58:44.161" v="4084" actId="207"/>
      <pc:docMkLst>
        <pc:docMk/>
      </pc:docMkLst>
      <pc:sldChg chg="modSp">
        <pc:chgData name="박수완(SUWAN PARK)[jacob]/선임/제조DX.제조DX솔루션.롤맵기술팀" userId="a93f8606-b708-4471-898c-5970f970088f" providerId="ADAL" clId="{AB62A8AA-6122-4E5A-9A18-0185D8F8FCAB}" dt="2025-11-19T05:24:54.556" v="3" actId="14734"/>
        <pc:sldMkLst>
          <pc:docMk/>
          <pc:sldMk cId="31248691" sldId="2147481916"/>
        </pc:sldMkLst>
        <pc:graphicFrameChg chg="modGraphic">
          <ac:chgData name="박수완(SUWAN PARK)[jacob]/선임/제조DX.제조DX솔루션.롤맵기술팀" userId="a93f8606-b708-4471-898c-5970f970088f" providerId="ADAL" clId="{AB62A8AA-6122-4E5A-9A18-0185D8F8FCAB}" dt="2025-11-19T05:24:54.556" v="3" actId="14734"/>
          <ac:graphicFrameMkLst>
            <pc:docMk/>
            <pc:sldMk cId="31248691" sldId="2147481916"/>
            <ac:graphicFrameMk id="3" creationId="{3E86696F-E35A-4B06-9B46-63A4A6A986C1}"/>
          </ac:graphicFrameMkLst>
        </pc:graphicFrameChg>
      </pc:sldChg>
      <pc:sldChg chg="modSp">
        <pc:chgData name="박수완(SUWAN PARK)[jacob]/선임/제조DX.제조DX솔루션.롤맵기술팀" userId="a93f8606-b708-4471-898c-5970f970088f" providerId="ADAL" clId="{AB62A8AA-6122-4E5A-9A18-0185D8F8FCAB}" dt="2025-11-19T05:39:03.506" v="1219" actId="207"/>
        <pc:sldMkLst>
          <pc:docMk/>
          <pc:sldMk cId="197830340" sldId="2147481920"/>
        </pc:sldMkLst>
        <pc:graphicFrameChg chg="mod modGraphic">
          <ac:chgData name="박수완(SUWAN PARK)[jacob]/선임/제조DX.제조DX솔루션.롤맵기술팀" userId="a93f8606-b708-4471-898c-5970f970088f" providerId="ADAL" clId="{AB62A8AA-6122-4E5A-9A18-0185D8F8FCAB}" dt="2025-11-19T05:39:03.506" v="1219" actId="207"/>
          <ac:graphicFrameMkLst>
            <pc:docMk/>
            <pc:sldMk cId="197830340" sldId="2147481920"/>
            <ac:graphicFrameMk id="3" creationId="{3E86696F-E35A-4B06-9B46-63A4A6A986C1}"/>
          </ac:graphicFrameMkLst>
        </pc:graphicFrameChg>
      </pc:sldChg>
      <pc:sldChg chg="modSp">
        <pc:chgData name="박수완(SUWAN PARK)[jacob]/선임/제조DX.제조DX솔루션.롤맵기술팀" userId="a93f8606-b708-4471-898c-5970f970088f" providerId="ADAL" clId="{AB62A8AA-6122-4E5A-9A18-0185D8F8FCAB}" dt="2025-11-19T05:41:08.804" v="1446" actId="207"/>
        <pc:sldMkLst>
          <pc:docMk/>
          <pc:sldMk cId="3590236053" sldId="2147481921"/>
        </pc:sldMkLst>
        <pc:spChg chg="mod">
          <ac:chgData name="박수완(SUWAN PARK)[jacob]/선임/제조DX.제조DX솔루션.롤맵기술팀" userId="a93f8606-b708-4471-898c-5970f970088f" providerId="ADAL" clId="{AB62A8AA-6122-4E5A-9A18-0185D8F8FCAB}" dt="2025-11-19T05:41:04.722" v="1445" actId="20577"/>
          <ac:spMkLst>
            <pc:docMk/>
            <pc:sldMk cId="3590236053" sldId="2147481921"/>
            <ac:spMk id="18" creationId="{72943F47-EAEA-4391-A2BC-C7C33A8E8CFD}"/>
          </ac:spMkLst>
        </pc:spChg>
        <pc:spChg chg="mod">
          <ac:chgData name="박수완(SUWAN PARK)[jacob]/선임/제조DX.제조DX솔루션.롤맵기술팀" userId="a93f8606-b708-4471-898c-5970f970088f" providerId="ADAL" clId="{AB62A8AA-6122-4E5A-9A18-0185D8F8FCAB}" dt="2025-11-19T05:41:01.344" v="1444" actId="20577"/>
          <ac:spMkLst>
            <pc:docMk/>
            <pc:sldMk cId="3590236053" sldId="2147481921"/>
            <ac:spMk id="19" creationId="{1CE4A1AF-5D49-43F9-9F31-E88EAE372D41}"/>
          </ac:spMkLst>
        </pc:spChg>
        <pc:graphicFrameChg chg="mod modGraphic">
          <ac:chgData name="박수완(SUWAN PARK)[jacob]/선임/제조DX.제조DX솔루션.롤맵기술팀" userId="a93f8606-b708-4471-898c-5970f970088f" providerId="ADAL" clId="{AB62A8AA-6122-4E5A-9A18-0185D8F8FCAB}" dt="2025-11-19T05:41:08.804" v="1446" actId="207"/>
          <ac:graphicFrameMkLst>
            <pc:docMk/>
            <pc:sldMk cId="3590236053" sldId="2147481921"/>
            <ac:graphicFrameMk id="3" creationId="{3E86696F-E35A-4B06-9B46-63A4A6A986C1}"/>
          </ac:graphicFrameMkLst>
        </pc:graphicFrameChg>
      </pc:sldChg>
      <pc:sldChg chg="modSp">
        <pc:chgData name="박수완(SUWAN PARK)[jacob]/선임/제조DX.제조DX솔루션.롤맵기술팀" userId="a93f8606-b708-4471-898c-5970f970088f" providerId="ADAL" clId="{AB62A8AA-6122-4E5A-9A18-0185D8F8FCAB}" dt="2025-11-19T06:04:55.338" v="3043" actId="20577"/>
        <pc:sldMkLst>
          <pc:docMk/>
          <pc:sldMk cId="1825793658" sldId="2147481922"/>
        </pc:sldMkLst>
        <pc:spChg chg="mod">
          <ac:chgData name="박수완(SUWAN PARK)[jacob]/선임/제조DX.제조DX솔루션.롤맵기술팀" userId="a93f8606-b708-4471-898c-5970f970088f" providerId="ADAL" clId="{AB62A8AA-6122-4E5A-9A18-0185D8F8FCAB}" dt="2025-11-19T06:04:55.338" v="3043" actId="20577"/>
          <ac:spMkLst>
            <pc:docMk/>
            <pc:sldMk cId="1825793658" sldId="2147481922"/>
            <ac:spMk id="18" creationId="{72943F47-EAEA-4391-A2BC-C7C33A8E8CFD}"/>
          </ac:spMkLst>
        </pc:spChg>
        <pc:spChg chg="mod">
          <ac:chgData name="박수완(SUWAN PARK)[jacob]/선임/제조DX.제조DX솔루션.롤맵기술팀" userId="a93f8606-b708-4471-898c-5970f970088f" providerId="ADAL" clId="{AB62A8AA-6122-4E5A-9A18-0185D8F8FCAB}" dt="2025-11-19T06:04:51.988" v="3041" actId="20577"/>
          <ac:spMkLst>
            <pc:docMk/>
            <pc:sldMk cId="1825793658" sldId="2147481922"/>
            <ac:spMk id="19" creationId="{1CE4A1AF-5D49-43F9-9F31-E88EAE372D41}"/>
          </ac:spMkLst>
        </pc:spChg>
        <pc:graphicFrameChg chg="mod modGraphic">
          <ac:chgData name="박수완(SUWAN PARK)[jacob]/선임/제조DX.제조DX솔루션.롤맵기술팀" userId="a93f8606-b708-4471-898c-5970f970088f" providerId="ADAL" clId="{AB62A8AA-6122-4E5A-9A18-0185D8F8FCAB}" dt="2025-11-19T06:04:47.178" v="3020" actId="207"/>
          <ac:graphicFrameMkLst>
            <pc:docMk/>
            <pc:sldMk cId="1825793658" sldId="2147481922"/>
            <ac:graphicFrameMk id="3" creationId="{3E86696F-E35A-4B06-9B46-63A4A6A986C1}"/>
          </ac:graphicFrameMkLst>
        </pc:graphicFrameChg>
      </pc:sldChg>
      <pc:sldChg chg="addSp modSp">
        <pc:chgData name="박수완(SUWAN PARK)[jacob]/선임/제조DX.제조DX솔루션.롤맵기술팀" userId="a93f8606-b708-4471-898c-5970f970088f" providerId="ADAL" clId="{AB62A8AA-6122-4E5A-9A18-0185D8F8FCAB}" dt="2025-11-19T05:53:00.364" v="2618" actId="20577"/>
        <pc:sldMkLst>
          <pc:docMk/>
          <pc:sldMk cId="1214419362" sldId="2147481924"/>
        </pc:sldMkLst>
        <pc:spChg chg="add mod">
          <ac:chgData name="박수완(SUWAN PARK)[jacob]/선임/제조DX.제조DX솔루션.롤맵기술팀" userId="a93f8606-b708-4471-898c-5970f970088f" providerId="ADAL" clId="{AB62A8AA-6122-4E5A-9A18-0185D8F8FCAB}" dt="2025-11-19T05:53:00.364" v="2618" actId="20577"/>
          <ac:spMkLst>
            <pc:docMk/>
            <pc:sldMk cId="1214419362" sldId="2147481924"/>
            <ac:spMk id="11" creationId="{AE614CC6-AC8B-4EAF-96C4-64B57F2B6F1D}"/>
          </ac:spMkLst>
        </pc:spChg>
        <pc:spChg chg="mod">
          <ac:chgData name="박수완(SUWAN PARK)[jacob]/선임/제조DX.제조DX솔루션.롤맵기술팀" userId="a93f8606-b708-4471-898c-5970f970088f" providerId="ADAL" clId="{AB62A8AA-6122-4E5A-9A18-0185D8F8FCAB}" dt="2025-11-19T05:51:09.408" v="2338" actId="20577"/>
          <ac:spMkLst>
            <pc:docMk/>
            <pc:sldMk cId="1214419362" sldId="2147481924"/>
            <ac:spMk id="18" creationId="{72943F47-EAEA-4391-A2BC-C7C33A8E8CFD}"/>
          </ac:spMkLst>
        </pc:spChg>
        <pc:spChg chg="mod">
          <ac:chgData name="박수완(SUWAN PARK)[jacob]/선임/제조DX.제조DX솔루션.롤맵기술팀" userId="a93f8606-b708-4471-898c-5970f970088f" providerId="ADAL" clId="{AB62A8AA-6122-4E5A-9A18-0185D8F8FCAB}" dt="2025-11-19T05:51:05.765" v="2336" actId="20577"/>
          <ac:spMkLst>
            <pc:docMk/>
            <pc:sldMk cId="1214419362" sldId="2147481924"/>
            <ac:spMk id="19" creationId="{1CE4A1AF-5D49-43F9-9F31-E88EAE372D41}"/>
          </ac:spMkLst>
        </pc:spChg>
        <pc:graphicFrameChg chg="mod modGraphic">
          <ac:chgData name="박수완(SUWAN PARK)[jacob]/선임/제조DX.제조DX솔루션.롤맵기술팀" userId="a93f8606-b708-4471-898c-5970f970088f" providerId="ADAL" clId="{AB62A8AA-6122-4E5A-9A18-0185D8F8FCAB}" dt="2025-11-19T05:51:03.012" v="2323" actId="207"/>
          <ac:graphicFrameMkLst>
            <pc:docMk/>
            <pc:sldMk cId="1214419362" sldId="2147481924"/>
            <ac:graphicFrameMk id="3" creationId="{3E86696F-E35A-4B06-9B46-63A4A6A986C1}"/>
          </ac:graphicFrameMkLst>
        </pc:graphicFrameChg>
      </pc:sldChg>
      <pc:sldChg chg="addSp delSp modSp">
        <pc:chgData name="박수완(SUWAN PARK)[jacob]/선임/제조DX.제조DX솔루션.롤맵기술팀" userId="a93f8606-b708-4471-898c-5970f970088f" providerId="ADAL" clId="{AB62A8AA-6122-4E5A-9A18-0185D8F8FCAB}" dt="2025-11-19T05:54:59.054" v="2752" actId="20577"/>
        <pc:sldMkLst>
          <pc:docMk/>
          <pc:sldMk cId="662252130" sldId="2147481925"/>
        </pc:sldMkLst>
        <pc:spChg chg="del">
          <ac:chgData name="박수완(SUWAN PARK)[jacob]/선임/제조DX.제조DX솔루션.롤맵기술팀" userId="a93f8606-b708-4471-898c-5970f970088f" providerId="ADAL" clId="{AB62A8AA-6122-4E5A-9A18-0185D8F8FCAB}" dt="2025-11-19T05:53:55.304" v="2729" actId="478"/>
          <ac:spMkLst>
            <pc:docMk/>
            <pc:sldMk cId="662252130" sldId="2147481925"/>
            <ac:spMk id="15" creationId="{30D78346-8D10-412D-B402-26929536721B}"/>
          </ac:spMkLst>
        </pc:spChg>
        <pc:spChg chg="del">
          <ac:chgData name="박수완(SUWAN PARK)[jacob]/선임/제조DX.제조DX솔루션.롤맵기술팀" userId="a93f8606-b708-4471-898c-5970f970088f" providerId="ADAL" clId="{AB62A8AA-6122-4E5A-9A18-0185D8F8FCAB}" dt="2025-11-19T05:53:58.074" v="2731" actId="478"/>
          <ac:spMkLst>
            <pc:docMk/>
            <pc:sldMk cId="662252130" sldId="2147481925"/>
            <ac:spMk id="16" creationId="{410DD5C9-A094-4D14-8F0E-20A0592830C2}"/>
          </ac:spMkLst>
        </pc:spChg>
        <pc:spChg chg="add mod">
          <ac:chgData name="박수완(SUWAN PARK)[jacob]/선임/제조DX.제조DX솔루션.롤맵기술팀" userId="a93f8606-b708-4471-898c-5970f970088f" providerId="ADAL" clId="{AB62A8AA-6122-4E5A-9A18-0185D8F8FCAB}" dt="2025-11-19T05:52:32.214" v="2535" actId="20577"/>
          <ac:spMkLst>
            <pc:docMk/>
            <pc:sldMk cId="662252130" sldId="2147481925"/>
            <ac:spMk id="17" creationId="{F85E78B0-6960-4A53-8D82-5C5BFFA3D8F2}"/>
          </ac:spMkLst>
        </pc:spChg>
        <pc:spChg chg="mod">
          <ac:chgData name="박수완(SUWAN PARK)[jacob]/선임/제조DX.제조DX솔루션.롤맵기술팀" userId="a93f8606-b708-4471-898c-5970f970088f" providerId="ADAL" clId="{AB62A8AA-6122-4E5A-9A18-0185D8F8FCAB}" dt="2025-11-19T05:54:59.054" v="2752" actId="20577"/>
          <ac:spMkLst>
            <pc:docMk/>
            <pc:sldMk cId="662252130" sldId="2147481925"/>
            <ac:spMk id="18" creationId="{72943F47-EAEA-4391-A2BC-C7C33A8E8CFD}"/>
          </ac:spMkLst>
        </pc:spChg>
        <pc:spChg chg="mod">
          <ac:chgData name="박수완(SUWAN PARK)[jacob]/선임/제조DX.제조DX솔루션.롤맵기술팀" userId="a93f8606-b708-4471-898c-5970f970088f" providerId="ADAL" clId="{AB62A8AA-6122-4E5A-9A18-0185D8F8FCAB}" dt="2025-11-19T05:54:56.592" v="2750" actId="20577"/>
          <ac:spMkLst>
            <pc:docMk/>
            <pc:sldMk cId="662252130" sldId="2147481925"/>
            <ac:spMk id="19" creationId="{1CE4A1AF-5D49-43F9-9F31-E88EAE372D41}"/>
          </ac:spMkLst>
        </pc:spChg>
        <pc:graphicFrameChg chg="del">
          <ac:chgData name="박수완(SUWAN PARK)[jacob]/선임/제조DX.제조DX솔루션.롤맵기술팀" userId="a93f8606-b708-4471-898c-5970f970088f" providerId="ADAL" clId="{AB62A8AA-6122-4E5A-9A18-0185D8F8FCAB}" dt="2025-11-19T05:53:54.148" v="2728" actId="478"/>
          <ac:graphicFrameMkLst>
            <pc:docMk/>
            <pc:sldMk cId="662252130" sldId="2147481925"/>
            <ac:graphicFrameMk id="2" creationId="{1E3CADAA-E0D3-4113-83C6-5CA1BBCD3A8C}"/>
          </ac:graphicFrameMkLst>
        </pc:graphicFrameChg>
        <pc:graphicFrameChg chg="mod modGraphic">
          <ac:chgData name="박수완(SUWAN PARK)[jacob]/선임/제조DX.제조DX솔루션.롤맵기술팀" userId="a93f8606-b708-4471-898c-5970f970088f" providerId="ADAL" clId="{AB62A8AA-6122-4E5A-9A18-0185D8F8FCAB}" dt="2025-11-19T05:53:51.878" v="2726" actId="20577"/>
          <ac:graphicFrameMkLst>
            <pc:docMk/>
            <pc:sldMk cId="662252130" sldId="2147481925"/>
            <ac:graphicFrameMk id="3" creationId="{3E86696F-E35A-4B06-9B46-63A4A6A986C1}"/>
          </ac:graphicFrameMkLst>
        </pc:graphicFrameChg>
        <pc:graphicFrameChg chg="del">
          <ac:chgData name="박수완(SUWAN PARK)[jacob]/선임/제조DX.제조DX솔루션.롤맵기술팀" userId="a93f8606-b708-4471-898c-5970f970088f" providerId="ADAL" clId="{AB62A8AA-6122-4E5A-9A18-0185D8F8FCAB}" dt="2025-11-19T05:53:45.802" v="2725" actId="478"/>
          <ac:graphicFrameMkLst>
            <pc:docMk/>
            <pc:sldMk cId="662252130" sldId="2147481925"/>
            <ac:graphicFrameMk id="8" creationId="{E6F75BF7-8B0C-4581-9AE0-D00A4BF0AC8C}"/>
          </ac:graphicFrameMkLst>
        </pc:graphicFrameChg>
        <pc:picChg chg="del">
          <ac:chgData name="박수완(SUWAN PARK)[jacob]/선임/제조DX.제조DX솔루션.롤맵기술팀" userId="a93f8606-b708-4471-898c-5970f970088f" providerId="ADAL" clId="{AB62A8AA-6122-4E5A-9A18-0185D8F8FCAB}" dt="2025-11-19T05:53:56.700" v="2730" actId="478"/>
          <ac:picMkLst>
            <pc:docMk/>
            <pc:sldMk cId="662252130" sldId="2147481925"/>
            <ac:picMk id="4" creationId="{7CA1CA67-A909-445D-9A99-D7981A4E809C}"/>
          </ac:picMkLst>
        </pc:picChg>
        <pc:picChg chg="del">
          <ac:chgData name="박수완(SUWAN PARK)[jacob]/선임/제조DX.제조DX솔루션.롤맵기술팀" userId="a93f8606-b708-4471-898c-5970f970088f" providerId="ADAL" clId="{AB62A8AA-6122-4E5A-9A18-0185D8F8FCAB}" dt="2025-11-19T05:53:52.860" v="2727" actId="478"/>
          <ac:picMkLst>
            <pc:docMk/>
            <pc:sldMk cId="662252130" sldId="2147481925"/>
            <ac:picMk id="6" creationId="{E99E9AA0-E4C8-4CDF-8436-905186E9A623}"/>
          </ac:picMkLst>
        </pc:picChg>
      </pc:sldChg>
      <pc:sldChg chg="modSp">
        <pc:chgData name="박수완(SUWAN PARK)[jacob]/선임/제조DX.제조DX솔루션.롤맵기술팀" userId="a93f8606-b708-4471-898c-5970f970088f" providerId="ADAL" clId="{AB62A8AA-6122-4E5A-9A18-0185D8F8FCAB}" dt="2025-11-19T23:58:44.161" v="4084" actId="207"/>
        <pc:sldMkLst>
          <pc:docMk/>
          <pc:sldMk cId="2994820085" sldId="2147481926"/>
        </pc:sldMkLst>
        <pc:graphicFrameChg chg="modGraphic">
          <ac:chgData name="박수완(SUWAN PARK)[jacob]/선임/제조DX.제조DX솔루션.롤맵기술팀" userId="a93f8606-b708-4471-898c-5970f970088f" providerId="ADAL" clId="{AB62A8AA-6122-4E5A-9A18-0185D8F8FCAB}" dt="2025-11-19T23:58:44.161" v="4084" actId="207"/>
          <ac:graphicFrameMkLst>
            <pc:docMk/>
            <pc:sldMk cId="2994820085" sldId="2147481926"/>
            <ac:graphicFrameMk id="11" creationId="{C66F9B45-D343-4DF8-ABA9-D48571FAC964}"/>
          </ac:graphicFrameMkLst>
        </pc:graphicFrameChg>
      </pc:sldChg>
      <pc:sldChg chg="modSp">
        <pc:chgData name="박수완(SUWAN PARK)[jacob]/선임/제조DX.제조DX솔루션.롤맵기술팀" userId="a93f8606-b708-4471-898c-5970f970088f" providerId="ADAL" clId="{AB62A8AA-6122-4E5A-9A18-0185D8F8FCAB}" dt="2025-11-19T07:31:18.867" v="4083" actId="20577"/>
        <pc:sldMkLst>
          <pc:docMk/>
          <pc:sldMk cId="3218446010" sldId="2147481940"/>
        </pc:sldMkLst>
        <pc:graphicFrameChg chg="modGraphic">
          <ac:chgData name="박수완(SUWAN PARK)[jacob]/선임/제조DX.제조DX솔루션.롤맵기술팀" userId="a93f8606-b708-4471-898c-5970f970088f" providerId="ADAL" clId="{AB62A8AA-6122-4E5A-9A18-0185D8F8FCAB}" dt="2025-11-19T07:28:44.177" v="3973" actId="20577"/>
          <ac:graphicFrameMkLst>
            <pc:docMk/>
            <pc:sldMk cId="3218446010" sldId="2147481940"/>
            <ac:graphicFrameMk id="21" creationId="{B17BC81E-4040-4B89-BFD6-444CE79E9A52}"/>
          </ac:graphicFrameMkLst>
        </pc:graphicFrameChg>
        <pc:graphicFrameChg chg="mod modGraphic">
          <ac:chgData name="박수완(SUWAN PARK)[jacob]/선임/제조DX.제조DX솔루션.롤맵기술팀" userId="a93f8606-b708-4471-898c-5970f970088f" providerId="ADAL" clId="{AB62A8AA-6122-4E5A-9A18-0185D8F8FCAB}" dt="2025-11-19T07:31:18.867" v="4083" actId="20577"/>
          <ac:graphicFrameMkLst>
            <pc:docMk/>
            <pc:sldMk cId="3218446010" sldId="2147481940"/>
            <ac:graphicFrameMk id="30" creationId="{FD723AF4-8C6A-45D2-91AF-E831F6E1C5CD}"/>
          </ac:graphicFrameMkLst>
        </pc:graphicFrameChg>
      </pc:sldChg>
      <pc:sldChg chg="modSp">
        <pc:chgData name="박수완(SUWAN PARK)[jacob]/선임/제조DX.제조DX솔루션.롤맵기술팀" userId="a93f8606-b708-4471-898c-5970f970088f" providerId="ADAL" clId="{AB62A8AA-6122-4E5A-9A18-0185D8F8FCAB}" dt="2025-11-19T06:14:11.957" v="3718" actId="207"/>
        <pc:sldMkLst>
          <pc:docMk/>
          <pc:sldMk cId="3019991654" sldId="2147481963"/>
        </pc:sldMkLst>
        <pc:spChg chg="mod">
          <ac:chgData name="박수완(SUWAN PARK)[jacob]/선임/제조DX.제조DX솔루션.롤맵기술팀" userId="a93f8606-b708-4471-898c-5970f970088f" providerId="ADAL" clId="{AB62A8AA-6122-4E5A-9A18-0185D8F8FCAB}" dt="2025-11-19T06:12:03.256" v="3395" actId="20577"/>
          <ac:spMkLst>
            <pc:docMk/>
            <pc:sldMk cId="3019991654" sldId="2147481963"/>
            <ac:spMk id="18" creationId="{72943F47-EAEA-4391-A2BC-C7C33A8E8CFD}"/>
          </ac:spMkLst>
        </pc:spChg>
        <pc:spChg chg="mod">
          <ac:chgData name="박수완(SUWAN PARK)[jacob]/선임/제조DX.제조DX솔루션.롤맵기술팀" userId="a93f8606-b708-4471-898c-5970f970088f" providerId="ADAL" clId="{AB62A8AA-6122-4E5A-9A18-0185D8F8FCAB}" dt="2025-11-19T06:12:06.456" v="3412" actId="20577"/>
          <ac:spMkLst>
            <pc:docMk/>
            <pc:sldMk cId="3019991654" sldId="2147481963"/>
            <ac:spMk id="19" creationId="{1CE4A1AF-5D49-43F9-9F31-E88EAE372D41}"/>
          </ac:spMkLst>
        </pc:spChg>
        <pc:graphicFrameChg chg="mod modGraphic">
          <ac:chgData name="박수완(SUWAN PARK)[jacob]/선임/제조DX.제조DX솔루션.롤맵기술팀" userId="a93f8606-b708-4471-898c-5970f970088f" providerId="ADAL" clId="{AB62A8AA-6122-4E5A-9A18-0185D8F8FCAB}" dt="2025-11-19T06:14:11.957" v="3718" actId="207"/>
          <ac:graphicFrameMkLst>
            <pc:docMk/>
            <pc:sldMk cId="3019991654" sldId="2147481963"/>
            <ac:graphicFrameMk id="3" creationId="{3E86696F-E35A-4B06-9B46-63A4A6A986C1}"/>
          </ac:graphicFrameMkLst>
        </pc:graphicFrameChg>
      </pc:sldChg>
      <pc:sldChg chg="modSp">
        <pc:chgData name="박수완(SUWAN PARK)[jacob]/선임/제조DX.제조DX솔루션.롤맵기술팀" userId="a93f8606-b708-4471-898c-5970f970088f" providerId="ADAL" clId="{AB62A8AA-6122-4E5A-9A18-0185D8F8FCAB}" dt="2025-11-19T05:49:53.492" v="2269" actId="20577"/>
        <pc:sldMkLst>
          <pc:docMk/>
          <pc:sldMk cId="3052076470" sldId="2147482071"/>
        </pc:sldMkLst>
        <pc:spChg chg="mod">
          <ac:chgData name="박수완(SUWAN PARK)[jacob]/선임/제조DX.제조DX솔루션.롤맵기술팀" userId="a93f8606-b708-4471-898c-5970f970088f" providerId="ADAL" clId="{AB62A8AA-6122-4E5A-9A18-0185D8F8FCAB}" dt="2025-11-19T05:49:53.492" v="2269" actId="20577"/>
          <ac:spMkLst>
            <pc:docMk/>
            <pc:sldMk cId="3052076470" sldId="2147482071"/>
            <ac:spMk id="18" creationId="{72943F47-EAEA-4391-A2BC-C7C33A8E8CFD}"/>
          </ac:spMkLst>
        </pc:spChg>
        <pc:spChg chg="mod">
          <ac:chgData name="박수완(SUWAN PARK)[jacob]/선임/제조DX.제조DX솔루션.롤맵기술팀" userId="a93f8606-b708-4471-898c-5970f970088f" providerId="ADAL" clId="{AB62A8AA-6122-4E5A-9A18-0185D8F8FCAB}" dt="2025-11-19T05:49:50.119" v="2265" actId="20577"/>
          <ac:spMkLst>
            <pc:docMk/>
            <pc:sldMk cId="3052076470" sldId="2147482071"/>
            <ac:spMk id="19" creationId="{1CE4A1AF-5D49-43F9-9F31-E88EAE372D41}"/>
          </ac:spMkLst>
        </pc:spChg>
        <pc:graphicFrameChg chg="modGraphic">
          <ac:chgData name="박수완(SUWAN PARK)[jacob]/선임/제조DX.제조DX솔루션.롤맵기술팀" userId="a93f8606-b708-4471-898c-5970f970088f" providerId="ADAL" clId="{AB62A8AA-6122-4E5A-9A18-0185D8F8FCAB}" dt="2025-11-19T05:49:46.959" v="2252" actId="207"/>
          <ac:graphicFrameMkLst>
            <pc:docMk/>
            <pc:sldMk cId="3052076470" sldId="2147482071"/>
            <ac:graphicFrameMk id="11" creationId="{C66F9B45-D343-4DF8-ABA9-D48571FAC964}"/>
          </ac:graphicFrameMkLst>
        </pc:graphicFrameChg>
      </pc:sldChg>
      <pc:sldChg chg="modSp">
        <pc:chgData name="박수완(SUWAN PARK)[jacob]/선임/제조DX.제조DX솔루션.롤맵기술팀" userId="a93f8606-b708-4471-898c-5970f970088f" providerId="ADAL" clId="{AB62A8AA-6122-4E5A-9A18-0185D8F8FCAB}" dt="2025-11-19T06:15:32.511" v="3752" actId="207"/>
        <pc:sldMkLst>
          <pc:docMk/>
          <pc:sldMk cId="645500483" sldId="2147482092"/>
        </pc:sldMkLst>
        <pc:spChg chg="mod">
          <ac:chgData name="박수완(SUWAN PARK)[jacob]/선임/제조DX.제조DX솔루션.롤맵기술팀" userId="a93f8606-b708-4471-898c-5970f970088f" providerId="ADAL" clId="{AB62A8AA-6122-4E5A-9A18-0185D8F8FCAB}" dt="2025-11-19T06:15:06.069" v="3721" actId="20577"/>
          <ac:spMkLst>
            <pc:docMk/>
            <pc:sldMk cId="645500483" sldId="2147482092"/>
            <ac:spMk id="6" creationId="{3E1F1638-F2C5-4E2F-ABED-94997FF8C926}"/>
          </ac:spMkLst>
        </pc:spChg>
        <pc:spChg chg="mod">
          <ac:chgData name="박수완(SUWAN PARK)[jacob]/선임/제조DX.제조DX솔루션.롤맵기술팀" userId="a93f8606-b708-4471-898c-5970f970088f" providerId="ADAL" clId="{AB62A8AA-6122-4E5A-9A18-0185D8F8FCAB}" dt="2025-11-19T06:15:24.307" v="3751" actId="20577"/>
          <ac:spMkLst>
            <pc:docMk/>
            <pc:sldMk cId="645500483" sldId="2147482092"/>
            <ac:spMk id="7" creationId="{4A76422D-F7C5-4990-8AAA-BCD55EFB3085}"/>
          </ac:spMkLst>
        </pc:spChg>
        <pc:graphicFrameChg chg="modGraphic">
          <ac:chgData name="박수완(SUWAN PARK)[jacob]/선임/제조DX.제조DX솔루션.롤맵기술팀" userId="a93f8606-b708-4471-898c-5970f970088f" providerId="ADAL" clId="{AB62A8AA-6122-4E5A-9A18-0185D8F8FCAB}" dt="2025-11-19T06:15:32.511" v="3752" actId="207"/>
          <ac:graphicFrameMkLst>
            <pc:docMk/>
            <pc:sldMk cId="645500483" sldId="2147482092"/>
            <ac:graphicFrameMk id="2" creationId="{AA655E7B-33D1-41F9-B470-4F20832661EB}"/>
          </ac:graphicFrameMkLst>
        </pc:graphicFrameChg>
      </pc:sldChg>
      <pc:sldChg chg="modSp">
        <pc:chgData name="박수완(SUWAN PARK)[jacob]/선임/제조DX.제조DX솔루션.롤맵기술팀" userId="a93f8606-b708-4471-898c-5970f970088f" providerId="ADAL" clId="{AB62A8AA-6122-4E5A-9A18-0185D8F8FCAB}" dt="2025-11-19T06:34:47.164" v="3922" actId="20577"/>
        <pc:sldMkLst>
          <pc:docMk/>
          <pc:sldMk cId="1623035640" sldId="2147482093"/>
        </pc:sldMkLst>
        <pc:spChg chg="mod">
          <ac:chgData name="박수완(SUWAN PARK)[jacob]/선임/제조DX.제조DX솔루션.롤맵기술팀" userId="a93f8606-b708-4471-898c-5970f970088f" providerId="ADAL" clId="{AB62A8AA-6122-4E5A-9A18-0185D8F8FCAB}" dt="2025-11-19T06:34:13.876" v="3894" actId="20577"/>
          <ac:spMkLst>
            <pc:docMk/>
            <pc:sldMk cId="1623035640" sldId="2147482093"/>
            <ac:spMk id="18" creationId="{A7F473DF-C875-A323-6679-F5CA881CD9C4}"/>
          </ac:spMkLst>
        </pc:spChg>
        <pc:spChg chg="mod">
          <ac:chgData name="박수완(SUWAN PARK)[jacob]/선임/제조DX.제조DX솔루션.롤맵기술팀" userId="a93f8606-b708-4471-898c-5970f970088f" providerId="ADAL" clId="{AB62A8AA-6122-4E5A-9A18-0185D8F8FCAB}" dt="2025-11-19T06:34:47.164" v="3922" actId="20577"/>
          <ac:spMkLst>
            <pc:docMk/>
            <pc:sldMk cId="1623035640" sldId="2147482093"/>
            <ac:spMk id="19" creationId="{181BB3BC-BAA3-4609-4FF8-2AC6178B2FD9}"/>
          </ac:spMkLst>
        </pc:spChg>
        <pc:graphicFrameChg chg="modGraphic">
          <ac:chgData name="박수완(SUWAN PARK)[jacob]/선임/제조DX.제조DX솔루션.롤맵기술팀" userId="a93f8606-b708-4471-898c-5970f970088f" providerId="ADAL" clId="{AB62A8AA-6122-4E5A-9A18-0185D8F8FCAB}" dt="2025-11-19T06:34:39.181" v="3895" actId="207"/>
          <ac:graphicFrameMkLst>
            <pc:docMk/>
            <pc:sldMk cId="1623035640" sldId="2147482093"/>
            <ac:graphicFrameMk id="3" creationId="{688BD945-555D-E069-F619-02973A6A481F}"/>
          </ac:graphicFrameMkLst>
        </pc:graphicFrameChg>
      </pc:sldChg>
      <pc:sldChg chg="modSp">
        <pc:chgData name="박수완(SUWAN PARK)[jacob]/선임/제조DX.제조DX솔루션.롤맵기술팀" userId="a93f8606-b708-4471-898c-5970f970088f" providerId="ADAL" clId="{AB62A8AA-6122-4E5A-9A18-0185D8F8FCAB}" dt="2025-11-19T06:33:54.774" v="3890" actId="207"/>
        <pc:sldMkLst>
          <pc:docMk/>
          <pc:sldMk cId="1480914234" sldId="2147482094"/>
        </pc:sldMkLst>
        <pc:spChg chg="mod">
          <ac:chgData name="박수완(SUWAN PARK)[jacob]/선임/제조DX.제조DX솔루션.롤맵기술팀" userId="a93f8606-b708-4471-898c-5970f970088f" providerId="ADAL" clId="{AB62A8AA-6122-4E5A-9A18-0185D8F8FCAB}" dt="2025-11-19T06:33:49.775" v="3889" actId="20577"/>
          <ac:spMkLst>
            <pc:docMk/>
            <pc:sldMk cId="1480914234" sldId="2147482094"/>
            <ac:spMk id="5" creationId="{D18B8649-3C81-4EDD-A9C5-061A9DC39666}"/>
          </ac:spMkLst>
        </pc:spChg>
        <pc:spChg chg="mod">
          <ac:chgData name="박수완(SUWAN PARK)[jacob]/선임/제조DX.제조DX솔루션.롤맵기술팀" userId="a93f8606-b708-4471-898c-5970f970088f" providerId="ADAL" clId="{AB62A8AA-6122-4E5A-9A18-0185D8F8FCAB}" dt="2025-11-19T06:33:47.043" v="3887" actId="20577"/>
          <ac:spMkLst>
            <pc:docMk/>
            <pc:sldMk cId="1480914234" sldId="2147482094"/>
            <ac:spMk id="6" creationId="{01F01B84-6248-45A0-A7D4-53428CE9587B}"/>
          </ac:spMkLst>
        </pc:spChg>
        <pc:graphicFrameChg chg="modGraphic">
          <ac:chgData name="박수완(SUWAN PARK)[jacob]/선임/제조DX.제조DX솔루션.롤맵기술팀" userId="a93f8606-b708-4471-898c-5970f970088f" providerId="ADAL" clId="{AB62A8AA-6122-4E5A-9A18-0185D8F8FCAB}" dt="2025-11-19T06:33:54.774" v="3890" actId="207"/>
          <ac:graphicFrameMkLst>
            <pc:docMk/>
            <pc:sldMk cId="1480914234" sldId="2147482094"/>
            <ac:graphicFrameMk id="2" creationId="{BF944F8E-1F62-4F7E-B1C6-632F29AA10BD}"/>
          </ac:graphicFrameMkLst>
        </pc:graphicFrameChg>
      </pc:sldChg>
      <pc:sldChg chg="modSp">
        <pc:chgData name="박수완(SUWAN PARK)[jacob]/선임/제조DX.제조DX솔루션.롤맵기술팀" userId="a93f8606-b708-4471-898c-5970f970088f" providerId="ADAL" clId="{AB62A8AA-6122-4E5A-9A18-0185D8F8FCAB}" dt="2025-11-19T06:00:27.633" v="2974" actId="20577"/>
        <pc:sldMkLst>
          <pc:docMk/>
          <pc:sldMk cId="2069960929" sldId="2147482097"/>
        </pc:sldMkLst>
        <pc:spChg chg="mod">
          <ac:chgData name="박수완(SUWAN PARK)[jacob]/선임/제조DX.제조DX솔루션.롤맵기술팀" userId="a93f8606-b708-4471-898c-5970f970088f" providerId="ADAL" clId="{AB62A8AA-6122-4E5A-9A18-0185D8F8FCAB}" dt="2025-11-19T06:00:27.633" v="2974" actId="20577"/>
          <ac:spMkLst>
            <pc:docMk/>
            <pc:sldMk cId="2069960929" sldId="2147482097"/>
            <ac:spMk id="5" creationId="{1BA4416D-28F9-470C-B9CE-A95FA731A2E2}"/>
          </ac:spMkLst>
        </pc:spChg>
        <pc:spChg chg="mod">
          <ac:chgData name="박수완(SUWAN PARK)[jacob]/선임/제조DX.제조DX솔루션.롤맵기술팀" userId="a93f8606-b708-4471-898c-5970f970088f" providerId="ADAL" clId="{AB62A8AA-6122-4E5A-9A18-0185D8F8FCAB}" dt="2025-11-19T06:00:23.094" v="2972" actId="20577"/>
          <ac:spMkLst>
            <pc:docMk/>
            <pc:sldMk cId="2069960929" sldId="2147482097"/>
            <ac:spMk id="6" creationId="{75E3EF6B-3B20-4250-B3E5-23540F9337C9}"/>
          </ac:spMkLst>
        </pc:spChg>
        <pc:graphicFrameChg chg="mod modGraphic">
          <ac:chgData name="박수완(SUWAN PARK)[jacob]/선임/제조DX.제조DX솔루션.롤맵기술팀" userId="a93f8606-b708-4471-898c-5970f970088f" providerId="ADAL" clId="{AB62A8AA-6122-4E5A-9A18-0185D8F8FCAB}" dt="2025-11-19T06:00:20.135" v="2955" actId="207"/>
          <ac:graphicFrameMkLst>
            <pc:docMk/>
            <pc:sldMk cId="2069960929" sldId="2147482097"/>
            <ac:graphicFrameMk id="2" creationId="{534EE123-7406-4F16-AB1D-7380FC4446F3}"/>
          </ac:graphicFrameMkLst>
        </pc:graphicFrameChg>
      </pc:sldChg>
      <pc:sldChg chg="modSp">
        <pc:chgData name="박수완(SUWAN PARK)[jacob]/선임/제조DX.제조DX솔루션.롤맵기술팀" userId="a93f8606-b708-4471-898c-5970f970088f" providerId="ADAL" clId="{AB62A8AA-6122-4E5A-9A18-0185D8F8FCAB}" dt="2025-11-19T05:49:04.522" v="2249" actId="20577"/>
        <pc:sldMkLst>
          <pc:docMk/>
          <pc:sldMk cId="1159326832" sldId="2147482102"/>
        </pc:sldMkLst>
        <pc:spChg chg="mod">
          <ac:chgData name="박수완(SUWAN PARK)[jacob]/선임/제조DX.제조DX솔루션.롤맵기술팀" userId="a93f8606-b708-4471-898c-5970f970088f" providerId="ADAL" clId="{AB62A8AA-6122-4E5A-9A18-0185D8F8FCAB}" dt="2025-11-19T05:41:44.896" v="1448" actId="20577"/>
          <ac:spMkLst>
            <pc:docMk/>
            <pc:sldMk cId="1159326832" sldId="2147482102"/>
            <ac:spMk id="18" creationId="{1891B744-4803-4B69-1352-A6C4DA4EEE93}"/>
          </ac:spMkLst>
        </pc:spChg>
        <pc:spChg chg="mod">
          <ac:chgData name="박수완(SUWAN PARK)[jacob]/선임/제조DX.제조DX솔루션.롤맵기술팀" userId="a93f8606-b708-4471-898c-5970f970088f" providerId="ADAL" clId="{AB62A8AA-6122-4E5A-9A18-0185D8F8FCAB}" dt="2025-11-19T05:41:54.979" v="1489" actId="20577"/>
          <ac:spMkLst>
            <pc:docMk/>
            <pc:sldMk cId="1159326832" sldId="2147482102"/>
            <ac:spMk id="19" creationId="{181B6855-6ED7-ECB5-4F80-88BB0D845731}"/>
          </ac:spMkLst>
        </pc:spChg>
        <pc:graphicFrameChg chg="mod modGraphic">
          <ac:chgData name="박수완(SUWAN PARK)[jacob]/선임/제조DX.제조DX솔루션.롤맵기술팀" userId="a93f8606-b708-4471-898c-5970f970088f" providerId="ADAL" clId="{AB62A8AA-6122-4E5A-9A18-0185D8F8FCAB}" dt="2025-11-19T05:49:04.522" v="2249" actId="20577"/>
          <ac:graphicFrameMkLst>
            <pc:docMk/>
            <pc:sldMk cId="1159326832" sldId="2147482102"/>
            <ac:graphicFrameMk id="3" creationId="{FD6B18E8-DEC2-01A8-175D-70F1A4B3682F}"/>
          </ac:graphicFrameMkLst>
        </pc:graphicFrameChg>
      </pc:sldChg>
      <pc:sldChg chg="addSp delSp modSp">
        <pc:chgData name="박수완(SUWAN PARK)[jacob]/선임/제조DX.제조DX솔루션.롤맵기술팀" userId="a93f8606-b708-4471-898c-5970f970088f" providerId="ADAL" clId="{AB62A8AA-6122-4E5A-9A18-0185D8F8FCAB}" dt="2025-11-19T06:30:53.097" v="3812" actId="167"/>
        <pc:sldMkLst>
          <pc:docMk/>
          <pc:sldMk cId="4216273303" sldId="2147482152"/>
        </pc:sldMkLst>
        <pc:graphicFrameChg chg="del mod">
          <ac:chgData name="박수완(SUWAN PARK)[jacob]/선임/제조DX.제조DX솔루션.롤맵기술팀" userId="a93f8606-b708-4471-898c-5970f970088f" providerId="ADAL" clId="{AB62A8AA-6122-4E5A-9A18-0185D8F8FCAB}" dt="2025-11-19T06:30:47.239" v="3809" actId="478"/>
          <ac:graphicFrameMkLst>
            <pc:docMk/>
            <pc:sldMk cId="4216273303" sldId="2147482152"/>
            <ac:graphicFrameMk id="18" creationId="{E5337A66-4735-450F-BB05-1241FCE56139}"/>
          </ac:graphicFrameMkLst>
        </pc:graphicFrameChg>
        <pc:graphicFrameChg chg="add ord">
          <ac:chgData name="박수완(SUWAN PARK)[jacob]/선임/제조DX.제조DX솔루션.롤맵기술팀" userId="a93f8606-b708-4471-898c-5970f970088f" providerId="ADAL" clId="{AB62A8AA-6122-4E5A-9A18-0185D8F8FCAB}" dt="2025-11-19T06:30:53.097" v="3812" actId="167"/>
          <ac:graphicFrameMkLst>
            <pc:docMk/>
            <pc:sldMk cId="4216273303" sldId="2147482152"/>
            <ac:graphicFrameMk id="20" creationId="{CE22D802-324A-4D71-B014-157A63441F13}"/>
          </ac:graphicFrameMkLst>
        </pc:graphicFrameChg>
        <pc:graphicFrameChg chg="del">
          <ac:chgData name="박수완(SUWAN PARK)[jacob]/선임/제조DX.제조DX솔루션.롤맵기술팀" userId="a93f8606-b708-4471-898c-5970f970088f" providerId="ADAL" clId="{AB62A8AA-6122-4E5A-9A18-0185D8F8FCAB}" dt="2025-11-19T06:30:49.835" v="3810" actId="478"/>
          <ac:graphicFrameMkLst>
            <pc:docMk/>
            <pc:sldMk cId="4216273303" sldId="2147482152"/>
            <ac:graphicFrameMk id="24" creationId="{7CAA733A-3A46-4367-A232-3D6BE24E7D33}"/>
          </ac:graphicFrameMkLst>
        </pc:graphicFrameChg>
      </pc:sldChg>
      <pc:sldChg chg="addSp delSp modSp">
        <pc:chgData name="박수완(SUWAN PARK)[jacob]/선임/제조DX.제조DX솔루션.롤맵기술팀" userId="a93f8606-b708-4471-898c-5970f970088f" providerId="ADAL" clId="{AB62A8AA-6122-4E5A-9A18-0185D8F8FCAB}" dt="2025-11-19T06:31:11.737" v="3821" actId="478"/>
        <pc:sldMkLst>
          <pc:docMk/>
          <pc:sldMk cId="719476191" sldId="2147482153"/>
        </pc:sldMkLst>
        <pc:spChg chg="del">
          <ac:chgData name="박수완(SUWAN PARK)[jacob]/선임/제조DX.제조DX솔루션.롤맵기술팀" userId="a93f8606-b708-4471-898c-5970f970088f" providerId="ADAL" clId="{AB62A8AA-6122-4E5A-9A18-0185D8F8FCAB}" dt="2025-11-19T06:31:11.737" v="3821" actId="478"/>
          <ac:spMkLst>
            <pc:docMk/>
            <pc:sldMk cId="719476191" sldId="2147482153"/>
            <ac:spMk id="51" creationId="{CA6D81E1-FA2B-4E1F-8089-270963E42C25}"/>
          </ac:spMkLst>
        </pc:spChg>
        <pc:graphicFrameChg chg="del">
          <ac:chgData name="박수완(SUWAN PARK)[jacob]/선임/제조DX.제조DX솔루션.롤맵기술팀" userId="a93f8606-b708-4471-898c-5970f970088f" providerId="ADAL" clId="{AB62A8AA-6122-4E5A-9A18-0185D8F8FCAB}" dt="2025-11-19T06:30:57.396" v="3813" actId="478"/>
          <ac:graphicFrameMkLst>
            <pc:docMk/>
            <pc:sldMk cId="719476191" sldId="2147482153"/>
            <ac:graphicFrameMk id="19" creationId="{0F79570F-3DCF-4863-A833-72BDE0F93B51}"/>
          </ac:graphicFrameMkLst>
        </pc:graphicFrameChg>
        <pc:graphicFrameChg chg="add del">
          <ac:chgData name="박수완(SUWAN PARK)[jacob]/선임/제조DX.제조DX솔루션.롤맵기술팀" userId="a93f8606-b708-4471-898c-5970f970088f" providerId="ADAL" clId="{AB62A8AA-6122-4E5A-9A18-0185D8F8FCAB}" dt="2025-11-19T06:31:00.010" v="3815"/>
          <ac:graphicFrameMkLst>
            <pc:docMk/>
            <pc:sldMk cId="719476191" sldId="2147482153"/>
            <ac:graphicFrameMk id="21" creationId="{F92729CD-6806-47D2-9C74-C129B980BFC0}"/>
          </ac:graphicFrameMkLst>
        </pc:graphicFrameChg>
        <pc:graphicFrameChg chg="del">
          <ac:chgData name="박수완(SUWAN PARK)[jacob]/선임/제조DX.제조DX솔루션.롤맵기술팀" userId="a93f8606-b708-4471-898c-5970f970088f" providerId="ADAL" clId="{AB62A8AA-6122-4E5A-9A18-0185D8F8FCAB}" dt="2025-11-19T06:31:03.481" v="3818" actId="478"/>
          <ac:graphicFrameMkLst>
            <pc:docMk/>
            <pc:sldMk cId="719476191" sldId="2147482153"/>
            <ac:graphicFrameMk id="22" creationId="{64E5D74D-CD64-470A-976A-9D6873CDDEDD}"/>
          </ac:graphicFrameMkLst>
        </pc:graphicFrameChg>
        <pc:graphicFrameChg chg="add del">
          <ac:chgData name="박수완(SUWAN PARK)[jacob]/선임/제조DX.제조DX솔루션.롤맵기술팀" userId="a93f8606-b708-4471-898c-5970f970088f" providerId="ADAL" clId="{AB62A8AA-6122-4E5A-9A18-0185D8F8FCAB}" dt="2025-11-19T06:31:01.729" v="3817"/>
          <ac:graphicFrameMkLst>
            <pc:docMk/>
            <pc:sldMk cId="719476191" sldId="2147482153"/>
            <ac:graphicFrameMk id="23" creationId="{AD3F6211-988B-4C7B-A83A-3300B57EC730}"/>
          </ac:graphicFrameMkLst>
        </pc:graphicFrameChg>
        <pc:graphicFrameChg chg="add ord">
          <ac:chgData name="박수완(SUWAN PARK)[jacob]/선임/제조DX.제조DX솔루션.롤맵기술팀" userId="a93f8606-b708-4471-898c-5970f970088f" providerId="ADAL" clId="{AB62A8AA-6122-4E5A-9A18-0185D8F8FCAB}" dt="2025-11-19T06:31:08.981" v="3820" actId="167"/>
          <ac:graphicFrameMkLst>
            <pc:docMk/>
            <pc:sldMk cId="719476191" sldId="2147482153"/>
            <ac:graphicFrameMk id="24" creationId="{DA9720D5-9E5D-4270-AD52-B8674BAB70D6}"/>
          </ac:graphicFrameMkLst>
        </pc:graphicFrameChg>
      </pc:sldChg>
      <pc:sldChg chg="addSp delSp modSp">
        <pc:chgData name="박수완(SUWAN PARK)[jacob]/선임/제조DX.제조DX솔루션.롤맵기술팀" userId="a93f8606-b708-4471-898c-5970f970088f" providerId="ADAL" clId="{AB62A8AA-6122-4E5A-9A18-0185D8F8FCAB}" dt="2025-11-19T06:31:24.515" v="3826" actId="167"/>
        <pc:sldMkLst>
          <pc:docMk/>
          <pc:sldMk cId="1357361098" sldId="2147482154"/>
        </pc:sldMkLst>
        <pc:spChg chg="del">
          <ac:chgData name="박수완(SUWAN PARK)[jacob]/선임/제조DX.제조DX솔루션.롤맵기술팀" userId="a93f8606-b708-4471-898c-5970f970088f" providerId="ADAL" clId="{AB62A8AA-6122-4E5A-9A18-0185D8F8FCAB}" dt="2025-11-19T06:31:19.284" v="3824" actId="478"/>
          <ac:spMkLst>
            <pc:docMk/>
            <pc:sldMk cId="1357361098" sldId="2147482154"/>
            <ac:spMk id="51" creationId="{0CDCB874-FC65-4A5F-A1AB-2FC3D2376D9E}"/>
          </ac:spMkLst>
        </pc:spChg>
        <pc:graphicFrameChg chg="del">
          <ac:chgData name="박수완(SUWAN PARK)[jacob]/선임/제조DX.제조DX솔루션.롤맵기술팀" userId="a93f8606-b708-4471-898c-5970f970088f" providerId="ADAL" clId="{AB62A8AA-6122-4E5A-9A18-0185D8F8FCAB}" dt="2025-11-19T06:31:16.839" v="3822" actId="478"/>
          <ac:graphicFrameMkLst>
            <pc:docMk/>
            <pc:sldMk cId="1357361098" sldId="2147482154"/>
            <ac:graphicFrameMk id="18" creationId="{F0427CD8-D8D8-4F0B-B3D0-7BA0FF43451E}"/>
          </ac:graphicFrameMkLst>
        </pc:graphicFrameChg>
        <pc:graphicFrameChg chg="add ord">
          <ac:chgData name="박수완(SUWAN PARK)[jacob]/선임/제조DX.제조DX솔루션.롤맵기술팀" userId="a93f8606-b708-4471-898c-5970f970088f" providerId="ADAL" clId="{AB62A8AA-6122-4E5A-9A18-0185D8F8FCAB}" dt="2025-11-19T06:31:24.515" v="3826" actId="167"/>
          <ac:graphicFrameMkLst>
            <pc:docMk/>
            <pc:sldMk cId="1357361098" sldId="2147482154"/>
            <ac:graphicFrameMk id="20" creationId="{4D0A5B9B-816F-4E0A-A314-C8D20D26917B}"/>
          </ac:graphicFrameMkLst>
        </pc:graphicFrameChg>
        <pc:graphicFrameChg chg="del">
          <ac:chgData name="박수완(SUWAN PARK)[jacob]/선임/제조DX.제조DX솔루션.롤맵기술팀" userId="a93f8606-b708-4471-898c-5970f970088f" providerId="ADAL" clId="{AB62A8AA-6122-4E5A-9A18-0185D8F8FCAB}" dt="2025-11-19T06:31:17.942" v="3823" actId="478"/>
          <ac:graphicFrameMkLst>
            <pc:docMk/>
            <pc:sldMk cId="1357361098" sldId="2147482154"/>
            <ac:graphicFrameMk id="23" creationId="{CBE3F43D-D59D-4C09-AF61-111E0DDB62B9}"/>
          </ac:graphicFrameMkLst>
        </pc:graphicFrameChg>
      </pc:sldChg>
      <pc:sldChg chg="addSp delSp">
        <pc:chgData name="박수완(SUWAN PARK)[jacob]/선임/제조DX.제조DX솔루션.롤맵기술팀" userId="a93f8606-b708-4471-898c-5970f970088f" providerId="ADAL" clId="{AB62A8AA-6122-4E5A-9A18-0185D8F8FCAB}" dt="2025-11-19T06:32:02.588" v="3838"/>
        <pc:sldMkLst>
          <pc:docMk/>
          <pc:sldMk cId="2756542074" sldId="2147482155"/>
        </pc:sldMkLst>
        <pc:spChg chg="del">
          <ac:chgData name="박수완(SUWAN PARK)[jacob]/선임/제조DX.제조DX솔루션.롤맵기술팀" userId="a93f8606-b708-4471-898c-5970f970088f" providerId="ADAL" clId="{AB62A8AA-6122-4E5A-9A18-0185D8F8FCAB}" dt="2025-11-19T06:31:37.094" v="3829" actId="478"/>
          <ac:spMkLst>
            <pc:docMk/>
            <pc:sldMk cId="2756542074" sldId="2147482155"/>
            <ac:spMk id="46" creationId="{481BAD78-8F04-4E37-9CB4-C76B349113EE}"/>
          </ac:spMkLst>
        </pc:spChg>
        <pc:graphicFrameChg chg="del">
          <ac:chgData name="박수완(SUWAN PARK)[jacob]/선임/제조DX.제조DX솔루션.롤맵기술팀" userId="a93f8606-b708-4471-898c-5970f970088f" providerId="ADAL" clId="{AB62A8AA-6122-4E5A-9A18-0185D8F8FCAB}" dt="2025-11-19T06:31:35.571" v="3828" actId="478"/>
          <ac:graphicFrameMkLst>
            <pc:docMk/>
            <pc:sldMk cId="2756542074" sldId="2147482155"/>
            <ac:graphicFrameMk id="18" creationId="{2DA11685-6760-43ED-BC07-4804486DB6F0}"/>
          </ac:graphicFrameMkLst>
        </pc:graphicFrameChg>
        <pc:graphicFrameChg chg="del">
          <ac:chgData name="박수완(SUWAN PARK)[jacob]/선임/제조DX.제조DX솔루션.롤맵기술팀" userId="a93f8606-b708-4471-898c-5970f970088f" providerId="ADAL" clId="{AB62A8AA-6122-4E5A-9A18-0185D8F8FCAB}" dt="2025-11-19T06:31:34.671" v="3827" actId="478"/>
          <ac:graphicFrameMkLst>
            <pc:docMk/>
            <pc:sldMk cId="2756542074" sldId="2147482155"/>
            <ac:graphicFrameMk id="19" creationId="{E0086ADA-4F54-4A5B-9A6F-D9AAF2193BB8}"/>
          </ac:graphicFrameMkLst>
        </pc:graphicFrameChg>
        <pc:graphicFrameChg chg="add">
          <ac:chgData name="박수완(SUWAN PARK)[jacob]/선임/제조DX.제조DX솔루션.롤맵기술팀" userId="a93f8606-b708-4471-898c-5970f970088f" providerId="ADAL" clId="{AB62A8AA-6122-4E5A-9A18-0185D8F8FCAB}" dt="2025-11-19T06:32:02.588" v="3838"/>
          <ac:graphicFrameMkLst>
            <pc:docMk/>
            <pc:sldMk cId="2756542074" sldId="2147482155"/>
            <ac:graphicFrameMk id="20" creationId="{C29AEFF0-7244-4E41-A5B8-902A91A671C8}"/>
          </ac:graphicFrameMkLst>
        </pc:graphicFrameChg>
      </pc:sldChg>
      <pc:sldChg chg="addSp delSp">
        <pc:chgData name="박수완(SUWAN PARK)[jacob]/선임/제조DX.제조DX솔루션.롤맵기술팀" userId="a93f8606-b708-4471-898c-5970f970088f" providerId="ADAL" clId="{AB62A8AA-6122-4E5A-9A18-0185D8F8FCAB}" dt="2025-11-19T06:32:02.048" v="3837"/>
        <pc:sldMkLst>
          <pc:docMk/>
          <pc:sldMk cId="1685760430" sldId="2147482156"/>
        </pc:sldMkLst>
        <pc:spChg chg="del">
          <ac:chgData name="박수완(SUWAN PARK)[jacob]/선임/제조DX.제조DX솔루션.롤맵기술팀" userId="a93f8606-b708-4471-898c-5970f970088f" providerId="ADAL" clId="{AB62A8AA-6122-4E5A-9A18-0185D8F8FCAB}" dt="2025-11-19T06:31:40.995" v="3830" actId="478"/>
          <ac:spMkLst>
            <pc:docMk/>
            <pc:sldMk cId="1685760430" sldId="2147482156"/>
            <ac:spMk id="46" creationId="{12725F63-855F-4201-92EE-C9E3D3A178BF}"/>
          </ac:spMkLst>
        </pc:spChg>
        <pc:graphicFrameChg chg="del">
          <ac:chgData name="박수완(SUWAN PARK)[jacob]/선임/제조DX.제조DX솔루션.롤맵기술팀" userId="a93f8606-b708-4471-898c-5970f970088f" providerId="ADAL" clId="{AB62A8AA-6122-4E5A-9A18-0185D8F8FCAB}" dt="2025-11-19T06:31:40.995" v="3830" actId="478"/>
          <ac:graphicFrameMkLst>
            <pc:docMk/>
            <pc:sldMk cId="1685760430" sldId="2147482156"/>
            <ac:graphicFrameMk id="18" creationId="{C1A39ABA-D842-40CF-8F85-E89576957934}"/>
          </ac:graphicFrameMkLst>
        </pc:graphicFrameChg>
        <pc:graphicFrameChg chg="add">
          <ac:chgData name="박수완(SUWAN PARK)[jacob]/선임/제조DX.제조DX솔루션.롤맵기술팀" userId="a93f8606-b708-4471-898c-5970f970088f" providerId="ADAL" clId="{AB62A8AA-6122-4E5A-9A18-0185D8F8FCAB}" dt="2025-11-19T06:32:02.048" v="3837"/>
          <ac:graphicFrameMkLst>
            <pc:docMk/>
            <pc:sldMk cId="1685760430" sldId="2147482156"/>
            <ac:graphicFrameMk id="19" creationId="{197AC351-9B94-4151-9F3E-1F17E57ED62B}"/>
          </ac:graphicFrameMkLst>
        </pc:graphicFrameChg>
        <pc:graphicFrameChg chg="del">
          <ac:chgData name="박수완(SUWAN PARK)[jacob]/선임/제조DX.제조DX솔루션.롤맵기술팀" userId="a93f8606-b708-4471-898c-5970f970088f" providerId="ADAL" clId="{AB62A8AA-6122-4E5A-9A18-0185D8F8FCAB}" dt="2025-11-19T06:31:40.995" v="3830" actId="478"/>
          <ac:graphicFrameMkLst>
            <pc:docMk/>
            <pc:sldMk cId="1685760430" sldId="2147482156"/>
            <ac:graphicFrameMk id="22" creationId="{E14AB5CD-8237-411C-BC5D-4FFE4327FBD1}"/>
          </ac:graphicFrameMkLst>
        </pc:graphicFrameChg>
      </pc:sldChg>
      <pc:sldChg chg="addSp delSp">
        <pc:chgData name="박수완(SUWAN PARK)[jacob]/선임/제조DX.제조DX솔루션.롤맵기술팀" userId="a93f8606-b708-4471-898c-5970f970088f" providerId="ADAL" clId="{AB62A8AA-6122-4E5A-9A18-0185D8F8FCAB}" dt="2025-11-19T06:32:01.125" v="3836"/>
        <pc:sldMkLst>
          <pc:docMk/>
          <pc:sldMk cId="1270712381" sldId="2147482157"/>
        </pc:sldMkLst>
        <pc:spChg chg="del">
          <ac:chgData name="박수완(SUWAN PARK)[jacob]/선임/제조DX.제조DX솔루션.롤맵기술팀" userId="a93f8606-b708-4471-898c-5970f970088f" providerId="ADAL" clId="{AB62A8AA-6122-4E5A-9A18-0185D8F8FCAB}" dt="2025-11-19T06:31:45.278" v="3831" actId="478"/>
          <ac:spMkLst>
            <pc:docMk/>
            <pc:sldMk cId="1270712381" sldId="2147482157"/>
            <ac:spMk id="46" creationId="{D6D98FF2-BCF2-4390-B8D9-6947487E370B}"/>
          </ac:spMkLst>
        </pc:spChg>
        <pc:graphicFrameChg chg="del">
          <ac:chgData name="박수완(SUWAN PARK)[jacob]/선임/제조DX.제조DX솔루션.롤맵기술팀" userId="a93f8606-b708-4471-898c-5970f970088f" providerId="ADAL" clId="{AB62A8AA-6122-4E5A-9A18-0185D8F8FCAB}" dt="2025-11-19T06:32:00.278" v="3835" actId="478"/>
          <ac:graphicFrameMkLst>
            <pc:docMk/>
            <pc:sldMk cId="1270712381" sldId="2147482157"/>
            <ac:graphicFrameMk id="18" creationId="{03BE1D1D-EFE5-4FB2-848C-15ED9CAB7510}"/>
          </ac:graphicFrameMkLst>
        </pc:graphicFrameChg>
        <pc:graphicFrameChg chg="add">
          <ac:chgData name="박수완(SUWAN PARK)[jacob]/선임/제조DX.제조DX솔루션.롤맵기술팀" userId="a93f8606-b708-4471-898c-5970f970088f" providerId="ADAL" clId="{AB62A8AA-6122-4E5A-9A18-0185D8F8FCAB}" dt="2025-11-19T06:32:01.125" v="3836"/>
          <ac:graphicFrameMkLst>
            <pc:docMk/>
            <pc:sldMk cId="1270712381" sldId="2147482157"/>
            <ac:graphicFrameMk id="19" creationId="{57F9DB81-8AAF-42BC-806B-D07D80EC3A48}"/>
          </ac:graphicFrameMkLst>
        </pc:graphicFrameChg>
        <pc:graphicFrameChg chg="del">
          <ac:chgData name="박수완(SUWAN PARK)[jacob]/선임/제조DX.제조DX솔루션.롤맵기술팀" userId="a93f8606-b708-4471-898c-5970f970088f" providerId="ADAL" clId="{AB62A8AA-6122-4E5A-9A18-0185D8F8FCAB}" dt="2025-11-19T06:32:00.278" v="3835" actId="478"/>
          <ac:graphicFrameMkLst>
            <pc:docMk/>
            <pc:sldMk cId="1270712381" sldId="2147482157"/>
            <ac:graphicFrameMk id="22" creationId="{30BE43B8-0FDE-47D6-BF6C-27B76B827D00}"/>
          </ac:graphicFrameMkLst>
        </pc:graphicFrameChg>
      </pc:sldChg>
      <pc:sldChg chg="addSp delSp">
        <pc:chgData name="박수완(SUWAN PARK)[jacob]/선임/제조DX.제조DX솔루션.롤맵기술팀" userId="a93f8606-b708-4471-898c-5970f970088f" providerId="ADAL" clId="{AB62A8AA-6122-4E5A-9A18-0185D8F8FCAB}" dt="2025-11-19T06:32:03.166" v="3839"/>
        <pc:sldMkLst>
          <pc:docMk/>
          <pc:sldMk cId="3468524003" sldId="2147482158"/>
        </pc:sldMkLst>
        <pc:spChg chg="del">
          <ac:chgData name="박수완(SUWAN PARK)[jacob]/선임/제조DX.제조DX솔루션.롤맵기술팀" userId="a93f8606-b708-4471-898c-5970f970088f" providerId="ADAL" clId="{AB62A8AA-6122-4E5A-9A18-0185D8F8FCAB}" dt="2025-11-19T06:31:48.966" v="3832" actId="478"/>
          <ac:spMkLst>
            <pc:docMk/>
            <pc:sldMk cId="3468524003" sldId="2147482158"/>
            <ac:spMk id="46" creationId="{E7711FF5-3375-4879-B281-061C739A07AD}"/>
          </ac:spMkLst>
        </pc:spChg>
        <pc:graphicFrameChg chg="del">
          <ac:chgData name="박수완(SUWAN PARK)[jacob]/선임/제조DX.제조DX솔루션.롤맵기술팀" userId="a93f8606-b708-4471-898c-5970f970088f" providerId="ADAL" clId="{AB62A8AA-6122-4E5A-9A18-0185D8F8FCAB}" dt="2025-11-19T06:31:48.966" v="3832" actId="478"/>
          <ac:graphicFrameMkLst>
            <pc:docMk/>
            <pc:sldMk cId="3468524003" sldId="2147482158"/>
            <ac:graphicFrameMk id="18" creationId="{53D5D584-F697-4396-A755-6B4EB5333B98}"/>
          </ac:graphicFrameMkLst>
        </pc:graphicFrameChg>
        <pc:graphicFrameChg chg="add">
          <ac:chgData name="박수완(SUWAN PARK)[jacob]/선임/제조DX.제조DX솔루션.롤맵기술팀" userId="a93f8606-b708-4471-898c-5970f970088f" providerId="ADAL" clId="{AB62A8AA-6122-4E5A-9A18-0185D8F8FCAB}" dt="2025-11-19T06:32:03.166" v="3839"/>
          <ac:graphicFrameMkLst>
            <pc:docMk/>
            <pc:sldMk cId="3468524003" sldId="2147482158"/>
            <ac:graphicFrameMk id="19" creationId="{BBA4D3A6-B372-42DE-9842-8CC4E02BD613}"/>
          </ac:graphicFrameMkLst>
        </pc:graphicFrameChg>
        <pc:graphicFrameChg chg="del">
          <ac:chgData name="박수완(SUWAN PARK)[jacob]/선임/제조DX.제조DX솔루션.롤맵기술팀" userId="a93f8606-b708-4471-898c-5970f970088f" providerId="ADAL" clId="{AB62A8AA-6122-4E5A-9A18-0185D8F8FCAB}" dt="2025-11-19T06:31:48.966" v="3832" actId="478"/>
          <ac:graphicFrameMkLst>
            <pc:docMk/>
            <pc:sldMk cId="3468524003" sldId="2147482158"/>
            <ac:graphicFrameMk id="33" creationId="{715703FE-2822-427A-A064-B0C4BFBA3162}"/>
          </ac:graphicFrameMkLst>
        </pc:graphicFrameChg>
      </pc:sldChg>
      <pc:sldChg chg="addSp delSp">
        <pc:chgData name="박수완(SUWAN PARK)[jacob]/선임/제조DX.제조DX솔루션.롤맵기술팀" userId="a93f8606-b708-4471-898c-5970f970088f" providerId="ADAL" clId="{AB62A8AA-6122-4E5A-9A18-0185D8F8FCAB}" dt="2025-11-19T06:32:03.723" v="3840"/>
        <pc:sldMkLst>
          <pc:docMk/>
          <pc:sldMk cId="3982393149" sldId="2147482159"/>
        </pc:sldMkLst>
        <pc:spChg chg="del">
          <ac:chgData name="박수완(SUWAN PARK)[jacob]/선임/제조DX.제조DX솔루션.롤맵기술팀" userId="a93f8606-b708-4471-898c-5970f970088f" providerId="ADAL" clId="{AB62A8AA-6122-4E5A-9A18-0185D8F8FCAB}" dt="2025-11-19T06:31:52.408" v="3833" actId="478"/>
          <ac:spMkLst>
            <pc:docMk/>
            <pc:sldMk cId="3982393149" sldId="2147482159"/>
            <ac:spMk id="46" creationId="{805457F8-5184-428F-961F-C115F5F7C6F2}"/>
          </ac:spMkLst>
        </pc:spChg>
        <pc:graphicFrameChg chg="del">
          <ac:chgData name="박수완(SUWAN PARK)[jacob]/선임/제조DX.제조DX솔루션.롤맵기술팀" userId="a93f8606-b708-4471-898c-5970f970088f" providerId="ADAL" clId="{AB62A8AA-6122-4E5A-9A18-0185D8F8FCAB}" dt="2025-11-19T06:31:52.408" v="3833" actId="478"/>
          <ac:graphicFrameMkLst>
            <pc:docMk/>
            <pc:sldMk cId="3982393149" sldId="2147482159"/>
            <ac:graphicFrameMk id="18" creationId="{4FF06715-43F7-4F95-88A9-D674F55930BE}"/>
          </ac:graphicFrameMkLst>
        </pc:graphicFrameChg>
        <pc:graphicFrameChg chg="add">
          <ac:chgData name="박수완(SUWAN PARK)[jacob]/선임/제조DX.제조DX솔루션.롤맵기술팀" userId="a93f8606-b708-4471-898c-5970f970088f" providerId="ADAL" clId="{AB62A8AA-6122-4E5A-9A18-0185D8F8FCAB}" dt="2025-11-19T06:32:03.723" v="3840"/>
          <ac:graphicFrameMkLst>
            <pc:docMk/>
            <pc:sldMk cId="3982393149" sldId="2147482159"/>
            <ac:graphicFrameMk id="19" creationId="{9C1806C0-446E-47C8-944A-06A94EA73D8F}"/>
          </ac:graphicFrameMkLst>
        </pc:graphicFrameChg>
        <pc:graphicFrameChg chg="del">
          <ac:chgData name="박수완(SUWAN PARK)[jacob]/선임/제조DX.제조DX솔루션.롤맵기술팀" userId="a93f8606-b708-4471-898c-5970f970088f" providerId="ADAL" clId="{AB62A8AA-6122-4E5A-9A18-0185D8F8FCAB}" dt="2025-11-19T06:31:52.408" v="3833" actId="478"/>
          <ac:graphicFrameMkLst>
            <pc:docMk/>
            <pc:sldMk cId="3982393149" sldId="2147482159"/>
            <ac:graphicFrameMk id="33" creationId="{1306FEAA-22F3-434B-8D7C-E5290D19EF23}"/>
          </ac:graphicFrameMkLst>
        </pc:graphicFrameChg>
      </pc:sldChg>
      <pc:sldChg chg="addSp delSp">
        <pc:chgData name="박수완(SUWAN PARK)[jacob]/선임/제조DX.제조DX솔루션.롤맵기술팀" userId="a93f8606-b708-4471-898c-5970f970088f" providerId="ADAL" clId="{AB62A8AA-6122-4E5A-9A18-0185D8F8FCAB}" dt="2025-11-19T06:32:04.254" v="3841"/>
        <pc:sldMkLst>
          <pc:docMk/>
          <pc:sldMk cId="4127400384" sldId="2147482160"/>
        </pc:sldMkLst>
        <pc:spChg chg="del">
          <ac:chgData name="박수완(SUWAN PARK)[jacob]/선임/제조DX.제조DX솔루션.롤맵기술팀" userId="a93f8606-b708-4471-898c-5970f970088f" providerId="ADAL" clId="{AB62A8AA-6122-4E5A-9A18-0185D8F8FCAB}" dt="2025-11-19T06:31:56.460" v="3834" actId="478"/>
          <ac:spMkLst>
            <pc:docMk/>
            <pc:sldMk cId="4127400384" sldId="2147482160"/>
            <ac:spMk id="45" creationId="{35B7EA31-C532-49F6-8651-981B614BA8C4}"/>
          </ac:spMkLst>
        </pc:spChg>
        <pc:graphicFrameChg chg="del">
          <ac:chgData name="박수완(SUWAN PARK)[jacob]/선임/제조DX.제조DX솔루션.롤맵기술팀" userId="a93f8606-b708-4471-898c-5970f970088f" providerId="ADAL" clId="{AB62A8AA-6122-4E5A-9A18-0185D8F8FCAB}" dt="2025-11-19T06:31:56.460" v="3834" actId="478"/>
          <ac:graphicFrameMkLst>
            <pc:docMk/>
            <pc:sldMk cId="4127400384" sldId="2147482160"/>
            <ac:graphicFrameMk id="17" creationId="{93C45855-E0B6-4751-9F50-8880CA87C80D}"/>
          </ac:graphicFrameMkLst>
        </pc:graphicFrameChg>
        <pc:graphicFrameChg chg="add">
          <ac:chgData name="박수완(SUWAN PARK)[jacob]/선임/제조DX.제조DX솔루션.롤맵기술팀" userId="a93f8606-b708-4471-898c-5970f970088f" providerId="ADAL" clId="{AB62A8AA-6122-4E5A-9A18-0185D8F8FCAB}" dt="2025-11-19T06:32:04.254" v="3841"/>
          <ac:graphicFrameMkLst>
            <pc:docMk/>
            <pc:sldMk cId="4127400384" sldId="2147482160"/>
            <ac:graphicFrameMk id="18" creationId="{D90C02AA-15F8-4E0D-BE1B-0BF9BF5A1C7F}"/>
          </ac:graphicFrameMkLst>
        </pc:graphicFrameChg>
        <pc:graphicFrameChg chg="del">
          <ac:chgData name="박수완(SUWAN PARK)[jacob]/선임/제조DX.제조DX솔루션.롤맵기술팀" userId="a93f8606-b708-4471-898c-5970f970088f" providerId="ADAL" clId="{AB62A8AA-6122-4E5A-9A18-0185D8F8FCAB}" dt="2025-11-19T06:31:56.460" v="3834" actId="478"/>
          <ac:graphicFrameMkLst>
            <pc:docMk/>
            <pc:sldMk cId="4127400384" sldId="2147482160"/>
            <ac:graphicFrameMk id="21" creationId="{816629D5-4853-4E64-B31C-C27422E3B4BC}"/>
          </ac:graphicFrameMkLst>
        </pc:graphicFrameChg>
      </pc:sldChg>
    </pc:docChg>
  </pc:docChgLst>
  <pc:docChgLst>
    <pc:chgData name="박형식 " userId="0cd7f50e-5bcd-4bfb-9828-a186843fb8c8" providerId="ADAL" clId="{E83C2A83-F7CD-4FBF-B493-214169EBF10E}"/>
    <pc:docChg chg="undo custSel modSld">
      <pc:chgData name="박형식 " userId="0cd7f50e-5bcd-4bfb-9828-a186843fb8c8" providerId="ADAL" clId="{E83C2A83-F7CD-4FBF-B493-214169EBF10E}" dt="2025-11-12T05:04:32.062" v="331"/>
      <pc:docMkLst>
        <pc:docMk/>
      </pc:docMkLst>
    </pc:docChg>
  </pc:docChgLst>
  <pc:docChgLst>
    <pc:chgData name="윤병호(Byeongho Yun)[bhyun91]/사원/제조지능화.제조PI.지능화기반.기반구축2팀" userId="32fa0f43-f624-4105-82ae-739587876fc5" providerId="ADAL" clId="{B071BCA3-F39D-460D-A53C-95B7404A4EA8}"/>
    <pc:docChg chg="custSel modSld">
      <pc:chgData name="윤병호(Byeongho Yun)[bhyun91]/사원/제조지능화.제조PI.지능화기반.기반구축2팀" userId="32fa0f43-f624-4105-82ae-739587876fc5" providerId="ADAL" clId="{B071BCA3-F39D-460D-A53C-95B7404A4EA8}" dt="2025-10-14T00:41:43.311" v="1525"/>
      <pc:docMkLst>
        <pc:docMk/>
      </pc:docMkLst>
      <pc:sldChg chg="delSp modSp">
        <pc:chgData name="윤병호(Byeongho Yun)[bhyun91]/사원/제조지능화.제조PI.지능화기반.기반구축2팀" userId="32fa0f43-f624-4105-82ae-739587876fc5" providerId="ADAL" clId="{B071BCA3-F39D-460D-A53C-95B7404A4EA8}" dt="2025-10-14T00:41:43.311" v="1525"/>
        <pc:sldMkLst>
          <pc:docMk/>
          <pc:sldMk cId="2559780372" sldId="2147481944"/>
        </pc:sldMkLst>
        <pc:spChg chg="mod topLvl">
          <ac:chgData name="윤병호(Byeongho Yun)[bhyun91]/사원/제조지능화.제조PI.지능화기반.기반구축2팀" userId="32fa0f43-f624-4105-82ae-739587876fc5" providerId="ADAL" clId="{B071BCA3-F39D-460D-A53C-95B7404A4EA8}" dt="2025-10-14T00:11:51.200" v="27" actId="1076"/>
          <ac:spMkLst>
            <pc:docMk/>
            <pc:sldMk cId="2559780372" sldId="2147481944"/>
            <ac:spMk id="19" creationId="{2E578BFA-4F52-473A-8A6A-891E8673C473}"/>
          </ac:spMkLst>
        </pc:spChg>
        <pc:spChg chg="mod topLvl">
          <ac:chgData name="윤병호(Byeongho Yun)[bhyun91]/사원/제조지능화.제조PI.지능화기반.기반구축2팀" userId="32fa0f43-f624-4105-82ae-739587876fc5" providerId="ADAL" clId="{B071BCA3-F39D-460D-A53C-95B7404A4EA8}" dt="2025-10-14T00:11:40.904" v="25" actId="1038"/>
          <ac:spMkLst>
            <pc:docMk/>
            <pc:sldMk cId="2559780372" sldId="2147481944"/>
            <ac:spMk id="21" creationId="{56504C36-E416-4555-A91B-93214BBA4B92}"/>
          </ac:spMkLst>
        </pc:spChg>
        <pc:spChg chg="mod">
          <ac:chgData name="윤병호(Byeongho Yun)[bhyun91]/사원/제조지능화.제조PI.지능화기반.기반구축2팀" userId="32fa0f43-f624-4105-82ae-739587876fc5" providerId="ADAL" clId="{B071BCA3-F39D-460D-A53C-95B7404A4EA8}" dt="2025-10-14T00:10:08.185" v="6" actId="20577"/>
          <ac:spMkLst>
            <pc:docMk/>
            <pc:sldMk cId="2559780372" sldId="2147481944"/>
            <ac:spMk id="22" creationId="{81B17DB2-3DCC-4A8F-9347-F9695BEF8B6D}"/>
          </ac:spMkLst>
        </pc:spChg>
        <pc:graphicFrameChg chg="mod modGraphic">
          <ac:chgData name="윤병호(Byeongho Yun)[bhyun91]/사원/제조지능화.제조PI.지능화기반.기반구축2팀" userId="32fa0f43-f624-4105-82ae-739587876fc5" providerId="ADAL" clId="{B071BCA3-F39D-460D-A53C-95B7404A4EA8}" dt="2025-10-14T00:41:43.311" v="1525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  <pc:graphicFrameChg chg="mod modGraphic">
          <ac:chgData name="윤병호(Byeongho Yun)[bhyun91]/사원/제조지능화.제조PI.지능화기반.기반구축2팀" userId="32fa0f43-f624-4105-82ae-739587876fc5" providerId="ADAL" clId="{B071BCA3-F39D-460D-A53C-95B7404A4EA8}" dt="2025-10-14T00:11:55.921" v="34" actId="20577"/>
          <ac:graphicFrameMkLst>
            <pc:docMk/>
            <pc:sldMk cId="2559780372" sldId="2147481944"/>
            <ac:graphicFrameMk id="14" creationId="{C0FEE8D4-249E-4A1E-A47A-4401A1E7C448}"/>
          </ac:graphicFrameMkLst>
        </pc:graphicFrameChg>
      </pc:sldChg>
    </pc:docChg>
  </pc:docChgLst>
  <pc:docChgLst>
    <pc:chgData name="임성묵(SUNGMOOK LIM)[muksung0084]/선임/제조DX.제조DX솔루션.데이터통합분석팀" userId="caabadf1-d768-4a71-b809-79647c0ca9fa" providerId="ADAL" clId="{00A2F5AF-F196-4392-965E-FBFF71AB1A90}"/>
    <pc:docChg chg="undo custSel modSld">
      <pc:chgData name="임성묵(SUNGMOOK LIM)[muksung0084]/선임/제조DX.제조DX솔루션.데이터통합분석팀" userId="caabadf1-d768-4a71-b809-79647c0ca9fa" providerId="ADAL" clId="{00A2F5AF-F196-4392-965E-FBFF71AB1A90}" dt="2025-12-16T08:17:14.721" v="8349" actId="14100"/>
      <pc:docMkLst>
        <pc:docMk/>
      </pc:docMkLst>
      <pc:sldChg chg="addSp delSp modSp mod">
        <pc:chgData name="임성묵(SUNGMOOK LIM)[muksung0084]/선임/제조DX.제조DX솔루션.데이터통합분석팀" userId="caabadf1-d768-4a71-b809-79647c0ca9fa" providerId="ADAL" clId="{00A2F5AF-F196-4392-965E-FBFF71AB1A90}" dt="2025-12-16T06:59:04.239" v="1961" actId="20577"/>
        <pc:sldMkLst>
          <pc:docMk/>
          <pc:sldMk cId="4208823273" sldId="2147481955"/>
        </pc:sldMkLst>
        <pc:spChg chg="add mod">
          <ac:chgData name="임성묵(SUNGMOOK LIM)[muksung0084]/선임/제조DX.제조DX솔루션.데이터통합분석팀" userId="caabadf1-d768-4a71-b809-79647c0ca9fa" providerId="ADAL" clId="{00A2F5AF-F196-4392-965E-FBFF71AB1A90}" dt="2025-12-16T06:57:19.961" v="1706" actId="1035"/>
          <ac:spMkLst>
            <pc:docMk/>
            <pc:sldMk cId="4208823273" sldId="2147481955"/>
            <ac:spMk id="2" creationId="{F8A74118-9485-FC25-3133-FD615AED2F1E}"/>
          </ac:spMkLst>
        </pc:spChg>
        <pc:spChg chg="mod">
          <ac:chgData name="임성묵(SUNGMOOK LIM)[muksung0084]/선임/제조DX.제조DX솔루션.데이터통합분석팀" userId="caabadf1-d768-4a71-b809-79647c0ca9fa" providerId="ADAL" clId="{00A2F5AF-F196-4392-965E-FBFF71AB1A90}" dt="2025-12-16T06:59:04.239" v="1961" actId="20577"/>
          <ac:spMkLst>
            <pc:docMk/>
            <pc:sldMk cId="4208823273" sldId="2147481955"/>
            <ac:spMk id="9" creationId="{00000000-0000-0000-0000-000000000000}"/>
          </ac:spMkLst>
        </pc:spChg>
        <pc:spChg chg="mod">
          <ac:chgData name="임성묵(SUNGMOOK LIM)[muksung0084]/선임/제조DX.제조DX솔루션.데이터통합분석팀" userId="caabadf1-d768-4a71-b809-79647c0ca9fa" providerId="ADAL" clId="{00A2F5AF-F196-4392-965E-FBFF71AB1A90}" dt="2025-12-16T06:58:46.603" v="1950"/>
          <ac:spMkLst>
            <pc:docMk/>
            <pc:sldMk cId="4208823273" sldId="2147481955"/>
            <ac:spMk id="46" creationId="{FC3B12BE-4589-4397-8B71-019FF34AA35E}"/>
          </ac:spMkLst>
        </pc:spChg>
        <pc:graphicFrameChg chg="mod modGraphic">
          <ac:chgData name="임성묵(SUNGMOOK LIM)[muksung0084]/선임/제조DX.제조DX솔루션.데이터통합분석팀" userId="caabadf1-d768-4a71-b809-79647c0ca9fa" providerId="ADAL" clId="{00A2F5AF-F196-4392-965E-FBFF71AB1A90}" dt="2025-12-16T06:52:33.809" v="588" actId="207"/>
          <ac:graphicFrameMkLst>
            <pc:docMk/>
            <pc:sldMk cId="4208823273" sldId="2147481955"/>
            <ac:graphicFrameMk id="19" creationId="{3E86696F-E35A-4B06-9B46-63A4A6A986C1}"/>
          </ac:graphicFrameMkLst>
        </pc:graphicFrameChg>
        <pc:picChg chg="del mod">
          <ac:chgData name="임성묵(SUNGMOOK LIM)[muksung0084]/선임/제조DX.제조DX솔루션.데이터통합분석팀" userId="caabadf1-d768-4a71-b809-79647c0ca9fa" providerId="ADAL" clId="{00A2F5AF-F196-4392-965E-FBFF71AB1A90}" dt="2025-12-16T06:54:47.044" v="1111" actId="478"/>
          <ac:picMkLst>
            <pc:docMk/>
            <pc:sldMk cId="4208823273" sldId="2147481955"/>
            <ac:picMk id="4" creationId="{29D74258-21C4-8181-8BCB-94DBD716B58F}"/>
          </ac:picMkLst>
        </pc:picChg>
      </pc:sldChg>
      <pc:sldChg chg="addSp modSp mod">
        <pc:chgData name="임성묵(SUNGMOOK LIM)[muksung0084]/선임/제조DX.제조DX솔루션.데이터통합분석팀" userId="caabadf1-d768-4a71-b809-79647c0ca9fa" providerId="ADAL" clId="{00A2F5AF-F196-4392-965E-FBFF71AB1A90}" dt="2025-12-16T07:00:19.920" v="2023"/>
        <pc:sldMkLst>
          <pc:docMk/>
          <pc:sldMk cId="1325916645" sldId="2147481957"/>
        </pc:sldMkLst>
        <pc:spChg chg="add mod">
          <ac:chgData name="임성묵(SUNGMOOK LIM)[muksung0084]/선임/제조DX.제조DX솔루션.데이터통합분석팀" userId="caabadf1-d768-4a71-b809-79647c0ca9fa" providerId="ADAL" clId="{00A2F5AF-F196-4392-965E-FBFF71AB1A90}" dt="2025-12-16T07:00:07.408" v="2013" actId="14100"/>
          <ac:spMkLst>
            <pc:docMk/>
            <pc:sldMk cId="1325916645" sldId="2147481957"/>
            <ac:spMk id="5" creationId="{4F733B4F-6431-AAA0-15C7-151822320BEC}"/>
          </ac:spMkLst>
        </pc:spChg>
        <pc:spChg chg="mod">
          <ac:chgData name="임성묵(SUNGMOOK LIM)[muksung0084]/선임/제조DX.제조DX솔루션.데이터통합분석팀" userId="caabadf1-d768-4a71-b809-79647c0ca9fa" providerId="ADAL" clId="{00A2F5AF-F196-4392-965E-FBFF71AB1A90}" dt="2025-12-16T07:00:19.920" v="2023"/>
          <ac:spMkLst>
            <pc:docMk/>
            <pc:sldMk cId="1325916645" sldId="2147481957"/>
            <ac:spMk id="9" creationId="{00000000-0000-0000-0000-000000000000}"/>
          </ac:spMkLst>
        </pc:spChg>
        <pc:graphicFrameChg chg="mod modGraphic">
          <ac:chgData name="임성묵(SUNGMOOK LIM)[muksung0084]/선임/제조DX.제조DX솔루션.데이터통합분석팀" userId="caabadf1-d768-4a71-b809-79647c0ca9fa" providerId="ADAL" clId="{00A2F5AF-F196-4392-965E-FBFF71AB1A90}" dt="2025-12-16T07:00:12.312" v="2014" actId="207"/>
          <ac:graphicFrameMkLst>
            <pc:docMk/>
            <pc:sldMk cId="1325916645" sldId="2147481957"/>
            <ac:graphicFrameMk id="19" creationId="{3E86696F-E35A-4B06-9B46-63A4A6A986C1}"/>
          </ac:graphicFrameMkLst>
        </pc:graphicFrameChg>
      </pc:sldChg>
      <pc:sldChg chg="modSp mod">
        <pc:chgData name="임성묵(SUNGMOOK LIM)[muksung0084]/선임/제조DX.제조DX솔루션.데이터통합분석팀" userId="caabadf1-d768-4a71-b809-79647c0ca9fa" providerId="ADAL" clId="{00A2F5AF-F196-4392-965E-FBFF71AB1A90}" dt="2025-12-16T08:07:56.535" v="7708" actId="20577"/>
        <pc:sldMkLst>
          <pc:docMk/>
          <pc:sldMk cId="3572448725" sldId="2147482058"/>
        </pc:sldMkLst>
        <pc:spChg chg="mod">
          <ac:chgData name="임성묵(SUNGMOOK LIM)[muksung0084]/선임/제조DX.제조DX솔루션.데이터통합분석팀" userId="caabadf1-d768-4a71-b809-79647c0ca9fa" providerId="ADAL" clId="{00A2F5AF-F196-4392-965E-FBFF71AB1A90}" dt="2025-12-16T08:07:56.535" v="7708" actId="20577"/>
          <ac:spMkLst>
            <pc:docMk/>
            <pc:sldMk cId="3572448725" sldId="2147482058"/>
            <ac:spMk id="20" creationId="{BB178E88-B809-4A0C-AEDB-08EDDEFC3101}"/>
          </ac:spMkLst>
        </pc:spChg>
        <pc:graphicFrameChg chg="modGraphic">
          <ac:chgData name="임성묵(SUNGMOOK LIM)[muksung0084]/선임/제조DX.제조DX솔루션.데이터통합분석팀" userId="caabadf1-d768-4a71-b809-79647c0ca9fa" providerId="ADAL" clId="{00A2F5AF-F196-4392-965E-FBFF71AB1A90}" dt="2025-12-16T07:48:25.866" v="5222" actId="207"/>
          <ac:graphicFrameMkLst>
            <pc:docMk/>
            <pc:sldMk cId="3572448725" sldId="2147482058"/>
            <ac:graphicFrameMk id="4" creationId="{73A3AF91-63B3-634C-B723-8CE6B7EF4CD9}"/>
          </ac:graphicFrameMkLst>
        </pc:graphicFrameChg>
      </pc:sldChg>
      <pc:sldChg chg="modSp mod">
        <pc:chgData name="임성묵(SUNGMOOK LIM)[muksung0084]/선임/제조DX.제조DX솔루션.데이터통합분석팀" userId="caabadf1-d768-4a71-b809-79647c0ca9fa" providerId="ADAL" clId="{00A2F5AF-F196-4392-965E-FBFF71AB1A90}" dt="2025-12-16T06:35:38.163" v="198" actId="207"/>
        <pc:sldMkLst>
          <pc:docMk/>
          <pc:sldMk cId="1843005666" sldId="2147482119"/>
        </pc:sldMkLst>
        <pc:spChg chg="mod">
          <ac:chgData name="임성묵(SUNGMOOK LIM)[muksung0084]/선임/제조DX.제조DX솔루션.데이터통합분석팀" userId="caabadf1-d768-4a71-b809-79647c0ca9fa" providerId="ADAL" clId="{00A2F5AF-F196-4392-965E-FBFF71AB1A90}" dt="2025-12-16T06:34:47.682" v="31" actId="20577"/>
          <ac:spMkLst>
            <pc:docMk/>
            <pc:sldMk cId="1843005666" sldId="2147482119"/>
            <ac:spMk id="3" creationId="{0CC39962-AED9-0FD6-7F0C-29A8FBE67A4F}"/>
          </ac:spMkLst>
        </pc:spChg>
        <pc:graphicFrameChg chg="modGraphic">
          <ac:chgData name="임성묵(SUNGMOOK LIM)[muksung0084]/선임/제조DX.제조DX솔루션.데이터통합분석팀" userId="caabadf1-d768-4a71-b809-79647c0ca9fa" providerId="ADAL" clId="{00A2F5AF-F196-4392-965E-FBFF71AB1A90}" dt="2025-12-16T06:34:40.604" v="22" actId="207"/>
          <ac:graphicFrameMkLst>
            <pc:docMk/>
            <pc:sldMk cId="1843005666" sldId="2147482119"/>
            <ac:graphicFrameMk id="9" creationId="{A3D61C03-D55B-4E21-8B1C-3A5E062F1415}"/>
          </ac:graphicFrameMkLst>
        </pc:graphicFrameChg>
        <pc:graphicFrameChg chg="mod modGraphic">
          <ac:chgData name="임성묵(SUNGMOOK LIM)[muksung0084]/선임/제조DX.제조DX솔루션.데이터통합분석팀" userId="caabadf1-d768-4a71-b809-79647c0ca9fa" providerId="ADAL" clId="{00A2F5AF-F196-4392-965E-FBFF71AB1A90}" dt="2025-12-16T06:35:38.163" v="198" actId="207"/>
          <ac:graphicFrameMkLst>
            <pc:docMk/>
            <pc:sldMk cId="1843005666" sldId="2147482119"/>
            <ac:graphicFrameMk id="19" creationId="{3E86696F-E35A-4B06-9B46-63A4A6A986C1}"/>
          </ac:graphicFrameMkLst>
        </pc:graphicFrameChg>
      </pc:sldChg>
      <pc:sldChg chg="delSp modSp mod">
        <pc:chgData name="임성묵(SUNGMOOK LIM)[muksung0084]/선임/제조DX.제조DX솔루션.데이터통합분석팀" userId="caabadf1-d768-4a71-b809-79647c0ca9fa" providerId="ADAL" clId="{00A2F5AF-F196-4392-965E-FBFF71AB1A90}" dt="2025-12-16T06:44:03.100" v="270" actId="20577"/>
        <pc:sldMkLst>
          <pc:docMk/>
          <pc:sldMk cId="1631578392" sldId="2147482120"/>
        </pc:sldMkLst>
        <pc:spChg chg="mod">
          <ac:chgData name="임성묵(SUNGMOOK LIM)[muksung0084]/선임/제조DX.제조DX솔루션.데이터통합분석팀" userId="caabadf1-d768-4a71-b809-79647c0ca9fa" providerId="ADAL" clId="{00A2F5AF-F196-4392-965E-FBFF71AB1A90}" dt="2025-12-16T06:44:03.100" v="270" actId="20577"/>
          <ac:spMkLst>
            <pc:docMk/>
            <pc:sldMk cId="1631578392" sldId="2147482120"/>
            <ac:spMk id="9" creationId="{00000000-0000-0000-0000-000000000000}"/>
          </ac:spMkLst>
        </pc:spChg>
        <pc:spChg chg="del">
          <ac:chgData name="임성묵(SUNGMOOK LIM)[muksung0084]/선임/제조DX.제조DX솔루션.데이터통합분석팀" userId="caabadf1-d768-4a71-b809-79647c0ca9fa" providerId="ADAL" clId="{00A2F5AF-F196-4392-965E-FBFF71AB1A90}" dt="2025-12-16T06:42:44.242" v="240" actId="478"/>
          <ac:spMkLst>
            <pc:docMk/>
            <pc:sldMk cId="1631578392" sldId="2147482120"/>
            <ac:spMk id="14" creationId="{5A56D6E2-323C-4F3B-991C-94B19EBBEAE8}"/>
          </ac:spMkLst>
        </pc:spChg>
        <pc:graphicFrameChg chg="modGraphic">
          <ac:chgData name="임성묵(SUNGMOOK LIM)[muksung0084]/선임/제조DX.제조DX솔루션.데이터통합분석팀" userId="caabadf1-d768-4a71-b809-79647c0ca9fa" providerId="ADAL" clId="{00A2F5AF-F196-4392-965E-FBFF71AB1A90}" dt="2025-12-16T06:35:52.667" v="199" actId="207"/>
          <ac:graphicFrameMkLst>
            <pc:docMk/>
            <pc:sldMk cId="1631578392" sldId="2147482120"/>
            <ac:graphicFrameMk id="3" creationId="{24D9821D-E40C-4362-A605-161229E262A8}"/>
          </ac:graphicFrameMkLst>
        </pc:graphicFrameChg>
        <pc:graphicFrameChg chg="mod modGraphic">
          <ac:chgData name="임성묵(SUNGMOOK LIM)[muksung0084]/선임/제조DX.제조DX솔루션.데이터통합분석팀" userId="caabadf1-d768-4a71-b809-79647c0ca9fa" providerId="ADAL" clId="{00A2F5AF-F196-4392-965E-FBFF71AB1A90}" dt="2025-12-16T06:36:15.003" v="237" actId="207"/>
          <ac:graphicFrameMkLst>
            <pc:docMk/>
            <pc:sldMk cId="1631578392" sldId="2147482120"/>
            <ac:graphicFrameMk id="19" creationId="{3E86696F-E35A-4B06-9B46-63A4A6A986C1}"/>
          </ac:graphicFrameMkLst>
        </pc:graphicFrameChg>
      </pc:sldChg>
      <pc:sldChg chg="delSp modSp mod">
        <pc:chgData name="임성묵(SUNGMOOK LIM)[muksung0084]/선임/제조DX.제조DX솔루션.데이터통합분석팀" userId="caabadf1-d768-4a71-b809-79647c0ca9fa" providerId="ADAL" clId="{00A2F5AF-F196-4392-965E-FBFF71AB1A90}" dt="2025-12-16T06:43:56.286" v="261"/>
        <pc:sldMkLst>
          <pc:docMk/>
          <pc:sldMk cId="199823846" sldId="2147482123"/>
        </pc:sldMkLst>
        <pc:spChg chg="mod">
          <ac:chgData name="임성묵(SUNGMOOK LIM)[muksung0084]/선임/제조DX.제조DX솔루션.데이터통합분석팀" userId="caabadf1-d768-4a71-b809-79647c0ca9fa" providerId="ADAL" clId="{00A2F5AF-F196-4392-965E-FBFF71AB1A90}" dt="2025-12-16T06:43:56.286" v="261"/>
          <ac:spMkLst>
            <pc:docMk/>
            <pc:sldMk cId="199823846" sldId="2147482123"/>
            <ac:spMk id="14" creationId="{C637FE6F-3FE5-4466-894B-728BEC961433}"/>
          </ac:spMkLst>
        </pc:spChg>
        <pc:spChg chg="del">
          <ac:chgData name="임성묵(SUNGMOOK LIM)[muksung0084]/선임/제조DX.제조DX솔루션.데이터통합분석팀" userId="caabadf1-d768-4a71-b809-79647c0ca9fa" providerId="ADAL" clId="{00A2F5AF-F196-4392-965E-FBFF71AB1A90}" dt="2025-12-16T06:42:41.337" v="239" actId="478"/>
          <ac:spMkLst>
            <pc:docMk/>
            <pc:sldMk cId="199823846" sldId="2147482123"/>
            <ac:spMk id="17" creationId="{F004D8C1-DCF1-4BC8-839A-AB9135CE023C}"/>
          </ac:spMkLst>
        </pc:spChg>
        <pc:graphicFrameChg chg="modGraphic">
          <ac:chgData name="임성묵(SUNGMOOK LIM)[muksung0084]/선임/제조DX.제조DX솔루션.데이터통합분석팀" userId="caabadf1-d768-4a71-b809-79647c0ca9fa" providerId="ADAL" clId="{00A2F5AF-F196-4392-965E-FBFF71AB1A90}" dt="2025-12-16T06:41:29.471" v="238" actId="207"/>
          <ac:graphicFrameMkLst>
            <pc:docMk/>
            <pc:sldMk cId="199823846" sldId="2147482123"/>
            <ac:graphicFrameMk id="2" creationId="{906418C3-B267-4D15-9EEA-263A19B39D07}"/>
          </ac:graphicFrameMkLst>
        </pc:graphicFrameChg>
        <pc:graphicFrameChg chg="mod">
          <ac:chgData name="임성묵(SUNGMOOK LIM)[muksung0084]/선임/제조DX.제조DX솔루션.데이터통합분석팀" userId="caabadf1-d768-4a71-b809-79647c0ca9fa" providerId="ADAL" clId="{00A2F5AF-F196-4392-965E-FBFF71AB1A90}" dt="2025-12-16T06:43:21.390" v="241"/>
          <ac:graphicFrameMkLst>
            <pc:docMk/>
            <pc:sldMk cId="199823846" sldId="2147482123"/>
            <ac:graphicFrameMk id="19" creationId="{3E86696F-E35A-4B06-9B46-63A4A6A986C1}"/>
          </ac:graphicFrameMkLst>
        </pc:graphicFrameChg>
      </pc:sldChg>
      <pc:sldChg chg="addSp delSp modSp mod">
        <pc:chgData name="임성묵(SUNGMOOK LIM)[muksung0084]/선임/제조DX.제조DX솔루션.데이터통합분석팀" userId="caabadf1-d768-4a71-b809-79647c0ca9fa" providerId="ADAL" clId="{00A2F5AF-F196-4392-965E-FBFF71AB1A90}" dt="2025-12-16T08:17:14.721" v="8349" actId="14100"/>
        <pc:sldMkLst>
          <pc:docMk/>
          <pc:sldMk cId="2449185649" sldId="2147482171"/>
        </pc:sldMkLst>
        <pc:spChg chg="mod">
          <ac:chgData name="임성묵(SUNGMOOK LIM)[muksung0084]/선임/제조DX.제조DX솔루션.데이터통합분석팀" userId="caabadf1-d768-4a71-b809-79647c0ca9fa" providerId="ADAL" clId="{00A2F5AF-F196-4392-965E-FBFF71AB1A90}" dt="2025-12-16T08:10:05.524" v="7742" actId="1035"/>
          <ac:spMkLst>
            <pc:docMk/>
            <pc:sldMk cId="2449185649" sldId="2147482171"/>
            <ac:spMk id="2" creationId="{E3D41732-F38E-4764-9005-9409024FEA35}"/>
          </ac:spMkLst>
        </pc:spChg>
        <pc:spChg chg="del">
          <ac:chgData name="임성묵(SUNGMOOK LIM)[muksung0084]/선임/제조DX.제조DX솔루션.데이터통합분석팀" userId="caabadf1-d768-4a71-b809-79647c0ca9fa" providerId="ADAL" clId="{00A2F5AF-F196-4392-965E-FBFF71AB1A90}" dt="2025-12-16T06:46:33.918" v="318" actId="478"/>
          <ac:spMkLst>
            <pc:docMk/>
            <pc:sldMk cId="2449185649" sldId="2147482171"/>
            <ac:spMk id="3" creationId="{958F65F1-AB94-A186-27B4-EE856743C505}"/>
          </ac:spMkLst>
        </pc:spChg>
        <pc:spChg chg="del">
          <ac:chgData name="임성묵(SUNGMOOK LIM)[muksung0084]/선임/제조DX.제조DX솔루션.데이터통합분석팀" userId="caabadf1-d768-4a71-b809-79647c0ca9fa" providerId="ADAL" clId="{00A2F5AF-F196-4392-965E-FBFF71AB1A90}" dt="2025-12-16T07:21:33.429" v="4336" actId="478"/>
          <ac:spMkLst>
            <pc:docMk/>
            <pc:sldMk cId="2449185649" sldId="2147482171"/>
            <ac:spMk id="5" creationId="{0B0404D3-A34C-4CA2-AC1C-AC6AFFDA73D1}"/>
          </ac:spMkLst>
        </pc:spChg>
        <pc:spChg chg="add mod">
          <ac:chgData name="임성묵(SUNGMOOK LIM)[muksung0084]/선임/제조DX.제조DX솔루션.데이터통합분석팀" userId="caabadf1-d768-4a71-b809-79647c0ca9fa" providerId="ADAL" clId="{00A2F5AF-F196-4392-965E-FBFF71AB1A90}" dt="2025-12-16T08:16:59.968" v="8341"/>
          <ac:spMkLst>
            <pc:docMk/>
            <pc:sldMk cId="2449185649" sldId="2147482171"/>
            <ac:spMk id="6" creationId="{CF68E5EB-7D37-DC2C-C047-7E37F80C7814}"/>
          </ac:spMkLst>
        </pc:spChg>
        <pc:spChg chg="del mod">
          <ac:chgData name="임성묵(SUNGMOOK LIM)[muksung0084]/선임/제조DX.제조DX솔루션.데이터통합분석팀" userId="caabadf1-d768-4a71-b809-79647c0ca9fa" providerId="ADAL" clId="{00A2F5AF-F196-4392-965E-FBFF71AB1A90}" dt="2025-12-16T06:47:24.523" v="328" actId="478"/>
          <ac:spMkLst>
            <pc:docMk/>
            <pc:sldMk cId="2449185649" sldId="2147482171"/>
            <ac:spMk id="8" creationId="{BE30ED65-5FDD-B74F-7660-D9B8223E8762}"/>
          </ac:spMkLst>
        </pc:spChg>
        <pc:spChg chg="mod">
          <ac:chgData name="임성묵(SUNGMOOK LIM)[muksung0084]/선임/제조DX.제조DX솔루션.데이터통합분석팀" userId="caabadf1-d768-4a71-b809-79647c0ca9fa" providerId="ADAL" clId="{00A2F5AF-F196-4392-965E-FBFF71AB1A90}" dt="2025-12-16T06:43:52.727" v="256"/>
          <ac:spMkLst>
            <pc:docMk/>
            <pc:sldMk cId="2449185649" sldId="2147482171"/>
            <ac:spMk id="9" creationId="{00000000-0000-0000-0000-000000000000}"/>
          </ac:spMkLst>
        </pc:spChg>
        <pc:spChg chg="mod">
          <ac:chgData name="임성묵(SUNGMOOK LIM)[muksung0084]/선임/제조DX.제조DX솔루션.데이터통합분석팀" userId="caabadf1-d768-4a71-b809-79647c0ca9fa" providerId="ADAL" clId="{00A2F5AF-F196-4392-965E-FBFF71AB1A90}" dt="2025-12-16T08:17:14.721" v="8349" actId="14100"/>
          <ac:spMkLst>
            <pc:docMk/>
            <pc:sldMk cId="2449185649" sldId="2147482171"/>
            <ac:spMk id="14" creationId="{F8454723-30B1-6DB4-B0E0-9CE341151397}"/>
          </ac:spMkLst>
        </pc:spChg>
        <pc:spChg chg="mod">
          <ac:chgData name="임성묵(SUNGMOOK LIM)[muksung0084]/선임/제조DX.제조DX솔루션.데이터통합분석팀" userId="caabadf1-d768-4a71-b809-79647c0ca9fa" providerId="ADAL" clId="{00A2F5AF-F196-4392-965E-FBFF71AB1A90}" dt="2025-12-16T08:10:05.524" v="7742" actId="1035"/>
          <ac:spMkLst>
            <pc:docMk/>
            <pc:sldMk cId="2449185649" sldId="2147482171"/>
            <ac:spMk id="16" creationId="{7C6CFD3D-905B-4553-8A78-2363086CB065}"/>
          </ac:spMkLst>
        </pc:spChg>
        <pc:spChg chg="mod">
          <ac:chgData name="임성묵(SUNGMOOK LIM)[muksung0084]/선임/제조DX.제조DX솔루션.데이터통합분석팀" userId="caabadf1-d768-4a71-b809-79647c0ca9fa" providerId="ADAL" clId="{00A2F5AF-F196-4392-965E-FBFF71AB1A90}" dt="2025-12-16T08:10:09.183" v="7746" actId="1036"/>
          <ac:spMkLst>
            <pc:docMk/>
            <pc:sldMk cId="2449185649" sldId="2147482171"/>
            <ac:spMk id="22" creationId="{5C468654-8D70-4B97-97FA-CB558C05EA9D}"/>
          </ac:spMkLst>
        </pc:spChg>
        <pc:spChg chg="mod">
          <ac:chgData name="임성묵(SUNGMOOK LIM)[muksung0084]/선임/제조DX.제조DX솔루션.데이터통합분석팀" userId="caabadf1-d768-4a71-b809-79647c0ca9fa" providerId="ADAL" clId="{00A2F5AF-F196-4392-965E-FBFF71AB1A90}" dt="2025-12-16T08:10:09.183" v="7746" actId="1036"/>
          <ac:spMkLst>
            <pc:docMk/>
            <pc:sldMk cId="2449185649" sldId="2147482171"/>
            <ac:spMk id="23" creationId="{498D6BCE-DB51-45E4-B261-B56B90F2B5A5}"/>
          </ac:spMkLst>
        </pc:spChg>
        <pc:spChg chg="mod">
          <ac:chgData name="임성묵(SUNGMOOK LIM)[muksung0084]/선임/제조DX.제조DX솔루션.데이터통합분석팀" userId="caabadf1-d768-4a71-b809-79647c0ca9fa" providerId="ADAL" clId="{00A2F5AF-F196-4392-965E-FBFF71AB1A90}" dt="2025-12-16T08:10:09.183" v="7746" actId="1036"/>
          <ac:spMkLst>
            <pc:docMk/>
            <pc:sldMk cId="2449185649" sldId="2147482171"/>
            <ac:spMk id="24" creationId="{71384905-B762-4689-9916-97089A3C7DCE}"/>
          </ac:spMkLst>
        </pc:spChg>
        <pc:spChg chg="mod">
          <ac:chgData name="임성묵(SUNGMOOK LIM)[muksung0084]/선임/제조DX.제조DX솔루션.데이터통합분석팀" userId="caabadf1-d768-4a71-b809-79647c0ca9fa" providerId="ADAL" clId="{00A2F5AF-F196-4392-965E-FBFF71AB1A90}" dt="2025-12-16T08:10:05.524" v="7742" actId="1035"/>
          <ac:spMkLst>
            <pc:docMk/>
            <pc:sldMk cId="2449185649" sldId="2147482171"/>
            <ac:spMk id="25" creationId="{A6CB3439-1484-4668-82E6-24FDB4127F90}"/>
          </ac:spMkLst>
        </pc:spChg>
        <pc:spChg chg="mod">
          <ac:chgData name="임성묵(SUNGMOOK LIM)[muksung0084]/선임/제조DX.제조DX솔루션.데이터통합분석팀" userId="caabadf1-d768-4a71-b809-79647c0ca9fa" providerId="ADAL" clId="{00A2F5AF-F196-4392-965E-FBFF71AB1A90}" dt="2025-12-16T08:10:05.524" v="7742" actId="1035"/>
          <ac:spMkLst>
            <pc:docMk/>
            <pc:sldMk cId="2449185649" sldId="2147482171"/>
            <ac:spMk id="26" creationId="{1131DAC4-EFE7-46BE-A690-6EFA9702620C}"/>
          </ac:spMkLst>
        </pc:spChg>
        <pc:spChg chg="mod">
          <ac:chgData name="임성묵(SUNGMOOK LIM)[muksung0084]/선임/제조DX.제조DX솔루션.데이터통합분석팀" userId="caabadf1-d768-4a71-b809-79647c0ca9fa" providerId="ADAL" clId="{00A2F5AF-F196-4392-965E-FBFF71AB1A90}" dt="2025-12-16T08:10:05.524" v="7742" actId="1035"/>
          <ac:spMkLst>
            <pc:docMk/>
            <pc:sldMk cId="2449185649" sldId="2147482171"/>
            <ac:spMk id="27" creationId="{3A4A57E0-828A-4E32-A5B6-60B2AB76E7D6}"/>
          </ac:spMkLst>
        </pc:spChg>
        <pc:spChg chg="mod">
          <ac:chgData name="임성묵(SUNGMOOK LIM)[muksung0084]/선임/제조DX.제조DX솔루션.데이터통합분석팀" userId="caabadf1-d768-4a71-b809-79647c0ca9fa" providerId="ADAL" clId="{00A2F5AF-F196-4392-965E-FBFF71AB1A90}" dt="2025-12-16T08:10:05.524" v="7742" actId="1035"/>
          <ac:spMkLst>
            <pc:docMk/>
            <pc:sldMk cId="2449185649" sldId="2147482171"/>
            <ac:spMk id="37" creationId="{1EC580BD-1051-4231-A0D3-6912FE479838}"/>
          </ac:spMkLst>
        </pc:spChg>
        <pc:spChg chg="mod">
          <ac:chgData name="임성묵(SUNGMOOK LIM)[muksung0084]/선임/제조DX.제조DX솔루션.데이터통합분석팀" userId="caabadf1-d768-4a71-b809-79647c0ca9fa" providerId="ADAL" clId="{00A2F5AF-F196-4392-965E-FBFF71AB1A90}" dt="2025-12-16T08:10:05.524" v="7742" actId="1035"/>
          <ac:spMkLst>
            <pc:docMk/>
            <pc:sldMk cId="2449185649" sldId="2147482171"/>
            <ac:spMk id="39" creationId="{037920A6-52C6-4F5C-8FBA-F321BE852C80}"/>
          </ac:spMkLst>
        </pc:spChg>
        <pc:spChg chg="del mod">
          <ac:chgData name="임성묵(SUNGMOOK LIM)[muksung0084]/선임/제조DX.제조DX솔루션.데이터통합분석팀" userId="caabadf1-d768-4a71-b809-79647c0ca9fa" providerId="ADAL" clId="{00A2F5AF-F196-4392-965E-FBFF71AB1A90}" dt="2025-12-16T08:09:13.715" v="7722" actId="478"/>
          <ac:spMkLst>
            <pc:docMk/>
            <pc:sldMk cId="2449185649" sldId="2147482171"/>
            <ac:spMk id="44" creationId="{D64C46D5-7F46-40E0-9FF6-DF639C809385}"/>
          </ac:spMkLst>
        </pc:spChg>
        <pc:spChg chg="mod">
          <ac:chgData name="임성묵(SUNGMOOK LIM)[muksung0084]/선임/제조DX.제조DX솔루션.데이터통합분석팀" userId="caabadf1-d768-4a71-b809-79647c0ca9fa" providerId="ADAL" clId="{00A2F5AF-F196-4392-965E-FBFF71AB1A90}" dt="2025-12-16T08:15:16.129" v="8322" actId="20577"/>
          <ac:spMkLst>
            <pc:docMk/>
            <pc:sldMk cId="2449185649" sldId="2147482171"/>
            <ac:spMk id="46" creationId="{FC3B12BE-4589-4397-8B71-019FF34AA35E}"/>
          </ac:spMkLst>
        </pc:spChg>
        <pc:graphicFrameChg chg="mod modGraphic">
          <ac:chgData name="임성묵(SUNGMOOK LIM)[muksung0084]/선임/제조DX.제조DX솔루션.데이터통합분석팀" userId="caabadf1-d768-4a71-b809-79647c0ca9fa" providerId="ADAL" clId="{00A2F5AF-F196-4392-965E-FBFF71AB1A90}" dt="2025-12-16T08:14:46.859" v="8254" actId="20577"/>
          <ac:graphicFrameMkLst>
            <pc:docMk/>
            <pc:sldMk cId="2449185649" sldId="2147482171"/>
            <ac:graphicFrameMk id="19" creationId="{3E86696F-E35A-4B06-9B46-63A4A6A986C1}"/>
          </ac:graphicFrameMkLst>
        </pc:graphicFrameChg>
        <pc:picChg chg="del mod">
          <ac:chgData name="임성묵(SUNGMOOK LIM)[muksung0084]/선임/제조DX.제조DX솔루션.데이터통합분석팀" userId="caabadf1-d768-4a71-b809-79647c0ca9fa" providerId="ADAL" clId="{00A2F5AF-F196-4392-965E-FBFF71AB1A90}" dt="2025-12-16T07:21:32.022" v="4335" actId="478"/>
          <ac:picMkLst>
            <pc:docMk/>
            <pc:sldMk cId="2449185649" sldId="2147482171"/>
            <ac:picMk id="13" creationId="{3810EDA9-AA71-08FB-B548-5261954E4F4A}"/>
          </ac:picMkLst>
        </pc:picChg>
      </pc:sldChg>
    </pc:docChg>
  </pc:docChgLst>
  <pc:docChgLst>
    <pc:chgData name="김종우(JONG WOO KIM)[jongwoo_kim]/선임/제조DX.제조DX솔루션.데이터통합분석팀" userId="S::jongwoo_kim@lgensol.com::724af6f9-8cbb-4db2-a128-c90de53c6762" providerId="AD" clId="Web-{99B8F673-14F7-D631-9D92-EF9194EBF0AF}"/>
    <pc:docChg chg="modSld sldOrd modSection">
      <pc:chgData name="김종우(JONG WOO KIM)[jongwoo_kim]/선임/제조DX.제조DX솔루션.데이터통합분석팀" userId="S::jongwoo_kim@lgensol.com::724af6f9-8cbb-4db2-a128-c90de53c6762" providerId="AD" clId="Web-{99B8F673-14F7-D631-9D92-EF9194EBF0AF}" dt="2025-10-15T03:51:44.340" v="9" actId="20577"/>
      <pc:docMkLst>
        <pc:docMk/>
      </pc:docMkLst>
    </pc:docChg>
  </pc:docChgLst>
  <pc:docChgLst>
    <pc:chgData name="이찬혁(CHANHYUK LEE)[paul_lee]/사원/제조DX.제조DX솔루션.데이터통합분석팀" userId="51b99fae-7b8f-40d9-9374-028bc2619ee7" providerId="ADAL" clId="{5A516302-4F38-4C8C-BD13-18290308160E}"/>
    <pc:docChg chg="undo custSel modSld">
      <pc:chgData name="이찬혁(CHANHYUK LEE)[paul_lee]/사원/제조DX.제조DX솔루션.데이터통합분석팀" userId="51b99fae-7b8f-40d9-9374-028bc2619ee7" providerId="ADAL" clId="{5A516302-4F38-4C8C-BD13-18290308160E}" dt="2025-12-03T00:43:31.941" v="620" actId="20577"/>
      <pc:docMkLst>
        <pc:docMk/>
      </pc:docMkLst>
      <pc:sldChg chg="modSp mod">
        <pc:chgData name="이찬혁(CHANHYUK LEE)[paul_lee]/사원/제조DX.제조DX솔루션.데이터통합분석팀" userId="51b99fae-7b8f-40d9-9374-028bc2619ee7" providerId="ADAL" clId="{5A516302-4F38-4C8C-BD13-18290308160E}" dt="2025-12-03T00:43:31.941" v="620" actId="20577"/>
        <pc:sldMkLst>
          <pc:docMk/>
          <pc:sldMk cId="2878646389" sldId="2147482127"/>
        </pc:sldMkLst>
        <pc:spChg chg="mod">
          <ac:chgData name="이찬혁(CHANHYUK LEE)[paul_lee]/사원/제조DX.제조DX솔루션.데이터통합분석팀" userId="51b99fae-7b8f-40d9-9374-028bc2619ee7" providerId="ADAL" clId="{5A516302-4F38-4C8C-BD13-18290308160E}" dt="2025-12-02T07:46:45.988" v="104" actId="1037"/>
          <ac:spMkLst>
            <pc:docMk/>
            <pc:sldMk cId="2878646389" sldId="2147482127"/>
            <ac:spMk id="2" creationId="{87701950-851A-1FEB-B69C-99F6C923CF19}"/>
          </ac:spMkLst>
        </pc:spChg>
        <pc:spChg chg="mod">
          <ac:chgData name="이찬혁(CHANHYUK LEE)[paul_lee]/사원/제조DX.제조DX솔루션.데이터통합분석팀" userId="51b99fae-7b8f-40d9-9374-028bc2619ee7" providerId="ADAL" clId="{5A516302-4F38-4C8C-BD13-18290308160E}" dt="2025-12-02T07:57:03.742" v="542" actId="207"/>
          <ac:spMkLst>
            <pc:docMk/>
            <pc:sldMk cId="2878646389" sldId="2147482127"/>
            <ac:spMk id="18" creationId="{CD6FE8C4-D3CA-4ACB-997B-147E1EDF00F6}"/>
          </ac:spMkLst>
        </pc:spChg>
        <pc:graphicFrameChg chg="mod modGraphic">
          <ac:chgData name="이찬혁(CHANHYUK LEE)[paul_lee]/사원/제조DX.제조DX솔루션.데이터통합분석팀" userId="51b99fae-7b8f-40d9-9374-028bc2619ee7" providerId="ADAL" clId="{5A516302-4F38-4C8C-BD13-18290308160E}" dt="2025-12-02T07:53:57.045" v="532" actId="20577"/>
          <ac:graphicFrameMkLst>
            <pc:docMk/>
            <pc:sldMk cId="2878646389" sldId="2147482127"/>
            <ac:graphicFrameMk id="4" creationId="{9FFFA2E8-62D2-58A7-B3A9-B979627B94A7}"/>
          </ac:graphicFrameMkLst>
        </pc:graphicFrameChg>
        <pc:graphicFrameChg chg="mod modGraphic">
          <ac:chgData name="이찬혁(CHANHYUK LEE)[paul_lee]/사원/제조DX.제조DX솔루션.데이터통합분석팀" userId="51b99fae-7b8f-40d9-9374-028bc2619ee7" providerId="ADAL" clId="{5A516302-4F38-4C8C-BD13-18290308160E}" dt="2025-12-02T07:46:16.444" v="90" actId="207"/>
          <ac:graphicFrameMkLst>
            <pc:docMk/>
            <pc:sldMk cId="2878646389" sldId="2147482127"/>
            <ac:graphicFrameMk id="5" creationId="{9B8EF5D5-5734-0730-6CB5-73F176B28E9D}"/>
          </ac:graphicFrameMkLst>
        </pc:graphicFrameChg>
        <pc:graphicFrameChg chg="mod modGraphic">
          <ac:chgData name="이찬혁(CHANHYUK LEE)[paul_lee]/사원/제조DX.제조DX솔루션.데이터통합분석팀" userId="51b99fae-7b8f-40d9-9374-028bc2619ee7" providerId="ADAL" clId="{5A516302-4F38-4C8C-BD13-18290308160E}" dt="2025-12-02T07:54:16.440" v="539"/>
          <ac:graphicFrameMkLst>
            <pc:docMk/>
            <pc:sldMk cId="2878646389" sldId="2147482127"/>
            <ac:graphicFrameMk id="20" creationId="{BF9F3BC2-7BF1-4A68-B062-407EE41FD06F}"/>
          </ac:graphicFrameMkLst>
        </pc:graphicFrameChg>
        <pc:graphicFrameChg chg="mod modGraphic">
          <ac:chgData name="이찬혁(CHANHYUK LEE)[paul_lee]/사원/제조DX.제조DX솔루션.데이터통합분석팀" userId="51b99fae-7b8f-40d9-9374-028bc2619ee7" providerId="ADAL" clId="{5A516302-4F38-4C8C-BD13-18290308160E}" dt="2025-12-03T00:43:31.941" v="620" actId="20577"/>
          <ac:graphicFrameMkLst>
            <pc:docMk/>
            <pc:sldMk cId="2878646389" sldId="2147482127"/>
            <ac:graphicFrameMk id="24" creationId="{CB1E1DE9-356B-4185-A911-636EBB599881}"/>
          </ac:graphicFrameMkLst>
        </pc:graphicFrameChg>
      </pc:sldChg>
    </pc:docChg>
  </pc:docChgLst>
  <pc:docChgLst>
    <pc:chgData name="윤성렬(SUNGRYEOL YUN)[sungryeol.y]/사원/제조DX.제조DX솔루션.롤맵기술팀" userId="b5311d10-d61f-46bb-bd4a-1d8342705f0f" providerId="ADAL" clId="{3DACBB97-61DC-4A16-9E10-F53AA04467DC}"/>
    <pc:docChg chg="undo custSel modSld">
      <pc:chgData name="윤성렬(SUNGRYEOL YUN)[sungryeol.y]/사원/제조DX.제조DX솔루션.롤맵기술팀" userId="b5311d10-d61f-46bb-bd4a-1d8342705f0f" providerId="ADAL" clId="{3DACBB97-61DC-4A16-9E10-F53AA04467DC}" dt="2025-12-02T03:12:13.756" v="1883" actId="20577"/>
      <pc:docMkLst>
        <pc:docMk/>
      </pc:docMkLst>
      <pc:sldChg chg="modSp mod">
        <pc:chgData name="윤성렬(SUNGRYEOL YUN)[sungryeol.y]/사원/제조DX.제조DX솔루션.롤맵기술팀" userId="b5311d10-d61f-46bb-bd4a-1d8342705f0f" providerId="ADAL" clId="{3DACBB97-61DC-4A16-9E10-F53AA04467DC}" dt="2025-12-02T02:56:16.688" v="1468" actId="20577"/>
        <pc:sldMkLst>
          <pc:docMk/>
          <pc:sldMk cId="3266697761" sldId="2278"/>
        </pc:sldMkLst>
        <pc:spChg chg="mod">
          <ac:chgData name="윤성렬(SUNGRYEOL YUN)[sungryeol.y]/사원/제조DX.제조DX솔루션.롤맵기술팀" userId="b5311d10-d61f-46bb-bd4a-1d8342705f0f" providerId="ADAL" clId="{3DACBB97-61DC-4A16-9E10-F53AA04467DC}" dt="2025-12-02T02:56:16.688" v="1468" actId="20577"/>
          <ac:spMkLst>
            <pc:docMk/>
            <pc:sldMk cId="3266697761" sldId="2278"/>
            <ac:spMk id="16" creationId="{64103116-79E6-4EAD-A94F-CA5060A46E07}"/>
          </ac:spMkLst>
        </pc:spChg>
      </pc:sldChg>
      <pc:sldChg chg="addSp delSp modSp mod">
        <pc:chgData name="윤성렬(SUNGRYEOL YUN)[sungryeol.y]/사원/제조DX.제조DX솔루션.롤맵기술팀" userId="b5311d10-d61f-46bb-bd4a-1d8342705f0f" providerId="ADAL" clId="{3DACBB97-61DC-4A16-9E10-F53AA04467DC}" dt="2025-12-02T02:55:00.606" v="1324" actId="20577"/>
        <pc:sldMkLst>
          <pc:docMk/>
          <pc:sldMk cId="4145388933" sldId="2147481913"/>
        </pc:sldMkLst>
        <pc:spChg chg="mod">
          <ac:chgData name="윤성렬(SUNGRYEOL YUN)[sungryeol.y]/사원/제조DX.제조DX솔루션.롤맵기술팀" userId="b5311d10-d61f-46bb-bd4a-1d8342705f0f" providerId="ADAL" clId="{3DACBB97-61DC-4A16-9E10-F53AA04467DC}" dt="2025-12-02T02:55:00.606" v="1324" actId="20577"/>
          <ac:spMkLst>
            <pc:docMk/>
            <pc:sldMk cId="4145388933" sldId="2147481913"/>
            <ac:spMk id="18" creationId="{72943F47-EAEA-4391-A2BC-C7C33A8E8CFD}"/>
          </ac:spMkLst>
        </pc:spChg>
        <pc:graphicFrameChg chg="mod modGraphic">
          <ac:chgData name="윤성렬(SUNGRYEOL YUN)[sungryeol.y]/사원/제조DX.제조DX솔루션.롤맵기술팀" userId="b5311d10-d61f-46bb-bd4a-1d8342705f0f" providerId="ADAL" clId="{3DACBB97-61DC-4A16-9E10-F53AA04467DC}" dt="2025-12-02T02:54:44.524" v="1314" actId="207"/>
          <ac:graphicFrameMkLst>
            <pc:docMk/>
            <pc:sldMk cId="4145388933" sldId="2147481913"/>
            <ac:graphicFrameMk id="3" creationId="{3E86696F-E35A-4B06-9B46-63A4A6A986C1}"/>
          </ac:graphicFrameMkLst>
        </pc:graphicFrameChg>
        <pc:picChg chg="add del">
          <ac:chgData name="윤성렬(SUNGRYEOL YUN)[sungryeol.y]/사원/제조DX.제조DX솔루션.롤맵기술팀" userId="b5311d10-d61f-46bb-bd4a-1d8342705f0f" providerId="ADAL" clId="{3DACBB97-61DC-4A16-9E10-F53AA04467DC}" dt="2025-12-02T02:52:43.405" v="1024" actId="478"/>
          <ac:picMkLst>
            <pc:docMk/>
            <pc:sldMk cId="4145388933" sldId="2147481913"/>
            <ac:picMk id="4" creationId="{1D496DD0-9990-1B96-1A29-97F48E2A0C54}"/>
          </ac:picMkLst>
        </pc:picChg>
        <pc:picChg chg="add del mod">
          <ac:chgData name="윤성렬(SUNGRYEOL YUN)[sungryeol.y]/사원/제조DX.제조DX솔루션.롤맵기술팀" userId="b5311d10-d61f-46bb-bd4a-1d8342705f0f" providerId="ADAL" clId="{3DACBB97-61DC-4A16-9E10-F53AA04467DC}" dt="2025-12-02T02:54:39.840" v="1313" actId="478"/>
          <ac:picMkLst>
            <pc:docMk/>
            <pc:sldMk cId="4145388933" sldId="2147481913"/>
            <ac:picMk id="6" creationId="{38D556B0-2267-FA50-E73E-8444D0BEFF03}"/>
          </ac:picMkLst>
        </pc:picChg>
      </pc:sldChg>
      <pc:sldChg chg="addSp delSp modSp mod">
        <pc:chgData name="윤성렬(SUNGRYEOL YUN)[sungryeol.y]/사원/제조DX.제조DX솔루션.롤맵기술팀" userId="b5311d10-d61f-46bb-bd4a-1d8342705f0f" providerId="ADAL" clId="{3DACBB97-61DC-4A16-9E10-F53AA04467DC}" dt="2025-12-02T03:00:48.478" v="1814" actId="20577"/>
        <pc:sldMkLst>
          <pc:docMk/>
          <pc:sldMk cId="1894137771" sldId="2147481918"/>
        </pc:sldMkLst>
        <pc:spChg chg="add del">
          <ac:chgData name="윤성렬(SUNGRYEOL YUN)[sungryeol.y]/사원/제조DX.제조DX솔루션.롤맵기술팀" userId="b5311d10-d61f-46bb-bd4a-1d8342705f0f" providerId="ADAL" clId="{3DACBB97-61DC-4A16-9E10-F53AA04467DC}" dt="2025-12-02T02:55:29.775" v="1331" actId="22"/>
          <ac:spMkLst>
            <pc:docMk/>
            <pc:sldMk cId="1894137771" sldId="2147481918"/>
            <ac:spMk id="4" creationId="{A5888B0A-BEFD-39FB-55F8-3204454F29D1}"/>
          </ac:spMkLst>
        </pc:spChg>
        <pc:spChg chg="mod">
          <ac:chgData name="윤성렬(SUNGRYEOL YUN)[sungryeol.y]/사원/제조DX.제조DX솔루션.롤맵기술팀" userId="b5311d10-d61f-46bb-bd4a-1d8342705f0f" providerId="ADAL" clId="{3DACBB97-61DC-4A16-9E10-F53AA04467DC}" dt="2025-12-02T03:00:48.478" v="1814" actId="20577"/>
          <ac:spMkLst>
            <pc:docMk/>
            <pc:sldMk cId="1894137771" sldId="2147481918"/>
            <ac:spMk id="18" creationId="{72943F47-EAEA-4391-A2BC-C7C33A8E8CFD}"/>
          </ac:spMkLst>
        </pc:spChg>
        <pc:grpChg chg="mod">
          <ac:chgData name="윤성렬(SUNGRYEOL YUN)[sungryeol.y]/사원/제조DX.제조DX솔루션.롤맵기술팀" userId="b5311d10-d61f-46bb-bd4a-1d8342705f0f" providerId="ADAL" clId="{3DACBB97-61DC-4A16-9E10-F53AA04467DC}" dt="2025-12-02T02:59:28.490" v="1712" actId="1035"/>
          <ac:grpSpMkLst>
            <pc:docMk/>
            <pc:sldMk cId="1894137771" sldId="2147481918"/>
            <ac:grpSpMk id="13" creationId="{9B4F5933-8292-4A21-8096-733B3DA50D92}"/>
          </ac:grpSpMkLst>
        </pc:grpChg>
        <pc:graphicFrameChg chg="mod modGraphic">
          <ac:chgData name="윤성렬(SUNGRYEOL YUN)[sungryeol.y]/사원/제조DX.제조DX솔루션.롤맵기술팀" userId="b5311d10-d61f-46bb-bd4a-1d8342705f0f" providerId="ADAL" clId="{3DACBB97-61DC-4A16-9E10-F53AA04467DC}" dt="2025-12-02T03:00:37.241" v="1809" actId="20577"/>
          <ac:graphicFrameMkLst>
            <pc:docMk/>
            <pc:sldMk cId="1894137771" sldId="2147481918"/>
            <ac:graphicFrameMk id="3" creationId="{3E86696F-E35A-4B06-9B46-63A4A6A986C1}"/>
          </ac:graphicFrameMkLst>
        </pc:graphicFrameChg>
        <pc:graphicFrameChg chg="mod">
          <ac:chgData name="윤성렬(SUNGRYEOL YUN)[sungryeol.y]/사원/제조DX.제조DX솔루션.롤맵기술팀" userId="b5311d10-d61f-46bb-bd4a-1d8342705f0f" providerId="ADAL" clId="{3DACBB97-61DC-4A16-9E10-F53AA04467DC}" dt="2025-12-02T02:59:28.490" v="1712" actId="1035"/>
          <ac:graphicFrameMkLst>
            <pc:docMk/>
            <pc:sldMk cId="1894137771" sldId="2147481918"/>
            <ac:graphicFrameMk id="12" creationId="{7D57EAEA-032C-4675-9E1F-ED12B661CDA8}"/>
          </ac:graphicFrameMkLst>
        </pc:graphicFrameChg>
        <pc:picChg chg="add del mod">
          <ac:chgData name="윤성렬(SUNGRYEOL YUN)[sungryeol.y]/사원/제조DX.제조DX솔루션.롤맵기술팀" userId="b5311d10-d61f-46bb-bd4a-1d8342705f0f" providerId="ADAL" clId="{3DACBB97-61DC-4A16-9E10-F53AA04467DC}" dt="2025-12-02T02:56:08.710" v="1453" actId="478"/>
          <ac:picMkLst>
            <pc:docMk/>
            <pc:sldMk cId="1894137771" sldId="2147481918"/>
            <ac:picMk id="6" creationId="{5688F59D-C275-C72A-BF5E-4D567F97B076}"/>
          </ac:picMkLst>
        </pc:picChg>
      </pc:sldChg>
      <pc:sldChg chg="modSp mod">
        <pc:chgData name="윤성렬(SUNGRYEOL YUN)[sungryeol.y]/사원/제조DX.제조DX솔루션.롤맵기술팀" userId="b5311d10-d61f-46bb-bd4a-1d8342705f0f" providerId="ADAL" clId="{3DACBB97-61DC-4A16-9E10-F53AA04467DC}" dt="2025-12-02T03:08:05.502" v="1824" actId="207"/>
        <pc:sldMkLst>
          <pc:docMk/>
          <pc:sldMk cId="3218446010" sldId="2147481940"/>
        </pc:sldMkLst>
        <pc:graphicFrameChg chg="mod modGraphic">
          <ac:chgData name="윤성렬(SUNGRYEOL YUN)[sungryeol.y]/사원/제조DX.제조DX솔루션.롤맵기술팀" userId="b5311d10-d61f-46bb-bd4a-1d8342705f0f" providerId="ADAL" clId="{3DACBB97-61DC-4A16-9E10-F53AA04467DC}" dt="2025-12-02T03:08:05.502" v="1824" actId="207"/>
          <ac:graphicFrameMkLst>
            <pc:docMk/>
            <pc:sldMk cId="3218446010" sldId="2147481940"/>
            <ac:graphicFrameMk id="18" creationId="{BAF0B2EF-E0A9-4EBE-8B41-8BAD7EC3E9EB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3DACBB97-61DC-4A16-9E10-F53AA04467DC}" dt="2025-12-02T02:58:53.176" v="1700" actId="20577"/>
        <pc:sldMkLst>
          <pc:docMk/>
          <pc:sldMk cId="2781412765" sldId="2147482059"/>
        </pc:sldMkLst>
        <pc:spChg chg="mod">
          <ac:chgData name="윤성렬(SUNGRYEOL YUN)[sungryeol.y]/사원/제조DX.제조DX솔루션.롤맵기술팀" userId="b5311d10-d61f-46bb-bd4a-1d8342705f0f" providerId="ADAL" clId="{3DACBB97-61DC-4A16-9E10-F53AA04467DC}" dt="2025-12-02T02:57:20.888" v="1547" actId="20577"/>
          <ac:spMkLst>
            <pc:docMk/>
            <pc:sldMk cId="2781412765" sldId="2147482059"/>
            <ac:spMk id="18" creationId="{72943F47-EAEA-4391-A2BC-C7C33A8E8CFD}"/>
          </ac:spMkLst>
        </pc:spChg>
        <pc:graphicFrameChg chg="mod modGraphic">
          <ac:chgData name="윤성렬(SUNGRYEOL YUN)[sungryeol.y]/사원/제조DX.제조DX솔루션.롤맵기술팀" userId="b5311d10-d61f-46bb-bd4a-1d8342705f0f" providerId="ADAL" clId="{3DACBB97-61DC-4A16-9E10-F53AA04467DC}" dt="2025-12-02T02:58:53.176" v="1700" actId="20577"/>
          <ac:graphicFrameMkLst>
            <pc:docMk/>
            <pc:sldMk cId="2781412765" sldId="2147482059"/>
            <ac:graphicFrameMk id="3" creationId="{3E86696F-E35A-4B06-9B46-63A4A6A986C1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3DACBB97-61DC-4A16-9E10-F53AA04467DC}" dt="2025-12-02T02:55:15.846" v="1329" actId="20577"/>
        <pc:sldMkLst>
          <pc:docMk/>
          <pc:sldMk cId="681262127" sldId="2147482091"/>
        </pc:sldMkLst>
        <pc:spChg chg="mod">
          <ac:chgData name="윤성렬(SUNGRYEOL YUN)[sungryeol.y]/사원/제조DX.제조DX솔루션.롤맵기술팀" userId="b5311d10-d61f-46bb-bd4a-1d8342705f0f" providerId="ADAL" clId="{3DACBB97-61DC-4A16-9E10-F53AA04467DC}" dt="2025-12-02T02:55:15.846" v="1329" actId="20577"/>
          <ac:spMkLst>
            <pc:docMk/>
            <pc:sldMk cId="681262127" sldId="2147482091"/>
            <ac:spMk id="18" creationId="{72943F47-EAEA-4391-A2BC-C7C33A8E8CFD}"/>
          </ac:spMkLst>
        </pc:spChg>
        <pc:graphicFrameChg chg="modGraphic">
          <ac:chgData name="윤성렬(SUNGRYEOL YUN)[sungryeol.y]/사원/제조DX.제조DX솔루션.롤맵기술팀" userId="b5311d10-d61f-46bb-bd4a-1d8342705f0f" providerId="ADAL" clId="{3DACBB97-61DC-4A16-9E10-F53AA04467DC}" dt="2025-12-02T02:54:54.054" v="1319" actId="207"/>
          <ac:graphicFrameMkLst>
            <pc:docMk/>
            <pc:sldMk cId="681262127" sldId="2147482091"/>
            <ac:graphicFrameMk id="3" creationId="{3E86696F-E35A-4B06-9B46-63A4A6A986C1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3DACBB97-61DC-4A16-9E10-F53AA04467DC}" dt="2025-12-02T03:12:13.756" v="1883" actId="20577"/>
        <pc:sldMkLst>
          <pc:docMk/>
          <pc:sldMk cId="24529797" sldId="2147482142"/>
        </pc:sldMkLst>
        <pc:spChg chg="mod">
          <ac:chgData name="윤성렬(SUNGRYEOL YUN)[sungryeol.y]/사원/제조DX.제조DX솔루션.롤맵기술팀" userId="b5311d10-d61f-46bb-bd4a-1d8342705f0f" providerId="ADAL" clId="{3DACBB97-61DC-4A16-9E10-F53AA04467DC}" dt="2025-12-02T03:12:13.756" v="1883" actId="20577"/>
          <ac:spMkLst>
            <pc:docMk/>
            <pc:sldMk cId="24529797" sldId="2147482142"/>
            <ac:spMk id="18" creationId="{A7F473DF-C875-A323-6679-F5CA881CD9C4}"/>
          </ac:spMkLst>
        </pc:spChg>
        <pc:graphicFrameChg chg="modGraphic">
          <ac:chgData name="윤성렬(SUNGRYEOL YUN)[sungryeol.y]/사원/제조DX.제조DX솔루션.롤맵기술팀" userId="b5311d10-d61f-46bb-bd4a-1d8342705f0f" providerId="ADAL" clId="{3DACBB97-61DC-4A16-9E10-F53AA04467DC}" dt="2025-12-02T03:01:18.143" v="1817" actId="207"/>
          <ac:graphicFrameMkLst>
            <pc:docMk/>
            <pc:sldMk cId="24529797" sldId="2147482142"/>
            <ac:graphicFrameMk id="3" creationId="{688BD945-555D-E069-F619-02973A6A481F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3DACBB97-61DC-4A16-9E10-F53AA04467DC}" dt="2025-12-02T03:08:13.451" v="1826" actId="207"/>
        <pc:sldMkLst>
          <pc:docMk/>
          <pc:sldMk cId="4216273303" sldId="2147482152"/>
        </pc:sldMkLst>
        <pc:graphicFrameChg chg="mod modGraphic">
          <ac:chgData name="윤성렬(SUNGRYEOL YUN)[sungryeol.y]/사원/제조DX.제조DX솔루션.롤맵기술팀" userId="b5311d10-d61f-46bb-bd4a-1d8342705f0f" providerId="ADAL" clId="{3DACBB97-61DC-4A16-9E10-F53AA04467DC}" dt="2025-12-02T03:08:13.451" v="1826" actId="207"/>
          <ac:graphicFrameMkLst>
            <pc:docMk/>
            <pc:sldMk cId="4216273303" sldId="2147482152"/>
            <ac:graphicFrameMk id="18" creationId="{A8CDB509-74DB-4A60-B71A-EA70783713FE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3DACBB97-61DC-4A16-9E10-F53AA04467DC}" dt="2025-12-02T03:08:18.410" v="1828"/>
        <pc:sldMkLst>
          <pc:docMk/>
          <pc:sldMk cId="719476191" sldId="2147482153"/>
        </pc:sldMkLst>
        <pc:graphicFrameChg chg="mod modGraphic">
          <ac:chgData name="윤성렬(SUNGRYEOL YUN)[sungryeol.y]/사원/제조DX.제조DX솔루션.롤맵기술팀" userId="b5311d10-d61f-46bb-bd4a-1d8342705f0f" providerId="ADAL" clId="{3DACBB97-61DC-4A16-9E10-F53AA04467DC}" dt="2025-12-02T03:08:18.410" v="1828"/>
          <ac:graphicFrameMkLst>
            <pc:docMk/>
            <pc:sldMk cId="719476191" sldId="2147482153"/>
            <ac:graphicFrameMk id="18" creationId="{6CD43C1D-F1CA-4E84-917D-AA9E71571ED2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3DACBB97-61DC-4A16-9E10-F53AA04467DC}" dt="2025-12-02T03:09:03.052" v="1870" actId="20577"/>
        <pc:sldMkLst>
          <pc:docMk/>
          <pc:sldMk cId="1357361098" sldId="2147482154"/>
        </pc:sldMkLst>
        <pc:spChg chg="mod">
          <ac:chgData name="윤성렬(SUNGRYEOL YUN)[sungryeol.y]/사원/제조DX.제조DX솔루션.롤맵기술팀" userId="b5311d10-d61f-46bb-bd4a-1d8342705f0f" providerId="ADAL" clId="{3DACBB97-61DC-4A16-9E10-F53AA04467DC}" dt="2025-12-02T03:09:03.052" v="1870" actId="20577"/>
          <ac:spMkLst>
            <pc:docMk/>
            <pc:sldMk cId="1357361098" sldId="2147482154"/>
            <ac:spMk id="69" creationId="{0E3FD2F6-43F3-4553-A6BF-53C660971110}"/>
          </ac:spMkLst>
        </pc:spChg>
        <pc:graphicFrameChg chg="mod modGraphic">
          <ac:chgData name="윤성렬(SUNGRYEOL YUN)[sungryeol.y]/사원/제조DX.제조DX솔루션.롤맵기술팀" userId="b5311d10-d61f-46bb-bd4a-1d8342705f0f" providerId="ADAL" clId="{3DACBB97-61DC-4A16-9E10-F53AA04467DC}" dt="2025-12-02T03:08:27.015" v="1830" actId="207"/>
          <ac:graphicFrameMkLst>
            <pc:docMk/>
            <pc:sldMk cId="1357361098" sldId="2147482154"/>
            <ac:graphicFrameMk id="18" creationId="{7F97E870-E457-4224-8EB3-3CFE5B6D2081}"/>
          </ac:graphicFrameMkLst>
        </pc:graphicFrameChg>
        <pc:graphicFrameChg chg="mod modGraphic">
          <ac:chgData name="윤성렬(SUNGRYEOL YUN)[sungryeol.y]/사원/제조DX.제조DX솔루션.롤맵기술팀" userId="b5311d10-d61f-46bb-bd4a-1d8342705f0f" providerId="ADAL" clId="{3DACBB97-61DC-4A16-9E10-F53AA04467DC}" dt="2025-12-02T03:08:44.671" v="1865" actId="207"/>
          <ac:graphicFrameMkLst>
            <pc:docMk/>
            <pc:sldMk cId="1357361098" sldId="2147482154"/>
            <ac:graphicFrameMk id="22" creationId="{800175D4-D7D2-4E39-BE37-BF38446744A7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3DACBB97-61DC-4A16-9E10-F53AA04467DC}" dt="2025-12-02T03:09:15.071" v="1872" actId="207"/>
        <pc:sldMkLst>
          <pc:docMk/>
          <pc:sldMk cId="2756542074" sldId="2147482155"/>
        </pc:sldMkLst>
        <pc:graphicFrameChg chg="mod modGraphic">
          <ac:chgData name="윤성렬(SUNGRYEOL YUN)[sungryeol.y]/사원/제조DX.제조DX솔루션.롤맵기술팀" userId="b5311d10-d61f-46bb-bd4a-1d8342705f0f" providerId="ADAL" clId="{3DACBB97-61DC-4A16-9E10-F53AA04467DC}" dt="2025-12-02T03:09:15.071" v="1872" actId="207"/>
          <ac:graphicFrameMkLst>
            <pc:docMk/>
            <pc:sldMk cId="2756542074" sldId="2147482155"/>
            <ac:graphicFrameMk id="19" creationId="{D18970A3-7771-481C-829C-72FCB9177DF4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3DACBB97-61DC-4A16-9E10-F53AA04467DC}" dt="2025-12-02T03:09:25.350" v="1874" actId="207"/>
        <pc:sldMkLst>
          <pc:docMk/>
          <pc:sldMk cId="1685760430" sldId="2147482156"/>
        </pc:sldMkLst>
        <pc:graphicFrameChg chg="mod modGraphic">
          <ac:chgData name="윤성렬(SUNGRYEOL YUN)[sungryeol.y]/사원/제조DX.제조DX솔루션.롤맵기술팀" userId="b5311d10-d61f-46bb-bd4a-1d8342705f0f" providerId="ADAL" clId="{3DACBB97-61DC-4A16-9E10-F53AA04467DC}" dt="2025-12-02T03:09:25.350" v="1874" actId="207"/>
          <ac:graphicFrameMkLst>
            <pc:docMk/>
            <pc:sldMk cId="1685760430" sldId="2147482156"/>
            <ac:graphicFrameMk id="18" creationId="{B990A7B1-E996-4113-80B5-AAA184F21C91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3DACBB97-61DC-4A16-9E10-F53AA04467DC}" dt="2025-12-02T03:09:35.840" v="1876" actId="207"/>
        <pc:sldMkLst>
          <pc:docMk/>
          <pc:sldMk cId="1270712381" sldId="2147482157"/>
        </pc:sldMkLst>
        <pc:graphicFrameChg chg="mod modGraphic">
          <ac:chgData name="윤성렬(SUNGRYEOL YUN)[sungryeol.y]/사원/제조DX.제조DX솔루션.롤맵기술팀" userId="b5311d10-d61f-46bb-bd4a-1d8342705f0f" providerId="ADAL" clId="{3DACBB97-61DC-4A16-9E10-F53AA04467DC}" dt="2025-12-02T03:09:35.840" v="1876" actId="207"/>
          <ac:graphicFrameMkLst>
            <pc:docMk/>
            <pc:sldMk cId="1270712381" sldId="2147482157"/>
            <ac:graphicFrameMk id="19" creationId="{43FAB421-ACF7-410A-A8E8-3096BE50C555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3DACBB97-61DC-4A16-9E10-F53AA04467DC}" dt="2025-12-02T03:09:45.127" v="1878" actId="207"/>
        <pc:sldMkLst>
          <pc:docMk/>
          <pc:sldMk cId="3468524003" sldId="2147482158"/>
        </pc:sldMkLst>
        <pc:graphicFrameChg chg="mod modGraphic">
          <ac:chgData name="윤성렬(SUNGRYEOL YUN)[sungryeol.y]/사원/제조DX.제조DX솔루션.롤맵기술팀" userId="b5311d10-d61f-46bb-bd4a-1d8342705f0f" providerId="ADAL" clId="{3DACBB97-61DC-4A16-9E10-F53AA04467DC}" dt="2025-12-02T03:09:45.127" v="1878" actId="207"/>
          <ac:graphicFrameMkLst>
            <pc:docMk/>
            <pc:sldMk cId="3468524003" sldId="2147482158"/>
            <ac:graphicFrameMk id="18" creationId="{4E22BB30-6CFC-4C3D-9731-68877F262519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3DACBB97-61DC-4A16-9E10-F53AA04467DC}" dt="2025-12-02T03:09:54.951" v="1880" actId="207"/>
        <pc:sldMkLst>
          <pc:docMk/>
          <pc:sldMk cId="3982393149" sldId="2147482159"/>
        </pc:sldMkLst>
        <pc:graphicFrameChg chg="mod modGraphic">
          <ac:chgData name="윤성렬(SUNGRYEOL YUN)[sungryeol.y]/사원/제조DX.제조DX솔루션.롤맵기술팀" userId="b5311d10-d61f-46bb-bd4a-1d8342705f0f" providerId="ADAL" clId="{3DACBB97-61DC-4A16-9E10-F53AA04467DC}" dt="2025-12-02T03:09:54.951" v="1880" actId="207"/>
          <ac:graphicFrameMkLst>
            <pc:docMk/>
            <pc:sldMk cId="3982393149" sldId="2147482159"/>
            <ac:graphicFrameMk id="18" creationId="{A1AA0E56-D750-4FE2-8B1E-30A9D86E97B9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3DACBB97-61DC-4A16-9E10-F53AA04467DC}" dt="2025-12-02T03:10:03.607" v="1882" actId="207"/>
        <pc:sldMkLst>
          <pc:docMk/>
          <pc:sldMk cId="4127400384" sldId="2147482160"/>
        </pc:sldMkLst>
        <pc:graphicFrameChg chg="mod modGraphic">
          <ac:chgData name="윤성렬(SUNGRYEOL YUN)[sungryeol.y]/사원/제조DX.제조DX솔루션.롤맵기술팀" userId="b5311d10-d61f-46bb-bd4a-1d8342705f0f" providerId="ADAL" clId="{3DACBB97-61DC-4A16-9E10-F53AA04467DC}" dt="2025-12-02T03:10:03.607" v="1882" actId="207"/>
          <ac:graphicFrameMkLst>
            <pc:docMk/>
            <pc:sldMk cId="4127400384" sldId="2147482160"/>
            <ac:graphicFrameMk id="17" creationId="{AE510A3E-A2F0-42D9-ADD6-281ADDDE2DD0}"/>
          </ac:graphicFrameMkLst>
        </pc:graphicFrameChg>
      </pc:sldChg>
    </pc:docChg>
  </pc:docChgLst>
  <pc:docChgLst>
    <pc:chgData name="정재호(JAEHO JUNG)[jaehojung]/책임/제조DX.제조DX솔루션.롤맵기술팀" userId="29b24f60-0f7d-44b1-87d1-3e99704a1396" providerId="ADAL" clId="{BC4956C1-27AF-4F21-8866-6F37436D12EA}"/>
    <pc:docChg chg="undo redo custSel modSld modMainMaster">
      <pc:chgData name="정재호(JAEHO JUNG)[jaehojung]/책임/제조DX.제조DX솔루션.롤맵기술팀" userId="29b24f60-0f7d-44b1-87d1-3e99704a1396" providerId="ADAL" clId="{BC4956C1-27AF-4F21-8866-6F37436D12EA}" dt="2025-10-31T23:09:50.267" v="177" actId="20577"/>
      <pc:docMkLst>
        <pc:docMk/>
      </pc:docMkLst>
      <pc:sldChg chg="modSp">
        <pc:chgData name="정재호(JAEHO JUNG)[jaehojung]/책임/제조DX.제조DX솔루션.롤맵기술팀" userId="29b24f60-0f7d-44b1-87d1-3e99704a1396" providerId="ADAL" clId="{BC4956C1-27AF-4F21-8866-6F37436D12EA}" dt="2025-10-31T22:32:44.247" v="5" actId="20577"/>
        <pc:sldMkLst>
          <pc:docMk/>
          <pc:sldMk cId="2751367990" sldId="746"/>
        </pc:sldMkLst>
        <pc:spChg chg="mod">
          <ac:chgData name="정재호(JAEHO JUNG)[jaehojung]/책임/제조DX.제조DX솔루션.롤맵기술팀" userId="29b24f60-0f7d-44b1-87d1-3e99704a1396" providerId="ADAL" clId="{BC4956C1-27AF-4F21-8866-6F37436D12EA}" dt="2025-10-31T22:32:44.247" v="5" actId="20577"/>
          <ac:spMkLst>
            <pc:docMk/>
            <pc:sldMk cId="2751367990" sldId="746"/>
            <ac:spMk id="19" creationId="{00000000-0000-0000-0000-000000000000}"/>
          </ac:spMkLst>
        </pc:sp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3128345894" sldId="2181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3128345894" sldId="2181"/>
            <ac:graphicFrameMk id="19" creationId="{27E2D345-B6CE-4ADC-A147-DCFDEFBE886E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3:38.767" v="90" actId="207"/>
        <pc:sldMkLst>
          <pc:docMk/>
          <pc:sldMk cId="3247425241" sldId="2209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3:38.767" v="90" actId="207"/>
          <ac:graphicFrameMkLst>
            <pc:docMk/>
            <pc:sldMk cId="3247425241" sldId="2209"/>
            <ac:graphicFrameMk id="10" creationId="{3D87BC00-A29B-4E58-92C4-9B66C49D399C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4:40.360" v="110" actId="207"/>
        <pc:sldMkLst>
          <pc:docMk/>
          <pc:sldMk cId="4054304740" sldId="2213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4:40.360" v="110" actId="207"/>
          <ac:graphicFrameMkLst>
            <pc:docMk/>
            <pc:sldMk cId="4054304740" sldId="2213"/>
            <ac:graphicFrameMk id="18" creationId="{ACD91870-1828-466F-AE38-B03A708B444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4:10.267" v="102" actId="207"/>
        <pc:sldMkLst>
          <pc:docMk/>
          <pc:sldMk cId="2197542616" sldId="2241"/>
        </pc:sldMkLst>
        <pc:spChg chg="mod">
          <ac:chgData name="정재호(JAEHO JUNG)[jaehojung]/책임/제조DX.제조DX솔루션.롤맵기술팀" userId="29b24f60-0f7d-44b1-87d1-3e99704a1396" providerId="ADAL" clId="{BC4956C1-27AF-4F21-8866-6F37436D12EA}" dt="2025-10-31T23:04:10.267" v="102" actId="207"/>
          <ac:spMkLst>
            <pc:docMk/>
            <pc:sldMk cId="2197542616" sldId="2241"/>
            <ac:spMk id="24" creationId="{9E88BCD6-65AC-474C-9E19-A37722C332DC}"/>
          </ac:spMkLst>
        </pc:spChg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2197542616" sldId="2241"/>
            <ac:graphicFrameMk id="23" creationId="{5C18F150-F800-4366-B81F-1DDA815C713E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4:13.798" v="103" actId="207"/>
        <pc:sldMkLst>
          <pc:docMk/>
          <pc:sldMk cId="2130555548" sldId="2147481730"/>
        </pc:sldMkLst>
        <pc:spChg chg="mod">
          <ac:chgData name="정재호(JAEHO JUNG)[jaehojung]/책임/제조DX.제조DX솔루션.롤맵기술팀" userId="29b24f60-0f7d-44b1-87d1-3e99704a1396" providerId="ADAL" clId="{BC4956C1-27AF-4F21-8866-6F37436D12EA}" dt="2025-10-31T23:04:13.798" v="103" actId="207"/>
          <ac:spMkLst>
            <pc:docMk/>
            <pc:sldMk cId="2130555548" sldId="2147481730"/>
            <ac:spMk id="21" creationId="{4C3181BD-8769-4C0D-8973-C9F2BE0DC598}"/>
          </ac:spMkLst>
        </pc:spChg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2130555548" sldId="2147481730"/>
            <ac:graphicFrameMk id="13" creationId="{F757E1E4-6685-4945-A4F6-DAED56351FB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4:37.564" v="109" actId="207"/>
        <pc:sldMkLst>
          <pc:docMk/>
          <pc:sldMk cId="2458212547" sldId="2147481747"/>
        </pc:sldMkLst>
        <pc:spChg chg="mod">
          <ac:chgData name="정재호(JAEHO JUNG)[jaehojung]/책임/제조DX.제조DX솔루션.롤맵기술팀" userId="29b24f60-0f7d-44b1-87d1-3e99704a1396" providerId="ADAL" clId="{BC4956C1-27AF-4F21-8866-6F37436D12EA}" dt="2025-10-31T23:04:37.564" v="109" actId="207"/>
          <ac:spMkLst>
            <pc:docMk/>
            <pc:sldMk cId="2458212547" sldId="2147481747"/>
            <ac:spMk id="21" creationId="{4C3181BD-8769-4C0D-8973-C9F2BE0DC598}"/>
          </ac:spMkLst>
        </pc:spChg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2458212547" sldId="2147481747"/>
            <ac:graphicFrameMk id="13" creationId="{F757E1E4-6685-4945-A4F6-DAED56351FB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823201166" sldId="2147481777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823201166" sldId="2147481777"/>
            <ac:graphicFrameMk id="18" creationId="{55131CA1-94C5-4119-9FFA-B59478564C56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1939008890" sldId="2147481782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1939008890" sldId="2147481782"/>
            <ac:graphicFrameMk id="12" creationId="{C3023DD0-7C43-4203-B5A2-FEE1D52EE026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2448533226" sldId="2147481784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2448533226" sldId="2147481784"/>
            <ac:graphicFrameMk id="12" creationId="{C3023DD0-7C43-4203-B5A2-FEE1D52EE026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7:17.606" v="136" actId="207"/>
        <pc:sldMkLst>
          <pc:docMk/>
          <pc:sldMk cId="921970639" sldId="2147481788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7:17.606" v="136" actId="207"/>
          <ac:graphicFrameMkLst>
            <pc:docMk/>
            <pc:sldMk cId="921970639" sldId="2147481788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2775106084" sldId="2147481796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2775106084" sldId="214748179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3:33.095" v="88" actId="207"/>
        <pc:sldMkLst>
          <pc:docMk/>
          <pc:sldMk cId="360237742" sldId="2147481816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3:33.095" v="88" actId="207"/>
          <ac:graphicFrameMkLst>
            <pc:docMk/>
            <pc:sldMk cId="360237742" sldId="2147481816"/>
            <ac:graphicFrameMk id="22" creationId="{87B4D5F0-BF4D-4C5D-9F6A-CB9792895DFC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7:09.642" v="135" actId="207"/>
        <pc:sldMkLst>
          <pc:docMk/>
          <pc:sldMk cId="317861486" sldId="2147481830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7:09.642" v="135" actId="207"/>
          <ac:graphicFrameMkLst>
            <pc:docMk/>
            <pc:sldMk cId="317861486" sldId="214748183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4:15.689" v="104" actId="207"/>
        <pc:sldMkLst>
          <pc:docMk/>
          <pc:sldMk cId="2808239855" sldId="2147481841"/>
        </pc:sldMkLst>
        <pc:spChg chg="mod">
          <ac:chgData name="정재호(JAEHO JUNG)[jaehojung]/책임/제조DX.제조DX솔루션.롤맵기술팀" userId="29b24f60-0f7d-44b1-87d1-3e99704a1396" providerId="ADAL" clId="{BC4956C1-27AF-4F21-8866-6F37436D12EA}" dt="2025-10-31T23:04:15.689" v="104" actId="207"/>
          <ac:spMkLst>
            <pc:docMk/>
            <pc:sldMk cId="2808239855" sldId="2147481841"/>
            <ac:spMk id="21" creationId="{4C3181BD-8769-4C0D-8973-C9F2BE0DC598}"/>
          </ac:spMkLst>
        </pc:spChg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2808239855" sldId="2147481841"/>
            <ac:graphicFrameMk id="13" creationId="{F757E1E4-6685-4945-A4F6-DAED56351FB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4:47.845" v="113" actId="207"/>
        <pc:sldMkLst>
          <pc:docMk/>
          <pc:sldMk cId="3485727604" sldId="2147481872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4:47.845" v="113" actId="207"/>
          <ac:graphicFrameMkLst>
            <pc:docMk/>
            <pc:sldMk cId="3485727604" sldId="2147481872"/>
            <ac:graphicFrameMk id="31" creationId="{49B0A808-D122-47A1-8FDD-5E8A1F67FAFA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3:30.689" v="87" actId="207"/>
        <pc:sldMkLst>
          <pc:docMk/>
          <pc:sldMk cId="1726257096" sldId="2147481882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3:30.689" v="87" actId="207"/>
          <ac:graphicFrameMkLst>
            <pc:docMk/>
            <pc:sldMk cId="1726257096" sldId="2147481882"/>
            <ac:graphicFrameMk id="31" creationId="{49B0A808-D122-47A1-8FDD-5E8A1F67FAFA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3560242218" sldId="2147481893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3560242218" sldId="2147481893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5:39.299" v="122" actId="207"/>
        <pc:sldMkLst>
          <pc:docMk/>
          <pc:sldMk cId="2847513058" sldId="2147481898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5:39.299" v="122" actId="207"/>
          <ac:graphicFrameMkLst>
            <pc:docMk/>
            <pc:sldMk cId="2847513058" sldId="2147481898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4156727770" sldId="2147481900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4156727770" sldId="2147481900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3:23.454" v="85" actId="207"/>
        <pc:sldMkLst>
          <pc:docMk/>
          <pc:sldMk cId="3355826466" sldId="2147481908"/>
        </pc:sldMkLst>
        <pc:spChg chg="mod">
          <ac:chgData name="정재호(JAEHO JUNG)[jaehojung]/책임/제조DX.제조DX솔루션.롤맵기술팀" userId="29b24f60-0f7d-44b1-87d1-3e99704a1396" providerId="ADAL" clId="{BC4956C1-27AF-4F21-8866-6F37436D12EA}" dt="2025-10-31T23:03:23.454" v="85" actId="207"/>
          <ac:spMkLst>
            <pc:docMk/>
            <pc:sldMk cId="3355826466" sldId="2147481908"/>
            <ac:spMk id="19" creationId="{5352E5F4-D151-4C3D-9E5F-99A1B7FDF265}"/>
          </ac:spMkLst>
        </pc:spChg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3355826466" sldId="2147481908"/>
            <ac:graphicFrameMk id="22" creationId="{87B4D5F0-BF4D-4C5D-9F6A-CB9792895DFC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4145388933" sldId="2147481913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4145388933" sldId="214748191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760095899" sldId="2147481914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760095899" sldId="214748191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31248691" sldId="2147481916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31248691" sldId="2147481916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1894137771" sldId="2147481918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1894137771" sldId="2147481918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8:02.798" v="27" actId="207"/>
        <pc:sldMkLst>
          <pc:docMk/>
          <pc:sldMk cId="1357868518" sldId="2147481919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8:02.798" v="27" actId="207"/>
          <ac:graphicFrameMkLst>
            <pc:docMk/>
            <pc:sldMk cId="1357868518" sldId="2147481919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8:06.813" v="29" actId="207"/>
        <pc:sldMkLst>
          <pc:docMk/>
          <pc:sldMk cId="197830340" sldId="2147481920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8:06.813" v="29" actId="207"/>
          <ac:graphicFrameMkLst>
            <pc:docMk/>
            <pc:sldMk cId="197830340" sldId="2147481920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8:16.469" v="32" actId="207"/>
        <pc:sldMkLst>
          <pc:docMk/>
          <pc:sldMk cId="3590236053" sldId="2147481921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8:16.469" v="32" actId="207"/>
          <ac:graphicFrameMkLst>
            <pc:docMk/>
            <pc:sldMk cId="3590236053" sldId="214748192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8:26.125" v="36" actId="207"/>
        <pc:sldMkLst>
          <pc:docMk/>
          <pc:sldMk cId="1825793658" sldId="2147481922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8:26.125" v="36" actId="207"/>
          <ac:graphicFrameMkLst>
            <pc:docMk/>
            <pc:sldMk cId="1825793658" sldId="2147481922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8:13.938" v="31" actId="207"/>
        <pc:sldMkLst>
          <pc:docMk/>
          <pc:sldMk cId="170204060" sldId="2147481923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8:13.938" v="31" actId="207"/>
          <ac:graphicFrameMkLst>
            <pc:docMk/>
            <pc:sldMk cId="170204060" sldId="214748192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8:36.409" v="40" actId="207"/>
        <pc:sldMkLst>
          <pc:docMk/>
          <pc:sldMk cId="1214419362" sldId="2147481924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8:36.409" v="40" actId="207"/>
          <ac:graphicFrameMkLst>
            <pc:docMk/>
            <pc:sldMk cId="1214419362" sldId="214748192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8:45.719" v="43" actId="207"/>
        <pc:sldMkLst>
          <pc:docMk/>
          <pc:sldMk cId="662252130" sldId="2147481925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8:45.719" v="43" actId="207"/>
          <ac:graphicFrameMkLst>
            <pc:docMk/>
            <pc:sldMk cId="662252130" sldId="2147481925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8:48.313" v="44" actId="207"/>
        <pc:sldMkLst>
          <pc:docMk/>
          <pc:sldMk cId="2994820085" sldId="2147481926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8:48.313" v="44" actId="207"/>
          <ac:graphicFrameMkLst>
            <pc:docMk/>
            <pc:sldMk cId="2994820085" sldId="2147481926"/>
            <ac:graphicFrameMk id="11" creationId="{C66F9B45-D343-4DF8-ABA9-D48571FAC96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3301325517" sldId="2147481928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3301325517" sldId="2147481928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8:52.063" v="45" actId="207"/>
        <pc:sldMkLst>
          <pc:docMk/>
          <pc:sldMk cId="2750834388" sldId="2147481930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8:52.063" v="45" actId="207"/>
          <ac:graphicFrameMkLst>
            <pc:docMk/>
            <pc:sldMk cId="2750834388" sldId="2147481930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4:07.548" v="101" actId="207"/>
        <pc:sldMkLst>
          <pc:docMk/>
          <pc:sldMk cId="1439661179" sldId="2147481935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4:07.548" v="101" actId="207"/>
          <ac:graphicFrameMkLst>
            <pc:docMk/>
            <pc:sldMk cId="1439661179" sldId="2147481935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2827412370" sldId="2147481939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2827412370" sldId="2147481939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4:02.642" v="99" actId="207"/>
        <pc:sldMkLst>
          <pc:docMk/>
          <pc:sldMk cId="1007887036" sldId="2147481943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4:02.642" v="99" actId="207"/>
          <ac:graphicFrameMkLst>
            <pc:docMk/>
            <pc:sldMk cId="1007887036" sldId="2147481943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4:57.001" v="116" actId="207"/>
        <pc:sldMkLst>
          <pc:docMk/>
          <pc:sldMk cId="2559780372" sldId="2147481944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4:57.001" v="116" actId="207"/>
          <ac:graphicFrameMkLst>
            <pc:docMk/>
            <pc:sldMk cId="2559780372" sldId="2147481944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8:48.064" v="166" actId="207"/>
        <pc:sldMkLst>
          <pc:docMk/>
          <pc:sldMk cId="3942421698" sldId="2147481945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8:48.064" v="166" actId="207"/>
          <ac:graphicFrameMkLst>
            <pc:docMk/>
            <pc:sldMk cId="3942421698" sldId="2147481945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8:09.769" v="151" actId="207"/>
        <pc:sldMkLst>
          <pc:docMk/>
          <pc:sldMk cId="1625678813" sldId="2147481949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8:09.769" v="151" actId="207"/>
          <ac:graphicFrameMkLst>
            <pc:docMk/>
            <pc:sldMk cId="1625678813" sldId="214748194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231687253" sldId="2147481951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231687253" sldId="214748195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6:49.673" v="128" actId="207"/>
        <pc:sldMkLst>
          <pc:docMk/>
          <pc:sldMk cId="2230191528" sldId="2147481954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6:49.673" v="128" actId="207"/>
          <ac:graphicFrameMkLst>
            <pc:docMk/>
            <pc:sldMk cId="2230191528" sldId="214748195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4208823273" sldId="2147481955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4208823273" sldId="2147481955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6:55.158" v="130" actId="207"/>
        <pc:sldMkLst>
          <pc:docMk/>
          <pc:sldMk cId="1325916645" sldId="2147481957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6:55.158" v="130" actId="207"/>
          <ac:graphicFrameMkLst>
            <pc:docMk/>
            <pc:sldMk cId="1325916645" sldId="2147481957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6:59.220" v="131" actId="207"/>
        <pc:sldMkLst>
          <pc:docMk/>
          <pc:sldMk cId="216908218" sldId="2147481958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6:59.220" v="131" actId="207"/>
          <ac:graphicFrameMkLst>
            <pc:docMk/>
            <pc:sldMk cId="216908218" sldId="2147481958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309422038" sldId="2147481959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309422038" sldId="2147481959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3979644057" sldId="2147481961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3979644057" sldId="2147481961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8:30.126" v="38" actId="207"/>
        <pc:sldMkLst>
          <pc:docMk/>
          <pc:sldMk cId="3019991654" sldId="2147481963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8:30.126" v="38" actId="207"/>
          <ac:graphicFrameMkLst>
            <pc:docMk/>
            <pc:sldMk cId="3019991654" sldId="2147481963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7:03.175" v="133" actId="207"/>
        <pc:sldMkLst>
          <pc:docMk/>
          <pc:sldMk cId="1836933339" sldId="2147481967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7:03.175" v="133" actId="207"/>
          <ac:graphicFrameMkLst>
            <pc:docMk/>
            <pc:sldMk cId="1836933339" sldId="2147481967"/>
            <ac:graphicFrameMk id="2" creationId="{7AEF2CFF-477B-47DA-8339-6D17E423C98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120050373" sldId="2147481971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120050373" sldId="214748197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2437512027" sldId="2147481974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2437512027" sldId="2147481974"/>
            <ac:graphicFrameMk id="128" creationId="{BBF379D4-99A2-4D31-9CB5-2BDACF36F89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3944531596" sldId="2147481982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3944531596" sldId="2147481982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2039431435" sldId="2147481998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2039431435" sldId="2147481998"/>
            <ac:graphicFrameMk id="19" creationId="{6372799A-6D2F-CAB9-A28D-9AE207E27A5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8:54.845" v="168" actId="207"/>
        <pc:sldMkLst>
          <pc:docMk/>
          <pc:sldMk cId="1581856275" sldId="2147482000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8:54.845" v="168" actId="207"/>
          <ac:graphicFrameMkLst>
            <pc:docMk/>
            <pc:sldMk cId="1581856275" sldId="2147482000"/>
            <ac:graphicFrameMk id="19" creationId="{4485889C-7C23-1E44-3F44-63DAC7688EA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9:16.271" v="170" actId="207"/>
        <pc:sldMkLst>
          <pc:docMk/>
          <pc:sldMk cId="918579543" sldId="2147482001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9:16.271" v="170" actId="207"/>
          <ac:graphicFrameMkLst>
            <pc:docMk/>
            <pc:sldMk cId="918579543" sldId="2147482001"/>
            <ac:graphicFrameMk id="19" creationId="{74A97E53-4B3E-7B1D-6455-30F66AF12773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9:24.533" v="175" actId="207"/>
        <pc:sldMkLst>
          <pc:docMk/>
          <pc:sldMk cId="312166392" sldId="2147482002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9:24.533" v="175" actId="207"/>
          <ac:graphicFrameMkLst>
            <pc:docMk/>
            <pc:sldMk cId="312166392" sldId="2147482002"/>
            <ac:graphicFrameMk id="19" creationId="{54728183-150A-36AF-E666-2145F7FF281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523953427" sldId="2147482003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523953427" sldId="2147482003"/>
            <ac:graphicFrameMk id="19" creationId="{19848739-F2DD-2D37-126B-F820F44BF33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3544279689" sldId="2147482010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3544279689" sldId="214748201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7:01.260" v="132" actId="207"/>
        <pc:sldMkLst>
          <pc:docMk/>
          <pc:sldMk cId="2187038781" sldId="2147482019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7:01.260" v="132" actId="207"/>
          <ac:graphicFrameMkLst>
            <pc:docMk/>
            <pc:sldMk cId="2187038781" sldId="214748201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1840780179" sldId="2147482020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1840780179" sldId="2147482020"/>
            <ac:graphicFrameMk id="23" creationId="{5C18F150-F800-4366-B81F-1DDA815C713E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3413456565" sldId="2147482030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3413456565" sldId="2147482030"/>
            <ac:graphicFrameMk id="7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5:02.439" v="118" actId="207"/>
        <pc:sldMkLst>
          <pc:docMk/>
          <pc:sldMk cId="863012316" sldId="2147482046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4:59.376" v="117" actId="207"/>
          <ac:graphicFrameMkLst>
            <pc:docMk/>
            <pc:sldMk cId="863012316" sldId="2147482046"/>
            <ac:graphicFrameMk id="7" creationId="{3E86696F-E35A-4B06-9B46-63A4A6A986C1}"/>
          </ac:graphicFrameMkLst>
        </pc:graphicFrameChg>
        <pc:graphicFrameChg chg="modGraphic">
          <ac:chgData name="정재호(JAEHO JUNG)[jaehojung]/책임/제조DX.제조DX솔루션.롤맵기술팀" userId="29b24f60-0f7d-44b1-87d1-3e99704a1396" providerId="ADAL" clId="{BC4956C1-27AF-4F21-8866-6F37436D12EA}" dt="2025-10-31T23:05:02.439" v="118" actId="207"/>
          <ac:graphicFrameMkLst>
            <pc:docMk/>
            <pc:sldMk cId="863012316" sldId="2147482046"/>
            <ac:graphicFrameMk id="60" creationId="{499311D7-9307-4912-8265-D228438D7B30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5:56.198" v="123" actId="207"/>
        <pc:sldMkLst>
          <pc:docMk/>
          <pc:sldMk cId="3422623579" sldId="2147482052"/>
        </pc:sldMkLst>
        <pc:spChg chg="mod">
          <ac:chgData name="정재호(JAEHO JUNG)[jaehojung]/책임/제조DX.제조DX솔루션.롤맵기술팀" userId="29b24f60-0f7d-44b1-87d1-3e99704a1396" providerId="ADAL" clId="{BC4956C1-27AF-4F21-8866-6F37436D12EA}" dt="2025-10-31T23:05:56.198" v="123" actId="207"/>
          <ac:spMkLst>
            <pc:docMk/>
            <pc:sldMk cId="3422623579" sldId="2147482052"/>
            <ac:spMk id="5" creationId="{6BC9B294-291A-D23F-C381-45EA6FDC28AB}"/>
          </ac:spMkLst>
        </pc:sp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8:46.002" v="165" actId="207"/>
        <pc:sldMkLst>
          <pc:docMk/>
          <pc:sldMk cId="2384569951" sldId="2147482053"/>
        </pc:sldMkLst>
        <pc:graphicFrameChg chg="modGraphic">
          <ac:chgData name="정재호(JAEHO JUNG)[jaehojung]/책임/제조DX.제조DX솔루션.롤맵기술팀" userId="29b24f60-0f7d-44b1-87d1-3e99704a1396" providerId="ADAL" clId="{BC4956C1-27AF-4F21-8866-6F37436D12EA}" dt="2025-10-31T23:08:46.002" v="165" actId="207"/>
          <ac:graphicFrameMkLst>
            <pc:docMk/>
            <pc:sldMk cId="2384569951" sldId="214748205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6:01.783" v="124" actId="207"/>
        <pc:sldMkLst>
          <pc:docMk/>
          <pc:sldMk cId="3572448725" sldId="2147482058"/>
        </pc:sldMkLst>
        <pc:spChg chg="mod">
          <ac:chgData name="정재호(JAEHO JUNG)[jaehojung]/책임/제조DX.제조DX솔루션.롤맵기술팀" userId="29b24f60-0f7d-44b1-87d1-3e99704a1396" providerId="ADAL" clId="{BC4956C1-27AF-4F21-8866-6F37436D12EA}" dt="2025-10-31T23:06:01.783" v="124" actId="207"/>
          <ac:spMkLst>
            <pc:docMk/>
            <pc:sldMk cId="3572448725" sldId="2147482058"/>
            <ac:spMk id="20" creationId="{BB178E88-B809-4A0C-AEDB-08EDDEFC3101}"/>
          </ac:spMkLst>
        </pc:sp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2781412765" sldId="2147482059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2781412765" sldId="2147482059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8:12.299" v="152" actId="207"/>
        <pc:sldMkLst>
          <pc:docMk/>
          <pc:sldMk cId="122266075" sldId="2147482060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8:12.299" v="152" actId="207"/>
          <ac:graphicFrameMkLst>
            <pc:docMk/>
            <pc:sldMk cId="122266075" sldId="214748206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1403505765" sldId="2147482062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1403505765" sldId="2147482062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3206166957" sldId="2147482063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3206166957" sldId="214748206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525295630" sldId="2147482064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525295630" sldId="214748206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8:21.752" v="157" actId="207"/>
        <pc:sldMkLst>
          <pc:docMk/>
          <pc:sldMk cId="710661984" sldId="2147482065"/>
        </pc:sldMkLst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2510186531" sldId="2147482066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2510186531" sldId="214748206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906537507" sldId="2147482067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906537507" sldId="2147482067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8:23.329" v="35" actId="207"/>
        <pc:sldMkLst>
          <pc:docMk/>
          <pc:sldMk cId="3052076470" sldId="2147482071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8:23.329" v="35" actId="207"/>
          <ac:graphicFrameMkLst>
            <pc:docMk/>
            <pc:sldMk cId="3052076470" sldId="2147482071"/>
            <ac:graphicFrameMk id="11" creationId="{C66F9B45-D343-4DF8-ABA9-D48571FAC964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2065805413" sldId="2147482074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2065805413" sldId="214748207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3379836515" sldId="2147482076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3379836515" sldId="2147482076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681262127" sldId="2147482091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681262127" sldId="2147482091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9:21.626" v="49" actId="207"/>
        <pc:sldMkLst>
          <pc:docMk/>
          <pc:sldMk cId="645500483" sldId="2147482092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9:21.626" v="49" actId="207"/>
          <ac:graphicFrameMkLst>
            <pc:docMk/>
            <pc:sldMk cId="645500483" sldId="2147482092"/>
            <ac:graphicFrameMk id="2" creationId="{AA655E7B-33D1-41F9-B470-4F20832661EB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8:55.032" v="46" actId="207"/>
        <pc:sldMkLst>
          <pc:docMk/>
          <pc:sldMk cId="1623035640" sldId="2147482093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8:55.032" v="46" actId="207"/>
          <ac:graphicFrameMkLst>
            <pc:docMk/>
            <pc:sldMk cId="1623035640" sldId="2147482093"/>
            <ac:graphicFrameMk id="3" creationId="{688BD945-555D-E069-F619-02973A6A481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9:26.610" v="51" actId="207"/>
        <pc:sldMkLst>
          <pc:docMk/>
          <pc:sldMk cId="1480914234" sldId="2147482094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9:26.610" v="51" actId="207"/>
          <ac:graphicFrameMkLst>
            <pc:docMk/>
            <pc:sldMk cId="1480914234" sldId="2147482094"/>
            <ac:graphicFrameMk id="2" creationId="{BF944F8E-1F62-4F7E-B1C6-632F29AA10B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8:33.094" v="39" actId="207"/>
        <pc:sldMkLst>
          <pc:docMk/>
          <pc:sldMk cId="2069960929" sldId="2147482097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8:33.094" v="39" actId="207"/>
          <ac:graphicFrameMkLst>
            <pc:docMk/>
            <pc:sldMk cId="2069960929" sldId="2147482097"/>
            <ac:graphicFrameMk id="2" creationId="{534EE123-7406-4F16-AB1D-7380FC4446F3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8:20.860" v="34" actId="207"/>
        <pc:sldMkLst>
          <pc:docMk/>
          <pc:sldMk cId="1159326832" sldId="2147482102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8:20.860" v="34" actId="207"/>
          <ac:graphicFrameMkLst>
            <pc:docMk/>
            <pc:sldMk cId="1159326832" sldId="2147482102"/>
            <ac:graphicFrameMk id="3" creationId="{FD6B18E8-DEC2-01A8-175D-70F1A4B3682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4004658893" sldId="2147482110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4004658893" sldId="214748211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1578263784" sldId="2147482114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1578263784" sldId="2147482114"/>
            <ac:graphicFrameMk id="3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6:32.502" v="125" actId="207"/>
        <pc:sldMkLst>
          <pc:docMk/>
          <pc:sldMk cId="1843005666" sldId="2147482119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6:32.502" v="125" actId="207"/>
          <ac:graphicFrameMkLst>
            <pc:docMk/>
            <pc:sldMk cId="1843005666" sldId="214748211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6:42.783" v="127" actId="207"/>
        <pc:sldMkLst>
          <pc:docMk/>
          <pc:sldMk cId="1631578392" sldId="2147482120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6:42.783" v="127" actId="207"/>
          <ac:graphicFrameMkLst>
            <pc:docMk/>
            <pc:sldMk cId="1631578392" sldId="2147482120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3164116880" sldId="2147482121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3164116880" sldId="214748212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199823846" sldId="2147482123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199823846" sldId="2147482123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7:06.814" v="134" actId="207"/>
        <pc:sldMkLst>
          <pc:docMk/>
          <pc:sldMk cId="1017769001" sldId="2147482124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7:06.814" v="134" actId="207"/>
          <ac:graphicFrameMkLst>
            <pc:docMk/>
            <pc:sldMk cId="1017769001" sldId="2147482124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8:35.705" v="162" actId="207"/>
        <pc:sldMkLst>
          <pc:docMk/>
          <pc:sldMk cId="2878646389" sldId="2147482127"/>
        </pc:sldMkLst>
        <pc:graphicFrameChg chg="modGraphic">
          <ac:chgData name="정재호(JAEHO JUNG)[jaehojung]/책임/제조DX.제조DX솔루션.롤맵기술팀" userId="29b24f60-0f7d-44b1-87d1-3e99704a1396" providerId="ADAL" clId="{BC4956C1-27AF-4F21-8866-6F37436D12EA}" dt="2025-10-31T23:08:35.705" v="162" actId="207"/>
          <ac:graphicFrameMkLst>
            <pc:docMk/>
            <pc:sldMk cId="2878646389" sldId="2147482127"/>
            <ac:graphicFrameMk id="20" creationId="{BF9F3BC2-7BF1-4A68-B062-407EE41FD06F}"/>
          </ac:graphicFrameMkLst>
        </pc:graphicFrameChg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8:32.346" v="160" actId="207"/>
          <ac:graphicFrameMkLst>
            <pc:docMk/>
            <pc:sldMk cId="2878646389" sldId="2147482127"/>
            <ac:graphicFrameMk id="24" creationId="{CB1E1DE9-356B-4185-A911-636EBB59988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8:38.908" v="163" actId="207"/>
        <pc:sldMkLst>
          <pc:docMk/>
          <pc:sldMk cId="3645708370" sldId="2147482131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8:38.908" v="163" actId="207"/>
          <ac:graphicFrameMkLst>
            <pc:docMk/>
            <pc:sldMk cId="3645708370" sldId="2147482131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2637692209" sldId="2147482139"/>
        </pc:sldMkLst>
        <pc:graphicFrameChg chg="mod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2637692209" sldId="2147482139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8:57.797" v="47" actId="207"/>
        <pc:sldMkLst>
          <pc:docMk/>
          <pc:sldMk cId="24529797" sldId="2147482142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8:57.797" v="47" actId="207"/>
          <ac:graphicFrameMkLst>
            <pc:docMk/>
            <pc:sldMk cId="24529797" sldId="2147482142"/>
            <ac:graphicFrameMk id="3" creationId="{688BD945-555D-E069-F619-02973A6A481F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8:07.501" v="150" actId="207"/>
        <pc:sldMkLst>
          <pc:docMk/>
          <pc:sldMk cId="622379998" sldId="2147482147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3:08:07.501" v="150" actId="207"/>
          <ac:graphicFrameMkLst>
            <pc:docMk/>
            <pc:sldMk cId="622379998" sldId="2147482147"/>
            <ac:graphicFrameMk id="19" creationId="{3E86696F-E35A-4B06-9B46-63A4A6A986C1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9:32.547" v="54" actId="207"/>
        <pc:sldMkLst>
          <pc:docMk/>
          <pc:sldMk cId="4216273303" sldId="2147482152"/>
        </pc:sldMkLst>
        <pc:graphicFrameChg chg="modGraphic">
          <ac:chgData name="정재호(JAEHO JUNG)[jaehojung]/책임/제조DX.제조DX솔루션.롤맵기술팀" userId="29b24f60-0f7d-44b1-87d1-3e99704a1396" providerId="ADAL" clId="{BC4956C1-27AF-4F21-8866-6F37436D12EA}" dt="2025-10-31T22:59:32.547" v="54" actId="207"/>
          <ac:graphicFrameMkLst>
            <pc:docMk/>
            <pc:sldMk cId="4216273303" sldId="2147482152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9:52.235" v="55" actId="207"/>
        <pc:sldMkLst>
          <pc:docMk/>
          <pc:sldMk cId="719476191" sldId="2147482153"/>
        </pc:sldMkLst>
        <pc:graphicFrameChg chg="modGraphic">
          <ac:chgData name="정재호(JAEHO JUNG)[jaehojung]/책임/제조DX.제조DX솔루션.롤맵기술팀" userId="29b24f60-0f7d-44b1-87d1-3e99704a1396" providerId="ADAL" clId="{BC4956C1-27AF-4F21-8866-6F37436D12EA}" dt="2025-10-31T22:59:52.235" v="55" actId="207"/>
          <ac:graphicFrameMkLst>
            <pc:docMk/>
            <pc:sldMk cId="719476191" sldId="2147482153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0:06.939" v="58" actId="207"/>
        <pc:sldMkLst>
          <pc:docMk/>
          <pc:sldMk cId="1357361098" sldId="2147482154"/>
        </pc:sldMkLst>
        <pc:graphicFrameChg chg="modGraphic">
          <ac:chgData name="정재호(JAEHO JUNG)[jaehojung]/책임/제조DX.제조DX솔루션.롤맵기술팀" userId="29b24f60-0f7d-44b1-87d1-3e99704a1396" providerId="ADAL" clId="{BC4956C1-27AF-4F21-8866-6F37436D12EA}" dt="2025-10-31T23:00:06.939" v="58" actId="207"/>
          <ac:graphicFrameMkLst>
            <pc:docMk/>
            <pc:sldMk cId="1357361098" sldId="2147482154"/>
            <ac:graphicFrameMk id="22" creationId="{800175D4-D7D2-4E39-BE37-BF38446744A7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0:15.704" v="59" actId="207"/>
        <pc:sldMkLst>
          <pc:docMk/>
          <pc:sldMk cId="2756542074" sldId="2147482155"/>
        </pc:sldMkLst>
        <pc:graphicFrameChg chg="modGraphic">
          <ac:chgData name="정재호(JAEHO JUNG)[jaehojung]/책임/제조DX.제조DX솔루션.롤맵기술팀" userId="29b24f60-0f7d-44b1-87d1-3e99704a1396" providerId="ADAL" clId="{BC4956C1-27AF-4F21-8866-6F37436D12EA}" dt="2025-10-31T23:00:15.704" v="59" actId="207"/>
          <ac:graphicFrameMkLst>
            <pc:docMk/>
            <pc:sldMk cId="2756542074" sldId="2147482155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0:19.474" v="60" actId="207"/>
        <pc:sldMkLst>
          <pc:docMk/>
          <pc:sldMk cId="1685760430" sldId="2147482156"/>
        </pc:sldMkLst>
        <pc:graphicFrameChg chg="modGraphic">
          <ac:chgData name="정재호(JAEHO JUNG)[jaehojung]/책임/제조DX.제조DX솔루션.롤맵기술팀" userId="29b24f60-0f7d-44b1-87d1-3e99704a1396" providerId="ADAL" clId="{BC4956C1-27AF-4F21-8866-6F37436D12EA}" dt="2025-10-31T23:00:19.474" v="60" actId="207"/>
          <ac:graphicFrameMkLst>
            <pc:docMk/>
            <pc:sldMk cId="1685760430" sldId="2147482156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0:28.251" v="62" actId="207"/>
        <pc:sldMkLst>
          <pc:docMk/>
          <pc:sldMk cId="1270712381" sldId="2147482157"/>
        </pc:sldMkLst>
        <pc:graphicFrameChg chg="modGraphic">
          <ac:chgData name="정재호(JAEHO JUNG)[jaehojung]/책임/제조DX.제조DX솔루션.롤맵기술팀" userId="29b24f60-0f7d-44b1-87d1-3e99704a1396" providerId="ADAL" clId="{BC4956C1-27AF-4F21-8866-6F37436D12EA}" dt="2025-10-31T23:00:28.251" v="62" actId="207"/>
          <ac:graphicFrameMkLst>
            <pc:docMk/>
            <pc:sldMk cId="1270712381" sldId="2147482157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0:57.563" v="63" actId="207"/>
        <pc:sldMkLst>
          <pc:docMk/>
          <pc:sldMk cId="3468524003" sldId="2147482158"/>
        </pc:sldMkLst>
        <pc:graphicFrameChg chg="modGraphic">
          <ac:chgData name="정재호(JAEHO JUNG)[jaehojung]/책임/제조DX.제조DX솔루션.롤맵기술팀" userId="29b24f60-0f7d-44b1-87d1-3e99704a1396" providerId="ADAL" clId="{BC4956C1-27AF-4F21-8866-6F37436D12EA}" dt="2025-10-31T23:00:57.563" v="63" actId="207"/>
          <ac:graphicFrameMkLst>
            <pc:docMk/>
            <pc:sldMk cId="3468524003" sldId="2147482158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1:02.235" v="64" actId="207"/>
        <pc:sldMkLst>
          <pc:docMk/>
          <pc:sldMk cId="3982393149" sldId="2147482159"/>
        </pc:sldMkLst>
        <pc:graphicFrameChg chg="modGraphic">
          <ac:chgData name="정재호(JAEHO JUNG)[jaehojung]/책임/제조DX.제조DX솔루션.롤맵기술팀" userId="29b24f60-0f7d-44b1-87d1-3e99704a1396" providerId="ADAL" clId="{BC4956C1-27AF-4F21-8866-6F37436D12EA}" dt="2025-10-31T23:01:02.235" v="64" actId="207"/>
          <ac:graphicFrameMkLst>
            <pc:docMk/>
            <pc:sldMk cId="3982393149" sldId="2147482159"/>
            <ac:graphicFrameMk id="30" creationId="{FD723AF4-8C6A-45D2-91AF-E831F6E1C5CD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3:01:04.688" v="65" actId="207"/>
        <pc:sldMkLst>
          <pc:docMk/>
          <pc:sldMk cId="4127400384" sldId="2147482160"/>
        </pc:sldMkLst>
        <pc:graphicFrameChg chg="modGraphic">
          <ac:chgData name="정재호(JAEHO JUNG)[jaehojung]/책임/제조DX.제조DX솔루션.롤맵기술팀" userId="29b24f60-0f7d-44b1-87d1-3e99704a1396" providerId="ADAL" clId="{BC4956C1-27AF-4F21-8866-6F37436D12EA}" dt="2025-10-31T23:01:04.688" v="65" actId="207"/>
          <ac:graphicFrameMkLst>
            <pc:docMk/>
            <pc:sldMk cId="4127400384" sldId="2147482160"/>
            <ac:graphicFrameMk id="22" creationId="{800175D4-D7D2-4E39-BE37-BF38446744A7}"/>
          </ac:graphicFrameMkLst>
        </pc:graphicFrameChg>
      </pc:sldChg>
      <pc:sldChg chg="modSp">
        <pc:chgData name="정재호(JAEHO JUNG)[jaehojung]/책임/제조DX.제조DX솔루션.롤맵기술팀" userId="29b24f60-0f7d-44b1-87d1-3e99704a1396" providerId="ADAL" clId="{BC4956C1-27AF-4F21-8866-6F37436D12EA}" dt="2025-10-31T22:57:49.703" v="23"/>
        <pc:sldMkLst>
          <pc:docMk/>
          <pc:sldMk cId="2212638310" sldId="2147482164"/>
        </pc:sldMkLst>
        <pc:graphicFrameChg chg="mod modGraphic">
          <ac:chgData name="정재호(JAEHO JUNG)[jaehojung]/책임/제조DX.제조DX솔루션.롤맵기술팀" userId="29b24f60-0f7d-44b1-87d1-3e99704a1396" providerId="ADAL" clId="{BC4956C1-27AF-4F21-8866-6F37436D12EA}" dt="2025-10-31T22:57:49.703" v="23"/>
          <ac:graphicFrameMkLst>
            <pc:docMk/>
            <pc:sldMk cId="2212638310" sldId="2147482164"/>
            <ac:graphicFrameMk id="3" creationId="{3E86696F-E35A-4B06-9B46-63A4A6A986C1}"/>
          </ac:graphicFrameMkLst>
        </pc:graphicFrameChg>
      </pc:sldChg>
      <pc:sldMasterChg chg="modSp">
        <pc:chgData name="정재호(JAEHO JUNG)[jaehojung]/책임/제조DX.제조DX솔루션.롤맵기술팀" userId="29b24f60-0f7d-44b1-87d1-3e99704a1396" providerId="ADAL" clId="{BC4956C1-27AF-4F21-8866-6F37436D12EA}" dt="2025-10-31T23:09:50.267" v="177" actId="20577"/>
        <pc:sldMasterMkLst>
          <pc:docMk/>
          <pc:sldMasterMk cId="2856474258" sldId="2147483926"/>
        </pc:sldMasterMkLst>
        <pc:spChg chg="mod">
          <ac:chgData name="정재호(JAEHO JUNG)[jaehojung]/책임/제조DX.제조DX솔루션.롤맵기술팀" userId="29b24f60-0f7d-44b1-87d1-3e99704a1396" providerId="ADAL" clId="{BC4956C1-27AF-4F21-8866-6F37436D12EA}" dt="2025-10-31T23:09:50.267" v="177" actId="20577"/>
          <ac:spMkLst>
            <pc:docMk/>
            <pc:sldMasterMk cId="2856474258" sldId="2147483926"/>
            <ac:spMk id="3" creationId="{00000000-0000-0000-0000-000000000000}"/>
          </ac:spMkLst>
        </pc:spChg>
      </pc:sldMasterChg>
    </pc:docChg>
  </pc:docChgLst>
  <pc:docChgLst>
    <pc:chgData name="홍진표(JINPYO HONG)[jphong30]/사원/제조DX.제조DX솔루션.데이터통합분석팀" userId="S::jphong30@lgensol.com::e81a1c56-9779-419d-942e-8803f0d0cdcc" providerId="AD" clId="Web-{578B12A7-38E3-4618-952C-CCE638D681B9}"/>
    <pc:docChg chg="modSld sldOrd">
      <pc:chgData name="홍진표(JINPYO HONG)[jphong30]/사원/제조DX.제조DX솔루션.데이터통합분석팀" userId="S::jphong30@lgensol.com::e81a1c56-9779-419d-942e-8803f0d0cdcc" providerId="AD" clId="Web-{578B12A7-38E3-4618-952C-CCE638D681B9}" dt="2025-10-14T10:09:12.434" v="290"/>
      <pc:docMkLst>
        <pc:docMk/>
      </pc:docMkLst>
    </pc:docChg>
  </pc:docChgLst>
  <pc:docChgLst>
    <pc:chgData name="임성묵(SUNGMOOK LIM)[muksung0084]/선임/제조DX.제조DX솔루션.데이터통합분석팀" userId="5ef6c119-0718-4bd2-a22e-105ab5e97655" providerId="ADAL" clId="{8D2E8402-2D38-462A-B765-4CF69C741A0B}"/>
    <pc:docChg chg="undo custSel modSld">
      <pc:chgData name="임성묵(SUNGMOOK LIM)[muksung0084]/선임/제조DX.제조DX솔루션.데이터통합분석팀" userId="5ef6c119-0718-4bd2-a22e-105ab5e97655" providerId="ADAL" clId="{8D2E8402-2D38-462A-B765-4CF69C741A0B}" dt="2025-11-19T09:05:13.861" v="5055" actId="478"/>
      <pc:docMkLst>
        <pc:docMk/>
      </pc:docMkLst>
      <pc:sldChg chg="delSp">
        <pc:chgData name="임성묵(SUNGMOOK LIM)[muksung0084]/선임/제조DX.제조DX솔루션.데이터통합분석팀" userId="5ef6c119-0718-4bd2-a22e-105ab5e97655" providerId="ADAL" clId="{8D2E8402-2D38-462A-B765-4CF69C741A0B}" dt="2025-11-19T04:27:21.795" v="3461" actId="478"/>
        <pc:sldMkLst>
          <pc:docMk/>
          <pc:sldMk cId="921970639" sldId="2147481788"/>
        </pc:sldMkLst>
        <pc:spChg chg="del">
          <ac:chgData name="임성묵(SUNGMOOK LIM)[muksung0084]/선임/제조DX.제조DX솔루션.데이터통합분석팀" userId="5ef6c119-0718-4bd2-a22e-105ab5e97655" providerId="ADAL" clId="{8D2E8402-2D38-462A-B765-4CF69C741A0B}" dt="2025-11-19T04:27:21.795" v="3461" actId="478"/>
          <ac:spMkLst>
            <pc:docMk/>
            <pc:sldMk cId="921970639" sldId="2147481788"/>
            <ac:spMk id="2" creationId="{D16E1EBC-3C0B-4512-B95F-C16C65D801DF}"/>
          </ac:spMkLst>
        </pc:spChg>
      </pc:sldChg>
      <pc:sldChg chg="modSp">
        <pc:chgData name="임성묵(SUNGMOOK LIM)[muksung0084]/선임/제조DX.제조DX솔루션.데이터통합분석팀" userId="5ef6c119-0718-4bd2-a22e-105ab5e97655" providerId="ADAL" clId="{8D2E8402-2D38-462A-B765-4CF69C741A0B}" dt="2025-11-19T01:31:24.761" v="14" actId="207"/>
        <pc:sldMkLst>
          <pc:docMk/>
          <pc:sldMk cId="4208823273" sldId="2147481955"/>
        </pc:sldMkLst>
        <pc:spChg chg="mod">
          <ac:chgData name="임성묵(SUNGMOOK LIM)[muksung0084]/선임/제조DX.제조DX솔루션.데이터통합분석팀" userId="5ef6c119-0718-4bd2-a22e-105ab5e97655" providerId="ADAL" clId="{8D2E8402-2D38-462A-B765-4CF69C741A0B}" dt="2025-11-19T01:31:19.924" v="13" actId="20577"/>
          <ac:spMkLst>
            <pc:docMk/>
            <pc:sldMk cId="4208823273" sldId="2147481955"/>
            <ac:spMk id="9" creationId="{00000000-0000-0000-0000-000000000000}"/>
          </ac:spMkLst>
        </pc:spChg>
        <pc:graphicFrameChg chg="modGraphic">
          <ac:chgData name="임성묵(SUNGMOOK LIM)[muksung0084]/선임/제조DX.제조DX솔루션.데이터통합분석팀" userId="5ef6c119-0718-4bd2-a22e-105ab5e97655" providerId="ADAL" clId="{8D2E8402-2D38-462A-B765-4CF69C741A0B}" dt="2025-11-19T01:31:24.761" v="14" actId="207"/>
          <ac:graphicFrameMkLst>
            <pc:docMk/>
            <pc:sldMk cId="4208823273" sldId="2147481955"/>
            <ac:graphicFrameMk id="19" creationId="{3E86696F-E35A-4B06-9B46-63A4A6A986C1}"/>
          </ac:graphicFrameMkLst>
        </pc:graphicFrameChg>
      </pc:sldChg>
      <pc:sldChg chg="modSp">
        <pc:chgData name="임성묵(SUNGMOOK LIM)[muksung0084]/선임/제조DX.제조DX솔루션.데이터통합분석팀" userId="5ef6c119-0718-4bd2-a22e-105ab5e97655" providerId="ADAL" clId="{8D2E8402-2D38-462A-B765-4CF69C741A0B}" dt="2025-11-19T04:28:48.358" v="3595" actId="113"/>
        <pc:sldMkLst>
          <pc:docMk/>
          <pc:sldMk cId="216908218" sldId="2147481958"/>
        </pc:sldMkLst>
        <pc:spChg chg="mod">
          <ac:chgData name="임성묵(SUNGMOOK LIM)[muksung0084]/선임/제조DX.제조DX솔루션.데이터통합분석팀" userId="5ef6c119-0718-4bd2-a22e-105ab5e97655" providerId="ADAL" clId="{8D2E8402-2D38-462A-B765-4CF69C741A0B}" dt="2025-11-19T04:28:48.358" v="3595" actId="113"/>
          <ac:spMkLst>
            <pc:docMk/>
            <pc:sldMk cId="216908218" sldId="2147481958"/>
            <ac:spMk id="2" creationId="{376BA916-49E5-40A6-9C7E-CB42729034AC}"/>
          </ac:spMkLst>
        </pc:spChg>
        <pc:spChg chg="mod">
          <ac:chgData name="임성묵(SUNGMOOK LIM)[muksung0084]/선임/제조DX.제조DX솔루션.데이터통합분석팀" userId="5ef6c119-0718-4bd2-a22e-105ab5e97655" providerId="ADAL" clId="{8D2E8402-2D38-462A-B765-4CF69C741A0B}" dt="2025-11-19T01:31:35.597" v="16" actId="20577"/>
          <ac:spMkLst>
            <pc:docMk/>
            <pc:sldMk cId="216908218" sldId="2147481958"/>
            <ac:spMk id="9" creationId="{00000000-0000-0000-0000-000000000000}"/>
          </ac:spMkLst>
        </pc:spChg>
        <pc:graphicFrameChg chg="modGraphic">
          <ac:chgData name="임성묵(SUNGMOOK LIM)[muksung0084]/선임/제조DX.제조DX솔루션.데이터통합분석팀" userId="5ef6c119-0718-4bd2-a22e-105ab5e97655" providerId="ADAL" clId="{8D2E8402-2D38-462A-B765-4CF69C741A0B}" dt="2025-11-19T01:31:38.264" v="17" actId="207"/>
          <ac:graphicFrameMkLst>
            <pc:docMk/>
            <pc:sldMk cId="216908218" sldId="2147481958"/>
            <ac:graphicFrameMk id="19" creationId="{3E86696F-E35A-4B06-9B46-63A4A6A986C1}"/>
          </ac:graphicFrameMkLst>
        </pc:graphicFrameChg>
      </pc:sldChg>
      <pc:sldChg chg="addSp delSp modSp">
        <pc:chgData name="임성묵(SUNGMOOK LIM)[muksung0084]/선임/제조DX.제조DX솔루션.데이터통합분석팀" userId="5ef6c119-0718-4bd2-a22e-105ab5e97655" providerId="ADAL" clId="{8D2E8402-2D38-462A-B765-4CF69C741A0B}" dt="2025-11-19T09:05:13.861" v="5055" actId="478"/>
        <pc:sldMkLst>
          <pc:docMk/>
          <pc:sldMk cId="1836933339" sldId="2147481967"/>
        </pc:sldMkLst>
        <pc:spChg chg="mod">
          <ac:chgData name="임성묵(SUNGMOOK LIM)[muksung0084]/선임/제조DX.제조DX솔루션.데이터통합분석팀" userId="5ef6c119-0718-4bd2-a22e-105ab5e97655" providerId="ADAL" clId="{8D2E8402-2D38-462A-B765-4CF69C741A0B}" dt="2025-11-19T02:32:32.323" v="2166" actId="20577"/>
          <ac:spMkLst>
            <pc:docMk/>
            <pc:sldMk cId="1836933339" sldId="2147481967"/>
            <ac:spMk id="3" creationId="{8F2E0B2C-C282-4F8C-9665-16016B36AE34}"/>
          </ac:spMkLst>
        </pc:spChg>
        <pc:spChg chg="mod">
          <ac:chgData name="임성묵(SUNGMOOK LIM)[muksung0084]/선임/제조DX.제조DX솔루션.데이터통합분석팀" userId="5ef6c119-0718-4bd2-a22e-105ab5e97655" providerId="ADAL" clId="{8D2E8402-2D38-462A-B765-4CF69C741A0B}" dt="2025-11-19T02:31:54.377" v="2056"/>
          <ac:spMkLst>
            <pc:docMk/>
            <pc:sldMk cId="1836933339" sldId="2147481967"/>
            <ac:spMk id="5" creationId="{639715DD-2587-4FB1-835E-E4901E495BC9}"/>
          </ac:spMkLst>
        </pc:spChg>
        <pc:spChg chg="add del mod">
          <ac:chgData name="임성묵(SUNGMOOK LIM)[muksung0084]/선임/제조DX.제조DX솔루션.데이터통합분석팀" userId="5ef6c119-0718-4bd2-a22e-105ab5e97655" providerId="ADAL" clId="{8D2E8402-2D38-462A-B765-4CF69C741A0B}" dt="2025-11-19T09:05:12.898" v="5054" actId="478"/>
          <ac:spMkLst>
            <pc:docMk/>
            <pc:sldMk cId="1836933339" sldId="2147481967"/>
            <ac:spMk id="8" creationId="{20674516-C5F6-4E52-A32A-8B54BC7EA566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8D2E8402-2D38-462A-B765-4CF69C741A0B}" dt="2025-11-19T02:35:24.141" v="2528"/>
          <ac:graphicFrameMkLst>
            <pc:docMk/>
            <pc:sldMk cId="1836933339" sldId="2147481967"/>
            <ac:graphicFrameMk id="2" creationId="{7AEF2CFF-477B-47DA-8339-6D17E423C984}"/>
          </ac:graphicFrameMkLst>
        </pc:graphicFrameChg>
        <pc:picChg chg="del mod">
          <ac:chgData name="임성묵(SUNGMOOK LIM)[muksung0084]/선임/제조DX.제조DX솔루션.데이터통합분석팀" userId="5ef6c119-0718-4bd2-a22e-105ab5e97655" providerId="ADAL" clId="{8D2E8402-2D38-462A-B765-4CF69C741A0B}" dt="2025-11-19T09:05:13.861" v="5055" actId="478"/>
          <ac:picMkLst>
            <pc:docMk/>
            <pc:sldMk cId="1836933339" sldId="2147481967"/>
            <ac:picMk id="6" creationId="{721B7988-92E2-4796-82F9-2C7994B6CDE7}"/>
          </ac:picMkLst>
        </pc:picChg>
        <pc:picChg chg="add mod">
          <ac:chgData name="임성묵(SUNGMOOK LIM)[muksung0084]/선임/제조DX.제조DX솔루션.데이터통합분석팀" userId="5ef6c119-0718-4bd2-a22e-105ab5e97655" providerId="ADAL" clId="{8D2E8402-2D38-462A-B765-4CF69C741A0B}" dt="2025-11-19T02:35:25.172" v="2529" actId="1076"/>
          <ac:picMkLst>
            <pc:docMk/>
            <pc:sldMk cId="1836933339" sldId="2147481967"/>
            <ac:picMk id="9" creationId="{B814DF06-B9B9-4A31-AF26-7B577E077569}"/>
          </ac:picMkLst>
        </pc:picChg>
      </pc:sldChg>
      <pc:sldChg chg="delSp">
        <pc:chgData name="임성묵(SUNGMOOK LIM)[muksung0084]/선임/제조DX.제조DX솔루션.데이터통합분석팀" userId="5ef6c119-0718-4bd2-a22e-105ab5e97655" providerId="ADAL" clId="{8D2E8402-2D38-462A-B765-4CF69C741A0B}" dt="2025-11-19T04:16:52.382" v="3115" actId="478"/>
        <pc:sldMkLst>
          <pc:docMk/>
          <pc:sldMk cId="3422623579" sldId="2147482052"/>
        </pc:sldMkLst>
        <pc:spChg chg="del">
          <ac:chgData name="임성묵(SUNGMOOK LIM)[muksung0084]/선임/제조DX.제조DX솔루션.데이터통합분석팀" userId="5ef6c119-0718-4bd2-a22e-105ab5e97655" providerId="ADAL" clId="{8D2E8402-2D38-462A-B765-4CF69C741A0B}" dt="2025-11-19T04:16:52.382" v="3115" actId="478"/>
          <ac:spMkLst>
            <pc:docMk/>
            <pc:sldMk cId="3422623579" sldId="2147482052"/>
            <ac:spMk id="21" creationId="{CB270C23-74FA-4F73-95AD-E9822BA83867}"/>
          </ac:spMkLst>
        </pc:spChg>
        <pc:spChg chg="del">
          <ac:chgData name="임성묵(SUNGMOOK LIM)[muksung0084]/선임/제조DX.제조DX솔루션.데이터통합분석팀" userId="5ef6c119-0718-4bd2-a22e-105ab5e97655" providerId="ADAL" clId="{8D2E8402-2D38-462A-B765-4CF69C741A0B}" dt="2025-11-19T04:16:51.526" v="3114" actId="478"/>
          <ac:spMkLst>
            <pc:docMk/>
            <pc:sldMk cId="3422623579" sldId="2147482052"/>
            <ac:spMk id="24" creationId="{D1BFD141-0C5E-DB3F-5D17-F715E8E37BD0}"/>
          </ac:spMkLst>
        </pc:spChg>
        <pc:spChg chg="del">
          <ac:chgData name="임성묵(SUNGMOOK LIM)[muksung0084]/선임/제조DX.제조DX솔루션.데이터통합분석팀" userId="5ef6c119-0718-4bd2-a22e-105ab5e97655" providerId="ADAL" clId="{8D2E8402-2D38-462A-B765-4CF69C741A0B}" dt="2025-11-19T04:16:51.526" v="3114" actId="478"/>
          <ac:spMkLst>
            <pc:docMk/>
            <pc:sldMk cId="3422623579" sldId="2147482052"/>
            <ac:spMk id="25" creationId="{F19E7734-DC94-873D-0C05-64F7361DCDCE}"/>
          </ac:spMkLst>
        </pc:spChg>
      </pc:sldChg>
      <pc:sldChg chg="addSp delSp modSp">
        <pc:chgData name="임성묵(SUNGMOOK LIM)[muksung0084]/선임/제조DX.제조DX솔루션.데이터통합분석팀" userId="5ef6c119-0718-4bd2-a22e-105ab5e97655" providerId="ADAL" clId="{8D2E8402-2D38-462A-B765-4CF69C741A0B}" dt="2025-11-19T09:03:58.445" v="5048" actId="113"/>
        <pc:sldMkLst>
          <pc:docMk/>
          <pc:sldMk cId="3572448725" sldId="2147482058"/>
        </pc:sldMkLst>
        <pc:spChg chg="add del mod">
          <ac:chgData name="임성묵(SUNGMOOK LIM)[muksung0084]/선임/제조DX.제조DX솔루션.데이터통합분석팀" userId="5ef6c119-0718-4bd2-a22e-105ab5e97655" providerId="ADAL" clId="{8D2E8402-2D38-462A-B765-4CF69C741A0B}" dt="2025-11-19T02:49:44.107" v="2815" actId="478"/>
          <ac:spMkLst>
            <pc:docMk/>
            <pc:sldMk cId="3572448725" sldId="2147482058"/>
            <ac:spMk id="2" creationId="{75641EA7-D8CE-4D52-9376-B87ECA323C43}"/>
          </ac:spMkLst>
        </pc:spChg>
        <pc:spChg chg="add del mod">
          <ac:chgData name="임성묵(SUNGMOOK LIM)[muksung0084]/선임/제조DX.제조DX솔루션.데이터통합분석팀" userId="5ef6c119-0718-4bd2-a22e-105ab5e97655" providerId="ADAL" clId="{8D2E8402-2D38-462A-B765-4CF69C741A0B}" dt="2025-11-19T02:52:00.143" v="2848" actId="478"/>
          <ac:spMkLst>
            <pc:docMk/>
            <pc:sldMk cId="3572448725" sldId="2147482058"/>
            <ac:spMk id="3" creationId="{C24B17B9-61BC-410D-9F02-493A74607268}"/>
          </ac:spMkLst>
        </pc:spChg>
        <pc:spChg chg="add del mod">
          <ac:chgData name="임성묵(SUNGMOOK LIM)[muksung0084]/선임/제조DX.제조DX솔루션.데이터통합분석팀" userId="5ef6c119-0718-4bd2-a22e-105ab5e97655" providerId="ADAL" clId="{8D2E8402-2D38-462A-B765-4CF69C741A0B}" dt="2025-11-19T09:00:05.710" v="4988" actId="478"/>
          <ac:spMkLst>
            <pc:docMk/>
            <pc:sldMk cId="3572448725" sldId="2147482058"/>
            <ac:spMk id="6" creationId="{3A1977FA-DF3D-4666-90C0-743E1FECAF50}"/>
          </ac:spMkLst>
        </pc:spChg>
        <pc:spChg chg="add del mod">
          <ac:chgData name="임성묵(SUNGMOOK LIM)[muksung0084]/선임/제조DX.제조DX솔루션.데이터통합분석팀" userId="5ef6c119-0718-4bd2-a22e-105ab5e97655" providerId="ADAL" clId="{8D2E8402-2D38-462A-B765-4CF69C741A0B}" dt="2025-11-19T09:00:06.755" v="4989" actId="478"/>
          <ac:spMkLst>
            <pc:docMk/>
            <pc:sldMk cId="3572448725" sldId="2147482058"/>
            <ac:spMk id="7" creationId="{2E6EE676-70EE-4D46-980C-382E4DF7A872}"/>
          </ac:spMkLst>
        </pc:spChg>
        <pc:spChg chg="add mod">
          <ac:chgData name="임성묵(SUNGMOOK LIM)[muksung0084]/선임/제조DX.제조DX솔루션.데이터통합분석팀" userId="5ef6c119-0718-4bd2-a22e-105ab5e97655" providerId="ADAL" clId="{8D2E8402-2D38-462A-B765-4CF69C741A0B}" dt="2025-11-19T09:03:58.445" v="5048" actId="113"/>
          <ac:spMkLst>
            <pc:docMk/>
            <pc:sldMk cId="3572448725" sldId="2147482058"/>
            <ac:spMk id="8" creationId="{16DBF7B1-473C-4F9D-BF80-46862D710BBB}"/>
          </ac:spMkLst>
        </pc:spChg>
        <pc:spChg chg="mod">
          <ac:chgData name="임성묵(SUNGMOOK LIM)[muksung0084]/선임/제조DX.제조DX솔루션.데이터통합분석팀" userId="5ef6c119-0718-4bd2-a22e-105ab5e97655" providerId="ADAL" clId="{8D2E8402-2D38-462A-B765-4CF69C741A0B}" dt="2025-11-19T08:25:41.863" v="4716" actId="20577"/>
          <ac:spMkLst>
            <pc:docMk/>
            <pc:sldMk cId="3572448725" sldId="2147482058"/>
            <ac:spMk id="20" creationId="{BB178E88-B809-4A0C-AEDB-08EDDEFC3101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8D2E8402-2D38-462A-B765-4CF69C741A0B}" dt="2025-11-19T08:47:53.448" v="4844" actId="20577"/>
          <ac:graphicFrameMkLst>
            <pc:docMk/>
            <pc:sldMk cId="3572448725" sldId="2147482058"/>
            <ac:graphicFrameMk id="21" creationId="{239DA397-BD92-48EA-BEA6-985A3C26CD6F}"/>
          </ac:graphicFrameMkLst>
        </pc:graphicFrameChg>
      </pc:sldChg>
      <pc:sldChg chg="modSp">
        <pc:chgData name="임성묵(SUNGMOOK LIM)[muksung0084]/선임/제조DX.제조DX솔루션.데이터통합분석팀" userId="5ef6c119-0718-4bd2-a22e-105ab5e97655" providerId="ADAL" clId="{8D2E8402-2D38-462A-B765-4CF69C741A0B}" dt="2025-11-19T04:25:23.183" v="3433" actId="20577"/>
        <pc:sldMkLst>
          <pc:docMk/>
          <pc:sldMk cId="1843005666" sldId="2147482119"/>
        </pc:sldMkLst>
        <pc:spChg chg="mod">
          <ac:chgData name="임성묵(SUNGMOOK LIM)[muksung0084]/선임/제조DX.제조DX솔루션.데이터통합분석팀" userId="5ef6c119-0718-4bd2-a22e-105ab5e97655" providerId="ADAL" clId="{8D2E8402-2D38-462A-B765-4CF69C741A0B}" dt="2025-11-19T04:25:23.183" v="3433" actId="20577"/>
          <ac:spMkLst>
            <pc:docMk/>
            <pc:sldMk cId="1843005666" sldId="2147482119"/>
            <ac:spMk id="3" creationId="{0CC39962-AED9-0FD6-7F0C-29A8FBE67A4F}"/>
          </ac:spMkLst>
        </pc:spChg>
        <pc:graphicFrameChg chg="modGraphic">
          <ac:chgData name="임성묵(SUNGMOOK LIM)[muksung0084]/선임/제조DX.제조DX솔루션.데이터통합분석팀" userId="5ef6c119-0718-4bd2-a22e-105ab5e97655" providerId="ADAL" clId="{8D2E8402-2D38-462A-B765-4CF69C741A0B}" dt="2025-11-19T04:25:18.270" v="3429" actId="207"/>
          <ac:graphicFrameMkLst>
            <pc:docMk/>
            <pc:sldMk cId="1843005666" sldId="2147482119"/>
            <ac:graphicFrameMk id="19" creationId="{3E86696F-E35A-4B06-9B46-63A4A6A986C1}"/>
          </ac:graphicFrameMkLst>
        </pc:graphicFrameChg>
      </pc:sldChg>
      <pc:sldChg chg="addSp delSp modSp">
        <pc:chgData name="임성묵(SUNGMOOK LIM)[muksung0084]/선임/제조DX.제조DX솔루션.데이터통합분석팀" userId="5ef6c119-0718-4bd2-a22e-105ab5e97655" providerId="ADAL" clId="{8D2E8402-2D38-462A-B765-4CF69C741A0B}" dt="2025-11-19T09:04:29.476" v="5052" actId="122"/>
        <pc:sldMkLst>
          <pc:docMk/>
          <pc:sldMk cId="1631578392" sldId="2147482120"/>
        </pc:sldMkLst>
        <pc:spChg chg="add del mod">
          <ac:chgData name="임성묵(SUNGMOOK LIM)[muksung0084]/선임/제조DX.제조DX솔루션.데이터통합분석팀" userId="5ef6c119-0718-4bd2-a22e-105ab5e97655" providerId="ADAL" clId="{8D2E8402-2D38-462A-B765-4CF69C741A0B}" dt="2025-11-19T09:03:53.210" v="5046" actId="478"/>
          <ac:spMkLst>
            <pc:docMk/>
            <pc:sldMk cId="1631578392" sldId="2147482120"/>
            <ac:spMk id="2" creationId="{A5BBF075-690F-4491-AF09-813BF6CC1B63}"/>
          </ac:spMkLst>
        </pc:spChg>
        <pc:spChg chg="add mod">
          <ac:chgData name="임성묵(SUNGMOOK LIM)[muksung0084]/선임/제조DX.제조DX솔루션.데이터통합분석팀" userId="5ef6c119-0718-4bd2-a22e-105ab5e97655" providerId="ADAL" clId="{8D2E8402-2D38-462A-B765-4CF69C741A0B}" dt="2025-11-19T09:04:05.038" v="5050" actId="1076"/>
          <ac:spMkLst>
            <pc:docMk/>
            <pc:sldMk cId="1631578392" sldId="2147482120"/>
            <ac:spMk id="12" creationId="{691FCE9A-63D5-4CA9-AF6D-F31078F57D76}"/>
          </ac:spMkLst>
        </pc:spChg>
        <pc:graphicFrameChg chg="mod modGraphic">
          <ac:chgData name="임성묵(SUNGMOOK LIM)[muksung0084]/선임/제조DX.제조DX솔루션.데이터통합분석팀" userId="5ef6c119-0718-4bd2-a22e-105ab5e97655" providerId="ADAL" clId="{8D2E8402-2D38-462A-B765-4CF69C741A0B}" dt="2025-11-19T09:04:29.476" v="5052" actId="122"/>
          <ac:graphicFrameMkLst>
            <pc:docMk/>
            <pc:sldMk cId="1631578392" sldId="2147482120"/>
            <ac:graphicFrameMk id="3" creationId="{24D9821D-E40C-4362-A605-161229E262A8}"/>
          </ac:graphicFrameMkLst>
        </pc:graphicFrameChg>
      </pc:sldChg>
      <pc:sldChg chg="modSp">
        <pc:chgData name="임성묵(SUNGMOOK LIM)[muksung0084]/선임/제조DX.제조DX솔루션.데이터통합분석팀" userId="5ef6c119-0718-4bd2-a22e-105ab5e97655" providerId="ADAL" clId="{8D2E8402-2D38-462A-B765-4CF69C741A0B}" dt="2025-11-19T02:39:54.419" v="2534" actId="20577"/>
        <pc:sldMkLst>
          <pc:docMk/>
          <pc:sldMk cId="1017769001" sldId="2147482124"/>
        </pc:sldMkLst>
        <pc:spChg chg="mod">
          <ac:chgData name="임성묵(SUNGMOOK LIM)[muksung0084]/선임/제조DX.제조DX솔루션.데이터통합분석팀" userId="5ef6c119-0718-4bd2-a22e-105ab5e97655" providerId="ADAL" clId="{8D2E8402-2D38-462A-B765-4CF69C741A0B}" dt="2025-11-19T02:39:41.861" v="2531" actId="20577"/>
          <ac:spMkLst>
            <pc:docMk/>
            <pc:sldMk cId="1017769001" sldId="2147482124"/>
            <ac:spMk id="9" creationId="{00000000-0000-0000-0000-000000000000}"/>
          </ac:spMkLst>
        </pc:spChg>
        <pc:graphicFrameChg chg="modGraphic">
          <ac:chgData name="임성묵(SUNGMOOK LIM)[muksung0084]/선임/제조DX.제조DX솔루션.데이터통합분석팀" userId="5ef6c119-0718-4bd2-a22e-105ab5e97655" providerId="ADAL" clId="{8D2E8402-2D38-462A-B765-4CF69C741A0B}" dt="2025-11-19T02:39:54.419" v="2534" actId="20577"/>
          <ac:graphicFrameMkLst>
            <pc:docMk/>
            <pc:sldMk cId="1017769001" sldId="2147482124"/>
            <ac:graphicFrameMk id="19" creationId="{3E86696F-E35A-4B06-9B46-63A4A6A986C1}"/>
          </ac:graphicFrameMkLst>
        </pc:graphicFrameChg>
      </pc:sldChg>
      <pc:sldChg chg="addSp delSp modSp">
        <pc:chgData name="임성묵(SUNGMOOK LIM)[muksung0084]/선임/제조DX.제조DX솔루션.데이터통합분석팀" userId="5ef6c119-0718-4bd2-a22e-105ab5e97655" providerId="ADAL" clId="{8D2E8402-2D38-462A-B765-4CF69C741A0B}" dt="2025-11-19T08:36:22.551" v="4775" actId="1035"/>
        <pc:sldMkLst>
          <pc:docMk/>
          <pc:sldMk cId="2449185649" sldId="2147482171"/>
        </pc:sldMkLst>
        <pc:spChg chg="del mod">
          <ac:chgData name="임성묵(SUNGMOOK LIM)[muksung0084]/선임/제조DX.제조DX솔루션.데이터통합분석팀" userId="5ef6c119-0718-4bd2-a22e-105ab5e97655" providerId="ADAL" clId="{8D2E8402-2D38-462A-B765-4CF69C741A0B}" dt="2025-11-19T02:20:35.809" v="1811" actId="478"/>
          <ac:spMkLst>
            <pc:docMk/>
            <pc:sldMk cId="2449185649" sldId="2147482171"/>
            <ac:spMk id="3" creationId="{24E898CC-9607-4AEE-9751-A80FB49F6D72}"/>
          </ac:spMkLst>
        </pc:spChg>
        <pc:spChg chg="add mod">
          <ac:chgData name="임성묵(SUNGMOOK LIM)[muksung0084]/선임/제조DX.제조DX솔루션.데이터통합분석팀" userId="5ef6c119-0718-4bd2-a22e-105ab5e97655" providerId="ADAL" clId="{8D2E8402-2D38-462A-B765-4CF69C741A0B}" dt="2025-11-19T02:26:49.233" v="1973" actId="14100"/>
          <ac:spMkLst>
            <pc:docMk/>
            <pc:sldMk cId="2449185649" sldId="2147482171"/>
            <ac:spMk id="5" creationId="{0B0404D3-A34C-4CA2-AC1C-AC6AFFDA73D1}"/>
          </ac:spMkLst>
        </pc:spChg>
        <pc:spChg chg="add del mod">
          <ac:chgData name="임성묵(SUNGMOOK LIM)[muksung0084]/선임/제조DX.제조DX솔루션.데이터통합분석팀" userId="5ef6c119-0718-4bd2-a22e-105ab5e97655" providerId="ADAL" clId="{8D2E8402-2D38-462A-B765-4CF69C741A0B}" dt="2025-11-19T02:21:31.456" v="1864" actId="478"/>
          <ac:spMkLst>
            <pc:docMk/>
            <pc:sldMk cId="2449185649" sldId="2147482171"/>
            <ac:spMk id="6" creationId="{D509CA49-9BBB-483E-9C99-7D10C255127C}"/>
          </ac:spMkLst>
        </pc:spChg>
        <pc:spChg chg="add mod">
          <ac:chgData name="임성묵(SUNGMOOK LIM)[muksung0084]/선임/제조DX.제조DX솔루션.데이터통합분석팀" userId="5ef6c119-0718-4bd2-a22e-105ab5e97655" providerId="ADAL" clId="{8D2E8402-2D38-462A-B765-4CF69C741A0B}" dt="2025-11-19T08:36:03.804" v="4768" actId="14100"/>
          <ac:spMkLst>
            <pc:docMk/>
            <pc:sldMk cId="2449185649" sldId="2147482171"/>
            <ac:spMk id="8" creationId="{6AF56332-0D3B-43D9-822B-020C9BCF3270}"/>
          </ac:spMkLst>
        </pc:spChg>
        <pc:spChg chg="mod">
          <ac:chgData name="임성묵(SUNGMOOK LIM)[muksung0084]/선임/제조DX.제조DX솔루션.데이터통합분석팀" userId="5ef6c119-0718-4bd2-a22e-105ab5e97655" providerId="ADAL" clId="{8D2E8402-2D38-462A-B765-4CF69C741A0B}" dt="2025-11-19T02:08:25.089" v="275" actId="20577"/>
          <ac:spMkLst>
            <pc:docMk/>
            <pc:sldMk cId="2449185649" sldId="2147482171"/>
            <ac:spMk id="9" creationId="{00000000-0000-0000-0000-000000000000}"/>
          </ac:spMkLst>
        </pc:spChg>
        <pc:spChg chg="mod">
          <ac:chgData name="임성묵(SUNGMOOK LIM)[muksung0084]/선임/제조DX.제조DX솔루션.데이터통합분석팀" userId="5ef6c119-0718-4bd2-a22e-105ab5e97655" providerId="ADAL" clId="{8D2E8402-2D38-462A-B765-4CF69C741A0B}" dt="2025-11-19T02:21:07.836" v="1843" actId="1035"/>
          <ac:spMkLst>
            <pc:docMk/>
            <pc:sldMk cId="2449185649" sldId="2147482171"/>
            <ac:spMk id="16" creationId="{7C6CFD3D-905B-4553-8A78-2363086CB065}"/>
          </ac:spMkLst>
        </pc:spChg>
        <pc:spChg chg="mod">
          <ac:chgData name="임성묵(SUNGMOOK LIM)[muksung0084]/선임/제조DX.제조DX솔루션.데이터통합분석팀" userId="5ef6c119-0718-4bd2-a22e-105ab5e97655" providerId="ADAL" clId="{8D2E8402-2D38-462A-B765-4CF69C741A0B}" dt="2025-11-19T04:12:59.442" v="2986" actId="1037"/>
          <ac:spMkLst>
            <pc:docMk/>
            <pc:sldMk cId="2449185649" sldId="2147482171"/>
            <ac:spMk id="23" creationId="{498D6BCE-DB51-45E4-B261-B56B90F2B5A5}"/>
          </ac:spMkLst>
        </pc:spChg>
        <pc:spChg chg="mod">
          <ac:chgData name="임성묵(SUNGMOOK LIM)[muksung0084]/선임/제조DX.제조DX솔루션.데이터통합분석팀" userId="5ef6c119-0718-4bd2-a22e-105ab5e97655" providerId="ADAL" clId="{8D2E8402-2D38-462A-B765-4CF69C741A0B}" dt="2025-11-19T04:15:45.973" v="3104" actId="1076"/>
          <ac:spMkLst>
            <pc:docMk/>
            <pc:sldMk cId="2449185649" sldId="2147482171"/>
            <ac:spMk id="24" creationId="{71384905-B762-4689-9916-97089A3C7DCE}"/>
          </ac:spMkLst>
        </pc:spChg>
        <pc:spChg chg="mod">
          <ac:chgData name="임성묵(SUNGMOOK LIM)[muksung0084]/선임/제조DX.제조DX솔루션.데이터통합분석팀" userId="5ef6c119-0718-4bd2-a22e-105ab5e97655" providerId="ADAL" clId="{8D2E8402-2D38-462A-B765-4CF69C741A0B}" dt="2025-11-19T02:27:06.085" v="1976" actId="1076"/>
          <ac:spMkLst>
            <pc:docMk/>
            <pc:sldMk cId="2449185649" sldId="2147482171"/>
            <ac:spMk id="25" creationId="{A6CB3439-1484-4668-82E6-24FDB4127F90}"/>
          </ac:spMkLst>
        </pc:spChg>
        <pc:spChg chg="mod">
          <ac:chgData name="임성묵(SUNGMOOK LIM)[muksung0084]/선임/제조DX.제조DX솔루션.데이터통합분석팀" userId="5ef6c119-0718-4bd2-a22e-105ab5e97655" providerId="ADAL" clId="{8D2E8402-2D38-462A-B765-4CF69C741A0B}" dt="2025-11-19T02:21:07.836" v="1843" actId="1035"/>
          <ac:spMkLst>
            <pc:docMk/>
            <pc:sldMk cId="2449185649" sldId="2147482171"/>
            <ac:spMk id="26" creationId="{1131DAC4-EFE7-46BE-A690-6EFA9702620C}"/>
          </ac:spMkLst>
        </pc:spChg>
        <pc:spChg chg="mod">
          <ac:chgData name="임성묵(SUNGMOOK LIM)[muksung0084]/선임/제조DX.제조DX솔루션.데이터통합분석팀" userId="5ef6c119-0718-4bd2-a22e-105ab5e97655" providerId="ADAL" clId="{8D2E8402-2D38-462A-B765-4CF69C741A0B}" dt="2025-11-19T02:21:07.836" v="1843" actId="1035"/>
          <ac:spMkLst>
            <pc:docMk/>
            <pc:sldMk cId="2449185649" sldId="2147482171"/>
            <ac:spMk id="27" creationId="{3A4A57E0-828A-4E32-A5B6-60B2AB76E7D6}"/>
          </ac:spMkLst>
        </pc:spChg>
        <pc:spChg chg="add mod">
          <ac:chgData name="임성묵(SUNGMOOK LIM)[muksung0084]/선임/제조DX.제조DX솔루션.데이터통합분석팀" userId="5ef6c119-0718-4bd2-a22e-105ab5e97655" providerId="ADAL" clId="{8D2E8402-2D38-462A-B765-4CF69C741A0B}" dt="2025-11-19T04:15:26.411" v="3089" actId="1036"/>
          <ac:spMkLst>
            <pc:docMk/>
            <pc:sldMk cId="2449185649" sldId="2147482171"/>
            <ac:spMk id="28" creationId="{6E420D3D-059B-4D8F-A827-3EA2461D0BB8}"/>
          </ac:spMkLst>
        </pc:spChg>
        <pc:spChg chg="mod">
          <ac:chgData name="임성묵(SUNGMOOK LIM)[muksung0084]/선임/제조DX.제조DX솔루션.데이터통합분석팀" userId="5ef6c119-0718-4bd2-a22e-105ab5e97655" providerId="ADAL" clId="{8D2E8402-2D38-462A-B765-4CF69C741A0B}" dt="2025-11-19T08:36:17.060" v="4770" actId="1076"/>
          <ac:spMkLst>
            <pc:docMk/>
            <pc:sldMk cId="2449185649" sldId="2147482171"/>
            <ac:spMk id="29" creationId="{0D52790C-147A-4452-BED8-718A98270228}"/>
          </ac:spMkLst>
        </pc:spChg>
        <pc:spChg chg="add mod">
          <ac:chgData name="임성묵(SUNGMOOK LIM)[muksung0084]/선임/제조DX.제조DX솔루션.데이터통합분석팀" userId="5ef6c119-0718-4bd2-a22e-105ab5e97655" providerId="ADAL" clId="{8D2E8402-2D38-462A-B765-4CF69C741A0B}" dt="2025-11-19T08:36:12.083" v="4769" actId="1076"/>
          <ac:spMkLst>
            <pc:docMk/>
            <pc:sldMk cId="2449185649" sldId="2147482171"/>
            <ac:spMk id="30" creationId="{778C3CCC-9289-4100-A883-5D9D260FD217}"/>
          </ac:spMkLst>
        </pc:spChg>
        <pc:spChg chg="add mod">
          <ac:chgData name="임성묵(SUNGMOOK LIM)[muksung0084]/선임/제조DX.제조DX솔루션.데이터통합분석팀" userId="5ef6c119-0718-4bd2-a22e-105ab5e97655" providerId="ADAL" clId="{8D2E8402-2D38-462A-B765-4CF69C741A0B}" dt="2025-11-19T04:13:52.751" v="3029" actId="113"/>
          <ac:spMkLst>
            <pc:docMk/>
            <pc:sldMk cId="2449185649" sldId="2147482171"/>
            <ac:spMk id="31" creationId="{CAA8A307-3573-4719-BB31-9D06A114C105}"/>
          </ac:spMkLst>
        </pc:spChg>
        <pc:spChg chg="add mod">
          <ac:chgData name="임성묵(SUNGMOOK LIM)[muksung0084]/선임/제조DX.제조DX솔루션.데이터통합분석팀" userId="5ef6c119-0718-4bd2-a22e-105ab5e97655" providerId="ADAL" clId="{8D2E8402-2D38-462A-B765-4CF69C741A0B}" dt="2025-11-19T08:36:22.551" v="4775" actId="1035"/>
          <ac:spMkLst>
            <pc:docMk/>
            <pc:sldMk cId="2449185649" sldId="2147482171"/>
            <ac:spMk id="32" creationId="{BB145B28-5A4D-44D5-9B51-ABAC7EB114B9}"/>
          </ac:spMkLst>
        </pc:spChg>
        <pc:spChg chg="add del mod">
          <ac:chgData name="임성묵(SUNGMOOK LIM)[muksung0084]/선임/제조DX.제조DX솔루션.데이터통합분석팀" userId="5ef6c119-0718-4bd2-a22e-105ab5e97655" providerId="ADAL" clId="{8D2E8402-2D38-462A-B765-4CF69C741A0B}" dt="2025-11-19T07:31:33.450" v="3893" actId="478"/>
          <ac:spMkLst>
            <pc:docMk/>
            <pc:sldMk cId="2449185649" sldId="2147482171"/>
            <ac:spMk id="33" creationId="{20A90A16-975C-48F3-8264-38A39C5D7DF8}"/>
          </ac:spMkLst>
        </pc:spChg>
        <pc:spChg chg="add del mod">
          <ac:chgData name="임성묵(SUNGMOOK LIM)[muksung0084]/선임/제조DX.제조DX솔루션.데이터통합분석팀" userId="5ef6c119-0718-4bd2-a22e-105ab5e97655" providerId="ADAL" clId="{8D2E8402-2D38-462A-B765-4CF69C741A0B}" dt="2025-11-19T08:34:01.114" v="4721" actId="478"/>
          <ac:spMkLst>
            <pc:docMk/>
            <pc:sldMk cId="2449185649" sldId="2147482171"/>
            <ac:spMk id="34" creationId="{FA035765-EB18-4EA7-8C65-12681F9BBCCA}"/>
          </ac:spMkLst>
        </pc:spChg>
        <pc:spChg chg="add del mod">
          <ac:chgData name="임성묵(SUNGMOOK LIM)[muksung0084]/선임/제조DX.제조DX솔루션.데이터통합분석팀" userId="5ef6c119-0718-4bd2-a22e-105ab5e97655" providerId="ADAL" clId="{8D2E8402-2D38-462A-B765-4CF69C741A0B}" dt="2025-11-19T02:28:11.658" v="2006" actId="478"/>
          <ac:spMkLst>
            <pc:docMk/>
            <pc:sldMk cId="2449185649" sldId="2147482171"/>
            <ac:spMk id="34" creationId="{FFC7D3FE-8ECA-41E1-B125-6511E27D6CFF}"/>
          </ac:spMkLst>
        </pc:spChg>
        <pc:spChg chg="add mod">
          <ac:chgData name="임성묵(SUNGMOOK LIM)[muksung0084]/선임/제조DX.제조DX솔루션.데이터통합분석팀" userId="5ef6c119-0718-4bd2-a22e-105ab5e97655" providerId="ADAL" clId="{8D2E8402-2D38-462A-B765-4CF69C741A0B}" dt="2025-11-19T08:36:22.551" v="4775" actId="1035"/>
          <ac:spMkLst>
            <pc:docMk/>
            <pc:sldMk cId="2449185649" sldId="2147482171"/>
            <ac:spMk id="35" creationId="{1A2A79CD-0D0A-4ADE-A5C4-07E32A474360}"/>
          </ac:spMkLst>
        </pc:spChg>
        <pc:spChg chg="add del mod">
          <ac:chgData name="임성묵(SUNGMOOK LIM)[muksung0084]/선임/제조DX.제조DX솔루션.데이터통합분석팀" userId="5ef6c119-0718-4bd2-a22e-105ab5e97655" providerId="ADAL" clId="{8D2E8402-2D38-462A-B765-4CF69C741A0B}" dt="2025-11-19T08:34:01.942" v="4722" actId="478"/>
          <ac:spMkLst>
            <pc:docMk/>
            <pc:sldMk cId="2449185649" sldId="2147482171"/>
            <ac:spMk id="36" creationId="{B30721CC-84B3-409C-9E57-2BA7F3FABF6F}"/>
          </ac:spMkLst>
        </pc:spChg>
        <pc:spChg chg="mod">
          <ac:chgData name="임성묵(SUNGMOOK LIM)[muksung0084]/선임/제조DX.제조DX솔루션.데이터통합분석팀" userId="5ef6c119-0718-4bd2-a22e-105ab5e97655" providerId="ADAL" clId="{8D2E8402-2D38-462A-B765-4CF69C741A0B}" dt="2025-11-19T04:16:36.152" v="3113" actId="20577"/>
          <ac:spMkLst>
            <pc:docMk/>
            <pc:sldMk cId="2449185649" sldId="2147482171"/>
            <ac:spMk id="37" creationId="{1EC580BD-1051-4231-A0D3-6912FE479838}"/>
          </ac:spMkLst>
        </pc:spChg>
        <pc:spChg chg="add del mod">
          <ac:chgData name="임성묵(SUNGMOOK LIM)[muksung0084]/선임/제조DX.제조DX솔루션.데이터통합분석팀" userId="5ef6c119-0718-4bd2-a22e-105ab5e97655" providerId="ADAL" clId="{8D2E8402-2D38-462A-B765-4CF69C741A0B}" dt="2025-11-19T08:33:54.833" v="4718" actId="478"/>
          <ac:spMkLst>
            <pc:docMk/>
            <pc:sldMk cId="2449185649" sldId="2147482171"/>
            <ac:spMk id="38" creationId="{71339527-C8E5-40A5-A84B-D5CF2E6CB2D3}"/>
          </ac:spMkLst>
        </pc:spChg>
        <pc:spChg chg="mod">
          <ac:chgData name="임성묵(SUNGMOOK LIM)[muksung0084]/선임/제조DX.제조DX솔루션.데이터통합분석팀" userId="5ef6c119-0718-4bd2-a22e-105ab5e97655" providerId="ADAL" clId="{8D2E8402-2D38-462A-B765-4CF69C741A0B}" dt="2025-11-19T02:21:02.315" v="1832" actId="1035"/>
          <ac:spMkLst>
            <pc:docMk/>
            <pc:sldMk cId="2449185649" sldId="2147482171"/>
            <ac:spMk id="39" creationId="{037920A6-52C6-4F5C-8FBA-F321BE852C80}"/>
          </ac:spMkLst>
        </pc:spChg>
        <pc:spChg chg="add del mod">
          <ac:chgData name="임성묵(SUNGMOOK LIM)[muksung0084]/선임/제조DX.제조DX솔루션.데이터통합분석팀" userId="5ef6c119-0718-4bd2-a22e-105ab5e97655" providerId="ADAL" clId="{8D2E8402-2D38-462A-B765-4CF69C741A0B}" dt="2025-11-19T07:32:12.469" v="3909" actId="478"/>
          <ac:spMkLst>
            <pc:docMk/>
            <pc:sldMk cId="2449185649" sldId="2147482171"/>
            <ac:spMk id="40" creationId="{FCD3426F-BB67-4E75-88C5-FCE69B05FD0E}"/>
          </ac:spMkLst>
        </pc:spChg>
        <pc:spChg chg="add mod">
          <ac:chgData name="임성묵(SUNGMOOK LIM)[muksung0084]/선임/제조DX.제조DX솔루션.데이터통합분석팀" userId="5ef6c119-0718-4bd2-a22e-105ab5e97655" providerId="ADAL" clId="{8D2E8402-2D38-462A-B765-4CF69C741A0B}" dt="2025-11-19T08:36:22.551" v="4775" actId="1035"/>
          <ac:spMkLst>
            <pc:docMk/>
            <pc:sldMk cId="2449185649" sldId="2147482171"/>
            <ac:spMk id="43" creationId="{1E70982D-2E1A-44F5-BB5C-B434FF9E80A0}"/>
          </ac:spMkLst>
        </pc:spChg>
        <pc:spChg chg="add mod">
          <ac:chgData name="임성묵(SUNGMOOK LIM)[muksung0084]/선임/제조DX.제조DX솔루션.데이터통합분석팀" userId="5ef6c119-0718-4bd2-a22e-105ab5e97655" providerId="ADAL" clId="{8D2E8402-2D38-462A-B765-4CF69C741A0B}" dt="2025-11-19T04:15:51.632" v="3106" actId="571"/>
          <ac:spMkLst>
            <pc:docMk/>
            <pc:sldMk cId="2449185649" sldId="2147482171"/>
            <ac:spMk id="43" creationId="{FFAD3F82-A32C-4113-960A-AB0BD35FF8D3}"/>
          </ac:spMkLst>
        </pc:spChg>
        <pc:spChg chg="add mod">
          <ac:chgData name="임성묵(SUNGMOOK LIM)[muksung0084]/선임/제조DX.제조DX솔루션.데이터통합분석팀" userId="5ef6c119-0718-4bd2-a22e-105ab5e97655" providerId="ADAL" clId="{8D2E8402-2D38-462A-B765-4CF69C741A0B}" dt="2025-11-19T08:35:33.295" v="4761" actId="1076"/>
          <ac:spMkLst>
            <pc:docMk/>
            <pc:sldMk cId="2449185649" sldId="2147482171"/>
            <ac:spMk id="44" creationId="{D64C46D5-7F46-40E0-9FF6-DF639C809385}"/>
          </ac:spMkLst>
        </pc:spChg>
        <pc:spChg chg="mod">
          <ac:chgData name="임성묵(SUNGMOOK LIM)[muksung0084]/선임/제조DX.제조DX솔루션.데이터통합분석팀" userId="5ef6c119-0718-4bd2-a22e-105ab5e97655" providerId="ADAL" clId="{8D2E8402-2D38-462A-B765-4CF69C741A0B}" dt="2025-11-19T08:35:10.150" v="4744" actId="20577"/>
          <ac:spMkLst>
            <pc:docMk/>
            <pc:sldMk cId="2449185649" sldId="2147482171"/>
            <ac:spMk id="46" creationId="{FC3B12BE-4589-4397-8B71-019FF34AA35E}"/>
          </ac:spMkLst>
        </pc:spChg>
        <pc:graphicFrameChg chg="add del mod modGraphic">
          <ac:chgData name="임성묵(SUNGMOOK LIM)[muksung0084]/선임/제조DX.제조DX솔루션.데이터통합분석팀" userId="5ef6c119-0718-4bd2-a22e-105ab5e97655" providerId="ADAL" clId="{8D2E8402-2D38-462A-B765-4CF69C741A0B}" dt="2025-11-19T08:33:57.426" v="4720" actId="478"/>
          <ac:graphicFrameMkLst>
            <pc:docMk/>
            <pc:sldMk cId="2449185649" sldId="2147482171"/>
            <ac:graphicFrameMk id="19" creationId="{3E86696F-E35A-4B06-9B46-63A4A6A986C1}"/>
          </ac:graphicFrameMkLst>
        </pc:graphicFrameChg>
        <pc:picChg chg="add mod">
          <ac:chgData name="임성묵(SUNGMOOK LIM)[muksung0084]/선임/제조DX.제조DX솔루션.데이터통합분석팀" userId="5ef6c119-0718-4bd2-a22e-105ab5e97655" providerId="ADAL" clId="{8D2E8402-2D38-462A-B765-4CF69C741A0B}" dt="2025-11-19T08:36:18.926" v="4771" actId="1076"/>
          <ac:picMkLst>
            <pc:docMk/>
            <pc:sldMk cId="2449185649" sldId="2147482171"/>
            <ac:picMk id="2" creationId="{E04E4009-1E01-4E41-8028-9FAA3C57ED98}"/>
          </ac:picMkLst>
        </pc:picChg>
        <pc:picChg chg="add del mod">
          <ac:chgData name="임성묵(SUNGMOOK LIM)[muksung0084]/선임/제조DX.제조DX솔루션.데이터통합분석팀" userId="5ef6c119-0718-4bd2-a22e-105ab5e97655" providerId="ADAL" clId="{8D2E8402-2D38-462A-B765-4CF69C741A0B}" dt="2025-11-19T08:33:53.770" v="4717" actId="478"/>
          <ac:picMkLst>
            <pc:docMk/>
            <pc:sldMk cId="2449185649" sldId="2147482171"/>
            <ac:picMk id="3" creationId="{6EC1F9F8-7875-4FC2-A2B2-4FEB51E8B6E8}"/>
          </ac:picMkLst>
        </pc:picChg>
        <pc:picChg chg="add mod">
          <ac:chgData name="임성묵(SUNGMOOK LIM)[muksung0084]/선임/제조DX.제조DX솔루션.데이터통합분석팀" userId="5ef6c119-0718-4bd2-a22e-105ab5e97655" providerId="ADAL" clId="{8D2E8402-2D38-462A-B765-4CF69C741A0B}" dt="2025-11-19T08:35:57.495" v="4766" actId="14100"/>
          <ac:picMkLst>
            <pc:docMk/>
            <pc:sldMk cId="2449185649" sldId="2147482171"/>
            <ac:picMk id="4" creationId="{2CDFA0C6-184E-4665-A5C6-8147658BFEA7}"/>
          </ac:picMkLst>
        </pc:picChg>
        <pc:picChg chg="del">
          <ac:chgData name="임성묵(SUNGMOOK LIM)[muksung0084]/선임/제조DX.제조DX솔루션.데이터통합분석팀" userId="5ef6c119-0718-4bd2-a22e-105ab5e97655" providerId="ADAL" clId="{8D2E8402-2D38-462A-B765-4CF69C741A0B}" dt="2025-11-19T01:34:51.150" v="18" actId="478"/>
          <ac:picMkLst>
            <pc:docMk/>
            <pc:sldMk cId="2449185649" sldId="2147482171"/>
            <ac:picMk id="7" creationId="{C821848C-9984-4170-908F-C336428C12B0}"/>
          </ac:picMkLst>
        </pc:picChg>
        <pc:picChg chg="add mod">
          <ac:chgData name="임성묵(SUNGMOOK LIM)[muksung0084]/선임/제조DX.제조DX솔루션.데이터통합분석팀" userId="5ef6c119-0718-4bd2-a22e-105ab5e97655" providerId="ADAL" clId="{8D2E8402-2D38-462A-B765-4CF69C741A0B}" dt="2025-11-19T04:15:51.632" v="3106" actId="571"/>
          <ac:picMkLst>
            <pc:docMk/>
            <pc:sldMk cId="2449185649" sldId="2147482171"/>
            <ac:picMk id="40" creationId="{7BAB7CAA-630F-4812-9F06-DD243FF46E5C}"/>
          </ac:picMkLst>
        </pc:picChg>
      </pc:sldChg>
    </pc:docChg>
  </pc:docChgLst>
  <pc:docChgLst>
    <pc:chgData name="윤성렬(SUNGRYEOL YUN)[sungryeol.y]/사원/제조DX.제조DX솔루션.롤맵기술팀" userId="b5311d10-d61f-46bb-bd4a-1d8342705f0f" providerId="ADAL" clId="{A53C7D87-6DC7-4E48-95E4-1CD078DAD1FB}"/>
    <pc:docChg chg="undo custSel modSld">
      <pc:chgData name="윤성렬(SUNGRYEOL YUN)[sungryeol.y]/사원/제조DX.제조DX솔루션.롤맵기술팀" userId="b5311d10-d61f-46bb-bd4a-1d8342705f0f" providerId="ADAL" clId="{A53C7D87-6DC7-4E48-95E4-1CD078DAD1FB}" dt="2025-10-22T07:03:21.255" v="4335" actId="20577"/>
      <pc:docMkLst>
        <pc:docMk/>
      </pc:docMkLst>
      <pc:sldChg chg="modSp mod">
        <pc:chgData name="윤성렬(SUNGRYEOL YUN)[sungryeol.y]/사원/제조DX.제조DX솔루션.롤맵기술팀" userId="b5311d10-d61f-46bb-bd4a-1d8342705f0f" providerId="ADAL" clId="{A53C7D87-6DC7-4E48-95E4-1CD078DAD1FB}" dt="2025-10-22T06:16:59.971" v="3981" actId="20577"/>
        <pc:sldMkLst>
          <pc:docMk/>
          <pc:sldMk cId="3266697761" sldId="2278"/>
        </pc:sldMkLst>
        <pc:spChg chg="mod">
          <ac:chgData name="윤성렬(SUNGRYEOL YUN)[sungryeol.y]/사원/제조DX.제조DX솔루션.롤맵기술팀" userId="b5311d10-d61f-46bb-bd4a-1d8342705f0f" providerId="ADAL" clId="{A53C7D87-6DC7-4E48-95E4-1CD078DAD1FB}" dt="2025-10-22T06:16:59.971" v="3981" actId="20577"/>
          <ac:spMkLst>
            <pc:docMk/>
            <pc:sldMk cId="3266697761" sldId="2278"/>
            <ac:spMk id="16" creationId="{64103116-79E6-4EAD-A94F-CA5060A46E07}"/>
          </ac:spMkLst>
        </pc:spChg>
      </pc:sldChg>
      <pc:sldChg chg="addSp delSp modSp mod">
        <pc:chgData name="윤성렬(SUNGRYEOL YUN)[sungryeol.y]/사원/제조DX.제조DX솔루션.롤맵기술팀" userId="b5311d10-d61f-46bb-bd4a-1d8342705f0f" providerId="ADAL" clId="{A53C7D87-6DC7-4E48-95E4-1CD078DAD1FB}" dt="2025-10-22T06:19:53.021" v="4288" actId="478"/>
        <pc:sldMkLst>
          <pc:docMk/>
          <pc:sldMk cId="4145388933" sldId="2147481913"/>
        </pc:sldMkLst>
        <pc:spChg chg="mod">
          <ac:chgData name="윤성렬(SUNGRYEOL YUN)[sungryeol.y]/사원/제조DX.제조DX솔루션.롤맵기술팀" userId="b5311d10-d61f-46bb-bd4a-1d8342705f0f" providerId="ADAL" clId="{A53C7D87-6DC7-4E48-95E4-1CD078DAD1FB}" dt="2025-10-21T07:57:42.639" v="2915" actId="20577"/>
          <ac:spMkLst>
            <pc:docMk/>
            <pc:sldMk cId="4145388933" sldId="2147481913"/>
            <ac:spMk id="18" creationId="{72943F47-EAEA-4391-A2BC-C7C33A8E8CFD}"/>
          </ac:spMkLst>
        </pc:spChg>
        <pc:grpChg chg="mod">
          <ac:chgData name="윤성렬(SUNGRYEOL YUN)[sungryeol.y]/사원/제조DX.제조DX솔루션.롤맵기술팀" userId="b5311d10-d61f-46bb-bd4a-1d8342705f0f" providerId="ADAL" clId="{A53C7D87-6DC7-4E48-95E4-1CD078DAD1FB}" dt="2025-10-21T07:55:35.262" v="2755" actId="1036"/>
          <ac:grpSpMkLst>
            <pc:docMk/>
            <pc:sldMk cId="4145388933" sldId="2147481913"/>
            <ac:grpSpMk id="14" creationId="{AB7FF920-CE74-41E7-AC87-EB01475644C9}"/>
          </ac:grpSpMkLst>
        </pc:grpChg>
        <pc:graphicFrameChg chg="mod modGraphic">
          <ac:chgData name="윤성렬(SUNGRYEOL YUN)[sungryeol.y]/사원/제조DX.제조DX솔루션.롤맵기술팀" userId="b5311d10-d61f-46bb-bd4a-1d8342705f0f" providerId="ADAL" clId="{A53C7D87-6DC7-4E48-95E4-1CD078DAD1FB}" dt="2025-10-22T06:19:51.083" v="4287" actId="20577"/>
          <ac:graphicFrameMkLst>
            <pc:docMk/>
            <pc:sldMk cId="4145388933" sldId="2147481913"/>
            <ac:graphicFrameMk id="3" creationId="{3E86696F-E35A-4B06-9B46-63A4A6A986C1}"/>
          </ac:graphicFrameMkLst>
        </pc:graphicFrameChg>
        <pc:graphicFrameChg chg="mod">
          <ac:chgData name="윤성렬(SUNGRYEOL YUN)[sungryeol.y]/사원/제조DX.제조DX솔루션.롤맵기술팀" userId="b5311d10-d61f-46bb-bd4a-1d8342705f0f" providerId="ADAL" clId="{A53C7D87-6DC7-4E48-95E4-1CD078DAD1FB}" dt="2025-10-21T07:55:35.262" v="2755" actId="1036"/>
          <ac:graphicFrameMkLst>
            <pc:docMk/>
            <pc:sldMk cId="4145388933" sldId="2147481913"/>
            <ac:graphicFrameMk id="12" creationId="{37F16DCC-750B-498E-8CA6-D300CAD182F1}"/>
          </ac:graphicFrameMkLst>
        </pc:graphicFrameChg>
      </pc:sldChg>
      <pc:sldChg chg="addSp delSp modSp mod">
        <pc:chgData name="윤성렬(SUNGRYEOL YUN)[sungryeol.y]/사원/제조DX.제조DX솔루션.롤맵기술팀" userId="b5311d10-d61f-46bb-bd4a-1d8342705f0f" providerId="ADAL" clId="{A53C7D87-6DC7-4E48-95E4-1CD078DAD1FB}" dt="2025-10-21T07:58:44.123" v="2963" actId="21"/>
        <pc:sldMkLst>
          <pc:docMk/>
          <pc:sldMk cId="1894137771" sldId="2147481918"/>
        </pc:sldMkLst>
        <pc:spChg chg="mod">
          <ac:chgData name="윤성렬(SUNGRYEOL YUN)[sungryeol.y]/사원/제조DX.제조DX솔루션.롤맵기술팀" userId="b5311d10-d61f-46bb-bd4a-1d8342705f0f" providerId="ADAL" clId="{A53C7D87-6DC7-4E48-95E4-1CD078DAD1FB}" dt="2025-10-21T07:57:35.543" v="2913" actId="20577"/>
          <ac:spMkLst>
            <pc:docMk/>
            <pc:sldMk cId="1894137771" sldId="2147481918"/>
            <ac:spMk id="18" creationId="{72943F47-EAEA-4391-A2BC-C7C33A8E8CFD}"/>
          </ac:spMkLst>
        </pc:spChg>
        <pc:graphicFrameChg chg="mod modGraphic">
          <ac:chgData name="윤성렬(SUNGRYEOL YUN)[sungryeol.y]/사원/제조DX.제조DX솔루션.롤맵기술팀" userId="b5311d10-d61f-46bb-bd4a-1d8342705f0f" providerId="ADAL" clId="{A53C7D87-6DC7-4E48-95E4-1CD078DAD1FB}" dt="2025-10-21T07:58:31.509" v="2961" actId="207"/>
          <ac:graphicFrameMkLst>
            <pc:docMk/>
            <pc:sldMk cId="1894137771" sldId="2147481918"/>
            <ac:graphicFrameMk id="3" creationId="{3E86696F-E35A-4B06-9B46-63A4A6A986C1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A53C7D87-6DC7-4E48-95E4-1CD078DAD1FB}" dt="2025-10-21T08:03:54.701" v="3603" actId="20577"/>
        <pc:sldMkLst>
          <pc:docMk/>
          <pc:sldMk cId="2750834388" sldId="2147481930"/>
        </pc:sldMkLst>
        <pc:spChg chg="mod">
          <ac:chgData name="윤성렬(SUNGRYEOL YUN)[sungryeol.y]/사원/제조DX.제조DX솔루션.롤맵기술팀" userId="b5311d10-d61f-46bb-bd4a-1d8342705f0f" providerId="ADAL" clId="{A53C7D87-6DC7-4E48-95E4-1CD078DAD1FB}" dt="2025-10-21T08:03:54.701" v="3603" actId="20577"/>
          <ac:spMkLst>
            <pc:docMk/>
            <pc:sldMk cId="2750834388" sldId="2147481930"/>
            <ac:spMk id="18" creationId="{72943F47-EAEA-4391-A2BC-C7C33A8E8CFD}"/>
          </ac:spMkLst>
        </pc:spChg>
        <pc:graphicFrameChg chg="mod modGraphic">
          <ac:chgData name="윤성렬(SUNGRYEOL YUN)[sungryeol.y]/사원/제조DX.제조DX솔루션.롤맵기술팀" userId="b5311d10-d61f-46bb-bd4a-1d8342705f0f" providerId="ADAL" clId="{A53C7D87-6DC7-4E48-95E4-1CD078DAD1FB}" dt="2025-10-21T08:03:51.879" v="3599" actId="207"/>
          <ac:graphicFrameMkLst>
            <pc:docMk/>
            <pc:sldMk cId="2750834388" sldId="2147481930"/>
            <ac:graphicFrameMk id="3" creationId="{3E86696F-E35A-4B06-9B46-63A4A6A986C1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A53C7D87-6DC7-4E48-95E4-1CD078DAD1FB}" dt="2025-10-21T08:07:37.487" v="3698" actId="207"/>
        <pc:sldMkLst>
          <pc:docMk/>
          <pc:sldMk cId="3218446010" sldId="2147481940"/>
        </pc:sldMkLst>
        <pc:graphicFrameChg chg="mod modGraphic">
          <ac:chgData name="윤성렬(SUNGRYEOL YUN)[sungryeol.y]/사원/제조DX.제조DX솔루션.롤맵기술팀" userId="b5311d10-d61f-46bb-bd4a-1d8342705f0f" providerId="ADAL" clId="{A53C7D87-6DC7-4E48-95E4-1CD078DAD1FB}" dt="2025-10-21T08:07:37.487" v="3698" actId="207"/>
          <ac:graphicFrameMkLst>
            <pc:docMk/>
            <pc:sldMk cId="3218446010" sldId="2147481940"/>
            <ac:graphicFrameMk id="21" creationId="{B17BC81E-4040-4B89-BFD6-444CE79E9A52}"/>
          </ac:graphicFrameMkLst>
        </pc:graphicFrameChg>
      </pc:sldChg>
      <pc:sldChg chg="addSp delSp modSp mod">
        <pc:chgData name="윤성렬(SUNGRYEOL YUN)[sungryeol.y]/사원/제조DX.제조DX솔루션.롤맵기술팀" userId="b5311d10-d61f-46bb-bd4a-1d8342705f0f" providerId="ADAL" clId="{A53C7D87-6DC7-4E48-95E4-1CD078DAD1FB}" dt="2025-10-22T06:21:25.662" v="4299" actId="20577"/>
        <pc:sldMkLst>
          <pc:docMk/>
          <pc:sldMk cId="2781412765" sldId="2147482059"/>
        </pc:sldMkLst>
        <pc:spChg chg="mod">
          <ac:chgData name="윤성렬(SUNGRYEOL YUN)[sungryeol.y]/사원/제조DX.제조DX솔루션.롤맵기술팀" userId="b5311d10-d61f-46bb-bd4a-1d8342705f0f" providerId="ADAL" clId="{A53C7D87-6DC7-4E48-95E4-1CD078DAD1FB}" dt="2025-10-22T06:21:25.662" v="4299" actId="20577"/>
          <ac:spMkLst>
            <pc:docMk/>
            <pc:sldMk cId="2781412765" sldId="2147482059"/>
            <ac:spMk id="18" creationId="{72943F47-EAEA-4391-A2BC-C7C33A8E8CFD}"/>
          </ac:spMkLst>
        </pc:spChg>
        <pc:graphicFrameChg chg="mod modGraphic">
          <ac:chgData name="윤성렬(SUNGRYEOL YUN)[sungryeol.y]/사원/제조DX.제조DX솔루션.롤맵기술팀" userId="b5311d10-d61f-46bb-bd4a-1d8342705f0f" providerId="ADAL" clId="{A53C7D87-6DC7-4E48-95E4-1CD078DAD1FB}" dt="2025-10-21T08:01:10.862" v="3511" actId="207"/>
          <ac:graphicFrameMkLst>
            <pc:docMk/>
            <pc:sldMk cId="2781412765" sldId="2147482059"/>
            <ac:graphicFrameMk id="3" creationId="{3E86696F-E35A-4B06-9B46-63A4A6A986C1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A53C7D87-6DC7-4E48-95E4-1CD078DAD1FB}" dt="2025-10-22T06:20:42.179" v="4295" actId="20577"/>
        <pc:sldMkLst>
          <pc:docMk/>
          <pc:sldMk cId="681262127" sldId="2147482091"/>
        </pc:sldMkLst>
        <pc:spChg chg="mod">
          <ac:chgData name="윤성렬(SUNGRYEOL YUN)[sungryeol.y]/사원/제조DX.제조DX솔루션.롤맵기술팀" userId="b5311d10-d61f-46bb-bd4a-1d8342705f0f" providerId="ADAL" clId="{A53C7D87-6DC7-4E48-95E4-1CD078DAD1FB}" dt="2025-10-22T06:20:42.179" v="4295" actId="20577"/>
          <ac:spMkLst>
            <pc:docMk/>
            <pc:sldMk cId="681262127" sldId="2147482091"/>
            <ac:spMk id="18" creationId="{72943F47-EAEA-4391-A2BC-C7C33A8E8CFD}"/>
          </ac:spMkLst>
        </pc:spChg>
        <pc:graphicFrameChg chg="modGraphic">
          <ac:chgData name="윤성렬(SUNGRYEOL YUN)[sungryeol.y]/사원/제조DX.제조DX솔루션.롤맵기술팀" userId="b5311d10-d61f-46bb-bd4a-1d8342705f0f" providerId="ADAL" clId="{A53C7D87-6DC7-4E48-95E4-1CD078DAD1FB}" dt="2025-10-22T06:20:34.990" v="4291" actId="207"/>
          <ac:graphicFrameMkLst>
            <pc:docMk/>
            <pc:sldMk cId="681262127" sldId="2147482091"/>
            <ac:graphicFrameMk id="3" creationId="{3E86696F-E35A-4B06-9B46-63A4A6A986C1}"/>
          </ac:graphicFrameMkLst>
        </pc:graphicFrameChg>
      </pc:sldChg>
      <pc:sldChg chg="modSp mod">
        <pc:chgData name="윤성렬(SUNGRYEOL YUN)[sungryeol.y]/사원/제조DX.제조DX솔루션.롤맵기술팀" userId="b5311d10-d61f-46bb-bd4a-1d8342705f0f" providerId="ADAL" clId="{A53C7D87-6DC7-4E48-95E4-1CD078DAD1FB}" dt="2025-10-21T08:06:39.276" v="3627" actId="207"/>
        <pc:sldMkLst>
          <pc:docMk/>
          <pc:sldMk cId="24529797" sldId="2147482142"/>
        </pc:sldMkLst>
        <pc:spChg chg="mod">
          <ac:chgData name="윤성렬(SUNGRYEOL YUN)[sungryeol.y]/사원/제조DX.제조DX솔루션.롤맵기술팀" userId="b5311d10-d61f-46bb-bd4a-1d8342705f0f" providerId="ADAL" clId="{A53C7D87-6DC7-4E48-95E4-1CD078DAD1FB}" dt="2025-10-21T08:04:23.093" v="3607" actId="20577"/>
          <ac:spMkLst>
            <pc:docMk/>
            <pc:sldMk cId="24529797" sldId="2147482142"/>
            <ac:spMk id="18" creationId="{A7F473DF-C875-A323-6679-F5CA881CD9C4}"/>
          </ac:spMkLst>
        </pc:spChg>
        <pc:graphicFrameChg chg="modGraphic">
          <ac:chgData name="윤성렬(SUNGRYEOL YUN)[sungryeol.y]/사원/제조DX.제조DX솔루션.롤맵기술팀" userId="b5311d10-d61f-46bb-bd4a-1d8342705f0f" providerId="ADAL" clId="{A53C7D87-6DC7-4E48-95E4-1CD078DAD1FB}" dt="2025-10-21T08:06:39.276" v="3627" actId="207"/>
          <ac:graphicFrameMkLst>
            <pc:docMk/>
            <pc:sldMk cId="24529797" sldId="2147482142"/>
            <ac:graphicFrameMk id="3" creationId="{688BD945-555D-E069-F619-02973A6A481F}"/>
          </ac:graphicFrameMkLst>
        </pc:graphicFrameChg>
        <pc:graphicFrameChg chg="modGraphic">
          <ac:chgData name="윤성렬(SUNGRYEOL YUN)[sungryeol.y]/사원/제조DX.제조DX솔루션.롤맵기술팀" userId="b5311d10-d61f-46bb-bd4a-1d8342705f0f" providerId="ADAL" clId="{A53C7D87-6DC7-4E48-95E4-1CD078DAD1FB}" dt="2025-10-21T08:06:02.190" v="3624" actId="20577"/>
          <ac:graphicFrameMkLst>
            <pc:docMk/>
            <pc:sldMk cId="24529797" sldId="2147482142"/>
            <ac:graphicFrameMk id="4" creationId="{AF52D927-D9F3-D666-6F2C-381354363BB6}"/>
          </ac:graphicFrameMkLst>
        </pc:graphicFrameChg>
      </pc:sldChg>
    </pc:docChg>
  </pc:docChgLst>
  <pc:docChgLst>
    <pc:chgData name="조은지(EUNJI JO)[joeunji]/선임/제조DX.제조DX솔루션.데이터통합분석팀" userId="d82ce3d5-2c2f-4d6b-9fbb-477c92d9f333" providerId="ADAL" clId="{7ADDA329-CE9D-4BA3-BC9D-F77E54DA2192}"/>
    <pc:docChg chg="custSel modSld">
      <pc:chgData name="조은지(EUNJI JO)[joeunji]/선임/제조DX.제조DX솔루션.데이터통합분석팀" userId="d82ce3d5-2c2f-4d6b-9fbb-477c92d9f333" providerId="ADAL" clId="{7ADDA329-CE9D-4BA3-BC9D-F77E54DA2192}" dt="2025-12-09T07:08:13.899" v="570" actId="20577"/>
      <pc:docMkLst>
        <pc:docMk/>
      </pc:docMkLst>
      <pc:sldChg chg="modSp mod">
        <pc:chgData name="조은지(EUNJI JO)[joeunji]/선임/제조DX.제조DX솔루션.데이터통합분석팀" userId="d82ce3d5-2c2f-4d6b-9fbb-477c92d9f333" providerId="ADAL" clId="{7ADDA329-CE9D-4BA3-BC9D-F77E54DA2192}" dt="2025-12-09T07:01:16.360" v="535" actId="20577"/>
        <pc:sldMkLst>
          <pc:docMk/>
          <pc:sldMk cId="921970639" sldId="2147481788"/>
        </pc:sldMkLst>
        <pc:spChg chg="mod">
          <ac:chgData name="조은지(EUNJI JO)[joeunji]/선임/제조DX.제조DX솔루션.데이터통합분석팀" userId="d82ce3d5-2c2f-4d6b-9fbb-477c92d9f333" providerId="ADAL" clId="{7ADDA329-CE9D-4BA3-BC9D-F77E54DA2192}" dt="2025-12-09T07:01:16.360" v="535" actId="20577"/>
          <ac:spMkLst>
            <pc:docMk/>
            <pc:sldMk cId="921970639" sldId="2147481788"/>
            <ac:spMk id="9" creationId="{00000000-0000-0000-0000-000000000000}"/>
          </ac:spMkLst>
        </pc:spChg>
        <pc:graphicFrameChg chg="modGraphic">
          <ac:chgData name="조은지(EUNJI JO)[joeunji]/선임/제조DX.제조DX솔루션.데이터통합분석팀" userId="d82ce3d5-2c2f-4d6b-9fbb-477c92d9f333" providerId="ADAL" clId="{7ADDA329-CE9D-4BA3-BC9D-F77E54DA2192}" dt="2025-12-09T07:00:24.955" v="532" actId="20577"/>
          <ac:graphicFrameMkLst>
            <pc:docMk/>
            <pc:sldMk cId="921970639" sldId="2147481788"/>
            <ac:graphicFrameMk id="19" creationId="{3E86696F-E35A-4B06-9B46-63A4A6A986C1}"/>
          </ac:graphicFrameMkLst>
        </pc:graphicFrameChg>
        <pc:picChg chg="mod">
          <ac:chgData name="조은지(EUNJI JO)[joeunji]/선임/제조DX.제조DX솔루션.데이터통합분석팀" userId="d82ce3d5-2c2f-4d6b-9fbb-477c92d9f333" providerId="ADAL" clId="{7ADDA329-CE9D-4BA3-BC9D-F77E54DA2192}" dt="2025-12-09T07:01:10.521" v="533" actId="14826"/>
          <ac:picMkLst>
            <pc:docMk/>
            <pc:sldMk cId="921970639" sldId="2147481788"/>
            <ac:picMk id="4" creationId="{4C5E0C0D-AC3C-4100-8028-E2A9F83C856E}"/>
          </ac:picMkLst>
        </pc:picChg>
        <pc:picChg chg="mod">
          <ac:chgData name="조은지(EUNJI JO)[joeunji]/선임/제조DX.제조DX솔루션.데이터통합분석팀" userId="d82ce3d5-2c2f-4d6b-9fbb-477c92d9f333" providerId="ADAL" clId="{7ADDA329-CE9D-4BA3-BC9D-F77E54DA2192}" dt="2025-12-09T06:56:26.308" v="509" actId="14826"/>
          <ac:picMkLst>
            <pc:docMk/>
            <pc:sldMk cId="921970639" sldId="2147481788"/>
            <ac:picMk id="5" creationId="{AF036937-D67C-4866-AE5D-29D75EF5272F}"/>
          </ac:picMkLst>
        </pc:picChg>
      </pc:sldChg>
      <pc:sldChg chg="modSp mod">
        <pc:chgData name="조은지(EUNJI JO)[joeunji]/선임/제조DX.제조DX솔루션.데이터통합분석팀" userId="d82ce3d5-2c2f-4d6b-9fbb-477c92d9f333" providerId="ADAL" clId="{7ADDA329-CE9D-4BA3-BC9D-F77E54DA2192}" dt="2025-12-09T06:48:26.197" v="508" actId="20577"/>
        <pc:sldMkLst>
          <pc:docMk/>
          <pc:sldMk cId="317861486" sldId="2147481830"/>
        </pc:sldMkLst>
        <pc:spChg chg="mod">
          <ac:chgData name="조은지(EUNJI JO)[joeunji]/선임/제조DX.제조DX솔루션.데이터통합분석팀" userId="d82ce3d5-2c2f-4d6b-9fbb-477c92d9f333" providerId="ADAL" clId="{7ADDA329-CE9D-4BA3-BC9D-F77E54DA2192}" dt="2025-12-09T06:48:26.197" v="508" actId="20577"/>
          <ac:spMkLst>
            <pc:docMk/>
            <pc:sldMk cId="317861486" sldId="2147481830"/>
            <ac:spMk id="41" creationId="{88611533-2EB6-4D24-AED6-C795A5A2B08E}"/>
          </ac:spMkLst>
        </pc:spChg>
        <pc:graphicFrameChg chg="modGraphic">
          <ac:chgData name="조은지(EUNJI JO)[joeunji]/선임/제조DX.제조DX솔루션.데이터통합분석팀" userId="d82ce3d5-2c2f-4d6b-9fbb-477c92d9f333" providerId="ADAL" clId="{7ADDA329-CE9D-4BA3-BC9D-F77E54DA2192}" dt="2025-12-09T06:48:21.364" v="506" actId="207"/>
          <ac:graphicFrameMkLst>
            <pc:docMk/>
            <pc:sldMk cId="317861486" sldId="2147481830"/>
            <ac:graphicFrameMk id="19" creationId="{3E86696F-E35A-4B06-9B46-63A4A6A986C1}"/>
          </ac:graphicFrameMkLst>
        </pc:graphicFrameChg>
      </pc:sldChg>
      <pc:sldChg chg="modSp mod">
        <pc:chgData name="조은지(EUNJI JO)[joeunji]/선임/제조DX.제조DX솔루션.데이터통합분석팀" userId="d82ce3d5-2c2f-4d6b-9fbb-477c92d9f333" providerId="ADAL" clId="{7ADDA329-CE9D-4BA3-BC9D-F77E54DA2192}" dt="2025-12-09T07:08:13.899" v="570" actId="20577"/>
        <pc:sldMkLst>
          <pc:docMk/>
          <pc:sldMk cId="1625678813" sldId="2147481949"/>
        </pc:sldMkLst>
        <pc:spChg chg="mod">
          <ac:chgData name="조은지(EUNJI JO)[joeunji]/선임/제조DX.제조DX솔루션.데이터통합분석팀" userId="d82ce3d5-2c2f-4d6b-9fbb-477c92d9f333" providerId="ADAL" clId="{7ADDA329-CE9D-4BA3-BC9D-F77E54DA2192}" dt="2025-12-09T07:02:11.062" v="538" actId="20577"/>
          <ac:spMkLst>
            <pc:docMk/>
            <pc:sldMk cId="1625678813" sldId="2147481949"/>
            <ac:spMk id="9" creationId="{00000000-0000-0000-0000-000000000000}"/>
          </ac:spMkLst>
        </pc:spChg>
        <pc:graphicFrameChg chg="modGraphic">
          <ac:chgData name="조은지(EUNJI JO)[joeunji]/선임/제조DX.제조DX솔루션.데이터통합분석팀" userId="d82ce3d5-2c2f-4d6b-9fbb-477c92d9f333" providerId="ADAL" clId="{7ADDA329-CE9D-4BA3-BC9D-F77E54DA2192}" dt="2025-12-09T07:08:13.899" v="570" actId="20577"/>
          <ac:graphicFrameMkLst>
            <pc:docMk/>
            <pc:sldMk cId="1625678813" sldId="2147481949"/>
            <ac:graphicFrameMk id="19" creationId="{3E86696F-E35A-4B06-9B46-63A4A6A986C1}"/>
          </ac:graphicFrameMkLst>
        </pc:graphicFrameChg>
        <pc:picChg chg="mod">
          <ac:chgData name="조은지(EUNJI JO)[joeunji]/선임/제조DX.제조DX솔루션.데이터통합분석팀" userId="d82ce3d5-2c2f-4d6b-9fbb-477c92d9f333" providerId="ADAL" clId="{7ADDA329-CE9D-4BA3-BC9D-F77E54DA2192}" dt="2025-12-09T07:07:54.723" v="551" actId="14100"/>
          <ac:picMkLst>
            <pc:docMk/>
            <pc:sldMk cId="1625678813" sldId="2147481949"/>
            <ac:picMk id="7" creationId="{38CBFD90-029D-46A2-B11A-6E1E178CB95D}"/>
          </ac:picMkLst>
        </pc:picChg>
        <pc:picChg chg="mod">
          <ac:chgData name="조은지(EUNJI JO)[joeunji]/선임/제조DX.제조DX솔루션.데이터통합분석팀" userId="d82ce3d5-2c2f-4d6b-9fbb-477c92d9f333" providerId="ADAL" clId="{7ADDA329-CE9D-4BA3-BC9D-F77E54DA2192}" dt="2025-12-09T07:02:35.756" v="539" actId="14826"/>
          <ac:picMkLst>
            <pc:docMk/>
            <pc:sldMk cId="1625678813" sldId="2147481949"/>
            <ac:picMk id="8" creationId="{BA2C43F2-4B52-4C03-96AE-3CA2D75093A3}"/>
          </ac:picMkLst>
        </pc:picChg>
      </pc:sldChg>
      <pc:sldChg chg="modSp mod">
        <pc:chgData name="조은지(EUNJI JO)[joeunji]/선임/제조DX.제조DX솔루션.데이터통합분석팀" userId="d82ce3d5-2c2f-4d6b-9fbb-477c92d9f333" providerId="ADAL" clId="{7ADDA329-CE9D-4BA3-BC9D-F77E54DA2192}" dt="2025-12-09T06:47:35.265" v="505" actId="207"/>
        <pc:sldMkLst>
          <pc:docMk/>
          <pc:sldMk cId="2230191528" sldId="2147481954"/>
        </pc:sldMkLst>
        <pc:spChg chg="mod">
          <ac:chgData name="조은지(EUNJI JO)[joeunji]/선임/제조DX.제조DX솔루션.데이터통합분석팀" userId="d82ce3d5-2c2f-4d6b-9fbb-477c92d9f333" providerId="ADAL" clId="{7ADDA329-CE9D-4BA3-BC9D-F77E54DA2192}" dt="2025-12-09T06:46:51.373" v="385" actId="20577"/>
          <ac:spMkLst>
            <pc:docMk/>
            <pc:sldMk cId="2230191528" sldId="2147481954"/>
            <ac:spMk id="4" creationId="{02E6E929-2FD7-4E0C-BDCB-7BFAFB3CCC32}"/>
          </ac:spMkLst>
        </pc:spChg>
        <pc:spChg chg="mod">
          <ac:chgData name="조은지(EUNJI JO)[joeunji]/선임/제조DX.제조DX솔루션.데이터통합분석팀" userId="d82ce3d5-2c2f-4d6b-9fbb-477c92d9f333" providerId="ADAL" clId="{7ADDA329-CE9D-4BA3-BC9D-F77E54DA2192}" dt="2025-12-09T06:38:19.914" v="1" actId="20577"/>
          <ac:spMkLst>
            <pc:docMk/>
            <pc:sldMk cId="2230191528" sldId="2147481954"/>
            <ac:spMk id="35" creationId="{ABE19A9F-A8FA-462C-9FAC-B538C1BB4CB0}"/>
          </ac:spMkLst>
        </pc:spChg>
        <pc:graphicFrameChg chg="mod modGraphic">
          <ac:chgData name="조은지(EUNJI JO)[joeunji]/선임/제조DX.제조DX솔루션.데이터통합분석팀" userId="d82ce3d5-2c2f-4d6b-9fbb-477c92d9f333" providerId="ADAL" clId="{7ADDA329-CE9D-4BA3-BC9D-F77E54DA2192}" dt="2025-12-09T06:47:35.265" v="505" actId="207"/>
          <ac:graphicFrameMkLst>
            <pc:docMk/>
            <pc:sldMk cId="2230191528" sldId="2147481954"/>
            <ac:graphicFrameMk id="19" creationId="{3E86696F-E35A-4B06-9B46-63A4A6A986C1}"/>
          </ac:graphicFrameMkLst>
        </pc:graphicFrameChg>
        <pc:picChg chg="mod">
          <ac:chgData name="조은지(EUNJI JO)[joeunji]/선임/제조DX.제조DX솔루션.데이터통합분석팀" userId="d82ce3d5-2c2f-4d6b-9fbb-477c92d9f333" providerId="ADAL" clId="{7ADDA329-CE9D-4BA3-BC9D-F77E54DA2192}" dt="2025-12-09T06:41:01.251" v="232" actId="1076"/>
          <ac:picMkLst>
            <pc:docMk/>
            <pc:sldMk cId="2230191528" sldId="2147481954"/>
            <ac:picMk id="2" creationId="{32627403-D761-4CC1-80C1-1FF34470A9C2}"/>
          </ac:picMkLst>
        </pc:picChg>
        <pc:picChg chg="mod">
          <ac:chgData name="조은지(EUNJI JO)[joeunji]/선임/제조DX.제조DX솔루션.데이터통합분석팀" userId="d82ce3d5-2c2f-4d6b-9fbb-477c92d9f333" providerId="ADAL" clId="{7ADDA329-CE9D-4BA3-BC9D-F77E54DA2192}" dt="2025-12-09T06:41:03.045" v="233" actId="1076"/>
          <ac:picMkLst>
            <pc:docMk/>
            <pc:sldMk cId="2230191528" sldId="2147481954"/>
            <ac:picMk id="3" creationId="{D074CB69-DD49-46AF-B24F-74A479EA487C}"/>
          </ac:picMkLst>
        </pc:picChg>
      </pc:sldChg>
    </pc:docChg>
  </pc:docChgLst>
  <pc:docChgLst>
    <pc:chgData name="강주예(JUYE KANG)[juyekang]/사원/제조DX.제조DX솔루션.데이터통합분석팀" userId="95b90ab0-d72b-4b5f-a979-51e7fc1ad660" providerId="ADAL" clId="{70DA9356-E97A-4022-8A6A-8DD327D17875}"/>
    <pc:docChg chg="undo custSel modSld sldOrd">
      <pc:chgData name="강주예(JUYE KANG)[juyekang]/사원/제조DX.제조DX솔루션.데이터통합분석팀" userId="95b90ab0-d72b-4b5f-a979-51e7fc1ad660" providerId="ADAL" clId="{70DA9356-E97A-4022-8A6A-8DD327D17875}" dt="2025-11-25T09:19:19.561" v="1517" actId="20577"/>
      <pc:docMkLst>
        <pc:docMk/>
      </pc:docMkLst>
      <pc:sldChg chg="modTransition">
        <pc:chgData name="강주예(JUYE KANG)[juyekang]/사원/제조DX.제조DX솔루션.데이터통합분석팀" userId="95b90ab0-d72b-4b5f-a979-51e7fc1ad660" providerId="ADAL" clId="{70DA9356-E97A-4022-8A6A-8DD327D17875}" dt="2025-11-25T07:48:16.043" v="797"/>
        <pc:sldMkLst>
          <pc:docMk/>
          <pc:sldMk cId="1325916645" sldId="2147481957"/>
        </pc:sldMkLst>
      </pc:sldChg>
      <pc:sldChg chg="modTransition">
        <pc:chgData name="강주예(JUYE KANG)[juyekang]/사원/제조DX.제조DX솔루션.데이터통합분석팀" userId="95b90ab0-d72b-4b5f-a979-51e7fc1ad660" providerId="ADAL" clId="{70DA9356-E97A-4022-8A6A-8DD327D17875}" dt="2025-11-25T07:47:01.729" v="796"/>
        <pc:sldMkLst>
          <pc:docMk/>
          <pc:sldMk cId="2065805413" sldId="2147482074"/>
        </pc:sldMkLst>
      </pc:sldChg>
      <pc:sldChg chg="addSp delSp modSp">
        <pc:chgData name="강주예(JUYE KANG)[juyekang]/사원/제조DX.제조DX솔루션.데이터통합분석팀" userId="95b90ab0-d72b-4b5f-a979-51e7fc1ad660" providerId="ADAL" clId="{70DA9356-E97A-4022-8A6A-8DD327D17875}" dt="2025-11-25T07:48:48.915" v="815"/>
        <pc:sldMkLst>
          <pc:docMk/>
          <pc:sldMk cId="622379998" sldId="2147482147"/>
        </pc:sldMkLst>
        <pc:spChg chg="mod">
          <ac:chgData name="강주예(JUYE KANG)[juyekang]/사원/제조DX.제조DX솔루션.데이터통합분석팀" userId="95b90ab0-d72b-4b5f-a979-51e7fc1ad660" providerId="ADAL" clId="{70DA9356-E97A-4022-8A6A-8DD327D17875}" dt="2025-11-25T07:48:48.915" v="815"/>
          <ac:spMkLst>
            <pc:docMk/>
            <pc:sldMk cId="622379998" sldId="2147482147"/>
            <ac:spMk id="9" creationId="{00000000-0000-0000-0000-000000000000}"/>
          </ac:spMkLst>
        </pc:spChg>
        <pc:graphicFrameChg chg="modGraphic">
          <ac:chgData name="강주예(JUYE KANG)[juyekang]/사원/제조DX.제조DX솔루션.데이터통합분석팀" userId="95b90ab0-d72b-4b5f-a979-51e7fc1ad660" providerId="ADAL" clId="{70DA9356-E97A-4022-8A6A-8DD327D17875}" dt="2025-11-25T07:34:35.835" v="422" actId="20577"/>
          <ac:graphicFrameMkLst>
            <pc:docMk/>
            <pc:sldMk cId="622379998" sldId="2147482147"/>
            <ac:graphicFrameMk id="4" creationId="{0472E171-D1D3-400C-B416-93D7B68E3795}"/>
          </ac:graphicFrameMkLst>
        </pc:graphicFrameChg>
        <pc:graphicFrameChg chg="mod modGraphic">
          <ac:chgData name="강주예(JUYE KANG)[juyekang]/사원/제조DX.제조DX솔루션.데이터통합분석팀" userId="95b90ab0-d72b-4b5f-a979-51e7fc1ad660" providerId="ADAL" clId="{70DA9356-E97A-4022-8A6A-8DD327D17875}" dt="2025-11-25T07:39:37.431" v="734" actId="20577"/>
          <ac:graphicFrameMkLst>
            <pc:docMk/>
            <pc:sldMk cId="622379998" sldId="2147482147"/>
            <ac:graphicFrameMk id="14" creationId="{C3470D81-2A51-44B3-A6BB-CD8CA0F3C09D}"/>
          </ac:graphicFrameMkLst>
        </pc:graphicFrameChg>
        <pc:graphicFrameChg chg="mod modGraphic">
          <ac:chgData name="강주예(JUYE KANG)[juyekang]/사원/제조DX.제조DX솔루션.데이터통합분석팀" userId="95b90ab0-d72b-4b5f-a979-51e7fc1ad660" providerId="ADAL" clId="{70DA9356-E97A-4022-8A6A-8DD327D17875}" dt="2025-11-25T07:37:40.228" v="700" actId="20577"/>
          <ac:graphicFrameMkLst>
            <pc:docMk/>
            <pc:sldMk cId="622379998" sldId="2147482147"/>
            <ac:graphicFrameMk id="17" creationId="{13E32185-611D-4FB9-A8E7-E49F2D59E1E0}"/>
          </ac:graphicFrameMkLst>
        </pc:graphicFrameChg>
        <pc:graphicFrameChg chg="mod modGraphic">
          <ac:chgData name="강주예(JUYE KANG)[juyekang]/사원/제조DX.제조DX솔루션.데이터통합분석팀" userId="95b90ab0-d72b-4b5f-a979-51e7fc1ad660" providerId="ADAL" clId="{70DA9356-E97A-4022-8A6A-8DD327D17875}" dt="2025-11-25T07:46:11.859" v="795" actId="20577"/>
          <ac:graphicFrameMkLst>
            <pc:docMk/>
            <pc:sldMk cId="622379998" sldId="2147482147"/>
            <ac:graphicFrameMk id="19" creationId="{3E86696F-E35A-4B06-9B46-63A4A6A986C1}"/>
          </ac:graphicFrameMkLst>
        </pc:graphicFrameChg>
        <pc:picChg chg="del">
          <ac:chgData name="강주예(JUYE KANG)[juyekang]/사원/제조DX.제조DX솔루션.데이터통합분석팀" userId="95b90ab0-d72b-4b5f-a979-51e7fc1ad660" providerId="ADAL" clId="{70DA9356-E97A-4022-8A6A-8DD327D17875}" dt="2025-11-25T07:35:06.617" v="433" actId="478"/>
          <ac:picMkLst>
            <pc:docMk/>
            <pc:sldMk cId="622379998" sldId="2147482147"/>
            <ac:picMk id="2" creationId="{8A58A68E-923C-41CE-B6E3-E4A48A9B5419}"/>
          </ac:picMkLst>
        </pc:picChg>
        <pc:picChg chg="del">
          <ac:chgData name="강주예(JUYE KANG)[juyekang]/사원/제조DX.제조DX솔루션.데이터통합분석팀" userId="95b90ab0-d72b-4b5f-a979-51e7fc1ad660" providerId="ADAL" clId="{70DA9356-E97A-4022-8A6A-8DD327D17875}" dt="2025-11-25T07:35:07.819" v="434" actId="478"/>
          <ac:picMkLst>
            <pc:docMk/>
            <pc:sldMk cId="622379998" sldId="2147482147"/>
            <ac:picMk id="3" creationId="{18FBA2F2-7AA6-4DD4-9D72-B625413D8268}"/>
          </ac:picMkLst>
        </pc:picChg>
        <pc:picChg chg="del">
          <ac:chgData name="강주예(JUYE KANG)[juyekang]/사원/제조DX.제조DX솔루션.데이터통합분석팀" userId="95b90ab0-d72b-4b5f-a979-51e7fc1ad660" providerId="ADAL" clId="{70DA9356-E97A-4022-8A6A-8DD327D17875}" dt="2025-11-25T07:38:11.288" v="711" actId="478"/>
          <ac:picMkLst>
            <pc:docMk/>
            <pc:sldMk cId="622379998" sldId="2147482147"/>
            <ac:picMk id="5" creationId="{D86AFF6C-876E-4DD2-ACE7-C9B5F2A7BA3A}"/>
          </ac:picMkLst>
        </pc:picChg>
        <pc:picChg chg="del">
          <ac:chgData name="강주예(JUYE KANG)[juyekang]/사원/제조DX.제조DX솔루션.데이터통합분석팀" userId="95b90ab0-d72b-4b5f-a979-51e7fc1ad660" providerId="ADAL" clId="{70DA9356-E97A-4022-8A6A-8DD327D17875}" dt="2025-11-25T07:38:29.441" v="716" actId="478"/>
          <ac:picMkLst>
            <pc:docMk/>
            <pc:sldMk cId="622379998" sldId="2147482147"/>
            <ac:picMk id="6" creationId="{26D46924-4300-4B85-8BB4-750082DE953B}"/>
          </ac:picMkLst>
        </pc:picChg>
        <pc:picChg chg="del">
          <ac:chgData name="강주예(JUYE KANG)[juyekang]/사원/제조DX.제조DX솔루션.데이터통합분석팀" userId="95b90ab0-d72b-4b5f-a979-51e7fc1ad660" providerId="ADAL" clId="{70DA9356-E97A-4022-8A6A-8DD327D17875}" dt="2025-11-25T07:43:25.748" v="755" actId="478"/>
          <ac:picMkLst>
            <pc:docMk/>
            <pc:sldMk cId="622379998" sldId="2147482147"/>
            <ac:picMk id="7" creationId="{9F6DFAA5-D780-4FB8-ACBB-EF9F5FA5E076}"/>
          </ac:picMkLst>
        </pc:picChg>
        <pc:picChg chg="add mod">
          <ac:chgData name="강주예(JUYE KANG)[juyekang]/사원/제조DX.제조DX솔루션.데이터통합분석팀" userId="95b90ab0-d72b-4b5f-a979-51e7fc1ad660" providerId="ADAL" clId="{70DA9356-E97A-4022-8A6A-8DD327D17875}" dt="2025-11-25T07:36:44.242" v="637" actId="14100"/>
          <ac:picMkLst>
            <pc:docMk/>
            <pc:sldMk cId="622379998" sldId="2147482147"/>
            <ac:picMk id="8" creationId="{A4FE5EDC-8A52-4C6C-AA7D-C57DBEB99F3A}"/>
          </ac:picMkLst>
        </pc:picChg>
        <pc:picChg chg="add mod">
          <ac:chgData name="강주예(JUYE KANG)[juyekang]/사원/제조DX.제조DX솔루션.데이터통합분석팀" userId="95b90ab0-d72b-4b5f-a979-51e7fc1ad660" providerId="ADAL" clId="{70DA9356-E97A-4022-8A6A-8DD327D17875}" dt="2025-11-25T07:36:59.340" v="641" actId="1076"/>
          <ac:picMkLst>
            <pc:docMk/>
            <pc:sldMk cId="622379998" sldId="2147482147"/>
            <ac:picMk id="12" creationId="{8D2F949C-C154-492A-ADDC-F59F68BB4058}"/>
          </ac:picMkLst>
        </pc:picChg>
        <pc:picChg chg="add mod">
          <ac:chgData name="강주예(JUYE KANG)[juyekang]/사원/제조DX.제조DX솔루션.데이터통합분석팀" userId="95b90ab0-d72b-4b5f-a979-51e7fc1ad660" providerId="ADAL" clId="{70DA9356-E97A-4022-8A6A-8DD327D17875}" dt="2025-11-25T07:38:28.479" v="715" actId="14100"/>
          <ac:picMkLst>
            <pc:docMk/>
            <pc:sldMk cId="622379998" sldId="2147482147"/>
            <ac:picMk id="13" creationId="{1A03E43E-86EF-43A0-93B3-1B2801F6DE17}"/>
          </ac:picMkLst>
        </pc:picChg>
        <pc:picChg chg="add mod modCrop">
          <ac:chgData name="강주예(JUYE KANG)[juyekang]/사원/제조DX.제조DX솔루션.데이터통합분석팀" userId="95b90ab0-d72b-4b5f-a979-51e7fc1ad660" providerId="ADAL" clId="{70DA9356-E97A-4022-8A6A-8DD327D17875}" dt="2025-11-25T07:38:47.605" v="720" actId="732"/>
          <ac:picMkLst>
            <pc:docMk/>
            <pc:sldMk cId="622379998" sldId="2147482147"/>
            <ac:picMk id="16" creationId="{25039498-0747-44E0-87E2-B10A7C6B77D3}"/>
          </ac:picMkLst>
        </pc:picChg>
        <pc:picChg chg="add mod">
          <ac:chgData name="강주예(JUYE KANG)[juyekang]/사원/제조DX.제조DX솔루션.데이터통합분석팀" userId="95b90ab0-d72b-4b5f-a979-51e7fc1ad660" providerId="ADAL" clId="{70DA9356-E97A-4022-8A6A-8DD327D17875}" dt="2025-11-25T07:44:24.868" v="792" actId="14100"/>
          <ac:picMkLst>
            <pc:docMk/>
            <pc:sldMk cId="622379998" sldId="2147482147"/>
            <ac:picMk id="18" creationId="{899F0088-6853-4451-AFA8-60566C6D853B}"/>
          </ac:picMkLst>
        </pc:picChg>
      </pc:sldChg>
      <pc:sldChg chg="modSp ord">
        <pc:chgData name="강주예(JUYE KANG)[juyekang]/사원/제조DX.제조DX솔루션.데이터통합분석팀" userId="95b90ab0-d72b-4b5f-a979-51e7fc1ad660" providerId="ADAL" clId="{70DA9356-E97A-4022-8A6A-8DD327D17875}" dt="2025-11-25T09:19:19.561" v="1517" actId="20577"/>
        <pc:sldMkLst>
          <pc:docMk/>
          <pc:sldMk cId="316395411" sldId="2147482169"/>
        </pc:sldMkLst>
        <pc:spChg chg="mod">
          <ac:chgData name="강주예(JUYE KANG)[juyekang]/사원/제조DX.제조DX솔루션.데이터통합분석팀" userId="95b90ab0-d72b-4b5f-a979-51e7fc1ad660" providerId="ADAL" clId="{70DA9356-E97A-4022-8A6A-8DD327D17875}" dt="2025-11-25T07:49:05.742" v="817" actId="20577"/>
          <ac:spMkLst>
            <pc:docMk/>
            <pc:sldMk cId="316395411" sldId="2147482169"/>
            <ac:spMk id="12" creationId="{7FB6881A-B9CA-FAA9-B570-5210A8A2FFCF}"/>
          </ac:spMkLst>
        </pc:spChg>
        <pc:graphicFrameChg chg="mod modGraphic">
          <ac:chgData name="강주예(JUYE KANG)[juyekang]/사원/제조DX.제조DX솔루션.데이터통합분석팀" userId="95b90ab0-d72b-4b5f-a979-51e7fc1ad660" providerId="ADAL" clId="{70DA9356-E97A-4022-8A6A-8DD327D17875}" dt="2025-11-25T09:19:19.561" v="1517" actId="20577"/>
          <ac:graphicFrameMkLst>
            <pc:docMk/>
            <pc:sldMk cId="316395411" sldId="2147482169"/>
            <ac:graphicFrameMk id="19" creationId="{4485889C-7C23-1E44-3F44-63DAC7688EA0}"/>
          </ac:graphicFrameMkLst>
        </pc:graphicFrameChg>
      </pc:sldChg>
      <pc:sldChg chg="addSp delSp modSp">
        <pc:chgData name="강주예(JUYE KANG)[juyekang]/사원/제조DX.제조DX솔루션.데이터통합분석팀" userId="95b90ab0-d72b-4b5f-a979-51e7fc1ad660" providerId="ADAL" clId="{70DA9356-E97A-4022-8A6A-8DD327D17875}" dt="2025-11-25T06:26:40.106" v="382" actId="20577"/>
        <pc:sldMkLst>
          <pc:docMk/>
          <pc:sldMk cId="1233649719" sldId="2147482170"/>
        </pc:sldMkLst>
        <pc:spChg chg="mod">
          <ac:chgData name="강주예(JUYE KANG)[juyekang]/사원/제조DX.제조DX솔루션.데이터통합분석팀" userId="95b90ab0-d72b-4b5f-a979-51e7fc1ad660" providerId="ADAL" clId="{70DA9356-E97A-4022-8A6A-8DD327D17875}" dt="2025-11-25T06:19:58.816" v="10" actId="20577"/>
          <ac:spMkLst>
            <pc:docMk/>
            <pc:sldMk cId="1233649719" sldId="2147482170"/>
            <ac:spMk id="9" creationId="{00000000-0000-0000-0000-000000000000}"/>
          </ac:spMkLst>
        </pc:spChg>
        <pc:graphicFrameChg chg="modGraphic">
          <ac:chgData name="강주예(JUYE KANG)[juyekang]/사원/제조DX.제조DX솔루션.데이터통합분석팀" userId="95b90ab0-d72b-4b5f-a979-51e7fc1ad660" providerId="ADAL" clId="{70DA9356-E97A-4022-8A6A-8DD327D17875}" dt="2025-11-25T06:20:41.818" v="46" actId="20577"/>
          <ac:graphicFrameMkLst>
            <pc:docMk/>
            <pc:sldMk cId="1233649719" sldId="2147482170"/>
            <ac:graphicFrameMk id="4" creationId="{0472E171-D1D3-400C-B416-93D7B68E3795}"/>
          </ac:graphicFrameMkLst>
        </pc:graphicFrameChg>
        <pc:graphicFrameChg chg="modGraphic">
          <ac:chgData name="강주예(JUYE KANG)[juyekang]/사원/제조DX.제조DX솔루션.데이터통합분석팀" userId="95b90ab0-d72b-4b5f-a979-51e7fc1ad660" providerId="ADAL" clId="{70DA9356-E97A-4022-8A6A-8DD327D17875}" dt="2025-11-25T06:24:53.106" v="308" actId="20577"/>
          <ac:graphicFrameMkLst>
            <pc:docMk/>
            <pc:sldMk cId="1233649719" sldId="2147482170"/>
            <ac:graphicFrameMk id="14" creationId="{C3470D81-2A51-44B3-A6BB-CD8CA0F3C09D}"/>
          </ac:graphicFrameMkLst>
        </pc:graphicFrameChg>
        <pc:graphicFrameChg chg="modGraphic">
          <ac:chgData name="강주예(JUYE KANG)[juyekang]/사원/제조DX.제조DX솔루션.데이터통합분석팀" userId="95b90ab0-d72b-4b5f-a979-51e7fc1ad660" providerId="ADAL" clId="{70DA9356-E97A-4022-8A6A-8DD327D17875}" dt="2025-11-25T06:21:59.485" v="82" actId="20577"/>
          <ac:graphicFrameMkLst>
            <pc:docMk/>
            <pc:sldMk cId="1233649719" sldId="2147482170"/>
            <ac:graphicFrameMk id="17" creationId="{13E32185-611D-4FB9-A8E7-E49F2D59E1E0}"/>
          </ac:graphicFrameMkLst>
        </pc:graphicFrameChg>
        <pc:graphicFrameChg chg="mod modGraphic">
          <ac:chgData name="강주예(JUYE KANG)[juyekang]/사원/제조DX.제조DX솔루션.데이터통합분석팀" userId="95b90ab0-d72b-4b5f-a979-51e7fc1ad660" providerId="ADAL" clId="{70DA9356-E97A-4022-8A6A-8DD327D17875}" dt="2025-11-25T06:26:40.106" v="382" actId="20577"/>
          <ac:graphicFrameMkLst>
            <pc:docMk/>
            <pc:sldMk cId="1233649719" sldId="2147482170"/>
            <ac:graphicFrameMk id="19" creationId="{3E86696F-E35A-4B06-9B46-63A4A6A986C1}"/>
          </ac:graphicFrameMkLst>
        </pc:graphicFrameChg>
        <pc:picChg chg="del">
          <ac:chgData name="강주예(JUYE KANG)[juyekang]/사원/제조DX.제조DX솔루션.데이터통합분석팀" userId="95b90ab0-d72b-4b5f-a979-51e7fc1ad660" providerId="ADAL" clId="{70DA9356-E97A-4022-8A6A-8DD327D17875}" dt="2025-11-25T06:21:02.967" v="53" actId="478"/>
          <ac:picMkLst>
            <pc:docMk/>
            <pc:sldMk cId="1233649719" sldId="2147482170"/>
            <ac:picMk id="2" creationId="{E338B692-37C5-477C-946E-7B52D1333A44}"/>
          </ac:picMkLst>
        </pc:picChg>
        <pc:picChg chg="del">
          <ac:chgData name="강주예(JUYE KANG)[juyekang]/사원/제조DX.제조DX솔루션.데이터통합분석팀" userId="95b90ab0-d72b-4b5f-a979-51e7fc1ad660" providerId="ADAL" clId="{70DA9356-E97A-4022-8A6A-8DD327D17875}" dt="2025-11-25T06:23:09.584" v="291" actId="478"/>
          <ac:picMkLst>
            <pc:docMk/>
            <pc:sldMk cId="1233649719" sldId="2147482170"/>
            <ac:picMk id="3" creationId="{35842DC0-D488-4E90-966C-CAC2B623D6B9}"/>
          </ac:picMkLst>
        </pc:picChg>
        <pc:picChg chg="del">
          <ac:chgData name="강주예(JUYE KANG)[juyekang]/사원/제조DX.제조DX솔루션.데이터통합분석팀" userId="95b90ab0-d72b-4b5f-a979-51e7fc1ad660" providerId="ADAL" clId="{70DA9356-E97A-4022-8A6A-8DD327D17875}" dt="2025-11-25T06:23:14.659" v="292" actId="478"/>
          <ac:picMkLst>
            <pc:docMk/>
            <pc:sldMk cId="1233649719" sldId="2147482170"/>
            <ac:picMk id="5" creationId="{4ABF7F44-C4A0-4BB0-87BF-E298ECCA0A70}"/>
          </ac:picMkLst>
        </pc:picChg>
        <pc:picChg chg="mod">
          <ac:chgData name="강주예(JUYE KANG)[juyekang]/사원/제조DX.제조DX솔루션.데이터통합분석팀" userId="95b90ab0-d72b-4b5f-a979-51e7fc1ad660" providerId="ADAL" clId="{70DA9356-E97A-4022-8A6A-8DD327D17875}" dt="2025-11-25T06:26:01.406" v="376" actId="1076"/>
          <ac:picMkLst>
            <pc:docMk/>
            <pc:sldMk cId="1233649719" sldId="2147482170"/>
            <ac:picMk id="6" creationId="{ABCD4EC7-D11F-4B34-BF0C-8312CAE60C8D}"/>
          </ac:picMkLst>
        </pc:picChg>
        <pc:picChg chg="add mod">
          <ac:chgData name="강주예(JUYE KANG)[juyekang]/사원/제조DX.제조DX솔루션.데이터통합분석팀" userId="95b90ab0-d72b-4b5f-a979-51e7fc1ad660" providerId="ADAL" clId="{70DA9356-E97A-4022-8A6A-8DD327D17875}" dt="2025-11-25T06:21:27.137" v="62" actId="1038"/>
          <ac:picMkLst>
            <pc:docMk/>
            <pc:sldMk cId="1233649719" sldId="2147482170"/>
            <ac:picMk id="7" creationId="{9BF24DDA-CCDC-406D-8D20-CAE5317BF002}"/>
          </ac:picMkLst>
        </pc:picChg>
        <pc:picChg chg="add mod">
          <ac:chgData name="강주예(JUYE KANG)[juyekang]/사원/제조DX.제조DX솔루션.데이터통합분석팀" userId="95b90ab0-d72b-4b5f-a979-51e7fc1ad660" providerId="ADAL" clId="{70DA9356-E97A-4022-8A6A-8DD327D17875}" dt="2025-11-25T06:23:39.400" v="300" actId="1076"/>
          <ac:picMkLst>
            <pc:docMk/>
            <pc:sldMk cId="1233649719" sldId="2147482170"/>
            <ac:picMk id="8" creationId="{FEB9443D-D63A-4F2B-8D22-739A56A49366}"/>
          </ac:picMkLst>
        </pc:picChg>
      </pc:sldChg>
    </pc:docChg>
  </pc:docChgLst>
  <pc:docChgLst>
    <pc:chgData name="강규택 " userId="0ef37451-361f-489e-8f72-3bb72ffceb72" providerId="ADAL" clId="{5F87D50B-B816-42ED-9C08-6E716FBCF000}"/>
    <pc:docChg chg="custSel modSld">
      <pc:chgData name="강규택 " userId="0ef37451-361f-489e-8f72-3bb72ffceb72" providerId="ADAL" clId="{5F87D50B-B816-42ED-9C08-6E716FBCF000}" dt="2025-10-29T07:04:01.189" v="2570" actId="207"/>
      <pc:docMkLst>
        <pc:docMk/>
      </pc:docMkLst>
      <pc:sldChg chg="modSp">
        <pc:chgData name="강규택 " userId="0ef37451-361f-489e-8f72-3bb72ffceb72" providerId="ADAL" clId="{5F87D50B-B816-42ED-9C08-6E716FBCF000}" dt="2025-10-29T06:08:25.173" v="1541" actId="207"/>
        <pc:sldMkLst>
          <pc:docMk/>
          <pc:sldMk cId="760095899" sldId="2147481914"/>
        </pc:sldMkLst>
        <pc:spChg chg="mod">
          <ac:chgData name="강규택 " userId="0ef37451-361f-489e-8f72-3bb72ffceb72" providerId="ADAL" clId="{5F87D50B-B816-42ED-9C08-6E716FBCF000}" dt="2025-10-29T06:06:19.363" v="1246" actId="20577"/>
          <ac:spMkLst>
            <pc:docMk/>
            <pc:sldMk cId="760095899" sldId="2147481914"/>
            <ac:spMk id="18" creationId="{72943F47-EAEA-4391-A2BC-C7C33A8E8CFD}"/>
          </ac:spMkLst>
        </pc:spChg>
        <pc:graphicFrameChg chg="mod modGraphic">
          <ac:chgData name="강규택 " userId="0ef37451-361f-489e-8f72-3bb72ffceb72" providerId="ADAL" clId="{5F87D50B-B816-42ED-9C08-6E716FBCF000}" dt="2025-10-29T06:08:25.173" v="1541" actId="207"/>
          <ac:graphicFrameMkLst>
            <pc:docMk/>
            <pc:sldMk cId="760095899" sldId="2147481914"/>
            <ac:graphicFrameMk id="3" creationId="{3E86696F-E35A-4B06-9B46-63A4A6A986C1}"/>
          </ac:graphicFrameMkLst>
        </pc:graphicFrameChg>
      </pc:sldChg>
      <pc:sldChg chg="modSp">
        <pc:chgData name="강규택 " userId="0ef37451-361f-489e-8f72-3bb72ffceb72" providerId="ADAL" clId="{5F87D50B-B816-42ED-9C08-6E716FBCF000}" dt="2025-10-29T06:10:03.034" v="1753" actId="207"/>
        <pc:sldMkLst>
          <pc:docMk/>
          <pc:sldMk cId="197830340" sldId="2147481920"/>
        </pc:sldMkLst>
        <pc:spChg chg="mod">
          <ac:chgData name="강규택 " userId="0ef37451-361f-489e-8f72-3bb72ffceb72" providerId="ADAL" clId="{5F87D50B-B816-42ED-9C08-6E716FBCF000}" dt="2025-10-29T06:09:55.816" v="1752" actId="20577"/>
          <ac:spMkLst>
            <pc:docMk/>
            <pc:sldMk cId="197830340" sldId="2147481920"/>
            <ac:spMk id="11" creationId="{67F1B651-D06A-4EEC-A09C-7F9D9CBFDA37}"/>
          </ac:spMkLst>
        </pc:spChg>
        <pc:graphicFrameChg chg="mod modGraphic">
          <ac:chgData name="강규택 " userId="0ef37451-361f-489e-8f72-3bb72ffceb72" providerId="ADAL" clId="{5F87D50B-B816-42ED-9C08-6E716FBCF000}" dt="2025-10-29T06:10:03.034" v="1753" actId="207"/>
          <ac:graphicFrameMkLst>
            <pc:docMk/>
            <pc:sldMk cId="197830340" sldId="2147481920"/>
            <ac:graphicFrameMk id="3" creationId="{3E86696F-E35A-4B06-9B46-63A4A6A986C1}"/>
          </ac:graphicFrameMkLst>
        </pc:graphicFrameChg>
      </pc:sldChg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1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787112" y="1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2BCA65B-4A64-4C09-B6AF-22726F39C5D6}" type="datetimeFigureOut">
              <a:rPr lang="ko-KR" altLang="en-US" smtClean="0"/>
              <a:t>2025-12-19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10186393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787112" y="10186393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55DBB3B-02F1-4B6B-B52B-D48CB606F0BE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5559831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1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787112" y="1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7702084-E320-4FCE-8E72-C66EF9DD46EA}" type="datetimeFigureOut">
              <a:rPr lang="ko-KR" altLang="en-US" smtClean="0"/>
              <a:t>2025-12-19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439738" y="804863"/>
            <a:ext cx="5807075" cy="402113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68587" y="5094127"/>
            <a:ext cx="5348695" cy="4826015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10186393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787112" y="10186393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0FC5283-F698-4B70-A5AB-FFCC0F08C4AB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871840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4939564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308451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897003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6773693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/>
              <a:t>  </a:t>
            </a:r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6581299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2206875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3718342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9701440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327020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463225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7543525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3432647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5458412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9074892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959407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76830485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7849394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8E8F50-5871-AF8E-A360-DA8335A352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CC8DA0F-23F8-6CAA-3378-A35C56AD50D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2FC31C6-26F8-BC94-2AC5-63A73A81439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6402E89-6145-707E-EE2E-A435D262263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828731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7294398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16898891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23796266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2879294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23196096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4627404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73515825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32052492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73687635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31E4CE-75EB-23B9-A73B-5556433FDC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F2B87AE-A26D-436C-7039-9EA4DDD336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2CAB26E-EF8E-D604-A8AA-934528015FB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7C545CB-5C21-8628-AA63-99D0809CE3B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0659815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31E4CE-75EB-23B9-A73B-5556433FDC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F2B87AE-A26D-436C-7039-9EA4DDD336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2CAB26E-EF8E-D604-A8AA-934528015FB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7C545CB-5C21-8628-AA63-99D0809CE3B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8037161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altLang="ko-KR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B50F164-A1BE-4BAF-B0A4-B08CD702CD48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6156572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altLang="ko-KR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B50F164-A1BE-4BAF-B0A4-B08CD702CD48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69449946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altLang="ko-KR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B50F164-A1BE-4BAF-B0A4-B08CD702CD48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3114280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altLang="ko-KR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B50F164-A1BE-4BAF-B0A4-B08CD702CD48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15085518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altLang="ko-KR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B50F164-A1BE-4BAF-B0A4-B08CD702CD48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85541855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altLang="ko-KR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B50F164-A1BE-4BAF-B0A4-B08CD702CD48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5488267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altLang="ko-KR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B50F164-A1BE-4BAF-B0A4-B08CD702CD48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88694535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altLang="ko-KR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B50F164-A1BE-4BAF-B0A4-B08CD702CD48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95347537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altLang="ko-KR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B50F164-A1BE-4BAF-B0A4-B08CD702CD48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66748871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74858150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47016837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1745091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91788293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76313661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1212756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67705904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29446315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89447085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2345064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44074176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15507345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38894224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37029528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0392564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74225164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18979526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76313661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90193387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96499447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35725625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21602188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07080623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70168416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50698107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79861853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74640612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0538959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72725837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2503373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74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38136625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75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77352556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3539239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88846325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93891488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35817705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77231584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17386491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2727361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97437374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8535218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90525467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76427995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65148057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86598234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05085196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97734659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56697098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9796612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72237129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99968533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98783056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48540914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93853913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21507444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14110294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97439379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9020022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05089061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85EDBF-886A-085B-BC79-54566645AA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0B62184-7AD0-6C4C-2064-B9793E475B8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AFCFF19-5BEA-8DEE-9569-A3A63DE4BD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591E2FC-3552-1621-FF57-FFC3D3112A4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104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45441668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5911580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57266513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81694327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14896947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50944264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04892927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72393622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112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84482267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113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90866273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7367DA-2CF6-7D64-5B80-BFC75AD014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9E0D32C-B7B9-BF0B-B202-A43AE1F9ED0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917C41D-A4AB-DD02-D4A0-BBE8831CB11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1912EC7-EF3F-CF2D-407A-EB4FC1B50F5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114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11688600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85EDBF-886A-085B-BC79-54566645AA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0B62184-7AD0-6C4C-2064-B9793E475B8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AFCFF19-5BEA-8DEE-9569-A3A63DE4BD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591E2FC-3552-1621-FF57-FFC3D3112A4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115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70172029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F6D947-15B9-7545-89F3-EF3C52405E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E3B139E-5D46-CB31-992D-434B5B8FF16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3076113-5222-380C-7C37-58077127975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4D4D5DC-2E69-4D44-16ED-B3C044BA90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116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23377640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A90176-2C5A-55A4-DF85-2B0BACE07C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C8244FC-CE1D-7655-7D66-2410D1BF398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92EEA83-399D-6B56-6BBD-C377C3760DD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321D5E6-D1F1-9C52-ADA8-36B4718A56B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117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62292259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EFA0AD-40F0-D8BF-EEF3-01B651AF4A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6823FA5-2582-37BD-5ADB-0B111EC43FA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EC4FE4F-66CE-8BA7-A8CD-54C4267E55B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1671B71-314F-1C23-59AA-73A417FA3ED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118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24159448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48287353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1276922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99280870"/>
      </p:ext>
    </p:extLst>
  </p:cSld>
  <p:clrMapOvr>
    <a:masterClrMapping/>
  </p:clrMapOvr>
  <p:hf hdr="0" ftr="0" dt="0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381655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3778447"/>
      </p:ext>
    </p:extLst>
  </p:cSld>
  <p:clrMapOvr>
    <a:masterClrMapping/>
  </p:clrMapOvr>
  <p:hf hdr="0" ftr="0" dt="0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5743269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4840051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742950" y="2130426"/>
            <a:ext cx="8420100" cy="1470025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485900" y="3886200"/>
            <a:ext cx="69342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/>
              <a:t>마스터 부제목 스타일 편집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58558A-1595-413E-AD89-BF302E68AF1D}" type="datetimeFigureOut">
              <a:rPr lang="ko-KR" altLang="en-US" smtClean="0"/>
              <a:t>2025-12-19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EA4B7A-B6C7-41E7-96ED-542947DBDB5A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1449800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.xml"/><Relationship Id="rId2" Type="http://schemas.openxmlformats.org/officeDocument/2006/relationships/slideLayout" Target="../slideLayouts/slideLayout4.xml"/><Relationship Id="rId1" Type="http://schemas.openxmlformats.org/officeDocument/2006/relationships/slideLayout" Target="../slideLayouts/slideLayout3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4722671" y="6650863"/>
            <a:ext cx="460631" cy="153888"/>
          </a:xfrm>
          <a:prstGeom prst="rect">
            <a:avLst/>
          </a:prstGeom>
          <a:noFill/>
        </p:spPr>
        <p:txBody>
          <a:bodyPr wrap="none" lIns="36000" tIns="0" rIns="36000" bIns="0" rtlCol="0">
            <a:spAutoFit/>
          </a:bodyPr>
          <a:lstStyle/>
          <a:p>
            <a:pPr algn="ctr"/>
            <a:fld id="{A54A9921-F004-4FEA-AF7B-4D114F7E353D}" type="slidenum">
              <a:rPr lang="ko-KR" altLang="en-US" sz="1000" b="1" smtClean="0">
                <a:solidFill>
                  <a:srgbClr val="000000"/>
                </a:solidFill>
                <a:cs typeface="Arial" pitchFamily="34" charset="0"/>
              </a:rPr>
              <a:pPr algn="ctr"/>
              <a:t>‹#›</a:t>
            </a:fld>
            <a:r>
              <a:rPr lang="ko-KR" altLang="en-US" sz="1000">
                <a:solidFill>
                  <a:srgbClr val="000000"/>
                </a:solidFill>
                <a:cs typeface="Arial" pitchFamily="34" charset="0"/>
              </a:rPr>
              <a:t> </a:t>
            </a:r>
            <a:r>
              <a:rPr lang="en-US" altLang="ko-KR" sz="1000">
                <a:solidFill>
                  <a:srgbClr val="000000"/>
                </a:solidFill>
                <a:cs typeface="Arial" pitchFamily="34" charset="0"/>
              </a:rPr>
              <a:t>/ 114</a:t>
            </a:r>
          </a:p>
        </p:txBody>
      </p:sp>
    </p:spTree>
    <p:extLst>
      <p:ext uri="{BB962C8B-B14F-4D97-AF65-F5344CB8AC3E}">
        <p14:creationId xmlns:p14="http://schemas.microsoft.com/office/powerpoint/2010/main" val="285647425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27" r:id="rId1"/>
    <p:sldLayoutId id="2147483928" r:id="rId2"/>
  </p:sldLayoutIdLst>
  <p:hf hdr="0" ftr="0" dt="0"/>
  <p:txStyles>
    <p:titleStyle>
      <a:lvl1pPr algn="l" defTabSz="914400" rtl="0" eaLnBrk="1" latinLnBrk="1" hangingPunct="1">
        <a:spcBef>
          <a:spcPct val="0"/>
        </a:spcBef>
        <a:buNone/>
        <a:defRPr sz="16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4722671" y="6650863"/>
            <a:ext cx="460631" cy="153888"/>
          </a:xfrm>
          <a:prstGeom prst="rect">
            <a:avLst/>
          </a:prstGeom>
          <a:noFill/>
        </p:spPr>
        <p:txBody>
          <a:bodyPr wrap="none" lIns="36000" tIns="0" rIns="36000" bIns="0" rtlCol="0">
            <a:spAutoFit/>
          </a:bodyPr>
          <a:lstStyle/>
          <a:p>
            <a:pPr algn="ctr"/>
            <a:fld id="{A54A9921-F004-4FEA-AF7B-4D114F7E353D}" type="slidenum">
              <a:rPr lang="ko-KR" altLang="en-US" sz="1000" b="1" smtClean="0">
                <a:solidFill>
                  <a:srgbClr val="000000"/>
                </a:solidFill>
                <a:cs typeface="Arial" pitchFamily="34" charset="0"/>
              </a:rPr>
              <a:pPr algn="ctr"/>
              <a:t>‹#›</a:t>
            </a:fld>
            <a:r>
              <a:rPr lang="ko-KR" altLang="en-US" sz="1000" dirty="0">
                <a:solidFill>
                  <a:srgbClr val="000000"/>
                </a:solidFill>
                <a:cs typeface="Arial" pitchFamily="34" charset="0"/>
              </a:rPr>
              <a:t> </a:t>
            </a:r>
            <a:r>
              <a:rPr lang="en-US" altLang="ko-KR" sz="1000" dirty="0">
                <a:solidFill>
                  <a:srgbClr val="000000"/>
                </a:solidFill>
                <a:cs typeface="Arial" pitchFamily="34" charset="0"/>
              </a:rPr>
              <a:t>/ 117</a:t>
            </a:r>
          </a:p>
        </p:txBody>
      </p:sp>
    </p:spTree>
    <p:extLst>
      <p:ext uri="{BB962C8B-B14F-4D97-AF65-F5344CB8AC3E}">
        <p14:creationId xmlns:p14="http://schemas.microsoft.com/office/powerpoint/2010/main" val="76705180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31" r:id="rId1"/>
    <p:sldLayoutId id="2147483932" r:id="rId2"/>
    <p:sldLayoutId id="2147483933" r:id="rId3"/>
    <p:sldLayoutId id="2147483934" r:id="rId4"/>
  </p:sldLayoutIdLst>
  <p:hf hdr="0" ftr="0" dt="0"/>
  <p:txStyles>
    <p:titleStyle>
      <a:lvl1pPr algn="l" defTabSz="914400" rtl="0" eaLnBrk="1" latinLnBrk="1" hangingPunct="1">
        <a:spcBef>
          <a:spcPct val="0"/>
        </a:spcBef>
        <a:buNone/>
        <a:defRPr sz="16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.jpe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4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4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4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4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7" Type="http://schemas.openxmlformats.org/officeDocument/2006/relationships/image" Target="../media/image12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jpeg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4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6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6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6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6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6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6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6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6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6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5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5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5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4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6.svg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5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5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5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5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5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5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5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5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0.png"/><Relationship Id="rId4" Type="http://schemas.openxmlformats.org/officeDocument/2006/relationships/image" Target="../media/image19.png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5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5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5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5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5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5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5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5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5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5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5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5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5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5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5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5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4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4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4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4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4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4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4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4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7.png"/><Relationship Id="rId4" Type="http://schemas.openxmlformats.org/officeDocument/2006/relationships/image" Target="../media/image26.png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4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4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4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4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33.png"/><Relationship Id="rId4" Type="http://schemas.openxmlformats.org/officeDocument/2006/relationships/image" Target="../media/image32.png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4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4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38.png"/><Relationship Id="rId4" Type="http://schemas.openxmlformats.org/officeDocument/2006/relationships/image" Target="../media/image37.png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4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4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4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4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slide" Target="slide75.xml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42.png"/><Relationship Id="rId4" Type="http://schemas.openxmlformats.org/officeDocument/2006/relationships/image" Target="../media/image41.png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47.png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51.png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13" Type="http://schemas.openxmlformats.org/officeDocument/2006/relationships/image" Target="../media/image62.png"/><Relationship Id="rId3" Type="http://schemas.openxmlformats.org/officeDocument/2006/relationships/image" Target="../media/image52.png"/><Relationship Id="rId7" Type="http://schemas.openxmlformats.org/officeDocument/2006/relationships/image" Target="../media/image56.png"/><Relationship Id="rId12" Type="http://schemas.openxmlformats.org/officeDocument/2006/relationships/image" Target="../media/image61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55.png"/><Relationship Id="rId11" Type="http://schemas.openxmlformats.org/officeDocument/2006/relationships/image" Target="../media/image60.png"/><Relationship Id="rId5" Type="http://schemas.openxmlformats.org/officeDocument/2006/relationships/image" Target="../media/image54.png"/><Relationship Id="rId10" Type="http://schemas.openxmlformats.org/officeDocument/2006/relationships/image" Target="../media/image59.png"/><Relationship Id="rId4" Type="http://schemas.openxmlformats.org/officeDocument/2006/relationships/image" Target="../media/image53.png"/><Relationship Id="rId9" Type="http://schemas.openxmlformats.org/officeDocument/2006/relationships/image" Target="../media/image58.png"/><Relationship Id="rId14" Type="http://schemas.openxmlformats.org/officeDocument/2006/relationships/image" Target="../media/image63.png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emf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65.png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4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7" Type="http://schemas.openxmlformats.org/officeDocument/2006/relationships/image" Target="../media/image70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69.png"/><Relationship Id="rId5" Type="http://schemas.openxmlformats.org/officeDocument/2006/relationships/image" Target="../media/image68.png"/><Relationship Id="rId4" Type="http://schemas.openxmlformats.org/officeDocument/2006/relationships/image" Target="../media/image67.png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73.png"/><Relationship Id="rId4" Type="http://schemas.openxmlformats.org/officeDocument/2006/relationships/image" Target="../media/image72.png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4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4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pn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4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4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4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4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77.png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79.png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4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4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4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4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4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png"/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4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png"/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85.png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4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Oval 232"/>
          <p:cNvSpPr>
            <a:spLocks noChangeArrowheads="1"/>
          </p:cNvSpPr>
          <p:nvPr/>
        </p:nvSpPr>
        <p:spPr bwMode="auto">
          <a:xfrm>
            <a:off x="1091466" y="387350"/>
            <a:ext cx="900000" cy="546100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ko-KR" altLang="en-US"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LG스마트체 Regular"/>
            </a:endParaRPr>
          </a:p>
        </p:txBody>
      </p:sp>
      <p:graphicFrame>
        <p:nvGraphicFramePr>
          <p:cNvPr id="76" name="표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4746466"/>
              </p:ext>
            </p:extLst>
          </p:nvPr>
        </p:nvGraphicFramePr>
        <p:xfrm>
          <a:off x="207966" y="503238"/>
          <a:ext cx="2667000" cy="314325"/>
        </p:xfrm>
        <a:graphic>
          <a:graphicData uri="http://schemas.openxmlformats.org/drawingml/2006/table">
            <a:tbl>
              <a:tblPr/>
              <a:tblGrid>
                <a:gridCol w="889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89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일반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</a:b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General)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대외비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</a:b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Confidential)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비밀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</a:b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Secret)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pic>
        <p:nvPicPr>
          <p:cNvPr id="14" name="Picture 32" descr="솔루션파트너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77194" y="176213"/>
            <a:ext cx="1800225" cy="3540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" name="그룹 3"/>
          <p:cNvGrpSpPr/>
          <p:nvPr/>
        </p:nvGrpSpPr>
        <p:grpSpPr>
          <a:xfrm>
            <a:off x="2399926" y="1147803"/>
            <a:ext cx="4897495" cy="2512723"/>
            <a:chOff x="2251828" y="1147803"/>
            <a:chExt cx="4897495" cy="2512723"/>
          </a:xfrm>
        </p:grpSpPr>
        <p:sp>
          <p:nvSpPr>
            <p:cNvPr id="99" name="Text Box 37"/>
            <p:cNvSpPr txBox="1">
              <a:spLocks noChangeArrowheads="1"/>
            </p:cNvSpPr>
            <p:nvPr/>
          </p:nvSpPr>
          <p:spPr bwMode="auto">
            <a:xfrm>
              <a:off x="3138289" y="2568047"/>
              <a:ext cx="3124573" cy="10924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92075" indent="-92075">
                <a:lnSpc>
                  <a:spcPct val="140000"/>
                </a:lnSpc>
                <a:buFontTx/>
                <a:buAutoNum type="arabicPeriod"/>
              </a:pP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 과제 진행 현황</a:t>
              </a: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_</a:t>
              </a:r>
              <a:r>
                <a:rPr lang="ko-KR" altLang="en-US" sz="1600" b="1" err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롤맵기술팀</a:t>
              </a:r>
              <a:endParaRPr lang="en-US" altLang="ko-KR" sz="1600" b="1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LG스마트체 Regular"/>
                <a:cs typeface="Arial" charset="0"/>
              </a:endParaRPr>
            </a:p>
            <a:p>
              <a:pPr marL="92075" indent="-92075">
                <a:lnSpc>
                  <a:spcPct val="140000"/>
                </a:lnSpc>
                <a:buFontTx/>
                <a:buAutoNum type="arabicPeriod"/>
              </a:pP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 과제 진행 현황</a:t>
              </a: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_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셀추적기술팀</a:t>
              </a:r>
              <a:endParaRPr lang="en-US" altLang="ko-KR" sz="1600" b="1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LG스마트체 Regular"/>
                <a:cs typeface="Arial" charset="0"/>
              </a:endParaRPr>
            </a:p>
            <a:p>
              <a:pPr marL="92075" indent="-92075">
                <a:lnSpc>
                  <a:spcPct val="140000"/>
                </a:lnSpc>
                <a:buFontTx/>
                <a:buAutoNum type="arabicPeriod"/>
              </a:pP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 과제 진행 현황</a:t>
              </a: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_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데이터통합분석팀</a:t>
              </a:r>
              <a:endParaRPr lang="en-US" altLang="ko-KR" sz="1600" b="1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LG스마트체 Regular"/>
                <a:cs typeface="Arial" charset="0"/>
              </a:endParaRPr>
            </a:p>
          </p:txBody>
        </p:sp>
        <p:sp>
          <p:nvSpPr>
            <p:cNvPr id="33" name="제목 1"/>
            <p:cNvSpPr txBox="1">
              <a:spLocks/>
            </p:cNvSpPr>
            <p:nvPr/>
          </p:nvSpPr>
          <p:spPr bwMode="auto">
            <a:xfrm>
              <a:off x="2251828" y="1147803"/>
              <a:ext cx="4897495" cy="584775"/>
            </a:xfrm>
            <a:prstGeom prst="rect">
              <a:avLst/>
            </a:prstGeom>
            <a:solidFill>
              <a:schemeClr val="bg1"/>
            </a:solidFill>
            <a:ln w="12700">
              <a:gradFill>
                <a:gsLst>
                  <a:gs pos="0">
                    <a:schemeClr val="bg1">
                      <a:alpha val="0"/>
                      <a:lumMod val="0"/>
                      <a:lumOff val="100000"/>
                    </a:schemeClr>
                  </a:gs>
                  <a:gs pos="98000">
                    <a:schemeClr val="bg1">
                      <a:alpha val="0"/>
                      <a:lumMod val="0"/>
                      <a:lumOff val="100000"/>
                    </a:schemeClr>
                  </a:gs>
                  <a:gs pos="99000">
                    <a:schemeClr val="tx1"/>
                  </a:gs>
                </a:gsLst>
                <a:lin ang="5400000" scaled="0"/>
              </a:gradFill>
              <a:miter lim="800000"/>
              <a:headEnd/>
              <a:tailEnd/>
            </a:ln>
          </p:spPr>
          <p:txBody>
            <a:bodyPr vert="horz" wrap="none" lIns="91440" tIns="45720" rIns="91440" bIns="45720" numCol="1" anchor="ctr" anchorCtr="0" compatLnSpc="1">
              <a:prstTxWarp prst="textNoShape">
                <a:avLst/>
              </a:prstTxWarp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>
                  <a:solidFill>
                    <a:schemeClr val="tx2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j-cs"/>
                </a:defRPr>
              </a:lvl1pPr>
              <a:lvl2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2pPr>
              <a:lvl3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3pPr>
              <a:lvl4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4pPr>
              <a:lvl5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5pPr>
              <a:lvl6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6pPr>
              <a:lvl7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7pPr>
              <a:lvl8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8pPr>
              <a:lvl9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defRPr/>
              </a:pPr>
              <a:r>
                <a:rPr lang="ko-KR" altLang="en-US" sz="3200" kern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ea typeface="LG스마트체 Regular"/>
                </a:rPr>
                <a:t>제조</a:t>
              </a:r>
              <a:r>
                <a:rPr lang="en-US" altLang="ko-KR" sz="3200" kern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ea typeface="LG스마트체 Regular"/>
                </a:rPr>
                <a:t>DX</a:t>
              </a:r>
              <a:r>
                <a:rPr lang="ko-KR" altLang="en-US" sz="3200" kern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ea typeface="LG스마트체 Regular"/>
                </a:rPr>
                <a:t>솔루션담당</a:t>
              </a:r>
              <a:r>
                <a:rPr lang="en-US" altLang="ko-KR" sz="3200" kern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ea typeface="LG스마트체 Regular"/>
                </a:rPr>
                <a:t> </a:t>
              </a:r>
              <a:r>
                <a:rPr lang="ko-KR" altLang="en-US" sz="3200" kern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ea typeface="LG스마트체 Regular"/>
                </a:rPr>
                <a:t>추진 현황</a:t>
              </a:r>
            </a:p>
          </p:txBody>
        </p:sp>
        <p:sp>
          <p:nvSpPr>
            <p:cNvPr id="34" name="제목 1"/>
            <p:cNvSpPr txBox="1">
              <a:spLocks/>
            </p:cNvSpPr>
            <p:nvPr/>
          </p:nvSpPr>
          <p:spPr bwMode="auto">
            <a:xfrm>
              <a:off x="4406264" y="2173480"/>
              <a:ext cx="588623" cy="369332"/>
            </a:xfrm>
            <a:prstGeom prst="rect">
              <a:avLst/>
            </a:prstGeom>
            <a:solidFill>
              <a:schemeClr val="bg1"/>
            </a:solidFill>
            <a:ln w="12700">
              <a:gradFill>
                <a:gsLst>
                  <a:gs pos="0">
                    <a:schemeClr val="bg1">
                      <a:alpha val="0"/>
                      <a:lumMod val="0"/>
                      <a:lumOff val="100000"/>
                    </a:schemeClr>
                  </a:gs>
                  <a:gs pos="98000">
                    <a:schemeClr val="bg1">
                      <a:alpha val="0"/>
                      <a:lumMod val="0"/>
                      <a:lumOff val="100000"/>
                    </a:schemeClr>
                  </a:gs>
                  <a:gs pos="99000">
                    <a:schemeClr val="tx1"/>
                  </a:gs>
                </a:gsLst>
                <a:lin ang="5400000" scaled="0"/>
              </a:gradFill>
              <a:miter lim="800000"/>
              <a:headEnd/>
              <a:tailEnd/>
            </a:ln>
          </p:spPr>
          <p:txBody>
            <a:bodyPr vert="horz" wrap="none" lIns="91440" tIns="45720" rIns="91440" bIns="45720" numCol="1" anchor="ctr" anchorCtr="0" compatLnSpc="1">
              <a:prstTxWarp prst="textNoShape">
                <a:avLst/>
              </a:prstTxWarp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>
                  <a:solidFill>
                    <a:schemeClr val="tx2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j-cs"/>
                </a:defRPr>
              </a:lvl1pPr>
              <a:lvl2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2pPr>
              <a:lvl3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3pPr>
              <a:lvl4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4pPr>
              <a:lvl5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5pPr>
              <a:lvl6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6pPr>
              <a:lvl7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7pPr>
              <a:lvl8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8pPr>
              <a:lvl9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defRPr/>
              </a:pPr>
              <a:r>
                <a:rPr lang="ko-KR" altLang="en-US" sz="1800" kern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ea typeface="LG스마트체 Regular"/>
                </a:rPr>
                <a:t>목차</a:t>
              </a:r>
            </a:p>
          </p:txBody>
        </p:sp>
      </p:grpSp>
      <p:sp>
        <p:nvSpPr>
          <p:cNvPr id="3" name="직사각형 2"/>
          <p:cNvSpPr/>
          <p:nvPr/>
        </p:nvSpPr>
        <p:spPr>
          <a:xfrm>
            <a:off x="4646519" y="6494868"/>
            <a:ext cx="622484" cy="33773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2788365" y="5250686"/>
            <a:ext cx="3862797" cy="1288993"/>
            <a:chOff x="2990669" y="5250686"/>
            <a:chExt cx="3862797" cy="1288993"/>
          </a:xfrm>
        </p:grpSpPr>
        <p:sp>
          <p:nvSpPr>
            <p:cNvPr id="18" name="Rectangle 32"/>
            <p:cNvSpPr>
              <a:spLocks noChangeArrowheads="1"/>
            </p:cNvSpPr>
            <p:nvPr/>
          </p:nvSpPr>
          <p:spPr bwMode="auto">
            <a:xfrm>
              <a:off x="4300747" y="5574722"/>
              <a:ext cx="1709122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>
                <a:spcBef>
                  <a:spcPct val="50000"/>
                </a:spcBef>
              </a:pP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제조</a:t>
              </a: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DX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솔루션담당</a:t>
              </a:r>
            </a:p>
          </p:txBody>
        </p:sp>
        <p:sp>
          <p:nvSpPr>
            <p:cNvPr id="19" name="Text Box 34"/>
            <p:cNvSpPr txBox="1">
              <a:spLocks noChangeArrowheads="1"/>
            </p:cNvSpPr>
            <p:nvPr/>
          </p:nvSpPr>
          <p:spPr bwMode="auto">
            <a:xfrm>
              <a:off x="4074217" y="5250686"/>
              <a:ext cx="2162175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1440" tIns="45720" rIns="91440" bIns="45720" anchor="t">
              <a:spAutoFit/>
            </a:bodyPr>
            <a:lstStyle/>
            <a:p>
              <a:pPr algn="ctr">
                <a:spcBef>
                  <a:spcPct val="50000"/>
                </a:spcBef>
              </a:pPr>
              <a:r>
                <a:rPr lang="en-US" altLang="ko-KR" sz="1600" b="1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/>
                </a:rPr>
                <a:t>2025. 12. 24</a:t>
              </a:r>
            </a:p>
          </p:txBody>
        </p:sp>
        <p:grpSp>
          <p:nvGrpSpPr>
            <p:cNvPr id="6" name="그룹 5"/>
            <p:cNvGrpSpPr/>
            <p:nvPr/>
          </p:nvGrpSpPr>
          <p:grpSpPr>
            <a:xfrm>
              <a:off x="2990669" y="6111503"/>
              <a:ext cx="3862797" cy="428176"/>
              <a:chOff x="2990669" y="6111503"/>
              <a:chExt cx="3862797" cy="428176"/>
            </a:xfrm>
          </p:grpSpPr>
          <p:pic>
            <p:nvPicPr>
              <p:cNvPr id="2" name="그림 1"/>
              <p:cNvPicPr>
                <a:picLocks noChangeAspect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990669" y="6111503"/>
                <a:ext cx="2180745" cy="428176"/>
              </a:xfrm>
              <a:prstGeom prst="rect">
                <a:avLst/>
              </a:prstGeom>
            </p:spPr>
          </p:pic>
          <p:sp>
            <p:nvSpPr>
              <p:cNvPr id="17" name="Text Box 6"/>
              <p:cNvSpPr txBox="1">
                <a:spLocks noChangeArrowheads="1"/>
              </p:cNvSpPr>
              <p:nvPr/>
            </p:nvSpPr>
            <p:spPr bwMode="auto">
              <a:xfrm>
                <a:off x="5099460" y="6156314"/>
                <a:ext cx="1754006" cy="3385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>
                  <a:spcBef>
                    <a:spcPct val="50000"/>
                  </a:spcBef>
                </a:pPr>
                <a:r>
                  <a:rPr lang="en-US" altLang="ko-KR" sz="1600" b="1">
                    <a:solidFill>
                      <a:srgbClr val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LG스마트체 Regular"/>
                    <a:cs typeface="Arial" charset="0"/>
                  </a:rPr>
                  <a:t>/ CDO.</a:t>
                </a:r>
                <a:r>
                  <a:rPr lang="ko-KR" altLang="en-US" sz="1600" b="1">
                    <a:solidFill>
                      <a:srgbClr val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LG스마트체 Regular"/>
                    <a:cs typeface="Arial" charset="0"/>
                  </a:rPr>
                  <a:t>제조</a:t>
                </a:r>
                <a:r>
                  <a:rPr lang="en-US" altLang="ko-KR" sz="1600" b="1">
                    <a:solidFill>
                      <a:srgbClr val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LG스마트체 Regular"/>
                    <a:cs typeface="Arial" charset="0"/>
                  </a:rPr>
                  <a:t>DX</a:t>
                </a:r>
                <a:r>
                  <a:rPr lang="ko-KR" altLang="en-US" sz="1600" b="1">
                    <a:solidFill>
                      <a:srgbClr val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LG스마트체 Regular"/>
                    <a:cs typeface="Arial" charset="0"/>
                  </a:rPr>
                  <a:t>그룹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5136799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TextBox 36">
            <a:extLst>
              <a:ext uri="{FF2B5EF4-FFF2-40B4-BE49-F238E27FC236}">
                <a16:creationId xmlns:a16="http://schemas.microsoft.com/office/drawing/2014/main" id="{B2DD697E-946E-4F41-8CB5-E84DEF49A723}"/>
              </a:ext>
            </a:extLst>
          </p:cNvPr>
          <p:cNvSpPr txBox="1"/>
          <p:nvPr/>
        </p:nvSpPr>
        <p:spPr>
          <a:xfrm>
            <a:off x="282230" y="590825"/>
            <a:ext cx="9503544" cy="52322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총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55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개 라인 중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27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개라인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 구축 완료하였고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‘25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년 내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19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개 라인 추가 구축 예정이며 잔여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9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개 라인은 추가 투자 일정 수립하여 구축 예정입니다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.</a:t>
            </a:r>
          </a:p>
        </p:txBody>
      </p:sp>
      <p:sp>
        <p:nvSpPr>
          <p:cNvPr id="38" name="제목 1">
            <a:extLst>
              <a:ext uri="{FF2B5EF4-FFF2-40B4-BE49-F238E27FC236}">
                <a16:creationId xmlns:a16="http://schemas.microsoft.com/office/drawing/2014/main" id="{EC47EB63-48F1-4BCC-B607-DB463A37FFBF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85366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Roll Map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수평전개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(1/3)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4D423D90-6771-4A8B-9F28-08F8264D216F}"/>
              </a:ext>
            </a:extLst>
          </p:cNvPr>
          <p:cNvSpPr txBox="1"/>
          <p:nvPr/>
        </p:nvSpPr>
        <p:spPr>
          <a:xfrm>
            <a:off x="2511" y="6566189"/>
            <a:ext cx="807147" cy="276999"/>
          </a:xfrm>
          <a:prstGeom prst="rect">
            <a:avLst/>
          </a:prstGeom>
          <a:noFill/>
          <a:ln w="28575">
            <a:noFill/>
          </a:ln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Light" panose="020B0600000101010101" pitchFamily="50" charset="-127"/>
                <a:cs typeface="+mn-cs"/>
              </a:rPr>
              <a:t>Confidential</a:t>
            </a:r>
            <a:endParaRPr kumimoji="0" lang="ko-KR" altLang="en-US" sz="1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Light" panose="020B0600000101010101" pitchFamily="50" charset="-127"/>
              <a:cs typeface="+mn-cs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7D815AA2-8604-418B-B1AE-73A556FFE8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246" y="6609569"/>
            <a:ext cx="2646040" cy="190240"/>
          </a:xfrm>
          <a:prstGeom prst="rect">
            <a:avLst/>
          </a:prstGeom>
          <a:noFill/>
          <a:ln w="12700" algn="ctr">
            <a:noFill/>
            <a:round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pPr marL="0" marR="0" lvl="0" indent="0" algn="l" defTabSz="4572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Light" panose="020B0600000101010101" pitchFamily="50" charset="-127"/>
                <a:cs typeface="Arial" panose="020B0604020202020204" pitchFamily="34" charset="0"/>
              </a:rPr>
              <a:t>Ⓒ</a:t>
            </a:r>
            <a:r>
              <a:rPr kumimoji="1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Light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Light" panose="020B0600000101010101" pitchFamily="50" charset="-127"/>
                <a:cs typeface="Arial" panose="020B0604020202020204" pitchFamily="34" charset="0"/>
              </a:rPr>
              <a:t>2025 LG Energy Solution, Ltd. </a:t>
            </a:r>
            <a:r>
              <a:rPr kumimoji="1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Light" panose="020B0600000101010101" pitchFamily="50" charset="-127"/>
                <a:cs typeface="Arial" panose="020B0604020202020204" pitchFamily="34" charset="0"/>
              </a:rPr>
              <a:t>All rights reserved.</a:t>
            </a:r>
            <a:endParaRPr kumimoji="1" lang="ko-KR" altLang="ko-KR" sz="1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Light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8F9A40F-CEA0-49E3-842A-0097E66C5DDA}"/>
              </a:ext>
            </a:extLst>
          </p:cNvPr>
          <p:cNvSpPr txBox="1"/>
          <p:nvPr/>
        </p:nvSpPr>
        <p:spPr>
          <a:xfrm>
            <a:off x="8678260" y="6184805"/>
            <a:ext cx="1247950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완료 기준</a:t>
            </a:r>
            <a:b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-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기존 라인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GMES Open</a:t>
            </a:r>
            <a:b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-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신규 라인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양산</a:t>
            </a:r>
            <a:endParaRPr kumimoji="0" lang="en-US" altLang="ko-KR" sz="7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42" name="표 41">
            <a:extLst>
              <a:ext uri="{FF2B5EF4-FFF2-40B4-BE49-F238E27FC236}">
                <a16:creationId xmlns:a16="http://schemas.microsoft.com/office/drawing/2014/main" id="{BF87D52D-96D3-492C-B0DC-EF75A3280085}"/>
              </a:ext>
            </a:extLst>
          </p:cNvPr>
          <p:cNvGraphicFramePr>
            <a:graphicFrameLocks noGrp="1"/>
          </p:cNvGraphicFramePr>
          <p:nvPr/>
        </p:nvGraphicFramePr>
        <p:xfrm>
          <a:off x="137652" y="1546200"/>
          <a:ext cx="9530166" cy="4186349"/>
        </p:xfrm>
        <a:graphic>
          <a:graphicData uri="http://schemas.openxmlformats.org/drawingml/2006/table">
            <a:tbl>
              <a:tblPr/>
              <a:tblGrid>
                <a:gridCol w="266850">
                  <a:extLst>
                    <a:ext uri="{9D8B030D-6E8A-4147-A177-3AD203B41FA5}">
                      <a16:colId xmlns:a16="http://schemas.microsoft.com/office/drawing/2014/main" val="3692611831"/>
                    </a:ext>
                  </a:extLst>
                </a:gridCol>
                <a:gridCol w="352425">
                  <a:extLst>
                    <a:ext uri="{9D8B030D-6E8A-4147-A177-3AD203B41FA5}">
                      <a16:colId xmlns:a16="http://schemas.microsoft.com/office/drawing/2014/main" val="1068380204"/>
                    </a:ext>
                  </a:extLst>
                </a:gridCol>
                <a:gridCol w="200523">
                  <a:extLst>
                    <a:ext uri="{9D8B030D-6E8A-4147-A177-3AD203B41FA5}">
                      <a16:colId xmlns:a16="http://schemas.microsoft.com/office/drawing/2014/main" val="3385475310"/>
                    </a:ext>
                  </a:extLst>
                </a:gridCol>
                <a:gridCol w="195896">
                  <a:extLst>
                    <a:ext uri="{9D8B030D-6E8A-4147-A177-3AD203B41FA5}">
                      <a16:colId xmlns:a16="http://schemas.microsoft.com/office/drawing/2014/main" val="177299111"/>
                    </a:ext>
                  </a:extLst>
                </a:gridCol>
                <a:gridCol w="282276">
                  <a:extLst>
                    <a:ext uri="{9D8B030D-6E8A-4147-A177-3AD203B41FA5}">
                      <a16:colId xmlns:a16="http://schemas.microsoft.com/office/drawing/2014/main" val="2621820613"/>
                    </a:ext>
                  </a:extLst>
                </a:gridCol>
                <a:gridCol w="195896">
                  <a:extLst>
                    <a:ext uri="{9D8B030D-6E8A-4147-A177-3AD203B41FA5}">
                      <a16:colId xmlns:a16="http://schemas.microsoft.com/office/drawing/2014/main" val="1786014443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2443901328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1372252305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2580198244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1742167777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2636840701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109118778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1005333276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2121834870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108033081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2571282399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643624119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1573532218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3613674044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2495527972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2391085696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1513571519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2377639857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4242702059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384829654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2851401850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3654589607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4088539111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2836037042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1190225674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2926668285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2235225960"/>
                    </a:ext>
                  </a:extLst>
                </a:gridCol>
                <a:gridCol w="238279">
                  <a:extLst>
                    <a:ext uri="{9D8B030D-6E8A-4147-A177-3AD203B41FA5}">
                      <a16:colId xmlns:a16="http://schemas.microsoft.com/office/drawing/2014/main" val="3796102391"/>
                    </a:ext>
                  </a:extLst>
                </a:gridCol>
                <a:gridCol w="230728">
                  <a:extLst>
                    <a:ext uri="{9D8B030D-6E8A-4147-A177-3AD203B41FA5}">
                      <a16:colId xmlns:a16="http://schemas.microsoft.com/office/drawing/2014/main" val="676580766"/>
                    </a:ext>
                  </a:extLst>
                </a:gridCol>
                <a:gridCol w="982663">
                  <a:extLst>
                    <a:ext uri="{9D8B030D-6E8A-4147-A177-3AD203B41FA5}">
                      <a16:colId xmlns:a16="http://schemas.microsoft.com/office/drawing/2014/main" val="1440981528"/>
                    </a:ext>
                  </a:extLst>
                </a:gridCol>
              </a:tblGrid>
              <a:tr h="208709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구분</a:t>
                      </a:r>
                      <a:endParaRPr 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구축</a:t>
                      </a:r>
                      <a:b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진행중</a:t>
                      </a:r>
                      <a:endParaRPr lang="en-US" altLang="ko-KR" sz="8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(~‘25)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잔여</a:t>
                      </a:r>
                      <a:endParaRPr lang="en-US" altLang="ko-KR" sz="8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24</a:t>
                      </a:r>
                      <a:r>
                        <a:rPr lang="ko-KR" altLang="en-US" sz="8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1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25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1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26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27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년</a:t>
                      </a:r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~</a:t>
                      </a:r>
                      <a:endParaRPr lang="ko-KR" alt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7896374"/>
                  </a:ext>
                </a:extLst>
              </a:tr>
              <a:tr h="71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10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11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12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4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5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6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7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8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9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10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11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12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4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5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6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7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8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9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10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11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12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43004413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OC1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자동차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0829652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5404144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4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6531288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소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(2170)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‘24.12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4M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3403919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4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ko-KR" altLang="en-US" sz="8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미정</a:t>
                      </a:r>
                      <a:endParaRPr lang="en-US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6328329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5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endParaRPr kumimoji="0" lang="en-US" sz="800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ko-KR" altLang="en-US" sz="8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미정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8194605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6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미정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7706302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7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O</a:t>
                      </a:r>
                      <a:endParaRPr kumimoji="0" lang="en-US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8EB4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7D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Tabless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2582326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8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미정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4692832"/>
                  </a:ext>
                </a:extLst>
              </a:tr>
              <a:tr h="8013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OC2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자동차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ML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‘25.6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 롤맵 셋업 예정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5484997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소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(4680)</a:t>
                      </a:r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4305225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792709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Pilot</a:t>
                      </a:r>
                      <a:endParaRPr lang="ko-KR" altLang="en-US" sz="800" b="0" i="0" u="none" strike="noStrike" baseline="0">
                        <a:solidFill>
                          <a:schemeClr val="bg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5798955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Seam</a:t>
                      </a:r>
                      <a:endParaRPr lang="ko-KR" altLang="en-US" sz="800" b="0" i="0" u="none" strike="noStrike" baseline="0">
                        <a:solidFill>
                          <a:schemeClr val="bg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전극 라인 아님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7431988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ESWA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동</a:t>
                      </a:r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소형으로 변경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미정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1953729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4111255"/>
                  </a:ext>
                </a:extLst>
              </a:tr>
              <a:tr h="71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소형으로 변경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미정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94885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  <a:endParaRPr lang="ko-KR" altLang="en-US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동</a:t>
                      </a:r>
                      <a:endParaRPr lang="ko-KR" altLang="en-US" sz="80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  <a:endParaRPr lang="ko-KR" altLang="en-US" sz="80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  <a:endParaRPr lang="ko-KR" altLang="en-US" sz="80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322516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4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8119134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5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4943856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6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429619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7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9187494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동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8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8989998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9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158923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19827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4802643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10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88948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ESMI1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개조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1/2</a:t>
                      </a:r>
                      <a:r>
                        <a:rPr lang="ko-KR" altLang="en-US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 양산 일정 변경 </a:t>
                      </a:r>
                      <a:endParaRPr lang="en-US" altLang="ko-KR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993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개조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(25.7</a:t>
                      </a:r>
                      <a:r>
                        <a:rPr lang="ko-KR" altLang="en-US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  <a:r>
                        <a:rPr lang="en-US" altLang="ko-KR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→ </a:t>
                      </a:r>
                      <a:r>
                        <a:rPr lang="en-US" altLang="ko-KR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8</a:t>
                      </a:r>
                      <a:r>
                        <a:rPr lang="ko-KR" altLang="en-US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  <a:r>
                        <a:rPr lang="en-US" altLang="ko-KR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12044696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ESMI2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3,4</a:t>
                      </a:r>
                      <a:r>
                        <a:rPr lang="ko-KR" altLang="en-US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 양산 일정 변경 </a:t>
                      </a:r>
                      <a:endParaRPr lang="en-US" altLang="ko-KR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524833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4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  <a:endParaRPr 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(25.4</a:t>
                      </a:r>
                      <a:r>
                        <a:rPr lang="ko-KR" altLang="en-US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  <a:r>
                        <a:rPr lang="en-US" altLang="ko-KR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→ </a:t>
                      </a:r>
                      <a:r>
                        <a:rPr lang="en-US" altLang="ko-KR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5</a:t>
                      </a:r>
                      <a:r>
                        <a:rPr lang="ko-KR" altLang="en-US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  <a:r>
                        <a:rPr lang="en-US" altLang="ko-KR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5654155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5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  <a:endParaRPr 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2902187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ESMI3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6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미정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3225626"/>
                  </a:ext>
                </a:extLst>
              </a:tr>
              <a:tr h="71017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7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미정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343504"/>
                  </a:ext>
                </a:extLst>
              </a:tr>
            </a:tbl>
          </a:graphicData>
        </a:graphic>
      </p:graphicFrame>
      <p:sp>
        <p:nvSpPr>
          <p:cNvPr id="53" name="TextBox 52">
            <a:extLst>
              <a:ext uri="{FF2B5EF4-FFF2-40B4-BE49-F238E27FC236}">
                <a16:creationId xmlns:a16="http://schemas.microsoft.com/office/drawing/2014/main" id="{2F9B2E16-E56E-425C-8854-6BB7E553B218}"/>
              </a:ext>
            </a:extLst>
          </p:cNvPr>
          <p:cNvSpPr txBox="1"/>
          <p:nvPr/>
        </p:nvSpPr>
        <p:spPr>
          <a:xfrm>
            <a:off x="1064870" y="1862692"/>
            <a:ext cx="572931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‘21.5 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’22.10 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‘21.12 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622B564F-B789-4DE5-9588-3CC42E22B9EE}"/>
              </a:ext>
            </a:extLst>
          </p:cNvPr>
          <p:cNvSpPr txBox="1"/>
          <p:nvPr/>
        </p:nvSpPr>
        <p:spPr>
          <a:xfrm>
            <a:off x="1058841" y="4058866"/>
            <a:ext cx="572931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’22.07(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6E629A8E-DFC1-46F5-86E9-DF516FCEBFAD}"/>
              </a:ext>
            </a:extLst>
          </p:cNvPr>
          <p:cNvSpPr txBox="1"/>
          <p:nvPr/>
        </p:nvSpPr>
        <p:spPr>
          <a:xfrm>
            <a:off x="8234745" y="295461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12/16 15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83" name="내용 개체 틀 20">
            <a:extLst>
              <a:ext uri="{FF2B5EF4-FFF2-40B4-BE49-F238E27FC236}">
                <a16:creationId xmlns:a16="http://schemas.microsoft.com/office/drawing/2014/main" id="{26AF63DA-DE22-4F42-BE66-1328127376A2}"/>
              </a:ext>
            </a:extLst>
          </p:cNvPr>
          <p:cNvSpPr txBox="1">
            <a:spLocks/>
          </p:cNvSpPr>
          <p:nvPr/>
        </p:nvSpPr>
        <p:spPr>
          <a:xfrm>
            <a:off x="8401458" y="126184"/>
            <a:ext cx="1285608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박재기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전기영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AB2C4B1B-10EA-42AE-BB7E-1E835734FB64}"/>
              </a:ext>
            </a:extLst>
          </p:cNvPr>
          <p:cNvSpPr txBox="1"/>
          <p:nvPr/>
        </p:nvSpPr>
        <p:spPr>
          <a:xfrm>
            <a:off x="1058841" y="3819566"/>
            <a:ext cx="572931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’24.10(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AC6DCE8C-1BB5-49D2-BF5C-458749C32553}"/>
              </a:ext>
            </a:extLst>
          </p:cNvPr>
          <p:cNvSpPr txBox="1"/>
          <p:nvPr/>
        </p:nvSpPr>
        <p:spPr>
          <a:xfrm>
            <a:off x="1058841" y="3939216"/>
            <a:ext cx="572931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’24.08(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88CEE29D-524F-4295-ACF9-3B4E222E47FE}"/>
              </a:ext>
            </a:extLst>
          </p:cNvPr>
          <p:cNvSpPr txBox="1"/>
          <p:nvPr/>
        </p:nvSpPr>
        <p:spPr>
          <a:xfrm>
            <a:off x="1058841" y="4178516"/>
            <a:ext cx="572931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’24.08(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633A58D7-B875-4A73-91B1-53AA3CCAEBA6}"/>
              </a:ext>
            </a:extLst>
          </p:cNvPr>
          <p:cNvSpPr txBox="1"/>
          <p:nvPr/>
        </p:nvSpPr>
        <p:spPr>
          <a:xfrm>
            <a:off x="1058841" y="4298167"/>
            <a:ext cx="572931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’24.10(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20AAF884-25CB-49F3-B6DB-99D974ED9727}"/>
              </a:ext>
            </a:extLst>
          </p:cNvPr>
          <p:cNvSpPr txBox="1"/>
          <p:nvPr/>
        </p:nvSpPr>
        <p:spPr>
          <a:xfrm>
            <a:off x="1058841" y="4450916"/>
            <a:ext cx="572931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’24.12(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65DE223F-8775-4458-93F5-15AA3AF30F53}"/>
              </a:ext>
            </a:extLst>
          </p:cNvPr>
          <p:cNvSpPr txBox="1"/>
          <p:nvPr/>
        </p:nvSpPr>
        <p:spPr>
          <a:xfrm>
            <a:off x="1058786" y="4595742"/>
            <a:ext cx="572931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’24.12(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02C45C02-C9F8-4530-90BC-7E1009BBFBF3}"/>
              </a:ext>
            </a:extLst>
          </p:cNvPr>
          <p:cNvSpPr txBox="1"/>
          <p:nvPr/>
        </p:nvSpPr>
        <p:spPr>
          <a:xfrm>
            <a:off x="1058786" y="4721330"/>
            <a:ext cx="572931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’24.12(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081964A1-930E-42A4-BA95-92DE5F5198A7}"/>
              </a:ext>
            </a:extLst>
          </p:cNvPr>
          <p:cNvSpPr/>
          <p:nvPr/>
        </p:nvSpPr>
        <p:spPr>
          <a:xfrm>
            <a:off x="482852" y="1362860"/>
            <a:ext cx="106532" cy="101729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2" name="Text Box 198">
            <a:extLst>
              <a:ext uri="{FF2B5EF4-FFF2-40B4-BE49-F238E27FC236}">
                <a16:creationId xmlns:a16="http://schemas.microsoft.com/office/drawing/2014/main" id="{7196F1CD-7228-4202-A7B7-018DBEAC6F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451" y="1306627"/>
            <a:ext cx="736176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양산중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/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셋업완료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4553AFC3-2F40-4ADF-B9B3-3EB6DC71B127}"/>
              </a:ext>
            </a:extLst>
          </p:cNvPr>
          <p:cNvSpPr/>
          <p:nvPr/>
        </p:nvSpPr>
        <p:spPr>
          <a:xfrm>
            <a:off x="1403203" y="1362860"/>
            <a:ext cx="106532" cy="101729"/>
          </a:xfrm>
          <a:prstGeom prst="rect">
            <a:avLst/>
          </a:prstGeom>
          <a:solidFill>
            <a:srgbClr val="C000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4" name="Text Box 198">
            <a:extLst>
              <a:ext uri="{FF2B5EF4-FFF2-40B4-BE49-F238E27FC236}">
                <a16:creationId xmlns:a16="http://schemas.microsoft.com/office/drawing/2014/main" id="{348AADFC-1682-4D61-9E90-44D2C264A0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1339" y="1306627"/>
            <a:ext cx="785825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증설중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/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증설예정</a:t>
            </a: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21FF775F-D729-40B9-A399-4713B5833823}"/>
              </a:ext>
            </a:extLst>
          </p:cNvPr>
          <p:cNvSpPr/>
          <p:nvPr/>
        </p:nvSpPr>
        <p:spPr>
          <a:xfrm>
            <a:off x="7652637" y="1380737"/>
            <a:ext cx="106532" cy="101729"/>
          </a:xfrm>
          <a:prstGeom prst="rect">
            <a:avLst/>
          </a:prstGeom>
          <a:solidFill>
            <a:srgbClr val="0000FF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EE773D85-B19E-4F97-AC97-A6A05CBB53B1}"/>
              </a:ext>
            </a:extLst>
          </p:cNvPr>
          <p:cNvSpPr/>
          <p:nvPr/>
        </p:nvSpPr>
        <p:spPr>
          <a:xfrm>
            <a:off x="6614647" y="1380737"/>
            <a:ext cx="106532" cy="101729"/>
          </a:xfrm>
          <a:prstGeom prst="rect">
            <a:avLst/>
          </a:prstGeom>
          <a:solidFill>
            <a:srgbClr val="FFC0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7" name="Text Box 198">
            <a:extLst>
              <a:ext uri="{FF2B5EF4-FFF2-40B4-BE49-F238E27FC236}">
                <a16:creationId xmlns:a16="http://schemas.microsoft.com/office/drawing/2014/main" id="{9607F3CE-F844-4672-8C94-F7BD012F21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0718" y="1324504"/>
            <a:ext cx="785825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GMES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시스템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Open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4EB32183-737B-42A3-B198-E9177AC38CB0}"/>
              </a:ext>
            </a:extLst>
          </p:cNvPr>
          <p:cNvSpPr/>
          <p:nvPr/>
        </p:nvSpPr>
        <p:spPr>
          <a:xfrm>
            <a:off x="8830329" y="1380737"/>
            <a:ext cx="106532" cy="101729"/>
          </a:xfrm>
          <a:prstGeom prst="rect">
            <a:avLst/>
          </a:prstGeom>
          <a:solidFill>
            <a:srgbClr val="0080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9" name="Text Box 198">
            <a:extLst>
              <a:ext uri="{FF2B5EF4-FFF2-40B4-BE49-F238E27FC236}">
                <a16:creationId xmlns:a16="http://schemas.microsoft.com/office/drawing/2014/main" id="{1F96CB75-B793-471A-9D9F-1F1017B1CE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06400" y="1324504"/>
            <a:ext cx="785825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본기양산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100" name="Text Box 198">
            <a:extLst>
              <a:ext uri="{FF2B5EF4-FFF2-40B4-BE49-F238E27FC236}">
                <a16:creationId xmlns:a16="http://schemas.microsoft.com/office/drawing/2014/main" id="{0027B300-E2E6-42C7-83CB-8510A0F49F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28708" y="1324504"/>
            <a:ext cx="989897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기준점 마킹 양산 적용</a:t>
            </a: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DA86C184-447A-433D-8786-C3CC9DD73471}"/>
              </a:ext>
            </a:extLst>
          </p:cNvPr>
          <p:cNvSpPr/>
          <p:nvPr/>
        </p:nvSpPr>
        <p:spPr>
          <a:xfrm>
            <a:off x="5575307" y="1379214"/>
            <a:ext cx="106532" cy="10172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2" name="Text Box 198">
            <a:extLst>
              <a:ext uri="{FF2B5EF4-FFF2-40B4-BE49-F238E27FC236}">
                <a16:creationId xmlns:a16="http://schemas.microsoft.com/office/drawing/2014/main" id="{1D8570A0-2F91-40F2-9A8B-1B84875DEE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51378" y="1322981"/>
            <a:ext cx="785825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본기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입고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(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코터기준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)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41E634E3-2694-4333-ACA0-38C2EB6D064B}"/>
              </a:ext>
            </a:extLst>
          </p:cNvPr>
          <p:cNvSpPr/>
          <p:nvPr/>
        </p:nvSpPr>
        <p:spPr>
          <a:xfrm>
            <a:off x="4893499" y="1374345"/>
            <a:ext cx="106532" cy="101729"/>
          </a:xfrm>
          <a:prstGeom prst="rect">
            <a:avLst/>
          </a:prstGeom>
          <a:solidFill>
            <a:srgbClr val="7030A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4" name="Text Box 198">
            <a:extLst>
              <a:ext uri="{FF2B5EF4-FFF2-40B4-BE49-F238E27FC236}">
                <a16:creationId xmlns:a16="http://schemas.microsoft.com/office/drawing/2014/main" id="{3C968D08-5F82-4070-B8BC-F94AA4744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9570" y="1334772"/>
            <a:ext cx="785825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본기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FOB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1F8A7CE-6588-46A8-B12C-07BDE27716FB}"/>
              </a:ext>
            </a:extLst>
          </p:cNvPr>
          <p:cNvSpPr txBox="1"/>
          <p:nvPr/>
        </p:nvSpPr>
        <p:spPr>
          <a:xfrm>
            <a:off x="1954251" y="4058866"/>
            <a:ext cx="1293092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’23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년 대표라인 기준점 선 적용</a:t>
            </a:r>
            <a:endParaRPr kumimoji="0" lang="en-US" altLang="ko-KR" sz="7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84898F4-6FD6-43B0-BEA9-695C78C4A656}"/>
              </a:ext>
            </a:extLst>
          </p:cNvPr>
          <p:cNvSpPr txBox="1"/>
          <p:nvPr/>
        </p:nvSpPr>
        <p:spPr>
          <a:xfrm>
            <a:off x="2449007" y="4550943"/>
            <a:ext cx="1978557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‘9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호의 경우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생산 계획 없음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일정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TBD)</a:t>
            </a:r>
          </a:p>
        </p:txBody>
      </p:sp>
    </p:spTree>
    <p:extLst>
      <p:ext uri="{BB962C8B-B14F-4D97-AF65-F5344CB8AC3E}">
        <p14:creationId xmlns:p14="http://schemas.microsoft.com/office/powerpoint/2010/main" val="238740793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제목 1">
            <a:extLst>
              <a:ext uri="{FF2B5EF4-FFF2-40B4-BE49-F238E27FC236}">
                <a16:creationId xmlns:a16="http://schemas.microsoft.com/office/drawing/2014/main" id="{0F728E1E-D48E-4449-B617-655B87167733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85366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Roll Map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수평전개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(2/3)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DFE4605D-71D6-488A-B997-3FEEA795385D}"/>
              </a:ext>
            </a:extLst>
          </p:cNvPr>
          <p:cNvSpPr txBox="1"/>
          <p:nvPr/>
        </p:nvSpPr>
        <p:spPr>
          <a:xfrm>
            <a:off x="2511" y="6566189"/>
            <a:ext cx="807147" cy="276999"/>
          </a:xfrm>
          <a:prstGeom prst="rect">
            <a:avLst/>
          </a:prstGeom>
          <a:noFill/>
          <a:ln w="28575">
            <a:noFill/>
          </a:ln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Light" panose="020B0600000101010101" pitchFamily="50" charset="-127"/>
                <a:cs typeface="+mn-cs"/>
              </a:rPr>
              <a:t>Confidential</a:t>
            </a:r>
            <a:endParaRPr kumimoji="0" lang="ko-KR" altLang="en-US" sz="1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Light" panose="020B0600000101010101" pitchFamily="50" charset="-127"/>
              <a:cs typeface="+mn-cs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D590C9B6-727F-4E20-8780-D7E264D443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246" y="6609569"/>
            <a:ext cx="2646040" cy="190240"/>
          </a:xfrm>
          <a:prstGeom prst="rect">
            <a:avLst/>
          </a:prstGeom>
          <a:noFill/>
          <a:ln w="12700" algn="ctr">
            <a:noFill/>
            <a:round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pPr marL="0" marR="0" lvl="0" indent="0" algn="l" defTabSz="4572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Light" panose="020B0600000101010101" pitchFamily="50" charset="-127"/>
                <a:cs typeface="Arial" panose="020B0604020202020204" pitchFamily="34" charset="0"/>
              </a:rPr>
              <a:t>Ⓒ 2025 LG Energy Solution, Ltd. All rights reserved.</a:t>
            </a:r>
            <a:endParaRPr kumimoji="1" lang="ko-KR" altLang="ko-KR" sz="1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Light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188B007F-EE9B-4E9B-87D0-7DF05F9100D6}"/>
              </a:ext>
            </a:extLst>
          </p:cNvPr>
          <p:cNvSpPr txBox="1"/>
          <p:nvPr/>
        </p:nvSpPr>
        <p:spPr>
          <a:xfrm>
            <a:off x="8678260" y="6184805"/>
            <a:ext cx="1225229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완료 기준</a:t>
            </a:r>
            <a:b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-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기존 라인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GMES Open</a:t>
            </a:r>
            <a:b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-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신규 라인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양산</a:t>
            </a:r>
            <a:endParaRPr kumimoji="0" lang="en-US" altLang="ko-KR" sz="7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086F7846-CBB8-48C5-B94A-86BDA7E2B724}"/>
              </a:ext>
            </a:extLst>
          </p:cNvPr>
          <p:cNvGraphicFramePr>
            <a:graphicFrameLocks noGrp="1"/>
          </p:cNvGraphicFramePr>
          <p:nvPr/>
        </p:nvGraphicFramePr>
        <p:xfrm>
          <a:off x="124961" y="1529460"/>
          <a:ext cx="9530166" cy="2407920"/>
        </p:xfrm>
        <a:graphic>
          <a:graphicData uri="http://schemas.openxmlformats.org/drawingml/2006/table">
            <a:tbl>
              <a:tblPr/>
              <a:tblGrid>
                <a:gridCol w="266850">
                  <a:extLst>
                    <a:ext uri="{9D8B030D-6E8A-4147-A177-3AD203B41FA5}">
                      <a16:colId xmlns:a16="http://schemas.microsoft.com/office/drawing/2014/main" val="3692611831"/>
                    </a:ext>
                  </a:extLst>
                </a:gridCol>
                <a:gridCol w="352425">
                  <a:extLst>
                    <a:ext uri="{9D8B030D-6E8A-4147-A177-3AD203B41FA5}">
                      <a16:colId xmlns:a16="http://schemas.microsoft.com/office/drawing/2014/main" val="1068380204"/>
                    </a:ext>
                  </a:extLst>
                </a:gridCol>
                <a:gridCol w="200523">
                  <a:extLst>
                    <a:ext uri="{9D8B030D-6E8A-4147-A177-3AD203B41FA5}">
                      <a16:colId xmlns:a16="http://schemas.microsoft.com/office/drawing/2014/main" val="3385475310"/>
                    </a:ext>
                  </a:extLst>
                </a:gridCol>
                <a:gridCol w="195896">
                  <a:extLst>
                    <a:ext uri="{9D8B030D-6E8A-4147-A177-3AD203B41FA5}">
                      <a16:colId xmlns:a16="http://schemas.microsoft.com/office/drawing/2014/main" val="177299111"/>
                    </a:ext>
                  </a:extLst>
                </a:gridCol>
                <a:gridCol w="282276">
                  <a:extLst>
                    <a:ext uri="{9D8B030D-6E8A-4147-A177-3AD203B41FA5}">
                      <a16:colId xmlns:a16="http://schemas.microsoft.com/office/drawing/2014/main" val="2621820613"/>
                    </a:ext>
                  </a:extLst>
                </a:gridCol>
                <a:gridCol w="195896">
                  <a:extLst>
                    <a:ext uri="{9D8B030D-6E8A-4147-A177-3AD203B41FA5}">
                      <a16:colId xmlns:a16="http://schemas.microsoft.com/office/drawing/2014/main" val="1786014443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2443901328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1372252305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2580198244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1742167777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2636840701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109118778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1005333276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2121834870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108033081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2571282399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643624119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1573532218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3613674044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2495527972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2391085696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1513571519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2377639857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4242702059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384829654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2851401850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3654589607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4088539111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2836037042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1190225674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2926668285"/>
                    </a:ext>
                  </a:extLst>
                </a:gridCol>
                <a:gridCol w="253255">
                  <a:extLst>
                    <a:ext uri="{9D8B030D-6E8A-4147-A177-3AD203B41FA5}">
                      <a16:colId xmlns:a16="http://schemas.microsoft.com/office/drawing/2014/main" val="2235225960"/>
                    </a:ext>
                  </a:extLst>
                </a:gridCol>
                <a:gridCol w="238279">
                  <a:extLst>
                    <a:ext uri="{9D8B030D-6E8A-4147-A177-3AD203B41FA5}">
                      <a16:colId xmlns:a16="http://schemas.microsoft.com/office/drawing/2014/main" val="3796102391"/>
                    </a:ext>
                  </a:extLst>
                </a:gridCol>
                <a:gridCol w="230728">
                  <a:extLst>
                    <a:ext uri="{9D8B030D-6E8A-4147-A177-3AD203B41FA5}">
                      <a16:colId xmlns:a16="http://schemas.microsoft.com/office/drawing/2014/main" val="676580766"/>
                    </a:ext>
                  </a:extLst>
                </a:gridCol>
                <a:gridCol w="982663">
                  <a:extLst>
                    <a:ext uri="{9D8B030D-6E8A-4147-A177-3AD203B41FA5}">
                      <a16:colId xmlns:a16="http://schemas.microsoft.com/office/drawing/2014/main" val="1440981528"/>
                    </a:ext>
                  </a:extLst>
                </a:gridCol>
              </a:tblGrid>
              <a:tr h="14441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구분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구축</a:t>
                      </a:r>
                      <a:b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진행중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(~‘25)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잔여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</a:t>
                      </a:r>
                      <a:r>
                        <a:rPr lang="ko-KR" altLang="en-US" sz="800" b="1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1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1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27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~</a:t>
                      </a:r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7896374"/>
                  </a:ext>
                </a:extLst>
              </a:tr>
              <a:tr h="825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43004413"/>
                  </a:ext>
                </a:extLst>
              </a:tr>
              <a:tr h="8856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ESNB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자동차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534144"/>
                  </a:ext>
                </a:extLst>
              </a:tr>
              <a:tr h="8252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동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5226284"/>
                  </a:ext>
                </a:extLst>
              </a:tr>
              <a:tr h="8252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3404885"/>
                  </a:ext>
                </a:extLst>
              </a:tr>
              <a:tr h="8252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자동차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4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4687184"/>
                  </a:ext>
                </a:extLst>
              </a:tr>
              <a:tr h="8252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동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5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3767443"/>
                  </a:ext>
                </a:extLst>
              </a:tr>
              <a:tr h="8252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ESNA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자동차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2615567"/>
                  </a:ext>
                </a:extLst>
              </a:tr>
              <a:tr h="8252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3490729"/>
                  </a:ext>
                </a:extLst>
              </a:tr>
              <a:tr h="8252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4190067"/>
                  </a:ext>
                </a:extLst>
              </a:tr>
              <a:tr h="8252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ESNJ</a:t>
                      </a:r>
                      <a:endParaRPr lang="ko-KR" altLang="en-US" sz="800" b="0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소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파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고객사 업체 선정 보류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4966000"/>
                  </a:ext>
                </a:extLst>
              </a:tr>
              <a:tr h="82523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고객사 업체 선정 보류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6431796"/>
                  </a:ext>
                </a:extLst>
              </a:tr>
              <a:tr h="82523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소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(2170)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5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FF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 보류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152240"/>
                  </a:ext>
                </a:extLst>
              </a:tr>
              <a:tr h="82523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6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FF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 보류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0878577"/>
                  </a:ext>
                </a:extLst>
              </a:tr>
              <a:tr h="82523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7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FF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 보류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6489698"/>
                  </a:ext>
                </a:extLst>
              </a:tr>
              <a:tr h="82523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8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FF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 보류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1124750"/>
                  </a:ext>
                </a:extLst>
              </a:tr>
              <a:tr h="82523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11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FF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 보류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43994016"/>
                  </a:ext>
                </a:extLst>
              </a:tr>
              <a:tr h="82523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12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FF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 보류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1256491"/>
                  </a:ext>
                </a:extLst>
              </a:tr>
              <a:tr h="82523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소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(4695)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FF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 보류</a:t>
                      </a:r>
                      <a:endParaRPr lang="ko-KR" altLang="en-US" sz="800" b="0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8025785"/>
                  </a:ext>
                </a:extLst>
              </a:tr>
            </a:tbl>
          </a:graphicData>
        </a:graphic>
      </p:graphicFrame>
      <p:sp>
        <p:nvSpPr>
          <p:cNvPr id="50" name="TextBox 49">
            <a:extLst>
              <a:ext uri="{FF2B5EF4-FFF2-40B4-BE49-F238E27FC236}">
                <a16:creationId xmlns:a16="http://schemas.microsoft.com/office/drawing/2014/main" id="{1EA19392-7315-42D4-82B0-28577C470E2B}"/>
              </a:ext>
            </a:extLst>
          </p:cNvPr>
          <p:cNvSpPr txBox="1"/>
          <p:nvPr/>
        </p:nvSpPr>
        <p:spPr>
          <a:xfrm>
            <a:off x="1064800" y="1858374"/>
            <a:ext cx="57293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’24.7 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’24.7 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’24.7 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‘22.8 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’23.6 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16E0152-9577-4E7C-9B82-D648764D4389}"/>
              </a:ext>
            </a:extLst>
          </p:cNvPr>
          <p:cNvSpPr txBox="1"/>
          <p:nvPr/>
        </p:nvSpPr>
        <p:spPr>
          <a:xfrm>
            <a:off x="1064800" y="2454520"/>
            <a:ext cx="572931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’24.8 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’24.8 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‘23.1 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0AE8C82C-2B18-498A-9E72-69EBDB712BAC}"/>
              </a:ext>
            </a:extLst>
          </p:cNvPr>
          <p:cNvSpPr txBox="1"/>
          <p:nvPr/>
        </p:nvSpPr>
        <p:spPr>
          <a:xfrm>
            <a:off x="282230" y="590825"/>
            <a:ext cx="9503544" cy="52322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총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55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개 라인 중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27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개라인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 구축 완료하였고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‘25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년 내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19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개 라인 추가 구축 예정이며 잔여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9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개 라인은 추가 투자 일정 수립하여 구축 예정입니다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.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EBDC7148-FEA6-4140-B7CC-1C3D7EDACD9B}"/>
              </a:ext>
            </a:extLst>
          </p:cNvPr>
          <p:cNvSpPr/>
          <p:nvPr/>
        </p:nvSpPr>
        <p:spPr>
          <a:xfrm>
            <a:off x="482852" y="1362860"/>
            <a:ext cx="106532" cy="101729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6" name="Text Box 198">
            <a:extLst>
              <a:ext uri="{FF2B5EF4-FFF2-40B4-BE49-F238E27FC236}">
                <a16:creationId xmlns:a16="http://schemas.microsoft.com/office/drawing/2014/main" id="{C00E8B5E-ECE0-49F3-9CDB-8567EF871B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451" y="1306627"/>
            <a:ext cx="736176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양산중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/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셋업완료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315A787D-E95B-404F-9059-FE876C73442A}"/>
              </a:ext>
            </a:extLst>
          </p:cNvPr>
          <p:cNvSpPr/>
          <p:nvPr/>
        </p:nvSpPr>
        <p:spPr>
          <a:xfrm>
            <a:off x="1403203" y="1362860"/>
            <a:ext cx="106532" cy="101729"/>
          </a:xfrm>
          <a:prstGeom prst="rect">
            <a:avLst/>
          </a:prstGeom>
          <a:solidFill>
            <a:srgbClr val="C000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8" name="Text Box 198">
            <a:extLst>
              <a:ext uri="{FF2B5EF4-FFF2-40B4-BE49-F238E27FC236}">
                <a16:creationId xmlns:a16="http://schemas.microsoft.com/office/drawing/2014/main" id="{2EEF455F-D7BF-4B92-B571-3805F28E7C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1339" y="1306627"/>
            <a:ext cx="785825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증설중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/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증설예정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9883557E-5E38-4F00-8DF8-3BFD155E66B5}"/>
              </a:ext>
            </a:extLst>
          </p:cNvPr>
          <p:cNvSpPr/>
          <p:nvPr/>
        </p:nvSpPr>
        <p:spPr>
          <a:xfrm>
            <a:off x="7652637" y="1380737"/>
            <a:ext cx="106532" cy="101729"/>
          </a:xfrm>
          <a:prstGeom prst="rect">
            <a:avLst/>
          </a:prstGeom>
          <a:solidFill>
            <a:srgbClr val="0000FF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84FD16EE-91A1-4637-9456-5F0833F8EE8F}"/>
              </a:ext>
            </a:extLst>
          </p:cNvPr>
          <p:cNvSpPr/>
          <p:nvPr/>
        </p:nvSpPr>
        <p:spPr>
          <a:xfrm>
            <a:off x="6614647" y="1380737"/>
            <a:ext cx="106532" cy="101729"/>
          </a:xfrm>
          <a:prstGeom prst="rect">
            <a:avLst/>
          </a:prstGeom>
          <a:solidFill>
            <a:srgbClr val="FFC0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1" name="Text Box 198">
            <a:extLst>
              <a:ext uri="{FF2B5EF4-FFF2-40B4-BE49-F238E27FC236}">
                <a16:creationId xmlns:a16="http://schemas.microsoft.com/office/drawing/2014/main" id="{99FA1CF6-0753-4F33-82C9-4FB19026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0718" y="1324504"/>
            <a:ext cx="785825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GMES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시스템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Open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380B2E9D-E315-47F7-AC27-63443981CADF}"/>
              </a:ext>
            </a:extLst>
          </p:cNvPr>
          <p:cNvSpPr/>
          <p:nvPr/>
        </p:nvSpPr>
        <p:spPr>
          <a:xfrm>
            <a:off x="8830329" y="1380737"/>
            <a:ext cx="106532" cy="101729"/>
          </a:xfrm>
          <a:prstGeom prst="rect">
            <a:avLst/>
          </a:prstGeom>
          <a:solidFill>
            <a:srgbClr val="0080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3" name="Text Box 198">
            <a:extLst>
              <a:ext uri="{FF2B5EF4-FFF2-40B4-BE49-F238E27FC236}">
                <a16:creationId xmlns:a16="http://schemas.microsoft.com/office/drawing/2014/main" id="{9468A708-61C5-4F94-B473-B0F1CD3EDB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06400" y="1324504"/>
            <a:ext cx="785825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본기양산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84" name="Text Box 198">
            <a:extLst>
              <a:ext uri="{FF2B5EF4-FFF2-40B4-BE49-F238E27FC236}">
                <a16:creationId xmlns:a16="http://schemas.microsoft.com/office/drawing/2014/main" id="{A229BE9F-DB12-47C5-9817-EABA9323E3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28708" y="1324504"/>
            <a:ext cx="989897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기준점 마킹 양산 적용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0B80035D-EEED-47CB-B108-A3FCC5CB0F5B}"/>
              </a:ext>
            </a:extLst>
          </p:cNvPr>
          <p:cNvSpPr/>
          <p:nvPr/>
        </p:nvSpPr>
        <p:spPr>
          <a:xfrm>
            <a:off x="5575307" y="1379214"/>
            <a:ext cx="106532" cy="10172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6" name="Text Box 198">
            <a:extLst>
              <a:ext uri="{FF2B5EF4-FFF2-40B4-BE49-F238E27FC236}">
                <a16:creationId xmlns:a16="http://schemas.microsoft.com/office/drawing/2014/main" id="{5652EC9A-81D8-4FC4-B0C3-D95BD4335B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51378" y="1322981"/>
            <a:ext cx="785825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본기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입고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(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코터기준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)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FED85053-7861-437F-981F-E79336464564}"/>
              </a:ext>
            </a:extLst>
          </p:cNvPr>
          <p:cNvSpPr/>
          <p:nvPr/>
        </p:nvSpPr>
        <p:spPr>
          <a:xfrm>
            <a:off x="4893499" y="1374345"/>
            <a:ext cx="106532" cy="101729"/>
          </a:xfrm>
          <a:prstGeom prst="rect">
            <a:avLst/>
          </a:prstGeom>
          <a:solidFill>
            <a:srgbClr val="7030A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8" name="Text Box 198">
            <a:extLst>
              <a:ext uri="{FF2B5EF4-FFF2-40B4-BE49-F238E27FC236}">
                <a16:creationId xmlns:a16="http://schemas.microsoft.com/office/drawing/2014/main" id="{3BC15A2B-AFE1-460D-975C-BC63E26250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9570" y="1334772"/>
            <a:ext cx="785825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본기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FOB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B851281-5337-41CE-8F52-BF731257E53C}"/>
              </a:ext>
            </a:extLst>
          </p:cNvPr>
          <p:cNvSpPr txBox="1"/>
          <p:nvPr/>
        </p:nvSpPr>
        <p:spPr>
          <a:xfrm>
            <a:off x="8234745" y="295461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12/16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15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27" name="내용 개체 틀 20">
            <a:extLst>
              <a:ext uri="{FF2B5EF4-FFF2-40B4-BE49-F238E27FC236}">
                <a16:creationId xmlns:a16="http://schemas.microsoft.com/office/drawing/2014/main" id="{3F899B08-46B5-40A0-8D3F-787BF06BF786}"/>
              </a:ext>
            </a:extLst>
          </p:cNvPr>
          <p:cNvSpPr txBox="1">
            <a:spLocks/>
          </p:cNvSpPr>
          <p:nvPr/>
        </p:nvSpPr>
        <p:spPr>
          <a:xfrm>
            <a:off x="8401457" y="126184"/>
            <a:ext cx="1285609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박재기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전기영</a:t>
            </a:r>
          </a:p>
        </p:txBody>
      </p:sp>
    </p:spTree>
    <p:extLst>
      <p:ext uri="{BB962C8B-B14F-4D97-AF65-F5344CB8AC3E}">
        <p14:creationId xmlns:p14="http://schemas.microsoft.com/office/powerpoint/2010/main" val="283877738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제목 1">
            <a:extLst>
              <a:ext uri="{FF2B5EF4-FFF2-40B4-BE49-F238E27FC236}">
                <a16:creationId xmlns:a16="http://schemas.microsoft.com/office/drawing/2014/main" id="{6D6106E7-B774-4066-B184-3228CABB48C9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85366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Roll Map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수평전개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(3/3)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376CC5FE-D37E-43C6-BC34-67DAC116FB76}"/>
              </a:ext>
            </a:extLst>
          </p:cNvPr>
          <p:cNvSpPr txBox="1"/>
          <p:nvPr/>
        </p:nvSpPr>
        <p:spPr>
          <a:xfrm>
            <a:off x="2511" y="6566189"/>
            <a:ext cx="807147" cy="276999"/>
          </a:xfrm>
          <a:prstGeom prst="rect">
            <a:avLst/>
          </a:prstGeom>
          <a:noFill/>
          <a:ln w="28575">
            <a:noFill/>
          </a:ln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Light" panose="020B0600000101010101" pitchFamily="50" charset="-127"/>
                <a:cs typeface="+mn-cs"/>
              </a:rPr>
              <a:t>Confidential</a:t>
            </a:r>
            <a:endParaRPr kumimoji="0" lang="ko-KR" altLang="en-US" sz="1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Light" panose="020B0600000101010101" pitchFamily="50" charset="-127"/>
              <a:cs typeface="+mn-cs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85D746A4-355F-47B5-8005-B81EB352B0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246" y="6609569"/>
            <a:ext cx="2646040" cy="190240"/>
          </a:xfrm>
          <a:prstGeom prst="rect">
            <a:avLst/>
          </a:prstGeom>
          <a:noFill/>
          <a:ln w="12700" algn="ctr">
            <a:noFill/>
            <a:round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pPr marL="0" marR="0" lvl="0" indent="0" algn="l" defTabSz="4572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Light" panose="020B0600000101010101" pitchFamily="50" charset="-127"/>
                <a:cs typeface="Arial" panose="020B0604020202020204" pitchFamily="34" charset="0"/>
              </a:rPr>
              <a:t>Ⓒ 2025 LG Energy Solution, Ltd. All rights reserved.</a:t>
            </a:r>
            <a:endParaRPr kumimoji="1" lang="ko-KR" altLang="ko-KR" sz="1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Light" panose="020B0600000101010101" pitchFamily="50" charset="-127"/>
              <a:cs typeface="Arial" panose="020B0604020202020204" pitchFamily="34" charset="0"/>
            </a:endParaRPr>
          </a:p>
        </p:txBody>
      </p:sp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57380341-376F-4DEE-8A90-ED2633F4EB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7491777"/>
              </p:ext>
            </p:extLst>
          </p:nvPr>
        </p:nvGraphicFramePr>
        <p:xfrm>
          <a:off x="121746" y="1528651"/>
          <a:ext cx="9724218" cy="4251222"/>
        </p:xfrm>
        <a:graphic>
          <a:graphicData uri="http://schemas.openxmlformats.org/drawingml/2006/table">
            <a:tbl>
              <a:tblPr/>
              <a:tblGrid>
                <a:gridCol w="318843">
                  <a:extLst>
                    <a:ext uri="{9D8B030D-6E8A-4147-A177-3AD203B41FA5}">
                      <a16:colId xmlns:a16="http://schemas.microsoft.com/office/drawing/2014/main" val="3692611831"/>
                    </a:ext>
                  </a:extLst>
                </a:gridCol>
                <a:gridCol w="359682">
                  <a:extLst>
                    <a:ext uri="{9D8B030D-6E8A-4147-A177-3AD203B41FA5}">
                      <a16:colId xmlns:a16="http://schemas.microsoft.com/office/drawing/2014/main" val="294894147"/>
                    </a:ext>
                  </a:extLst>
                </a:gridCol>
                <a:gridCol w="197030">
                  <a:extLst>
                    <a:ext uri="{9D8B030D-6E8A-4147-A177-3AD203B41FA5}">
                      <a16:colId xmlns:a16="http://schemas.microsoft.com/office/drawing/2014/main" val="3385475310"/>
                    </a:ext>
                  </a:extLst>
                </a:gridCol>
                <a:gridCol w="203483">
                  <a:extLst>
                    <a:ext uri="{9D8B030D-6E8A-4147-A177-3AD203B41FA5}">
                      <a16:colId xmlns:a16="http://schemas.microsoft.com/office/drawing/2014/main" val="177299111"/>
                    </a:ext>
                  </a:extLst>
                </a:gridCol>
                <a:gridCol w="283910">
                  <a:extLst>
                    <a:ext uri="{9D8B030D-6E8A-4147-A177-3AD203B41FA5}">
                      <a16:colId xmlns:a16="http://schemas.microsoft.com/office/drawing/2014/main" val="2621820613"/>
                    </a:ext>
                  </a:extLst>
                </a:gridCol>
                <a:gridCol w="194716">
                  <a:extLst>
                    <a:ext uri="{9D8B030D-6E8A-4147-A177-3AD203B41FA5}">
                      <a16:colId xmlns:a16="http://schemas.microsoft.com/office/drawing/2014/main" val="1786014443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2443901328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1372252305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2580198244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1742167777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2636840701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109118778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1005333276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2121834870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108033081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2571282399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643624119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1573532218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3613674044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2495527972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2391085696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1513571519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2377639857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4242702059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384829654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2851401850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3654589607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4088539111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2836037042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1190225674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2926668285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2235225960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3796102391"/>
                    </a:ext>
                  </a:extLst>
                </a:gridCol>
                <a:gridCol w="254178">
                  <a:extLst>
                    <a:ext uri="{9D8B030D-6E8A-4147-A177-3AD203B41FA5}">
                      <a16:colId xmlns:a16="http://schemas.microsoft.com/office/drawing/2014/main" val="676580766"/>
                    </a:ext>
                  </a:extLst>
                </a:gridCol>
                <a:gridCol w="1049570">
                  <a:extLst>
                    <a:ext uri="{9D8B030D-6E8A-4147-A177-3AD203B41FA5}">
                      <a16:colId xmlns:a16="http://schemas.microsoft.com/office/drawing/2014/main" val="2110415027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 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구분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구축</a:t>
                      </a:r>
                      <a:b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진행중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(~‘25)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잔여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baseline="0">
                          <a:latin typeface="Arial Narrow"/>
                          <a:ea typeface="LG스마트체 Regular"/>
                        </a:rPr>
                        <a:t>24</a:t>
                      </a:r>
                      <a:r>
                        <a:rPr lang="ko-KR" altLang="en-US" sz="800" b="1" baseline="0">
                          <a:latin typeface="Arial Narrow"/>
                          <a:ea typeface="LG스마트체 Regular"/>
                        </a:rPr>
                        <a:t>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1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25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1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26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27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년</a:t>
                      </a:r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~</a:t>
                      </a:r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비고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7896374"/>
                  </a:ext>
                </a:extLst>
              </a:tr>
              <a:tr h="12794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10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4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5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6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7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8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9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10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4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5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6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7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8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9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10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43004413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ESHM1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자동차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231537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ESHM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자동차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ysClr val="windowText" lastClr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800" b="0" i="0" u="none" strike="noStrike" baseline="0">
                          <a:solidFill>
                            <a:sysClr val="windowText" lastClr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1608447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ysClr val="windowText" lastClr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800" b="0" i="0" u="none" strike="noStrike" baseline="0">
                          <a:solidFill>
                            <a:sysClr val="windowText" lastClr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0456437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ESGM1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자동차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8721433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6250101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8535394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4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890808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ESGM2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자동차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l" fontAlgn="ctr"/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l" fontAlgn="ctr"/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코터만 셋업 완료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 미정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2756346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20193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FF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altLang="ko-KR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9451494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4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rgbClr val="FF0000"/>
                          </a:solidFill>
                          <a:effectLst/>
                          <a:latin typeface="+mn-lt"/>
                          <a:ea typeface="+mn-ea"/>
                        </a:rPr>
                        <a:t>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2464750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MI-LS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자동차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</a:t>
                      </a:r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FF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양산 일정 추가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4712199"/>
                  </a:ext>
                </a:extLst>
              </a:tr>
              <a:tr h="59996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</a:t>
                      </a:r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FF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(ESS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‘25.10 /Toyota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‘26.6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8673865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rgbClr val="FF0000"/>
                          </a:solidFill>
                          <a:effectLst/>
                          <a:latin typeface="+mn-lt"/>
                          <a:ea typeface="+mn-ea"/>
                        </a:rPr>
                        <a:t>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 spc="-100" baseline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3,4</a:t>
                      </a:r>
                      <a:r>
                        <a:rPr lang="ko-KR" altLang="en-US" sz="800" b="0" i="0" u="none" strike="noStrike" spc="-100" baseline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호 자동차→각형 </a:t>
                      </a:r>
                      <a:r>
                        <a:rPr lang="en-US" altLang="ko-KR" sz="800" b="0" i="0" u="none" strike="noStrike" spc="-100" baseline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ESS </a:t>
                      </a:r>
                      <a:r>
                        <a:rPr lang="ko-KR" altLang="en-US" sz="800" b="0" i="0" u="none" strike="noStrike" spc="-100" baseline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</a:t>
                      </a:r>
                      <a:endParaRPr lang="en-US" altLang="ko-KR" sz="800" b="0" i="0" u="none" strike="noStrike" spc="-100" baseline="0"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4238" marR="4238" marT="423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5755293"/>
                  </a:ext>
                </a:extLst>
              </a:tr>
              <a:tr h="11046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4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rgbClr val="FF0000"/>
                          </a:solidFill>
                          <a:effectLst/>
                          <a:latin typeface="+mn-lt"/>
                          <a:ea typeface="+mn-ea"/>
                        </a:rPr>
                        <a:t>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spc="-100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(SOP ‘27.8</a:t>
                      </a:r>
                      <a:r>
                        <a:rPr lang="ko-KR" altLang="en-US" sz="800" b="0" i="0" u="none" strike="noStrike" spc="-100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800" b="0" i="0" u="none" strike="noStrike" spc="-100" baseline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="0" i="0" u="none" strike="noStrike" spc="-1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4238" marR="4238" marT="423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7674619"/>
                  </a:ext>
                </a:extLst>
              </a:tr>
              <a:tr h="7557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ESST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자동차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</a:t>
                      </a:r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FF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highlight>
                          <a:srgbClr val="9DC3E6"/>
                        </a:highlight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baseline="0">
                          <a:solidFill>
                            <a:srgbClr val="3333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800" b="0" i="0" u="none" strike="noStrike" baseline="0">
                          <a:solidFill>
                            <a:srgbClr val="3333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양산 일정 변경 </a:t>
                      </a:r>
                      <a:r>
                        <a:rPr lang="en-US" altLang="ko-KR" sz="800" b="0" i="0" u="none" strike="noStrike" baseline="0">
                          <a:solidFill>
                            <a:srgbClr val="3333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(JF2)</a:t>
                      </a:r>
                      <a:endParaRPr lang="ko-KR" altLang="en-US" sz="800" b="0" i="0" u="none" strike="noStrike" baseline="0">
                        <a:solidFill>
                          <a:srgbClr val="3333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2051446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</a:t>
                      </a:r>
                      <a:r>
                        <a:rPr lang="ko-KR" altLang="en-US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FF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baseline="0">
                          <a:solidFill>
                            <a:srgbClr val="3333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(25.7</a:t>
                      </a:r>
                      <a:r>
                        <a:rPr lang="ko-KR" altLang="en-US" sz="800" b="0" i="0" u="none" strike="noStrike" baseline="0">
                          <a:solidFill>
                            <a:srgbClr val="3333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→ </a:t>
                      </a:r>
                      <a:r>
                        <a:rPr lang="en-US" altLang="ko-KR" sz="800" b="0" i="0" u="none" strike="noStrike" baseline="0">
                          <a:solidFill>
                            <a:srgbClr val="3333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25.11</a:t>
                      </a:r>
                      <a:r>
                        <a:rPr lang="ko-KR" altLang="en-US" sz="800" b="0" i="0" u="none" strike="noStrike" baseline="0">
                          <a:solidFill>
                            <a:srgbClr val="3333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예정</a:t>
                      </a:r>
                      <a:r>
                        <a:rPr lang="en-US" altLang="ko-KR" sz="800" b="0" i="0" u="none" strike="noStrike" baseline="0">
                          <a:solidFill>
                            <a:srgbClr val="3333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="0" i="0" u="none" strike="noStrike" baseline="0">
                        <a:solidFill>
                          <a:srgbClr val="3333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3548660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</a:t>
                      </a:r>
                      <a:r>
                        <a:rPr lang="ko-KR" altLang="en-US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FF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 양산 일정 미정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5497675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4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</a:t>
                      </a:r>
                      <a:r>
                        <a:rPr lang="ko-KR" altLang="en-US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FF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4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호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Hold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232978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5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FF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취소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0239909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6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FF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취소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4888158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ESHD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자동차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</a:t>
                      </a:r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baseline="0">
                          <a:solidFill>
                            <a:srgbClr val="3333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800" b="0" i="0" u="none" strike="noStrike" baseline="0">
                          <a:solidFill>
                            <a:srgbClr val="3333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양산 일정 변경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0829652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</a:t>
                      </a:r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3333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baseline="0">
                          <a:solidFill>
                            <a:srgbClr val="3333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(25.9</a:t>
                      </a:r>
                      <a:r>
                        <a:rPr lang="ko-KR" altLang="en-US" sz="800" b="0" i="0" u="none" strike="noStrike" baseline="0">
                          <a:solidFill>
                            <a:srgbClr val="3333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→ </a:t>
                      </a:r>
                      <a:r>
                        <a:rPr lang="en-US" altLang="ko-KR" sz="800" b="0" i="0" u="none" strike="noStrike" baseline="0">
                          <a:solidFill>
                            <a:srgbClr val="3333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26.2</a:t>
                      </a:r>
                      <a:r>
                        <a:rPr lang="ko-KR" altLang="en-US" sz="800" b="0" i="0" u="none" strike="noStrike" baseline="0">
                          <a:solidFill>
                            <a:srgbClr val="3333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예정</a:t>
                      </a:r>
                      <a:r>
                        <a:rPr lang="en-US" altLang="ko-KR" sz="800" b="0" i="0" u="none" strike="noStrike" baseline="0">
                          <a:solidFill>
                            <a:srgbClr val="3333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="0" i="0" u="none" strike="noStrike" baseline="0">
                        <a:solidFill>
                          <a:srgbClr val="3333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5404144"/>
                  </a:ext>
                </a:extLst>
              </a:tr>
              <a:tr h="61821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rgbClr val="FF0000"/>
                          </a:solidFill>
                          <a:effectLst/>
                          <a:latin typeface="+mn-lt"/>
                          <a:ea typeface="+mn-ea"/>
                        </a:rPr>
                        <a:t>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FOB Hold(SOP ’31.2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6531288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4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baseline="0">
                          <a:solidFill>
                            <a:srgbClr val="FF0000"/>
                          </a:solidFill>
                          <a:effectLst/>
                          <a:latin typeface="+mn-lt"/>
                          <a:ea typeface="+mn-ea"/>
                        </a:rPr>
                        <a:t>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국내셋업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Hold(SOP ’31.5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2890375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5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 미정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6504224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ESHG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자동차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</a:t>
                      </a:r>
                      <a:r>
                        <a:rPr lang="ko-KR" altLang="en-US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1414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highlight>
                          <a:srgbClr val="008000"/>
                        </a:highlight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SOP:’26.4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1953729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</a:t>
                      </a:r>
                      <a:r>
                        <a:rPr lang="ko-KR" altLang="en-US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 Hold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4111255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투자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Hold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8894884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AZ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소형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소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(4680)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26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년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6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 샘플 생산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7193335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샘플 일정 미정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3756974"/>
                  </a:ext>
                </a:extLst>
              </a:tr>
              <a:tr h="63973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800" b="0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조립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3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25.9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오창 입고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9935266"/>
                  </a:ext>
                </a:extLst>
              </a:tr>
            </a:tbl>
          </a:graphicData>
        </a:graphic>
      </p:graphicFrame>
      <p:sp>
        <p:nvSpPr>
          <p:cNvPr id="50" name="TextBox 49">
            <a:extLst>
              <a:ext uri="{FF2B5EF4-FFF2-40B4-BE49-F238E27FC236}">
                <a16:creationId xmlns:a16="http://schemas.microsoft.com/office/drawing/2014/main" id="{347352EA-C6C6-45B2-B639-0FA7739704F9}"/>
              </a:ext>
            </a:extLst>
          </p:cNvPr>
          <p:cNvSpPr txBox="1"/>
          <p:nvPr/>
        </p:nvSpPr>
        <p:spPr>
          <a:xfrm>
            <a:off x="1114875" y="2200378"/>
            <a:ext cx="572931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‘22.10 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’23.05 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‘23.08 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C86DEE13-DBD0-4FAF-8FE9-C6B1131570D8}"/>
              </a:ext>
            </a:extLst>
          </p:cNvPr>
          <p:cNvSpPr txBox="1"/>
          <p:nvPr/>
        </p:nvSpPr>
        <p:spPr>
          <a:xfrm>
            <a:off x="1114875" y="2684066"/>
            <a:ext cx="572931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’24.02(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3BDA3A25-B631-47D0-B519-2873CA91AF76}"/>
              </a:ext>
            </a:extLst>
          </p:cNvPr>
          <p:cNvSpPr txBox="1"/>
          <p:nvPr/>
        </p:nvSpPr>
        <p:spPr>
          <a:xfrm>
            <a:off x="1651717" y="2007108"/>
            <a:ext cx="213837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※HM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전극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2,3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호 계획 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미확정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CA8E6A70-2434-416B-BE7B-4D9CE5500F82}"/>
              </a:ext>
            </a:extLst>
          </p:cNvPr>
          <p:cNvSpPr/>
          <p:nvPr/>
        </p:nvSpPr>
        <p:spPr>
          <a:xfrm>
            <a:off x="482852" y="1362860"/>
            <a:ext cx="106532" cy="101729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4" name="Text Box 198">
            <a:extLst>
              <a:ext uri="{FF2B5EF4-FFF2-40B4-BE49-F238E27FC236}">
                <a16:creationId xmlns:a16="http://schemas.microsoft.com/office/drawing/2014/main" id="{C364029E-99CD-4BE0-A8C1-285FC6F811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451" y="1306627"/>
            <a:ext cx="736176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양산중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/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셋업완료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A8890821-2877-46CB-B1E7-EC790B0D6F1F}"/>
              </a:ext>
            </a:extLst>
          </p:cNvPr>
          <p:cNvSpPr/>
          <p:nvPr/>
        </p:nvSpPr>
        <p:spPr>
          <a:xfrm>
            <a:off x="1403203" y="1362860"/>
            <a:ext cx="106532" cy="101729"/>
          </a:xfrm>
          <a:prstGeom prst="rect">
            <a:avLst/>
          </a:prstGeom>
          <a:solidFill>
            <a:srgbClr val="C000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6" name="Text Box 198">
            <a:extLst>
              <a:ext uri="{FF2B5EF4-FFF2-40B4-BE49-F238E27FC236}">
                <a16:creationId xmlns:a16="http://schemas.microsoft.com/office/drawing/2014/main" id="{8BDE9341-E67C-418B-8200-F7E801115C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1339" y="1306627"/>
            <a:ext cx="785825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증설중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/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증설예정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6793BBDC-E67A-4391-BC07-B83DC34A24FE}"/>
              </a:ext>
            </a:extLst>
          </p:cNvPr>
          <p:cNvSpPr/>
          <p:nvPr/>
        </p:nvSpPr>
        <p:spPr>
          <a:xfrm>
            <a:off x="7652637" y="1380737"/>
            <a:ext cx="106532" cy="101729"/>
          </a:xfrm>
          <a:prstGeom prst="rect">
            <a:avLst/>
          </a:prstGeom>
          <a:solidFill>
            <a:srgbClr val="0000FF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5675C6AB-01C4-44D0-8B35-D5895BB95452}"/>
              </a:ext>
            </a:extLst>
          </p:cNvPr>
          <p:cNvSpPr/>
          <p:nvPr/>
        </p:nvSpPr>
        <p:spPr>
          <a:xfrm>
            <a:off x="6614647" y="1380737"/>
            <a:ext cx="106532" cy="101729"/>
          </a:xfrm>
          <a:prstGeom prst="rect">
            <a:avLst/>
          </a:prstGeom>
          <a:solidFill>
            <a:srgbClr val="FFC0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9" name="Text Box 198">
            <a:extLst>
              <a:ext uri="{FF2B5EF4-FFF2-40B4-BE49-F238E27FC236}">
                <a16:creationId xmlns:a16="http://schemas.microsoft.com/office/drawing/2014/main" id="{C588F94F-A14D-4EEC-BA04-7D48A2D57A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0718" y="1324504"/>
            <a:ext cx="785825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GMES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시스템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Open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4C21C4DA-AD4F-49E1-8365-0F943FD7C8B0}"/>
              </a:ext>
            </a:extLst>
          </p:cNvPr>
          <p:cNvSpPr/>
          <p:nvPr/>
        </p:nvSpPr>
        <p:spPr>
          <a:xfrm>
            <a:off x="8830329" y="1380737"/>
            <a:ext cx="106532" cy="101729"/>
          </a:xfrm>
          <a:prstGeom prst="rect">
            <a:avLst/>
          </a:prstGeom>
          <a:solidFill>
            <a:srgbClr val="0080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4" name="Text Box 198">
            <a:extLst>
              <a:ext uri="{FF2B5EF4-FFF2-40B4-BE49-F238E27FC236}">
                <a16:creationId xmlns:a16="http://schemas.microsoft.com/office/drawing/2014/main" id="{2250C839-B15A-4451-BC0C-61B4E0869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06400" y="1324504"/>
            <a:ext cx="785825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본기양산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75" name="Text Box 198">
            <a:extLst>
              <a:ext uri="{FF2B5EF4-FFF2-40B4-BE49-F238E27FC236}">
                <a16:creationId xmlns:a16="http://schemas.microsoft.com/office/drawing/2014/main" id="{C8FBFDF4-F96A-427C-8066-1AF1E1088A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28708" y="1324504"/>
            <a:ext cx="989897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기준점 마킹 양산 적용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FE444689-DE3A-4556-ACE8-168A11058982}"/>
              </a:ext>
            </a:extLst>
          </p:cNvPr>
          <p:cNvSpPr/>
          <p:nvPr/>
        </p:nvSpPr>
        <p:spPr>
          <a:xfrm>
            <a:off x="5575307" y="1379214"/>
            <a:ext cx="106532" cy="10172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7" name="Text Box 198">
            <a:extLst>
              <a:ext uri="{FF2B5EF4-FFF2-40B4-BE49-F238E27FC236}">
                <a16:creationId xmlns:a16="http://schemas.microsoft.com/office/drawing/2014/main" id="{A507E3C5-6846-4691-88DE-A1D5FEF031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51378" y="1322981"/>
            <a:ext cx="785825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본기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입고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(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코터기준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)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E0C62610-0F35-469E-80A2-ADC24A8DB393}"/>
              </a:ext>
            </a:extLst>
          </p:cNvPr>
          <p:cNvSpPr txBox="1"/>
          <p:nvPr/>
        </p:nvSpPr>
        <p:spPr>
          <a:xfrm>
            <a:off x="1381188" y="4202034"/>
            <a:ext cx="110727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※5,6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라인 취소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BA42EB59-4DB1-4B80-A3A9-73D4583B6D6A}"/>
              </a:ext>
            </a:extLst>
          </p:cNvPr>
          <p:cNvSpPr/>
          <p:nvPr/>
        </p:nvSpPr>
        <p:spPr>
          <a:xfrm>
            <a:off x="4893499" y="1374345"/>
            <a:ext cx="106532" cy="101729"/>
          </a:xfrm>
          <a:prstGeom prst="rect">
            <a:avLst/>
          </a:prstGeom>
          <a:solidFill>
            <a:srgbClr val="7030A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0" name="Text Box 198">
            <a:extLst>
              <a:ext uri="{FF2B5EF4-FFF2-40B4-BE49-F238E27FC236}">
                <a16:creationId xmlns:a16="http://schemas.microsoft.com/office/drawing/2014/main" id="{4D670110-B27F-49FE-AA04-B23FE8DEB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9570" y="1334772"/>
            <a:ext cx="785825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본기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FOB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37242177-3373-423D-9661-9C9B7E4038BE}"/>
              </a:ext>
            </a:extLst>
          </p:cNvPr>
          <p:cNvSpPr txBox="1"/>
          <p:nvPr/>
        </p:nvSpPr>
        <p:spPr>
          <a:xfrm>
            <a:off x="1114875" y="1825144"/>
            <a:ext cx="572931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’24.4/2(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883F31F6-E68D-4CD2-8D25-D4ECD531A4F3}"/>
              </a:ext>
            </a:extLst>
          </p:cNvPr>
          <p:cNvSpPr txBox="1"/>
          <p:nvPr/>
        </p:nvSpPr>
        <p:spPr>
          <a:xfrm>
            <a:off x="1114875" y="2794777"/>
            <a:ext cx="572931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’24.05(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E818FAA1-2E5C-4537-8919-3E6EF9C0ABAE}"/>
              </a:ext>
            </a:extLst>
          </p:cNvPr>
          <p:cNvSpPr txBox="1"/>
          <p:nvPr/>
        </p:nvSpPr>
        <p:spPr>
          <a:xfrm>
            <a:off x="1114875" y="2549885"/>
            <a:ext cx="572931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’24.04(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C49D75DC-15E4-4CF1-B92A-3E56B28A1A45}"/>
              </a:ext>
            </a:extLst>
          </p:cNvPr>
          <p:cNvSpPr txBox="1"/>
          <p:nvPr/>
        </p:nvSpPr>
        <p:spPr>
          <a:xfrm>
            <a:off x="8716188" y="912811"/>
            <a:ext cx="1225229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완료 기준</a:t>
            </a:r>
            <a:b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-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기존 라인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GMES Open</a:t>
            </a:r>
            <a:b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-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신규 라인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양산</a:t>
            </a:r>
            <a:endParaRPr kumimoji="0" lang="en-US" altLang="ko-KR" sz="7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5E5DFAAA-BD5A-4A12-A133-1BC2039BB7D7}"/>
              </a:ext>
            </a:extLst>
          </p:cNvPr>
          <p:cNvSpPr txBox="1"/>
          <p:nvPr/>
        </p:nvSpPr>
        <p:spPr>
          <a:xfrm>
            <a:off x="282230" y="590825"/>
            <a:ext cx="9503544" cy="52322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총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55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개 라인 중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27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개라인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 구축 완료하였고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‘25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년 내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19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개 라인 추가 구축 예정이며 잔여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9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개 라인은 추가 투자 일정 수립하여 구축 예정입니다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  <a:ea typeface="LG스마트체 Regular" panose="020B0600000101010101" pitchFamily="50" charset="-127"/>
                <a:cs typeface="+mn-cs"/>
              </a:rPr>
              <a:t>.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F8F4231-B8E6-4C2E-843B-BA5DDF67AA0E}"/>
              </a:ext>
            </a:extLst>
          </p:cNvPr>
          <p:cNvSpPr txBox="1"/>
          <p:nvPr/>
        </p:nvSpPr>
        <p:spPr>
          <a:xfrm>
            <a:off x="7869962" y="6021752"/>
            <a:ext cx="1536007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3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호 조립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700" b="0" i="0" u="none" strike="noStrike" kern="1200" cap="none" spc="0" normalizeH="0" baseline="0" noProof="0" err="1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와인더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- 25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년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월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OC2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신뢰성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5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동 입고 검증</a:t>
            </a:r>
            <a:endParaRPr kumimoji="0" lang="en-US" altLang="ko-KR" sz="7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26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년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10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월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AZ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이성</a:t>
            </a:r>
            <a:endParaRPr kumimoji="0" lang="en-US" altLang="ko-KR" sz="7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1B2F6CE2-670B-40AF-B5DB-D7558578C8A2}"/>
              </a:ext>
            </a:extLst>
          </p:cNvPr>
          <p:cNvSpPr txBox="1"/>
          <p:nvPr/>
        </p:nvSpPr>
        <p:spPr>
          <a:xfrm>
            <a:off x="8234745" y="295461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12/16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15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33" name="내용 개체 틀 20">
            <a:extLst>
              <a:ext uri="{FF2B5EF4-FFF2-40B4-BE49-F238E27FC236}">
                <a16:creationId xmlns:a16="http://schemas.microsoft.com/office/drawing/2014/main" id="{B297F4A4-9BBF-4269-A9A1-A94B028904CA}"/>
              </a:ext>
            </a:extLst>
          </p:cNvPr>
          <p:cNvSpPr txBox="1">
            <a:spLocks/>
          </p:cNvSpPr>
          <p:nvPr/>
        </p:nvSpPr>
        <p:spPr>
          <a:xfrm>
            <a:off x="8840680" y="126184"/>
            <a:ext cx="846386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이형관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224D50B0-BD58-4990-ADA9-89161FCB38DF}"/>
              </a:ext>
            </a:extLst>
          </p:cNvPr>
          <p:cNvSpPr/>
          <p:nvPr/>
        </p:nvSpPr>
        <p:spPr>
          <a:xfrm>
            <a:off x="121746" y="3686477"/>
            <a:ext cx="9729620" cy="273048"/>
          </a:xfrm>
          <a:prstGeom prst="rect">
            <a:avLst/>
          </a:prstGeom>
          <a:noFill/>
          <a:ln w="28575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6094269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56512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금주 주요 내용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661DC4CD-B9B1-4F75-9655-BC70E4C0C44C}"/>
              </a:ext>
            </a:extLst>
          </p:cNvPr>
          <p:cNvSpPr/>
          <p:nvPr/>
        </p:nvSpPr>
        <p:spPr>
          <a:xfrm>
            <a:off x="10154881" y="0"/>
            <a:ext cx="933651" cy="751181"/>
          </a:xfrm>
          <a:prstGeom prst="rect">
            <a:avLst/>
          </a:prstGeom>
          <a:solidFill>
            <a:srgbClr val="FFFF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8" name="TextBox 10">
            <a:extLst>
              <a:ext uri="{FF2B5EF4-FFF2-40B4-BE49-F238E27FC236}">
                <a16:creationId xmlns:a16="http://schemas.microsoft.com/office/drawing/2014/main" id="{FC55D7C3-19BB-417C-88D2-249E3D408DED}"/>
              </a:ext>
            </a:extLst>
          </p:cNvPr>
          <p:cNvSpPr txBox="1"/>
          <p:nvPr/>
        </p:nvSpPr>
        <p:spPr>
          <a:xfrm>
            <a:off x="124961" y="553397"/>
            <a:ext cx="9562696" cy="434734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5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1" lang="ko-KR" altLang="en-US" sz="105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롤맵</a:t>
            </a:r>
            <a:r>
              <a:rPr kumimoji="1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활용 과제</a:t>
            </a:r>
            <a:r>
              <a:rPr kumimoji="1" lang="en-US" altLang="ko-KR" sz="105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</a:t>
            </a:r>
            <a:r>
              <a:rPr kumimoji="1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 </a:t>
            </a:r>
            <a:endParaRPr kumimoji="1" lang="en-US" altLang="ko-KR" sz="105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노칭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어깨선 불량 개선 위한 전극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Data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활용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선별투입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)</a:t>
            </a:r>
          </a:p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 1)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컨셉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SPC Data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활용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미스매치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하여 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Value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유사한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Lot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혹은 동일 코터에서 생산한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Lot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을 연속 투입을 통해 어깨선 편차 개선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(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수정 필요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System : MES, SPC, MCS)</a:t>
            </a:r>
          </a:p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2)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진행 현황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: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컨셉 협의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(8/19,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完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),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개발안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(8/30,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完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),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투자비 및 개발기간 검토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(9/5, PI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팀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),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시스템 사양 개발 중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(MES/SPC/MCS/MQ).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적용 및 검증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(11/30)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ko-KR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   → 개발을 위한 상세요건 작성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/CSR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완료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(9/12), MES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개발완료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(9/30)/MQ(10/14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완료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)/SPC(11/12)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배포 완료하였고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/MCS(</a:t>
            </a:r>
            <a:r>
              <a:rPr kumimoji="0" lang="en-US" altLang="ko-KR" sz="900" b="0" i="0" u="none" strike="sng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11/20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→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11/24)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배포 예정입니다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 ※ MQ :SPC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→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MES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데이터 이동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MCS :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물류시스템</a:t>
            </a:r>
            <a:endParaRPr kumimoji="0" lang="en-US" altLang="ko-KR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  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→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MCS(11/24)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배포 이후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WA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노칭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양극 대표라인 대상으로 양극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노칭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8-1(E85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모델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),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양극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노칭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13-1(E77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모델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대상으로 기능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Turn On(11/25)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하였습니다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 </a:t>
            </a:r>
          </a:p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ko-KR" altLang="en-US" sz="90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양극노칭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13-1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, 22-1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 적용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전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(11/14~11/27) /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적용 후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(11/28~12/14)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개선 수준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90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양품량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생산량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확인 후 법인 공유하였고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개선 수준은 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13-1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설비 ▲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0.054%, 22-1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설비 ▲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0.126%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불량 개선 </a:t>
            </a:r>
            <a:endParaRPr lang="en-US" altLang="ko-KR" sz="90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     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확인 하였습니다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법인에서 </a:t>
            </a:r>
            <a:r>
              <a:rPr lang="ko-KR" altLang="en-US" sz="90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연결부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위치 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30m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인근 불량 발생 차이 검토 요청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(12/15)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하여 데이터 확인 후 분석 및 공유 예정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(~12/19)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입니다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. ※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효과에 대한 상관관계 추가 분석 예정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(~12/24)</a:t>
            </a:r>
          </a:p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9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2. [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불량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Loss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개선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롤프레스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Lane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별 불량배출 사양 고도화  </a:t>
            </a:r>
            <a:endParaRPr kumimoji="0" lang="en-US" altLang="ko-KR" sz="9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1)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컨셉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롤프레스 공정 두께 불량 발생 시 전체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Lane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폐기 → 단일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Lane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폐기로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수율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개선</a:t>
            </a:r>
            <a:endParaRPr kumimoji="0" lang="en-US" altLang="ko-KR" sz="9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2)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진행현황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사전 개발서버에서 검증 및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test(10/15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),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개발 보완 필요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6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건 도출 및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CNS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에 수정 배포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(10/21),  </a:t>
            </a:r>
            <a:r>
              <a:rPr kumimoji="0" lang="en-US" altLang="ko-KR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Lane별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불량배출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검증을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위한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Test </a:t>
            </a:r>
            <a:r>
              <a:rPr kumimoji="0" lang="en-US" altLang="ko-KR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샘플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코터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공정에서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생산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완료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(11/3)</a:t>
            </a:r>
            <a:r>
              <a:rPr kumimoji="0" lang="en-US" altLang="ko-KR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했으며</a:t>
            </a:r>
            <a:endParaRPr kumimoji="0" lang="en-US" altLang="ko-KR" sz="9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                    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롤프레스 양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음극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3-1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호기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(11/10),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슬리터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양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음극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3-1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호기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(11/11~13)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위치 오차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Test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완료하였고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슬리터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양극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3-1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대상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미비된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사항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11/20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최종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Test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하여 검증 완료하였습니다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                    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→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법인 내부적 수평전개 셋업 계획 수립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(~’25.12/31)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후 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’26.1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월부터 법인 협의 후 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F/up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진행예정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(w/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법인 제조역량강화 사전 논의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, 12/10)</a:t>
            </a:r>
            <a:endParaRPr kumimoji="0" lang="en-US" altLang="ko-KR" sz="9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9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3.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코터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TWS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정보 연계 및 로딩 배출 고도화</a:t>
            </a:r>
            <a:endParaRPr kumimoji="0" lang="en-US" altLang="ko-KR" sz="9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 1)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컨셉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TWS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불량정보를 활용하여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로딩량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이상 위치에 대해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Lane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별 배출</a:t>
            </a:r>
            <a:endParaRPr kumimoji="0" lang="en-US" altLang="ko-KR" sz="9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2)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주요 검증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코터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→ 롤프레스 →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슬리터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TWS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불량 정보 연동 및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NG Tag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부착 배출</a:t>
            </a:r>
            <a:endParaRPr kumimoji="0" lang="en-US" altLang="ko-KR" sz="9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 3)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진행 현황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</a:t>
            </a:r>
          </a:p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       -. TWS Data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롤맵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연동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실무 협의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(4/18),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사양 정의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(4/23),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기능 개발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(~5/9), S/W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업데이트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(5/23,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), TWS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데이터 모니터링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(5/25~6/15),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디버깅 및 수정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(8/28),</a:t>
            </a:r>
          </a:p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    -.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불량 배출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코터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Lane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별 불량정보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슬리터까지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추적 및 불량정보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Download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기능 시스템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IT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개발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(10/21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완료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      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                          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슬리터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불량 정보 기반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Lane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별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Ng Tag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부착 기능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PLC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개발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(10/24,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),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음극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호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음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양극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7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호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TWS Data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롤맵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연동 작업 완료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(11/10)</a:t>
            </a:r>
            <a:b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                           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→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법인 내부적 수평전개 셋업 계획 수립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(~’25.12/31)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후 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’26.1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월부터 법인 협의 후 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F/up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진행예정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(w/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법인 제조역량강화 사전 논의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, 12/10)</a:t>
            </a:r>
            <a:endParaRPr kumimoji="0" lang="en-US" altLang="ko-KR" sz="9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fontAlgn="ctr"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</a:p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4.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전극 공정 불량 유출 모니터링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Report</a:t>
            </a:r>
          </a:p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1)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컨셉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전극 공정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Data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의 양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/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불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Data (NG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Marking,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NG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Tag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포함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를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SPC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와 연결하여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현재 검사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Data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는 있으나 양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/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불 결과는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미연결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불량 위치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후공정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유출 여부 모니터링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Report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개발</a:t>
            </a:r>
            <a:endParaRPr kumimoji="0" lang="en-US" altLang="ko-KR" sz="9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               Data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검증 후 생산 운영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(Lot Hold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및 자동 배출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에 적용 검토하고자 함</a:t>
            </a:r>
            <a:endParaRPr kumimoji="0" lang="en-US" altLang="ko-KR" sz="9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2)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진행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요건수립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(7/15), W/F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구성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(8/31), Data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분석 및 모니터링 및 정합성 검증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(10/30),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분석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Service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로 반영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(’25.12,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목표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</a:t>
            </a:r>
          </a:p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             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→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W/F GM2(9/16)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까지 구성 완료하였고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, GM1,2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대상으로 데이터 확인 진행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(9/30)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하였습니다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.</a:t>
            </a:r>
          </a:p>
          <a:p>
            <a:pPr marL="0" marR="0" lvl="0" indent="0" algn="l" defTabSz="914400" rtl="0" eaLnBrk="1" fontAlgn="ctr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                   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다빈치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PI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팀과 수정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/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보완사항에 대한 대응 방안 수립 및 검토 미팅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(10/22)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진행하였으며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,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대상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Site MI → NB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로 변경하여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레포트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재생성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(12/9)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하였고 데이터 모니터링 예정입니다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.(~12/19)</a:t>
            </a:r>
            <a:endParaRPr kumimoji="0" lang="en-US" altLang="ko-KR" sz="8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" name="TextBox 10">
            <a:extLst>
              <a:ext uri="{FF2B5EF4-FFF2-40B4-BE49-F238E27FC236}">
                <a16:creationId xmlns:a16="http://schemas.microsoft.com/office/drawing/2014/main" id="{D0FF2AED-0046-C817-3E30-4FE796B4077E}"/>
              </a:ext>
            </a:extLst>
          </p:cNvPr>
          <p:cNvSpPr txBox="1"/>
          <p:nvPr/>
        </p:nvSpPr>
        <p:spPr>
          <a:xfrm>
            <a:off x="124962" y="4933554"/>
            <a:ext cx="9781038" cy="143116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1" lang="ko-KR" altLang="en-US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미국 </a:t>
            </a: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Site</a:t>
            </a:r>
            <a:r>
              <a:rPr kumimoji="1" lang="ko-KR" altLang="en-US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별 </a:t>
            </a:r>
            <a:r>
              <a:rPr kumimoji="1" lang="ko-KR" altLang="en-US" sz="1000" b="1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롤맵</a:t>
            </a:r>
            <a:r>
              <a:rPr kumimoji="1" lang="ko-KR" altLang="en-US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진행 현황</a:t>
            </a: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</a:t>
            </a:r>
            <a:r>
              <a:rPr kumimoji="1" lang="ko-KR" altLang="en-US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 </a:t>
            </a:r>
            <a:endParaRPr kumimoji="1" lang="en-US" altLang="ko-KR" sz="10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1. ESMIL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 1)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전극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1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라인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JF2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양산 기간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롤맵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모니터링 중입니다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.(11/18~)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 2)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코터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롤맵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잉크마킹기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통신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미응답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시 자동 재부팅  기능 검수 완료하였고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,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MILS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대표라인 적용하여 기능 검증 예정입니다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.(’26.1)</a:t>
            </a:r>
            <a:endParaRPr kumimoji="0" lang="en-US" altLang="ko-KR" sz="9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 </a:t>
            </a:r>
            <a:endParaRPr kumimoji="0" lang="en-US" altLang="ko-KR" sz="9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2. ESST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 1)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전극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라인 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JF2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양산 기간 </a:t>
            </a:r>
            <a:r>
              <a:rPr lang="ko-KR" altLang="en-US" sz="90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롤맵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Data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모니터링 중입니다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.(12/12~)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2)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공정별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엔코더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정합성 확인 요청이 있어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lang="ko-KR" altLang="en-US" sz="90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롤맵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Data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활용하여 롤프레스 </a:t>
            </a:r>
            <a:r>
              <a:rPr lang="ko-KR" altLang="en-US" sz="90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엔코더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정합성 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차 자료 법인 공유 하였습니다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.(12/12)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</a:t>
            </a:r>
            <a:endParaRPr kumimoji="0" lang="en-US" altLang="ko-KR" sz="9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326669776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7076019"/>
              </p:ext>
            </p:extLst>
          </p:nvPr>
        </p:nvGraphicFramePr>
        <p:xfrm>
          <a:off x="153168" y="902205"/>
          <a:ext cx="9644174" cy="571165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68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4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수평전개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ESST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[W51]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모니터링 중이며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를 활용한 공정별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엔코더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정합성 비교 자료 법인 공유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.(12/12)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현황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ESST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대표라인 진행 현황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-.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Stress Run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Strss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Run 11/11 ~ 11/12 Pass),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기능 검증 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(11/11,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양산 중 모니터링 진행 시 특이사항 없음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(~11/23)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FPI Pass (11/17), Stress Run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altLang="ko-KR" sz="900" b="0" i="0" u="none" strike="sng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11/18 ~ 11/19,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11/21 ~ 11/22),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기능 검증 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(11/17),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양산 중 모니터링 시 특이사항 없음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(~12/1)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 불량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NG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마킹 기능 적용 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분석 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(11/28), MC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팀 자료 공유 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(11/29),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 검토 후 자체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예정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(~12/30)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롤프레스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Stress Run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(11/11 ~ 11/12),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기능 검증 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(11/12),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양산 중 모니터링 진행 시 특이사항 없음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(~11/23)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Outfeed Scrap Port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연동 기능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(11/22), Scrap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길이 정합성 검증 진행 중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(~</a:t>
                      </a:r>
                      <a:r>
                        <a:rPr lang="en-US" altLang="ko-KR" sz="900" b="0" i="0" u="none" strike="sng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12/2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12/6),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양산 중 모니터링 진행 시 특이사항 없음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(~12/1)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         NG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마크 유출 방지 기능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(OCR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비전에서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NG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마크 감지 시 설비 정지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검증 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(11/28),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기준점 연속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개이상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미인식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시 팝업 및 알람 발생 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기능 검증 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(11/28)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음극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1,2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 양산 중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정합성 검증 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(11/18),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1,2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 양산 중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정합성 검증 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(11/25)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OCR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인식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재료교체 구간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초기화 검증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 대상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엔코더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Auto Sync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기능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탭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Count × Pitch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값과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엔코더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값 비교하여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0.3m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이상 차이 발생 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엔코더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분해능 재설정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적용 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(12/2)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2-1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 정합성 검증 진행 중입니다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(1-1, 1-2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 추가 검증 예정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그 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3ea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검증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ISE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 셋업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Check List,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트러블 슈팅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대응 방법 관련 교육 진행 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(12/5)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공정별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엔코더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정합성 확인 요청이 있어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공정별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기준점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기반 분석자료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 법인 공유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.(12/12)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 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수평전개 라인 진행 현황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-.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국내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FAT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(’24.10/11,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), FOB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(’24.11/12,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현지 도착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(’25. 1/15,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),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기구 설치 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(3/14~3/28),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전장 공사 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(9/20,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롤프레스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재와인딩기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국내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FAT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(’24.8/29,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), FOB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(’24.12/24,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현지 도착 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(’25. 1/27,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전장 공사 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(’25.2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국내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FAT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(’24.7/11,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), FOB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(’24.10/7,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현지 도착 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(’24.12/22,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전장 공사 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(’25.3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FOB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(’24.9/24,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’25.11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이형관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P</a:t>
                      </a:r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45740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자동차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Roll Map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구축 수평전개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943F47-EAEA-4391-A2BC-C7C33A8E8CFD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12/16 17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CE4A1AF-5D49-43F9-9F31-E88EAE372D41}"/>
              </a:ext>
            </a:extLst>
          </p:cNvPr>
          <p:cNvSpPr txBox="1">
            <a:spLocks/>
          </p:cNvSpPr>
          <p:nvPr/>
        </p:nvSpPr>
        <p:spPr>
          <a:xfrm>
            <a:off x="8946841" y="418066"/>
            <a:ext cx="92333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이형관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P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B327CFA3-3346-4B90-8A7D-F7728F8BEA31}"/>
              </a:ext>
            </a:extLst>
          </p:cNvPr>
          <p:cNvGraphicFramePr>
            <a:graphicFrameLocks noGrp="1"/>
          </p:cNvGraphicFramePr>
          <p:nvPr/>
        </p:nvGraphicFramePr>
        <p:xfrm>
          <a:off x="1823577" y="1354154"/>
          <a:ext cx="5938386" cy="440055"/>
        </p:xfrm>
        <a:graphic>
          <a:graphicData uri="http://schemas.openxmlformats.org/drawingml/2006/table">
            <a:tbl>
              <a:tblPr/>
              <a:tblGrid>
                <a:gridCol w="623321">
                  <a:extLst>
                    <a:ext uri="{9D8B030D-6E8A-4147-A177-3AD203B41FA5}">
                      <a16:colId xmlns:a16="http://schemas.microsoft.com/office/drawing/2014/main" val="1895017513"/>
                    </a:ext>
                  </a:extLst>
                </a:gridCol>
                <a:gridCol w="623321">
                  <a:extLst>
                    <a:ext uri="{9D8B030D-6E8A-4147-A177-3AD203B41FA5}">
                      <a16:colId xmlns:a16="http://schemas.microsoft.com/office/drawing/2014/main" val="2255484262"/>
                    </a:ext>
                  </a:extLst>
                </a:gridCol>
                <a:gridCol w="623321">
                  <a:extLst>
                    <a:ext uri="{9D8B030D-6E8A-4147-A177-3AD203B41FA5}">
                      <a16:colId xmlns:a16="http://schemas.microsoft.com/office/drawing/2014/main" val="620879064"/>
                    </a:ext>
                  </a:extLst>
                </a:gridCol>
                <a:gridCol w="732286">
                  <a:extLst>
                    <a:ext uri="{9D8B030D-6E8A-4147-A177-3AD203B41FA5}">
                      <a16:colId xmlns:a16="http://schemas.microsoft.com/office/drawing/2014/main" val="3419323453"/>
                    </a:ext>
                  </a:extLst>
                </a:gridCol>
                <a:gridCol w="566429">
                  <a:extLst>
                    <a:ext uri="{9D8B030D-6E8A-4147-A177-3AD203B41FA5}">
                      <a16:colId xmlns:a16="http://schemas.microsoft.com/office/drawing/2014/main" val="932271773"/>
                    </a:ext>
                  </a:extLst>
                </a:gridCol>
                <a:gridCol w="497870">
                  <a:extLst>
                    <a:ext uri="{9D8B030D-6E8A-4147-A177-3AD203B41FA5}">
                      <a16:colId xmlns:a16="http://schemas.microsoft.com/office/drawing/2014/main" val="3516870043"/>
                    </a:ext>
                  </a:extLst>
                </a:gridCol>
                <a:gridCol w="696699">
                  <a:extLst>
                    <a:ext uri="{9D8B030D-6E8A-4147-A177-3AD203B41FA5}">
                      <a16:colId xmlns:a16="http://schemas.microsoft.com/office/drawing/2014/main" val="4215022717"/>
                    </a:ext>
                  </a:extLst>
                </a:gridCol>
                <a:gridCol w="675139">
                  <a:extLst>
                    <a:ext uri="{9D8B030D-6E8A-4147-A177-3AD203B41FA5}">
                      <a16:colId xmlns:a16="http://schemas.microsoft.com/office/drawing/2014/main" val="1582675740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1336250242"/>
                    </a:ext>
                  </a:extLst>
                </a:gridCol>
              </a:tblGrid>
              <a:tr h="5466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Site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견적 검토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PO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FOB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입고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설치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Data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검증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양산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6364275"/>
                  </a:ext>
                </a:extLst>
              </a:tr>
              <a:tr h="5466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ESST</a:t>
                      </a:r>
                      <a:endParaRPr 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전극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‘24.2/7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‘24.7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‘24.8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‘24.9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‘25.1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’25.3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’25.8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‘26.1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‘25.11(JF2)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6227451"/>
                  </a:ext>
                </a:extLst>
              </a:tr>
              <a:tr h="54667"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조립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‘24.2/7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‘24.5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‘24.8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‘24.10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‘25.1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sng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’25.3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’25.8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sng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‘26.1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‘25.11(JF2)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3146154"/>
                  </a:ext>
                </a:extLst>
              </a:tr>
            </a:tbl>
          </a:graphicData>
        </a:graphic>
      </p:graphicFrame>
      <p:grpSp>
        <p:nvGrpSpPr>
          <p:cNvPr id="11" name="그룹 10">
            <a:extLst>
              <a:ext uri="{FF2B5EF4-FFF2-40B4-BE49-F238E27FC236}">
                <a16:creationId xmlns:a16="http://schemas.microsoft.com/office/drawing/2014/main" id="{84C414AC-8F78-4213-BEB1-62F78C90D546}"/>
              </a:ext>
            </a:extLst>
          </p:cNvPr>
          <p:cNvGrpSpPr/>
          <p:nvPr/>
        </p:nvGrpSpPr>
        <p:grpSpPr>
          <a:xfrm>
            <a:off x="7686221" y="1253096"/>
            <a:ext cx="144000" cy="541113"/>
            <a:chOff x="4125711" y="1365644"/>
            <a:chExt cx="144000" cy="541113"/>
          </a:xfrm>
        </p:grpSpPr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8CD8405-C589-4B99-867D-6D96676B7A0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196666" y="1465048"/>
              <a:ext cx="1" cy="441709"/>
            </a:xfrm>
            <a:prstGeom prst="line">
              <a:avLst/>
            </a:prstGeom>
            <a:ln w="158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이등변 삼각형 13">
              <a:extLst>
                <a:ext uri="{FF2B5EF4-FFF2-40B4-BE49-F238E27FC236}">
                  <a16:creationId xmlns:a16="http://schemas.microsoft.com/office/drawing/2014/main" id="{9C2C8A5B-1F4D-421E-A9B1-E0B28C755B54}"/>
                </a:ext>
              </a:extLst>
            </p:cNvPr>
            <p:cNvSpPr/>
            <p:nvPr/>
          </p:nvSpPr>
          <p:spPr>
            <a:xfrm rot="10800000">
              <a:off x="4125711" y="1365644"/>
              <a:ext cx="144000" cy="108000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AF329410-632D-4826-8AA5-2D1FF7A5BC41}"/>
              </a:ext>
            </a:extLst>
          </p:cNvPr>
          <p:cNvSpPr txBox="1"/>
          <p:nvPr/>
        </p:nvSpPr>
        <p:spPr>
          <a:xfrm>
            <a:off x="5924682" y="587343"/>
            <a:ext cx="227305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-#01,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6947250-0F5B-49EA-B369-D86FA9FE6C0E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695329C5-954F-4B6D-A78C-C74F712C106C}"/>
              </a:ext>
            </a:extLst>
          </p:cNvPr>
          <p:cNvSpPr/>
          <p:nvPr/>
        </p:nvSpPr>
        <p:spPr>
          <a:xfrm>
            <a:off x="626197" y="1173688"/>
            <a:ext cx="413911" cy="202499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39D5AA12-5CAD-46FD-9EF1-23EFC4F9A737}"/>
              </a:ext>
            </a:extLst>
          </p:cNvPr>
          <p:cNvSpPr/>
          <p:nvPr/>
        </p:nvSpPr>
        <p:spPr>
          <a:xfrm>
            <a:off x="197572" y="1173688"/>
            <a:ext cx="413911" cy="202499"/>
          </a:xfrm>
          <a:prstGeom prst="round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그룹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7948975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8182665"/>
              </p:ext>
            </p:extLst>
          </p:nvPr>
        </p:nvGraphicFramePr>
        <p:xfrm>
          <a:off x="153168" y="902205"/>
          <a:ext cx="9644174" cy="5775615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68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4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수평전개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ESHD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[W51]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금주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대표라인 특이사항 없습니다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현황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1.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대표라인 전개</a:t>
                      </a:r>
                      <a:b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 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1)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 라인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전극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라인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조립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1, 2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호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 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2)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일정표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-. 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라인 양산 일정이 고객사 요청으로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’25.9.1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에서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’26.2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로 변경되었습니다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 </a:t>
                      </a:r>
                    </a:p>
                    <a:p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-. ESHD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는 전극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라인은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ESS,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자동차 모델 혼용생산 예정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/ 2, 3 ESS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모델 생산 예정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→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혼다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ESS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전극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– MI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공장 간 이동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방안 논의 중으로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롤맵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시스템은 기존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MILS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공장 간 이동 기능 그대로 활용할 예정입니다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    ※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단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공장 간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Interface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는 롤인에서 진행하여 제외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3)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진행사항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- H/W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설치 일정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①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호라인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H/W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설치 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양음극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호라인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(24.11.27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, Turn On (2/12) I/O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체크 진행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(2/13)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② 롤프레스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호라인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H/W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설치 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양음극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호라인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(24.12.22~25.1.9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Turn On.(2/3,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    *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롤프레스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호라인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中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양음극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1-2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호기 전기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Turn On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되어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HW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셋업 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(4/22)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③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노칭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호라인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(24.12.28),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라미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호라인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(25.1.15)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설치 완료되었습니다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 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노칭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음극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1, 2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Turn-On.(2/3,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- S/W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셋업 및 검증 진행 현황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① 믹서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: EIF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단동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양음극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테스트 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(2/17)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하였으며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음극 연동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TEST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(2/20)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             HMI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및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CIMON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화면 작화 확인완료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양극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Sample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배치 생산 시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배치랏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트래킹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상위보고 확인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.(3/10)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②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코터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코터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오프셋측정 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음극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2/18,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양극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3/1),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마킹기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잉크 주입 및 제어 셋팅 완료하였고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기준점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/ NG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마킹 실물 크기 검증 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             EIF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단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연동 테스트 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음극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2/21,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양극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3/6),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미코팅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포일연결부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검사기 불량 포함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Test Lot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생산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.(2/22),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기준 협의 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(3/3)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        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실적자동화 적용 후 모니터링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양극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3/19~,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음극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3/26~)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            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로딩량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불량 배출 기능 적용 건 실물 잉크 마킹 적용 전 샘플 중 검증한 결과로 법인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공유회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.(7/11)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               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③ 롤프레스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: 1-1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호기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전공정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사전알람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기능 검증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(3/19),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기준점 실시간 보정 기능 검증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(3/19)</a:t>
                      </a:r>
                      <a:b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                   1-2. 1-3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호기 기구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전장 셋팅 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(5/26), E79C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샘플 생산 시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롤맵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EIF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연동 테스트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.(7/11)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④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노칭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음극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가상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셀 ID –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좌표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연계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확인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(3/25),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노칭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양극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설비데이터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–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좌표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연계를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위하여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EDC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연동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작업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(5/2),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후속 호기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EIF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연동 테스트 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⑤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라미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: 1-1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호기 셋업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(3/24).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후속 호기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EIF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연동 테스트 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4)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주요 이슈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코터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롤프레스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Abnormal Case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에 대한 조치 방안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추가 마킹 및 알람 등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에 대하여 서면으로 논의하였고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(9/3)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금주 금요일 법인 화상 미팅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→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법인 담당자와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중알람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항목 선정하여 생산팀에 공유하였습니다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PLC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인원이 현지 출장하여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–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검사기 통신 끊김 알람 및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Abnormal case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알람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HMI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작업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.(11/4)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롤프레스 검사 불량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미보고되어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법인 담당자와 원격으로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Test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진행하였고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검사기 이슈로 확인되어 수정했습니다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→ 샘플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LOT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모니터링 시 상위로 데이터 보고하는 것 확인했습니다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‘25.9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‘26.2</a:t>
                      </a:r>
                    </a:p>
                    <a:p>
                      <a:pPr lvl="0" algn="ctr">
                        <a:buNone/>
                      </a:pPr>
                      <a:endParaRPr lang="ko-KR" altLang="en-US" sz="90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윤성렬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A</a:t>
                      </a:r>
                      <a:endParaRPr lang="ko-KR" altLang="en-US" sz="9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943F47-EAEA-4391-A2BC-C7C33A8E8CFD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12/16 17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CE4A1AF-5D49-43F9-9F31-E88EAE372D41}"/>
              </a:ext>
            </a:extLst>
          </p:cNvPr>
          <p:cNvSpPr txBox="1">
            <a:spLocks/>
          </p:cNvSpPr>
          <p:nvPr/>
        </p:nvSpPr>
        <p:spPr>
          <a:xfrm>
            <a:off x="8914781" y="418066"/>
            <a:ext cx="95539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윤성렬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A 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7871A525-A7E6-4E01-8547-98E506CC8065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45740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자동차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Roll Map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구축 수평전개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37F16DCC-750B-498E-8CA6-D300CAD182F1}"/>
              </a:ext>
            </a:extLst>
          </p:cNvPr>
          <p:cNvGraphicFramePr>
            <a:graphicFrameLocks noGrp="1"/>
          </p:cNvGraphicFramePr>
          <p:nvPr/>
        </p:nvGraphicFramePr>
        <p:xfrm>
          <a:off x="1975977" y="2036746"/>
          <a:ext cx="5661707" cy="440055"/>
        </p:xfrm>
        <a:graphic>
          <a:graphicData uri="http://schemas.openxmlformats.org/drawingml/2006/table">
            <a:tbl>
              <a:tblPr/>
              <a:tblGrid>
                <a:gridCol w="623321">
                  <a:extLst>
                    <a:ext uri="{9D8B030D-6E8A-4147-A177-3AD203B41FA5}">
                      <a16:colId xmlns:a16="http://schemas.microsoft.com/office/drawing/2014/main" val="1895017513"/>
                    </a:ext>
                  </a:extLst>
                </a:gridCol>
                <a:gridCol w="623321">
                  <a:extLst>
                    <a:ext uri="{9D8B030D-6E8A-4147-A177-3AD203B41FA5}">
                      <a16:colId xmlns:a16="http://schemas.microsoft.com/office/drawing/2014/main" val="2255484262"/>
                    </a:ext>
                  </a:extLst>
                </a:gridCol>
                <a:gridCol w="623321">
                  <a:extLst>
                    <a:ext uri="{9D8B030D-6E8A-4147-A177-3AD203B41FA5}">
                      <a16:colId xmlns:a16="http://schemas.microsoft.com/office/drawing/2014/main" val="620879064"/>
                    </a:ext>
                  </a:extLst>
                </a:gridCol>
                <a:gridCol w="732286">
                  <a:extLst>
                    <a:ext uri="{9D8B030D-6E8A-4147-A177-3AD203B41FA5}">
                      <a16:colId xmlns:a16="http://schemas.microsoft.com/office/drawing/2014/main" val="3419323453"/>
                    </a:ext>
                  </a:extLst>
                </a:gridCol>
                <a:gridCol w="566429">
                  <a:extLst>
                    <a:ext uri="{9D8B030D-6E8A-4147-A177-3AD203B41FA5}">
                      <a16:colId xmlns:a16="http://schemas.microsoft.com/office/drawing/2014/main" val="932271773"/>
                    </a:ext>
                  </a:extLst>
                </a:gridCol>
                <a:gridCol w="497870">
                  <a:extLst>
                    <a:ext uri="{9D8B030D-6E8A-4147-A177-3AD203B41FA5}">
                      <a16:colId xmlns:a16="http://schemas.microsoft.com/office/drawing/2014/main" val="3516870043"/>
                    </a:ext>
                  </a:extLst>
                </a:gridCol>
                <a:gridCol w="696699">
                  <a:extLst>
                    <a:ext uri="{9D8B030D-6E8A-4147-A177-3AD203B41FA5}">
                      <a16:colId xmlns:a16="http://schemas.microsoft.com/office/drawing/2014/main" val="4215022717"/>
                    </a:ext>
                  </a:extLst>
                </a:gridCol>
                <a:gridCol w="675139">
                  <a:extLst>
                    <a:ext uri="{9D8B030D-6E8A-4147-A177-3AD203B41FA5}">
                      <a16:colId xmlns:a16="http://schemas.microsoft.com/office/drawing/2014/main" val="1582675740"/>
                    </a:ext>
                  </a:extLst>
                </a:gridCol>
                <a:gridCol w="623321">
                  <a:extLst>
                    <a:ext uri="{9D8B030D-6E8A-4147-A177-3AD203B41FA5}">
                      <a16:colId xmlns:a16="http://schemas.microsoft.com/office/drawing/2014/main" val="1336250242"/>
                    </a:ext>
                  </a:extLst>
                </a:gridCol>
              </a:tblGrid>
              <a:tr h="5466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Site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견적 검토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PO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FOB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입고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설치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Data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검증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양산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6364275"/>
                  </a:ext>
                </a:extLst>
              </a:tr>
              <a:tr h="5466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ESHD</a:t>
                      </a:r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전극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‘24.2/7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‘24.5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‘24.4/30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‘24.7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‘24.11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‘25.9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6227451"/>
                  </a:ext>
                </a:extLst>
              </a:tr>
              <a:tr h="54667"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조립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‘23.2/7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‘23.11/21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‘23.6/15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‘24.8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‘24.11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‘25.9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3146154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AB7FF920-CE74-41E7-AC87-EB01475644C9}"/>
              </a:ext>
            </a:extLst>
          </p:cNvPr>
          <p:cNvGrpSpPr/>
          <p:nvPr/>
        </p:nvGrpSpPr>
        <p:grpSpPr>
          <a:xfrm>
            <a:off x="6946933" y="1935590"/>
            <a:ext cx="144000" cy="541113"/>
            <a:chOff x="4125711" y="1365644"/>
            <a:chExt cx="144000" cy="541113"/>
          </a:xfrm>
        </p:grpSpPr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8F7D3F51-125D-4E79-AD9B-18ADF8FBF4B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196666" y="1465048"/>
              <a:ext cx="1" cy="441709"/>
            </a:xfrm>
            <a:prstGeom prst="line">
              <a:avLst/>
            </a:prstGeom>
            <a:ln w="158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이등변 삼각형 15">
              <a:extLst>
                <a:ext uri="{FF2B5EF4-FFF2-40B4-BE49-F238E27FC236}">
                  <a16:creationId xmlns:a16="http://schemas.microsoft.com/office/drawing/2014/main" id="{FC0D0EE9-D0DD-4E46-A954-EFFF06189D11}"/>
                </a:ext>
              </a:extLst>
            </p:cNvPr>
            <p:cNvSpPr/>
            <p:nvPr/>
          </p:nvSpPr>
          <p:spPr>
            <a:xfrm rot="10800000">
              <a:off x="4125711" y="1365644"/>
              <a:ext cx="144000" cy="108000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503D2316-3F4B-4CE4-94F5-CA14AD301095}"/>
              </a:ext>
            </a:extLst>
          </p:cNvPr>
          <p:cNvSpPr txBox="1"/>
          <p:nvPr/>
        </p:nvSpPr>
        <p:spPr>
          <a:xfrm>
            <a:off x="5924682" y="587343"/>
            <a:ext cx="227305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-#02,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409F0CD-19BD-41CA-AB15-9A9A6DEFA797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AE92A5D1-E6C9-49F5-92FC-48953BA751BB}"/>
              </a:ext>
            </a:extLst>
          </p:cNvPr>
          <p:cNvSpPr/>
          <p:nvPr/>
        </p:nvSpPr>
        <p:spPr>
          <a:xfrm>
            <a:off x="626197" y="1173688"/>
            <a:ext cx="413911" cy="202499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3" name="사각형: 둥근 모서리 22">
            <a:extLst>
              <a:ext uri="{FF2B5EF4-FFF2-40B4-BE49-F238E27FC236}">
                <a16:creationId xmlns:a16="http://schemas.microsoft.com/office/drawing/2014/main" id="{AB48F04E-5EEA-4ADB-8737-81648A40B763}"/>
              </a:ext>
            </a:extLst>
          </p:cNvPr>
          <p:cNvSpPr/>
          <p:nvPr/>
        </p:nvSpPr>
        <p:spPr>
          <a:xfrm>
            <a:off x="197572" y="1173688"/>
            <a:ext cx="413911" cy="202499"/>
          </a:xfrm>
          <a:prstGeom prst="round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그룹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4538893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1687980"/>
              </p:ext>
            </p:extLst>
          </p:nvPr>
        </p:nvGraphicFramePr>
        <p:xfrm>
          <a:off x="153168" y="902205"/>
          <a:ext cx="9644174" cy="571165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68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4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수평전개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ESHD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[W51]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금주 수평전개 라인 특이사항 없습니다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현황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2.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수평전개 라인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1)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대상라인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전극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2, 3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라인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조립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3, 4, 5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호기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a) 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차분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라인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국내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FAT 10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월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/ FOB(’24.11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조립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라인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양극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4, 5, 6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호기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FAT(9/6,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), FOB (9/15, 完) /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라미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라인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국내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FAT(8/22,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), FOB (8/25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b) 3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라인은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FOB (6/20).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후공정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설비는 설비 일정에 맞춰서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FOB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c) 4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라인은 법인에서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Hold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요청으로 현재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Hold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중입니다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 (4/9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법인 제조역량강화팀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3. HEV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각형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(4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라인 전환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상세 사양 정해진 것 없고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제조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DX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는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9/18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일 기획팀에 예가 산정하여 제출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.(9/18)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→ 설비 발주 예상일은 ’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27.4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SOP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예상일은 ’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30.2Q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※ HEV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각형 라인에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~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공정까지 동일하고 드라이어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와인딩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설비 신규로 도입될 예정임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‘25.9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‘26.2</a:t>
                      </a:r>
                    </a:p>
                    <a:p>
                      <a:pPr lvl="0" algn="ctr">
                        <a:buNone/>
                      </a:pPr>
                      <a:endParaRPr lang="ko-KR" altLang="en-US" sz="90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윤성렬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A</a:t>
                      </a:r>
                      <a:endParaRPr lang="ko-KR" altLang="en-US" sz="9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943F47-EAEA-4391-A2BC-C7C33A8E8CFD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17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CE4A1AF-5D49-43F9-9F31-E88EAE372D41}"/>
              </a:ext>
            </a:extLst>
          </p:cNvPr>
          <p:cNvSpPr txBox="1">
            <a:spLocks/>
          </p:cNvSpPr>
          <p:nvPr/>
        </p:nvSpPr>
        <p:spPr>
          <a:xfrm>
            <a:off x="8914781" y="418066"/>
            <a:ext cx="95539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윤성렬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A 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7871A525-A7E6-4E01-8547-98E506CC8065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45740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자동차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Roll Map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구축 수평전개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03D2316-3F4B-4CE4-94F5-CA14AD301095}"/>
              </a:ext>
            </a:extLst>
          </p:cNvPr>
          <p:cNvSpPr txBox="1"/>
          <p:nvPr/>
        </p:nvSpPr>
        <p:spPr>
          <a:xfrm>
            <a:off x="5924682" y="587343"/>
            <a:ext cx="227305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-#02,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409F0CD-19BD-41CA-AB15-9A9A6DEFA797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AE92A5D1-E6C9-49F5-92FC-48953BA751BB}"/>
              </a:ext>
            </a:extLst>
          </p:cNvPr>
          <p:cNvSpPr/>
          <p:nvPr/>
        </p:nvSpPr>
        <p:spPr>
          <a:xfrm>
            <a:off x="626197" y="1173688"/>
            <a:ext cx="413911" cy="202499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3" name="사각형: 둥근 모서리 22">
            <a:extLst>
              <a:ext uri="{FF2B5EF4-FFF2-40B4-BE49-F238E27FC236}">
                <a16:creationId xmlns:a16="http://schemas.microsoft.com/office/drawing/2014/main" id="{AB48F04E-5EEA-4ADB-8737-81648A40B763}"/>
              </a:ext>
            </a:extLst>
          </p:cNvPr>
          <p:cNvSpPr/>
          <p:nvPr/>
        </p:nvSpPr>
        <p:spPr>
          <a:xfrm>
            <a:off x="197572" y="1173688"/>
            <a:ext cx="413911" cy="202499"/>
          </a:xfrm>
          <a:prstGeom prst="round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그룹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8126212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656381"/>
              </p:ext>
            </p:extLst>
          </p:nvPr>
        </p:nvGraphicFramePr>
        <p:xfrm>
          <a:off x="153168" y="910653"/>
          <a:ext cx="9761603" cy="5980920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5860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843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481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7968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롤맵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 수평전개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ESMI2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[W51] NND 9/10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(ST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이설 설비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국내 설치 완료하였으며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국내검수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진행 중입니다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 현황</a:t>
                      </a: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</a:t>
                      </a:r>
                    </a:p>
                    <a:p>
                      <a:pPr lvl="0" algn="l"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-.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한국 시간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11/3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오후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6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시경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MI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LS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랜섬웨어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공격 확인되어 전체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IT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시스템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셧다운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및 네트워크 차단되었습니다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 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전 라인 가동 중지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)</a:t>
                      </a:r>
                    </a:p>
                    <a:p>
                      <a:pPr lvl="0" algn="l"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 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→ 현지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MES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만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Open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하여 양산 생산 중이며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오창에서의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MES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접속은 불가해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프리스틴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통해 현장 대응 중입니다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</a:t>
                      </a:r>
                    </a:p>
                    <a:p>
                      <a:pPr lvl="0" algn="l"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            11/14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일 한국시간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20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시 다빈치 복구되었으나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112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이후 데이터 에 한해서 현재 적재 중입니다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전기간에 대한 데이터는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12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월 중순까지 완료될 예정입니다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</a:t>
                      </a:r>
                    </a:p>
                    <a:p>
                      <a:pPr lvl="0" algn="l"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-.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전극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3,4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라인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Malgun Gothic Semilight"/>
                      </a:endParaRPr>
                    </a:p>
                    <a:p>
                      <a:pPr lvl="0" algn="l"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①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코터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lvl="0" algn="l"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-. 12/1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설비 부동 일정에 맞춰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딥러닝을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통한 잉크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마킹기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오버플로우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현상 방지 사양 적용할 예정이며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매크로머신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인원이 현지 대응할 계획입니다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</a:t>
                      </a:r>
                    </a:p>
                    <a:p>
                      <a:pPr lvl="0" algn="l"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-.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롤프레스 길이 차이로 인한 음극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3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호 설비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엔코더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분해능 수정되었으며 이에 맞춰 롤프레스 음극 호기에 대한 비접촉식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엔코더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분해능 재조정 중입니다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.(~12/15)</a:t>
                      </a:r>
                    </a:p>
                    <a:p>
                      <a:pPr lvl="0" algn="l"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-.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롤맵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안정화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롤맵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미생성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및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롤맵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데이터 오류 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lvl="0" algn="l"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   ①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코터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Final Cut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이후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RW1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쪽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Lot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변경되지 않아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롤맵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오보정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발생</a:t>
                      </a:r>
                    </a:p>
                    <a:p>
                      <a:pPr lvl="0" algn="l"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   ②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코터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샘플코팅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신호가 컷 신호와 동시에 꺼짐에 따라 시스템에서는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일반컷으로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인식되나 설비 및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롤맵은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샘플컷으로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인식하여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오보정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발생</a:t>
                      </a:r>
                    </a:p>
                    <a:p>
                      <a:pPr lvl="0" algn="l"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     ⇒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코터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본기에서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샘플코팅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사용하지 않는 방향으로 협의 하여 샘플 기능 삭제되었습니다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.(10/13)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-.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전극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5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라인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①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코터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: 9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월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4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일 설비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ESMI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도착했으며 </a:t>
                      </a:r>
                      <a:r>
                        <a:rPr kumimoji="0" lang="en-US" altLang="ko-KR" sz="900" b="0" i="0" u="none" strike="sng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9/24 ~ 9/30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11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월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4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일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매크로머신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HW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설치 감독 인원 입국심사 통과하여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11/10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하드웨어 설치 작업 완료했습니다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      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코터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완공 후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최외곽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폐기에 대한 실적 미입력이 많아 실적 자동 집계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/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입력되도록 개선하고자 상세 시나리오 검토 완료했습니다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 (w/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코팅설비기술팀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       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→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 11/17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최외각폐기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자동 집계를 위한 비용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0.131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억원 이관 완료되었으며 설비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본기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설비 사양을 위한 비용은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MI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법인 비용으로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집행품의할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계획입니다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                    26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년 전극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5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라인 셋업과 같이 검증 진행 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3,4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라인 수평전개 완료하겠습니다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② 롤프레스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: 5-1, 5-2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호기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하드웨어 설치 및 셋업 완료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(7/4)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 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양극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5-3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호기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GM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MI2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롤프레스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26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년 추가 설치 예정이며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기존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GM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삼익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社 장비를 재활용하는 것이 아닌 대곤 社로 신규 발주 진행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            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 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음극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5-3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호기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LS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MI2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롤프레스 추가 이설 결정되어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RFQ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진행 중입니다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 (26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5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월 가동 예정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조립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5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라인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신규 셋업 예정인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ST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MI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조립 셋업 일정에 맞춰 대곤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B1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비자 인원이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26.2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현장 대응할 예정입니다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 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설비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본기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셋업 일정 기준으로 협의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-. ST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양극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10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호와 음극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12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호가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MI 10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호로 변경 및 이설 결정되었습니다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법인 투심의를 위한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실적가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공유 완료했습니다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 (11/28)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[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롤프레스 실적자동화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1)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두께 불량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개발 완료되었으며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보완로직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적용하여 검증 완료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(7/21)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     2) UW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연결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Loss :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개발 완료되었으며 로그 통해서 데이터 정합성 검증 완료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(7/11)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     3)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최외각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폐기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현장에서 폐기량 정합성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차 검증 완료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(7/11),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생산팀 요청으로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7/17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로직 보완하여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, 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차 검증 후 수평전개 완료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(7/24)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   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→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미압연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구간 유출 방지를 위해 최소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3M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이상 폐기해야만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AGV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호출할 수 있도록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인터락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구성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(8/11)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     4) RW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Scrap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Port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: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생산 상세 시나리오 검토하여 검증 완료했으며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(7/11)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보안 사항 적용하여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7/21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검증 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   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8/11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롤프레스 음극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전호기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적용 완료했으며 정상 기능 중이며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사용 중 이상 여부에 대해서 생산 모니터링 중입니다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     5) MES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시스템 실적자동화 기능 전체 호기에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Open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하여 실적 정상 반영 여부 및 데이터 모니터링 중입니다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(9/6~)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’25.6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(ESS)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Malgun Gothic Semilight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‘25.7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자동차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)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김석중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A</a:t>
                      </a:r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 Smart_H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943F47-EAEA-4391-A2BC-C7C33A8E8CFD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 Smart_H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 Smart_H Regular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 Smart_H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 Smart_H Regular"/>
                <a:cs typeface="Malgun Gothic Semilight"/>
              </a:rPr>
              <a:t> 17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 Smart_H Regular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CE4A1AF-5D49-43F9-9F31-E88EAE372D41}"/>
              </a:ext>
            </a:extLst>
          </p:cNvPr>
          <p:cNvSpPr txBox="1">
            <a:spLocks/>
          </p:cNvSpPr>
          <p:nvPr/>
        </p:nvSpPr>
        <p:spPr>
          <a:xfrm>
            <a:off x="8946842" y="418066"/>
            <a:ext cx="92333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김석중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A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 Smart_H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23D2C50D-E5C6-44E1-9B02-BF6307E1FCEB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45740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자동차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] Roll Map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구축 수평전개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 Smart_H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D9B8CA31-EBB6-4517-9EA7-9E63D1B11FAF}"/>
              </a:ext>
            </a:extLst>
          </p:cNvPr>
          <p:cNvGraphicFramePr>
            <a:graphicFrameLocks noGrp="1"/>
          </p:cNvGraphicFramePr>
          <p:nvPr/>
        </p:nvGraphicFramePr>
        <p:xfrm>
          <a:off x="1822907" y="1357899"/>
          <a:ext cx="6714480" cy="1173480"/>
        </p:xfrm>
        <a:graphic>
          <a:graphicData uri="http://schemas.openxmlformats.org/drawingml/2006/table">
            <a:tbl>
              <a:tblPr/>
              <a:tblGrid>
                <a:gridCol w="671448">
                  <a:extLst>
                    <a:ext uri="{9D8B030D-6E8A-4147-A177-3AD203B41FA5}">
                      <a16:colId xmlns:a16="http://schemas.microsoft.com/office/drawing/2014/main" val="4245365668"/>
                    </a:ext>
                  </a:extLst>
                </a:gridCol>
                <a:gridCol w="671448">
                  <a:extLst>
                    <a:ext uri="{9D8B030D-6E8A-4147-A177-3AD203B41FA5}">
                      <a16:colId xmlns:a16="http://schemas.microsoft.com/office/drawing/2014/main" val="3150688191"/>
                    </a:ext>
                  </a:extLst>
                </a:gridCol>
                <a:gridCol w="671448">
                  <a:extLst>
                    <a:ext uri="{9D8B030D-6E8A-4147-A177-3AD203B41FA5}">
                      <a16:colId xmlns:a16="http://schemas.microsoft.com/office/drawing/2014/main" val="2934241771"/>
                    </a:ext>
                  </a:extLst>
                </a:gridCol>
                <a:gridCol w="671448">
                  <a:extLst>
                    <a:ext uri="{9D8B030D-6E8A-4147-A177-3AD203B41FA5}">
                      <a16:colId xmlns:a16="http://schemas.microsoft.com/office/drawing/2014/main" val="1900772166"/>
                    </a:ext>
                  </a:extLst>
                </a:gridCol>
                <a:gridCol w="671448">
                  <a:extLst>
                    <a:ext uri="{9D8B030D-6E8A-4147-A177-3AD203B41FA5}">
                      <a16:colId xmlns:a16="http://schemas.microsoft.com/office/drawing/2014/main" val="3380804869"/>
                    </a:ext>
                  </a:extLst>
                </a:gridCol>
                <a:gridCol w="671448">
                  <a:extLst>
                    <a:ext uri="{9D8B030D-6E8A-4147-A177-3AD203B41FA5}">
                      <a16:colId xmlns:a16="http://schemas.microsoft.com/office/drawing/2014/main" val="663105062"/>
                    </a:ext>
                  </a:extLst>
                </a:gridCol>
                <a:gridCol w="671448">
                  <a:extLst>
                    <a:ext uri="{9D8B030D-6E8A-4147-A177-3AD203B41FA5}">
                      <a16:colId xmlns:a16="http://schemas.microsoft.com/office/drawing/2014/main" val="1962205715"/>
                    </a:ext>
                  </a:extLst>
                </a:gridCol>
                <a:gridCol w="671448">
                  <a:extLst>
                    <a:ext uri="{9D8B030D-6E8A-4147-A177-3AD203B41FA5}">
                      <a16:colId xmlns:a16="http://schemas.microsoft.com/office/drawing/2014/main" val="2028890224"/>
                    </a:ext>
                  </a:extLst>
                </a:gridCol>
                <a:gridCol w="671448">
                  <a:extLst>
                    <a:ext uri="{9D8B030D-6E8A-4147-A177-3AD203B41FA5}">
                      <a16:colId xmlns:a16="http://schemas.microsoft.com/office/drawing/2014/main" val="2251948798"/>
                    </a:ext>
                  </a:extLst>
                </a:gridCol>
                <a:gridCol w="671448">
                  <a:extLst>
                    <a:ext uri="{9D8B030D-6E8A-4147-A177-3AD203B41FA5}">
                      <a16:colId xmlns:a16="http://schemas.microsoft.com/office/drawing/2014/main" val="5067102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Site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견적 검토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FOB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7558347"/>
                  </a:ext>
                </a:extLst>
              </a:tr>
              <a:tr h="0">
                <a:tc rowSpan="7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ESMI2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24.2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24.2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24.2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24.3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24.4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24.9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25.5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348814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24.2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24.2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24.2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24.3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24.4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25.4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25.5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569419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24.11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24.12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25.8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25.9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25.9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25.11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26.1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908876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24.2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24.2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24.2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24.3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24.4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25.5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25.5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657336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24.2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24.2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24.2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24.3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24.4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25.4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25.5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669248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24.11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24.12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25.8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25.9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25.9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25.11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26.1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30366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24.11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3789276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75386E7E-3FF7-4019-8BFD-67B69C10199A}"/>
              </a:ext>
            </a:extLst>
          </p:cNvPr>
          <p:cNvSpPr txBox="1"/>
          <p:nvPr/>
        </p:nvSpPr>
        <p:spPr>
          <a:xfrm>
            <a:off x="5924682" y="587343"/>
            <a:ext cx="227305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-#03,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 Smart_H Regular" panose="020B0600000101010101" pitchFamily="50" charset="-127"/>
              <a:cs typeface="Malgun Gothic Semilight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E47BCBC-B515-4536-B697-D6A987E358F5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 Smart_H Regular" panose="020B0600000101010101" pitchFamily="50" charset="-127"/>
              <a:cs typeface="Malgun Gothic Semilight"/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9DA9DE4F-AC9E-4F3E-9045-7C59B8343D3D}"/>
              </a:ext>
            </a:extLst>
          </p:cNvPr>
          <p:cNvSpPr/>
          <p:nvPr/>
        </p:nvSpPr>
        <p:spPr>
          <a:xfrm>
            <a:off x="626197" y="1173688"/>
            <a:ext cx="413911" cy="202499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+mn-cs"/>
              </a:rPr>
              <a:t>KPI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 Smart_H Regular" panose="020B0600000101010101" pitchFamily="50" charset="-127"/>
              <a:cs typeface="+mn-cs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8597790F-0A4F-4209-8E06-C613E445938F}"/>
              </a:ext>
            </a:extLst>
          </p:cNvPr>
          <p:cNvSpPr/>
          <p:nvPr/>
        </p:nvSpPr>
        <p:spPr>
          <a:xfrm>
            <a:off x="197572" y="1173688"/>
            <a:ext cx="413911" cy="202499"/>
          </a:xfrm>
          <a:prstGeom prst="round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+mn-cs"/>
              </a:rPr>
              <a:t>그룹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+mn-cs"/>
              </a:rPr>
              <a:t>KPI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 Smart_H Regular" panose="020B0600000101010101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24869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53168" y="902205"/>
          <a:ext cx="9644174" cy="571165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68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4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롤맵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수평전개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ESMI2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*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공정별 셋업 진행 현황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2429E4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’25.6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(ESS)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‘25.7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자동차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)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김석중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A</a:t>
                      </a:r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943F47-EAEA-4391-A2BC-C7C33A8E8CFD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17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CE4A1AF-5D49-43F9-9F31-E88EAE372D41}"/>
              </a:ext>
            </a:extLst>
          </p:cNvPr>
          <p:cNvSpPr txBox="1">
            <a:spLocks/>
          </p:cNvSpPr>
          <p:nvPr/>
        </p:nvSpPr>
        <p:spPr>
          <a:xfrm>
            <a:off x="8914782" y="418066"/>
            <a:ext cx="95539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김석중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A 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Malgun Gothic Semilight" panose="020B0502040204020203" pitchFamily="50" charset="-127"/>
            </a:endParaRP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23D2C50D-E5C6-44E1-9B02-BF6307E1FCEB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45740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자동차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Roll Map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구축 수평전개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5386E7E-3FF7-4019-8BFD-67B69C10199A}"/>
              </a:ext>
            </a:extLst>
          </p:cNvPr>
          <p:cNvSpPr txBox="1"/>
          <p:nvPr/>
        </p:nvSpPr>
        <p:spPr>
          <a:xfrm>
            <a:off x="5924682" y="587343"/>
            <a:ext cx="227305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-#03,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E47BCBC-B515-4536-B697-D6A987E358F5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9DA9DE4F-AC9E-4F3E-9045-7C59B8343D3D}"/>
              </a:ext>
            </a:extLst>
          </p:cNvPr>
          <p:cNvSpPr/>
          <p:nvPr/>
        </p:nvSpPr>
        <p:spPr>
          <a:xfrm>
            <a:off x="626197" y="1173688"/>
            <a:ext cx="413911" cy="202499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8597790F-0A4F-4209-8E06-C613E445938F}"/>
              </a:ext>
            </a:extLst>
          </p:cNvPr>
          <p:cNvSpPr/>
          <p:nvPr/>
        </p:nvSpPr>
        <p:spPr>
          <a:xfrm>
            <a:off x="197572" y="1173688"/>
            <a:ext cx="413911" cy="202499"/>
          </a:xfrm>
          <a:prstGeom prst="round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그룹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7C4C916-AF03-4F04-854A-202DB0226399}"/>
              </a:ext>
            </a:extLst>
          </p:cNvPr>
          <p:cNvGraphicFramePr>
            <a:graphicFrameLocks noGrp="1"/>
          </p:cNvGraphicFramePr>
          <p:nvPr/>
        </p:nvGraphicFramePr>
        <p:xfrm>
          <a:off x="1777996" y="1376187"/>
          <a:ext cx="6868852" cy="3656965"/>
        </p:xfrm>
        <a:graphic>
          <a:graphicData uri="http://schemas.openxmlformats.org/drawingml/2006/table">
            <a:tbl>
              <a:tblPr/>
              <a:tblGrid>
                <a:gridCol w="579107">
                  <a:extLst>
                    <a:ext uri="{9D8B030D-6E8A-4147-A177-3AD203B41FA5}">
                      <a16:colId xmlns:a16="http://schemas.microsoft.com/office/drawing/2014/main" val="3023722625"/>
                    </a:ext>
                  </a:extLst>
                </a:gridCol>
                <a:gridCol w="579107">
                  <a:extLst>
                    <a:ext uri="{9D8B030D-6E8A-4147-A177-3AD203B41FA5}">
                      <a16:colId xmlns:a16="http://schemas.microsoft.com/office/drawing/2014/main" val="3248011840"/>
                    </a:ext>
                  </a:extLst>
                </a:gridCol>
                <a:gridCol w="538891">
                  <a:extLst>
                    <a:ext uri="{9D8B030D-6E8A-4147-A177-3AD203B41FA5}">
                      <a16:colId xmlns:a16="http://schemas.microsoft.com/office/drawing/2014/main" val="4253034249"/>
                    </a:ext>
                  </a:extLst>
                </a:gridCol>
                <a:gridCol w="579107">
                  <a:extLst>
                    <a:ext uri="{9D8B030D-6E8A-4147-A177-3AD203B41FA5}">
                      <a16:colId xmlns:a16="http://schemas.microsoft.com/office/drawing/2014/main" val="1812103682"/>
                    </a:ext>
                  </a:extLst>
                </a:gridCol>
                <a:gridCol w="579107">
                  <a:extLst>
                    <a:ext uri="{9D8B030D-6E8A-4147-A177-3AD203B41FA5}">
                      <a16:colId xmlns:a16="http://schemas.microsoft.com/office/drawing/2014/main" val="706648788"/>
                    </a:ext>
                  </a:extLst>
                </a:gridCol>
                <a:gridCol w="579107">
                  <a:extLst>
                    <a:ext uri="{9D8B030D-6E8A-4147-A177-3AD203B41FA5}">
                      <a16:colId xmlns:a16="http://schemas.microsoft.com/office/drawing/2014/main" val="4166474571"/>
                    </a:ext>
                  </a:extLst>
                </a:gridCol>
                <a:gridCol w="579107">
                  <a:extLst>
                    <a:ext uri="{9D8B030D-6E8A-4147-A177-3AD203B41FA5}">
                      <a16:colId xmlns:a16="http://schemas.microsoft.com/office/drawing/2014/main" val="3265215336"/>
                    </a:ext>
                  </a:extLst>
                </a:gridCol>
                <a:gridCol w="579107">
                  <a:extLst>
                    <a:ext uri="{9D8B030D-6E8A-4147-A177-3AD203B41FA5}">
                      <a16:colId xmlns:a16="http://schemas.microsoft.com/office/drawing/2014/main" val="2908346016"/>
                    </a:ext>
                  </a:extLst>
                </a:gridCol>
                <a:gridCol w="579107">
                  <a:extLst>
                    <a:ext uri="{9D8B030D-6E8A-4147-A177-3AD203B41FA5}">
                      <a16:colId xmlns:a16="http://schemas.microsoft.com/office/drawing/2014/main" val="1453446303"/>
                    </a:ext>
                  </a:extLst>
                </a:gridCol>
                <a:gridCol w="579107">
                  <a:extLst>
                    <a:ext uri="{9D8B030D-6E8A-4147-A177-3AD203B41FA5}">
                      <a16:colId xmlns:a16="http://schemas.microsoft.com/office/drawing/2014/main" val="1776475292"/>
                    </a:ext>
                  </a:extLst>
                </a:gridCol>
                <a:gridCol w="538891">
                  <a:extLst>
                    <a:ext uri="{9D8B030D-6E8A-4147-A177-3AD203B41FA5}">
                      <a16:colId xmlns:a16="http://schemas.microsoft.com/office/drawing/2014/main" val="469472514"/>
                    </a:ext>
                  </a:extLst>
                </a:gridCol>
                <a:gridCol w="579107">
                  <a:extLst>
                    <a:ext uri="{9D8B030D-6E8A-4147-A177-3AD203B41FA5}">
                      <a16:colId xmlns:a16="http://schemas.microsoft.com/office/drawing/2014/main" val="988200532"/>
                    </a:ext>
                  </a:extLst>
                </a:gridCol>
              </a:tblGrid>
              <a:tr h="37147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Process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Line NO.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양</a:t>
                      </a:r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/</a:t>
                      </a:r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설치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설비 연동</a:t>
                      </a:r>
                      <a:b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</a:br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Test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EIF </a:t>
                      </a:r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단</a:t>
                      </a:r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/</a:t>
                      </a:r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연동</a:t>
                      </a:r>
                      <a:b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</a:br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Test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GMES</a:t>
                      </a:r>
                      <a:b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</a:br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롤맵 오픈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기준점 마킹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불량 마킹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실적자동화</a:t>
                      </a:r>
                      <a:endParaRPr lang="en-US" altLang="ko-KR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</a:t>
                      </a:r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코터</a:t>
                      </a:r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Sample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SOP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4181274"/>
                  </a:ext>
                </a:extLst>
              </a:tr>
              <a:tr h="126365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Coater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#3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양극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(24.6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(24.8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24.6~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5/1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44735387"/>
                  </a:ext>
                </a:extLst>
              </a:tr>
              <a:tr h="1263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음극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(24.6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(24.8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24.6~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51813278"/>
                  </a:ext>
                </a:extLst>
              </a:tr>
              <a:tr h="126365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R/P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#3-1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양극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24.6~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59587882"/>
                  </a:ext>
                </a:extLst>
              </a:tr>
              <a:tr h="1263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음극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24.6~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10289761"/>
                  </a:ext>
                </a:extLst>
              </a:tr>
              <a:tr h="1263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#3-2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양극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24.6~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1507045"/>
                  </a:ext>
                </a:extLst>
              </a:tr>
              <a:tr h="1263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음극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24.6~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19990680"/>
                  </a:ext>
                </a:extLst>
              </a:tr>
              <a:tr h="12636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Rewinder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#3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음극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(24.5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(24.5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24.6~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90553433"/>
                  </a:ext>
                </a:extLst>
              </a:tr>
              <a:tr h="126365">
                <a:tc rowSpan="6"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NND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#3-1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양극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’(4/24)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完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’(4/24)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完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’(4/24)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5/19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2602248"/>
                  </a:ext>
                </a:extLst>
              </a:tr>
              <a:tr h="1263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음극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’(4/11)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完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’(4/24)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完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’(4/24)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532642"/>
                  </a:ext>
                </a:extLst>
              </a:tr>
              <a:tr h="1263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#3-2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양극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(4/10)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(4/10)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(4/10)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49901135"/>
                  </a:ext>
                </a:extLst>
              </a:tr>
              <a:tr h="1263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음극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(4/10)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(4/10)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(4/10)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85813864"/>
                  </a:ext>
                </a:extLst>
              </a:tr>
              <a:tr h="1263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#3-3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양극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(3/6)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(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3/11)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(3/17)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3/14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73781253"/>
                  </a:ext>
                </a:extLst>
              </a:tr>
              <a:tr h="1263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음극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(3/6)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(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3/10)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完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(3/17)</a:t>
                      </a:r>
                      <a:endParaRPr lang="ko-KR" altLang="en-US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3/14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25731346"/>
                  </a:ext>
                </a:extLst>
              </a:tr>
              <a:tr h="126365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Coater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#4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양극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(3/1)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(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3/11)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(3/18)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(3/18)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(3/18)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(4/22)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3/17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5/19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0093116"/>
                  </a:ext>
                </a:extLst>
              </a:tr>
              <a:tr h="1263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음극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(3/1)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(3/5)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(3/5)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(3/6)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(3/6)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(4/22)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3/17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5669692"/>
                  </a:ext>
                </a:extLst>
              </a:tr>
              <a:tr h="126365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R/P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#4-1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양극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(1/25)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(2/28)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(3/8)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3/17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31530471"/>
                  </a:ext>
                </a:extLst>
              </a:tr>
              <a:tr h="1263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음극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(1/25)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(2/28)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(3/8)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3/17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97905528"/>
                  </a:ext>
                </a:extLst>
              </a:tr>
              <a:tr h="1263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#4-2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양극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(1/30)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(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3/8)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完(3/20)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3/17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53376506"/>
                  </a:ext>
                </a:extLst>
              </a:tr>
              <a:tr h="1263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음극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(1/30)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(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3/8)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完(3/20)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3/17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59411920"/>
                  </a:ext>
                </a:extLst>
              </a:tr>
              <a:tr h="12636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Rewinder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#4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양극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(24.5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(24.5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3/17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9864509"/>
                  </a:ext>
                </a:extLst>
              </a:tr>
              <a:tr h="126365">
                <a:tc rowSpan="6"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NND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#4-1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양극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(1/19)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(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3/11)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(3/17)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3/14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5/19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5435475"/>
                  </a:ext>
                </a:extLst>
              </a:tr>
              <a:tr h="1263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음극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(1/19)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(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3/10)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(3/17)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3/14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69875331"/>
                  </a:ext>
                </a:extLst>
              </a:tr>
              <a:tr h="1263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#4-2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양극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(2/13)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(2/14)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2/25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4/14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2161534"/>
                  </a:ext>
                </a:extLst>
              </a:tr>
              <a:tr h="1263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음극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(2/7)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(2/7)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2/25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97287556"/>
                  </a:ext>
                </a:extLst>
              </a:tr>
              <a:tr h="1263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#4-3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양극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(1/20)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(2/13)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(2/14)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2/25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10745662"/>
                  </a:ext>
                </a:extLst>
              </a:tr>
              <a:tr h="1263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음극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(24.4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월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(1/20)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(2/8)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完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(2/8)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2/25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468986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005037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4317500"/>
              </p:ext>
            </p:extLst>
          </p:nvPr>
        </p:nvGraphicFramePr>
        <p:xfrm>
          <a:off x="153168" y="910908"/>
          <a:ext cx="9644174" cy="5775615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68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4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롤맵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 수평전개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ESMI1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[W51]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Lane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별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불량마킹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테스트를 위한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Y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불량마킹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전극 생산할 계획입니다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.(12/16)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 현황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-.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대상 라인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전극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1,2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라인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/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조립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1,2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라인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생산 예정 모델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: P56 , E71)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8/13 SOP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연기되었습니다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※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코터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/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롤프레스 양극만 해당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음극 전극은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ESMI2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에서 생산 예정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-. ESMI1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동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MES 2.0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전환 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7/1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진행되었으며 설비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단연동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Test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이후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MES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운영전환될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예정입니다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-.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검사기 업체가 기존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TNS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에서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NSYS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로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7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월 이관됨에 따라 기존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TNS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로 발주 진행 중이던 투자 건들에 대해서 검토 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-. MES 2.0을 위한 설비 셋업이 6/22 완료되었으며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7/1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전환 이후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7/15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연동 완료했습니다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전극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1,2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라인 셋업 현황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]</a:t>
                      </a:r>
                    </a:p>
                    <a:p>
                      <a:pPr lvl="0" algn="l"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①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코터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Malgun Gothic Semilight"/>
                      </a:endParaRPr>
                    </a:p>
                    <a:p>
                      <a:pPr lvl="0" algn="l"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-.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매크로머신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社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6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월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24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일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현지 대응 시작하며 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I/O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체크 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EIF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연동 및 셋업 진행했습니다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(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6/24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~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7/21) </a:t>
                      </a:r>
                    </a:p>
                    <a:p>
                      <a:pPr lvl="0" algn="l"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1,2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Offset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실물 측정 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(7/4), 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호기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Foil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주행 시 기준점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불량마킹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정합성 검증 완료했습니다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(7/21) </a:t>
                      </a:r>
                    </a:p>
                    <a:p>
                      <a:pPr lvl="0" algn="l"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-. 7/25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일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~ 7/29 FPI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생산 기간 동안 디버깅 완료하여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8/11 SOP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와 함께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코터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실적자동화 기능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On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할 계획입니다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</a:t>
                      </a:r>
                    </a:p>
                    <a:p>
                      <a:pPr lvl="0" algn="l"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  ※ 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호기는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7/23 ~ 8/26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까지 부동 예정되어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향후 원격으로 데이터 모니터링 예정입니다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</a:t>
                      </a:r>
                    </a:p>
                    <a:p>
                      <a:pPr lvl="0" algn="l"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-.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슬리터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Lane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별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불량마킹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기능 검증을 위한 테스트 전극을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12/17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생산할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에정입니다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</a:t>
                      </a:r>
                    </a:p>
                    <a:p>
                      <a:pPr lvl="0" algn="l"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검증 목표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코터에서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마킹한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Y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문자에서의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슬리터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공정 내 인식 여부 및 라벨 부착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lvl="0" algn="l"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② 롤프레스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Malgun Gothic Semilight"/>
                      </a:endParaRPr>
                    </a:p>
                    <a:p>
                      <a:pPr lvl="0" algn="l"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-.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7/29 QA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승인 완료 및 셋업 완료하여 생산 모니터링 중입니다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lvl="0" algn="l"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-. 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동 지멘스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PLC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적용한 실적자동화 사양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동 미쓰비시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PLC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적용 위한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컨버팅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작업 진행 완료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(8/31)</a:t>
                      </a:r>
                    </a:p>
                    <a:p>
                      <a:pPr lvl="0" algn="l"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-.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미쯔비시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PLC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버전으로 개발한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꼐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실적자동화 기능 검증을 위해 현장 인원 필요하지만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코터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실적자동화와 동일하게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lvl="0" algn="l"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비자 문제로 인해 대응 방안 검토 중입니다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→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26.2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셋업 예정인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동 조립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5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라인 일정 고려하여 공수 효율화를 위해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26.1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롤프레스 실적자동화 작업 진행 예정입니다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     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동 지멘스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PLC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에서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동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미쯔비시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PLC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에 맞춰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컨버팅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작업한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SW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에 대해 검증 필요합니다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최외각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자동폐기를 위한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권경센서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11/30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설치될 예정이며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프리스틴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현장 인원 통해 실물 정합성 검증하겠습니다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.(~12/15)</a:t>
                      </a:r>
                    </a:p>
                    <a:p>
                      <a:pPr lvl="0" algn="l"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lvl="0" algn="l"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②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슬리터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[MI2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MI1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동간이동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-. 7/22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배포 완료했으며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MI2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동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E71A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모델 생산과 함께 검증 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-. MI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랜섬웨어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이슈 발생 이후 동간이동 기능 오작동 확인되어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12/2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수정완료했으며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문제가 발생한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Lot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들은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12/9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재적재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완료했습니다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[Lane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별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불량마킹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-. Lane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별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불량마킹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사양 적용을 위한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IO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케이블 하드웨어 설치 완료했습니다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 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검사기 ↔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롤맵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PLC)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-.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롤맵에서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송신한 불량 정보를 검사기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PC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에서 정상 수신 여부 테스트 진행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및 샘플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lot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생산 예정입니다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.(12/16)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’25.9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김석중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A</a:t>
                      </a:r>
                      <a:endParaRPr lang="ko-KR" altLang="en-US" sz="9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943F47-EAEA-4391-A2BC-C7C33A8E8CFD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17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CE4A1AF-5D49-43F9-9F31-E88EAE372D41}"/>
              </a:ext>
            </a:extLst>
          </p:cNvPr>
          <p:cNvSpPr txBox="1">
            <a:spLocks/>
          </p:cNvSpPr>
          <p:nvPr/>
        </p:nvSpPr>
        <p:spPr>
          <a:xfrm>
            <a:off x="8914781" y="418066"/>
            <a:ext cx="95539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김석중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A 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23D2C50D-E5C6-44E1-9B02-BF6307E1FCEB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45740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자동차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Roll Map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구축 수평전개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4F064BA9-C76B-436B-B4F3-37E4EB8530DF}"/>
              </a:ext>
            </a:extLst>
          </p:cNvPr>
          <p:cNvGraphicFramePr>
            <a:graphicFrameLocks noGrp="1"/>
          </p:cNvGraphicFramePr>
          <p:nvPr/>
        </p:nvGraphicFramePr>
        <p:xfrm>
          <a:off x="1810991" y="1486815"/>
          <a:ext cx="6812130" cy="857050"/>
        </p:xfrm>
        <a:graphic>
          <a:graphicData uri="http://schemas.openxmlformats.org/drawingml/2006/table">
            <a:tbl>
              <a:tblPr/>
              <a:tblGrid>
                <a:gridCol w="681213">
                  <a:extLst>
                    <a:ext uri="{9D8B030D-6E8A-4147-A177-3AD203B41FA5}">
                      <a16:colId xmlns:a16="http://schemas.microsoft.com/office/drawing/2014/main" val="2697705913"/>
                    </a:ext>
                  </a:extLst>
                </a:gridCol>
                <a:gridCol w="681213">
                  <a:extLst>
                    <a:ext uri="{9D8B030D-6E8A-4147-A177-3AD203B41FA5}">
                      <a16:colId xmlns:a16="http://schemas.microsoft.com/office/drawing/2014/main" val="939040167"/>
                    </a:ext>
                  </a:extLst>
                </a:gridCol>
                <a:gridCol w="681213">
                  <a:extLst>
                    <a:ext uri="{9D8B030D-6E8A-4147-A177-3AD203B41FA5}">
                      <a16:colId xmlns:a16="http://schemas.microsoft.com/office/drawing/2014/main" val="253549991"/>
                    </a:ext>
                  </a:extLst>
                </a:gridCol>
                <a:gridCol w="681213">
                  <a:extLst>
                    <a:ext uri="{9D8B030D-6E8A-4147-A177-3AD203B41FA5}">
                      <a16:colId xmlns:a16="http://schemas.microsoft.com/office/drawing/2014/main" val="3145708742"/>
                    </a:ext>
                  </a:extLst>
                </a:gridCol>
                <a:gridCol w="681213">
                  <a:extLst>
                    <a:ext uri="{9D8B030D-6E8A-4147-A177-3AD203B41FA5}">
                      <a16:colId xmlns:a16="http://schemas.microsoft.com/office/drawing/2014/main" val="2603689129"/>
                    </a:ext>
                  </a:extLst>
                </a:gridCol>
                <a:gridCol w="681213">
                  <a:extLst>
                    <a:ext uri="{9D8B030D-6E8A-4147-A177-3AD203B41FA5}">
                      <a16:colId xmlns:a16="http://schemas.microsoft.com/office/drawing/2014/main" val="830892201"/>
                    </a:ext>
                  </a:extLst>
                </a:gridCol>
                <a:gridCol w="681213">
                  <a:extLst>
                    <a:ext uri="{9D8B030D-6E8A-4147-A177-3AD203B41FA5}">
                      <a16:colId xmlns:a16="http://schemas.microsoft.com/office/drawing/2014/main" val="3883667845"/>
                    </a:ext>
                  </a:extLst>
                </a:gridCol>
                <a:gridCol w="681213">
                  <a:extLst>
                    <a:ext uri="{9D8B030D-6E8A-4147-A177-3AD203B41FA5}">
                      <a16:colId xmlns:a16="http://schemas.microsoft.com/office/drawing/2014/main" val="3440802787"/>
                    </a:ext>
                  </a:extLst>
                </a:gridCol>
                <a:gridCol w="681213">
                  <a:extLst>
                    <a:ext uri="{9D8B030D-6E8A-4147-A177-3AD203B41FA5}">
                      <a16:colId xmlns:a16="http://schemas.microsoft.com/office/drawing/2014/main" val="1934353445"/>
                    </a:ext>
                  </a:extLst>
                </a:gridCol>
                <a:gridCol w="681213">
                  <a:extLst>
                    <a:ext uri="{9D8B030D-6E8A-4147-A177-3AD203B41FA5}">
                      <a16:colId xmlns:a16="http://schemas.microsoft.com/office/drawing/2014/main" val="8170730"/>
                    </a:ext>
                  </a:extLst>
                </a:gridCol>
              </a:tblGrid>
              <a:tr h="17141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Site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견적 검토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FOB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3011091"/>
                  </a:ext>
                </a:extLst>
              </a:tr>
              <a:tr h="171410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ESMI1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25.1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25.3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25.4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25.5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25.7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25.7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25.8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endParaRPr lang="ko-KR" altLang="en-US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05456895"/>
                  </a:ext>
                </a:extLst>
              </a:tr>
              <a:tr h="17141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25.1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25.3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25.4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25.5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25.7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25.7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25.8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7580611"/>
                  </a:ext>
                </a:extLst>
              </a:tr>
              <a:tr h="17141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24.2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24.2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24.2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24.3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24.4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25.7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25.8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1652243"/>
                  </a:ext>
                </a:extLst>
              </a:tr>
              <a:tr h="17141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24.2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24.2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25.2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25.3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25.6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  <a:endParaRPr lang="ko-KR" altLang="en-US"/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25.7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25.8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8098865"/>
                  </a:ext>
                </a:extLst>
              </a:tr>
            </a:tbl>
          </a:graphicData>
        </a:graphic>
      </p:graphicFrame>
      <p:sp>
        <p:nvSpPr>
          <p:cNvPr id="83" name="TextBox 82">
            <a:extLst>
              <a:ext uri="{FF2B5EF4-FFF2-40B4-BE49-F238E27FC236}">
                <a16:creationId xmlns:a16="http://schemas.microsoft.com/office/drawing/2014/main" id="{71D0708D-CEBB-4D57-A343-C94E81A4E4F9}"/>
              </a:ext>
            </a:extLst>
          </p:cNvPr>
          <p:cNvSpPr txBox="1"/>
          <p:nvPr/>
        </p:nvSpPr>
        <p:spPr>
          <a:xfrm>
            <a:off x="5924682" y="587343"/>
            <a:ext cx="227305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-#04,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286448D0-A749-4808-A1D2-A9CB5585105D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618DBE7E-C673-44D7-94FF-7B3053789F73}"/>
              </a:ext>
            </a:extLst>
          </p:cNvPr>
          <p:cNvGrpSpPr/>
          <p:nvPr/>
        </p:nvGrpSpPr>
        <p:grpSpPr>
          <a:xfrm>
            <a:off x="7181978" y="4379742"/>
            <a:ext cx="2615364" cy="1632068"/>
            <a:chOff x="1543857" y="4229239"/>
            <a:chExt cx="3798249" cy="219820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D8E91416-0083-47CB-A61B-9D4E406B265D}"/>
                </a:ext>
              </a:extLst>
            </p:cNvPr>
            <p:cNvSpPr/>
            <p:nvPr/>
          </p:nvSpPr>
          <p:spPr>
            <a:xfrm>
              <a:off x="1543857" y="5408111"/>
              <a:ext cx="1982490" cy="251107"/>
            </a:xfrm>
            <a:prstGeom prst="rect">
              <a:avLst/>
            </a:prstGeom>
            <a:solidFill>
              <a:srgbClr val="70AD47">
                <a:lumMod val="40000"/>
                <a:lumOff val="60000"/>
              </a:srgbClr>
            </a:solidFill>
            <a:ln w="12700" cap="flat" cmpd="sng" algn="ctr">
              <a:solidFill>
                <a:srgbClr val="4472C4">
                  <a:shade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ESMI 1</a:t>
              </a:r>
              <a:r>
                <a:rPr kumimoji="0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동</a:t>
              </a:r>
              <a:r>
                <a: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(</a:t>
              </a:r>
              <a:r>
                <a:rPr kumimoji="0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자동차전지사업부</a:t>
              </a:r>
              <a:r>
                <a: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)</a:t>
              </a:r>
              <a:endParaRPr kumimoji="0" lang="ko-KR" altLang="en-US" sz="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14" name="AutoShape 1885">
              <a:extLst>
                <a:ext uri="{FF2B5EF4-FFF2-40B4-BE49-F238E27FC236}">
                  <a16:creationId xmlns:a16="http://schemas.microsoft.com/office/drawing/2014/main" id="{31BEB102-1FAA-43FA-8E17-09DABD669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207" y="4388511"/>
              <a:ext cx="792162" cy="275878"/>
            </a:xfrm>
            <a:prstGeom prst="homePlate">
              <a:avLst>
                <a:gd name="adj" fmla="val 49256"/>
              </a:avLst>
            </a:prstGeom>
            <a:solidFill>
              <a:srgbClr val="ED7D31">
                <a:lumMod val="40000"/>
                <a:lumOff val="60000"/>
              </a:srgbClr>
            </a:solidFill>
            <a:ln w="12700" algn="ctr">
              <a:noFill/>
              <a:miter lim="800000"/>
              <a:headEnd/>
              <a:tailEnd/>
            </a:ln>
            <a:effectLst/>
          </p:spPr>
          <p:txBody>
            <a:bodyPr wrap="none" lIns="0" tIns="46800" rIns="0" bIns="4680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pitchFamily="34" charset="0"/>
                </a:rPr>
                <a:t>Mixing</a:t>
              </a:r>
            </a:p>
          </p:txBody>
        </p:sp>
        <p:sp>
          <p:nvSpPr>
            <p:cNvPr id="15" name="AutoShape 1888">
              <a:extLst>
                <a:ext uri="{FF2B5EF4-FFF2-40B4-BE49-F238E27FC236}">
                  <a16:creationId xmlns:a16="http://schemas.microsoft.com/office/drawing/2014/main" id="{6C3145FC-5629-4C31-A186-D4898561E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295" y="4376389"/>
              <a:ext cx="792162" cy="288000"/>
            </a:xfrm>
            <a:prstGeom prst="chevron">
              <a:avLst>
                <a:gd name="adj" fmla="val 43087"/>
              </a:avLst>
            </a:prstGeom>
            <a:solidFill>
              <a:srgbClr val="ED7D31">
                <a:lumMod val="40000"/>
                <a:lumOff val="60000"/>
              </a:srgbClr>
            </a:solidFill>
            <a:ln w="12700" algn="ctr">
              <a:noFill/>
              <a:miter lim="800000"/>
              <a:headEnd/>
              <a:tailEnd/>
            </a:ln>
            <a:effectLst/>
          </p:spPr>
          <p:txBody>
            <a:bodyPr wrap="none" lIns="0" tIns="46800" rIns="0" bIns="4680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pitchFamily="34" charset="0"/>
                </a:rPr>
                <a:t>Coating</a:t>
              </a:r>
            </a:p>
          </p:txBody>
        </p:sp>
        <p:sp>
          <p:nvSpPr>
            <p:cNvPr id="16" name="AutoShape 1892">
              <a:extLst>
                <a:ext uri="{FF2B5EF4-FFF2-40B4-BE49-F238E27FC236}">
                  <a16:creationId xmlns:a16="http://schemas.microsoft.com/office/drawing/2014/main" id="{36B244D4-BA36-4BB8-B429-5F5F05977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4162" y="5874553"/>
              <a:ext cx="792162" cy="288000"/>
            </a:xfrm>
            <a:prstGeom prst="chevron">
              <a:avLst>
                <a:gd name="adj" fmla="val 43019"/>
              </a:avLst>
            </a:prstGeom>
            <a:solidFill>
              <a:srgbClr val="D9D9D9"/>
            </a:solidFill>
            <a:ln w="12700" algn="ctr">
              <a:noFill/>
              <a:miter lim="800000"/>
              <a:headEnd/>
              <a:tailEnd/>
            </a:ln>
            <a:effectLst/>
          </p:spPr>
          <p:txBody>
            <a:bodyPr wrap="none" lIns="0" tIns="46800" rIns="0" bIns="4680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pitchFamily="34" charset="0"/>
                </a:rPr>
                <a:t>Slitting</a:t>
              </a:r>
            </a:p>
          </p:txBody>
        </p:sp>
        <p:sp>
          <p:nvSpPr>
            <p:cNvPr id="17" name="AutoShape 1894">
              <a:extLst>
                <a:ext uri="{FF2B5EF4-FFF2-40B4-BE49-F238E27FC236}">
                  <a16:creationId xmlns:a16="http://schemas.microsoft.com/office/drawing/2014/main" id="{10D06015-52C0-4704-98B8-BB00C0576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071" y="5874553"/>
              <a:ext cx="649035" cy="278482"/>
            </a:xfrm>
            <a:prstGeom prst="chevron">
              <a:avLst>
                <a:gd name="adj" fmla="val 43087"/>
              </a:avLst>
            </a:prstGeom>
            <a:solidFill>
              <a:srgbClr val="D9D9D9"/>
            </a:solidFill>
            <a:ln w="12700" algn="ctr">
              <a:noFill/>
              <a:miter lim="800000"/>
              <a:headEnd/>
              <a:tailEnd/>
            </a:ln>
            <a:effectLst/>
          </p:spPr>
          <p:txBody>
            <a:bodyPr wrap="none" lIns="0" tIns="46800" rIns="0" bIns="4680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pitchFamily="34" charset="0"/>
                </a:rPr>
                <a:t>NND</a:t>
              </a:r>
              <a:endParaRPr kumimoji="0" lang="en-US" altLang="ko-KR" sz="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20" name="AutoShape 1894">
              <a:extLst>
                <a:ext uri="{FF2B5EF4-FFF2-40B4-BE49-F238E27FC236}">
                  <a16:creationId xmlns:a16="http://schemas.microsoft.com/office/drawing/2014/main" id="{787BFC03-F025-49F7-B909-86FC36784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9586" y="4386036"/>
              <a:ext cx="649035" cy="278482"/>
            </a:xfrm>
            <a:prstGeom prst="chevron">
              <a:avLst>
                <a:gd name="adj" fmla="val 43087"/>
              </a:avLst>
            </a:prstGeom>
            <a:solidFill>
              <a:srgbClr val="F8CBAD"/>
            </a:solidFill>
            <a:ln w="12700" algn="ctr">
              <a:noFill/>
              <a:miter lim="800000"/>
              <a:headEnd/>
              <a:tailEnd/>
            </a:ln>
            <a:effectLst/>
          </p:spPr>
          <p:txBody>
            <a:bodyPr wrap="none" lIns="0" tIns="46800" rIns="0" bIns="4680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pitchFamily="34" charset="0"/>
                </a:rPr>
                <a:t>NND</a:t>
              </a:r>
              <a:endParaRPr kumimoji="0" lang="en-US" altLang="ko-KR" sz="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cxnSp>
          <p:nvCxnSpPr>
            <p:cNvPr id="21" name="AutoShape 1986">
              <a:extLst>
                <a:ext uri="{FF2B5EF4-FFF2-40B4-BE49-F238E27FC236}">
                  <a16:creationId xmlns:a16="http://schemas.microsoft.com/office/drawing/2014/main" id="{E8787E52-2AED-4FB7-B99E-57DEE7104C1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80603" y="4800429"/>
              <a:ext cx="684060" cy="2096"/>
            </a:xfrm>
            <a:prstGeom prst="straightConnector1">
              <a:avLst/>
            </a:prstGeom>
            <a:noFill/>
            <a:ln w="38100">
              <a:solidFill>
                <a:srgbClr val="FFC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2" name="AutoShape 1986">
              <a:extLst>
                <a:ext uri="{FF2B5EF4-FFF2-40B4-BE49-F238E27FC236}">
                  <a16:creationId xmlns:a16="http://schemas.microsoft.com/office/drawing/2014/main" id="{0C8A5007-9C3F-4834-8894-1A70F7F378C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638510" y="4800429"/>
              <a:ext cx="684060" cy="2096"/>
            </a:xfrm>
            <a:prstGeom prst="straightConnector1">
              <a:avLst/>
            </a:prstGeom>
            <a:noFill/>
            <a:ln w="38100">
              <a:solidFill>
                <a:srgbClr val="FFC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3" name="AutoShape 1986">
              <a:extLst>
                <a:ext uri="{FF2B5EF4-FFF2-40B4-BE49-F238E27FC236}">
                  <a16:creationId xmlns:a16="http://schemas.microsoft.com/office/drawing/2014/main" id="{10E3DB6C-AAC8-442C-BC34-0B18AF46B9D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69391" y="4800429"/>
              <a:ext cx="544456" cy="0"/>
            </a:xfrm>
            <a:prstGeom prst="straightConnector1">
              <a:avLst/>
            </a:prstGeom>
            <a:noFill/>
            <a:ln w="38100">
              <a:solidFill>
                <a:srgbClr val="FFC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4" name="Freeform 15">
              <a:extLst>
                <a:ext uri="{FF2B5EF4-FFF2-40B4-BE49-F238E27FC236}">
                  <a16:creationId xmlns:a16="http://schemas.microsoft.com/office/drawing/2014/main" id="{649502D5-9CA9-4CE7-B012-AF2AD606D865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 flipH="1">
              <a:off x="4369387" y="4898957"/>
              <a:ext cx="376970" cy="288000"/>
            </a:xfrm>
            <a:custGeom>
              <a:avLst/>
              <a:gdLst/>
              <a:ahLst/>
              <a:cxnLst>
                <a:cxn ang="0">
                  <a:pos x="2746" y="602"/>
                </a:cxn>
                <a:cxn ang="0">
                  <a:pos x="2734" y="288"/>
                </a:cxn>
                <a:cxn ang="0">
                  <a:pos x="2210" y="140"/>
                </a:cxn>
                <a:cxn ang="0">
                  <a:pos x="2260" y="14"/>
                </a:cxn>
                <a:cxn ang="0">
                  <a:pos x="1876" y="14"/>
                </a:cxn>
                <a:cxn ang="0">
                  <a:pos x="1786" y="62"/>
                </a:cxn>
                <a:cxn ang="0">
                  <a:pos x="1454" y="168"/>
                </a:cxn>
                <a:cxn ang="0">
                  <a:pos x="1362" y="154"/>
                </a:cxn>
                <a:cxn ang="0">
                  <a:pos x="1246" y="144"/>
                </a:cxn>
                <a:cxn ang="0">
                  <a:pos x="672" y="282"/>
                </a:cxn>
                <a:cxn ang="0">
                  <a:pos x="484" y="424"/>
                </a:cxn>
                <a:cxn ang="0">
                  <a:pos x="68" y="788"/>
                </a:cxn>
                <a:cxn ang="0">
                  <a:pos x="2" y="1234"/>
                </a:cxn>
                <a:cxn ang="0">
                  <a:pos x="132" y="1422"/>
                </a:cxn>
                <a:cxn ang="0">
                  <a:pos x="528" y="1594"/>
                </a:cxn>
                <a:cxn ang="0">
                  <a:pos x="788" y="1676"/>
                </a:cxn>
                <a:cxn ang="0">
                  <a:pos x="1014" y="1490"/>
                </a:cxn>
                <a:cxn ang="0">
                  <a:pos x="1970" y="1608"/>
                </a:cxn>
                <a:cxn ang="0">
                  <a:pos x="2234" y="1664"/>
                </a:cxn>
                <a:cxn ang="0">
                  <a:pos x="2442" y="1466"/>
                </a:cxn>
                <a:cxn ang="0">
                  <a:pos x="2838" y="790"/>
                </a:cxn>
                <a:cxn ang="0">
                  <a:pos x="1464" y="310"/>
                </a:cxn>
                <a:cxn ang="0">
                  <a:pos x="1544" y="660"/>
                </a:cxn>
                <a:cxn ang="0">
                  <a:pos x="1430" y="544"/>
                </a:cxn>
                <a:cxn ang="0">
                  <a:pos x="1454" y="324"/>
                </a:cxn>
                <a:cxn ang="0">
                  <a:pos x="1346" y="714"/>
                </a:cxn>
                <a:cxn ang="0">
                  <a:pos x="602" y="1494"/>
                </a:cxn>
                <a:cxn ang="0">
                  <a:pos x="574" y="1316"/>
                </a:cxn>
                <a:cxn ang="0">
                  <a:pos x="736" y="1208"/>
                </a:cxn>
                <a:cxn ang="0">
                  <a:pos x="890" y="1300"/>
                </a:cxn>
                <a:cxn ang="0">
                  <a:pos x="882" y="1482"/>
                </a:cxn>
                <a:cxn ang="0">
                  <a:pos x="2156" y="1552"/>
                </a:cxn>
                <a:cxn ang="0">
                  <a:pos x="2002" y="1458"/>
                </a:cxn>
                <a:cxn ang="0">
                  <a:pos x="2010" y="1278"/>
                </a:cxn>
                <a:cxn ang="0">
                  <a:pos x="2174" y="1200"/>
                </a:cxn>
                <a:cxn ang="0">
                  <a:pos x="2324" y="1324"/>
                </a:cxn>
                <a:cxn ang="0">
                  <a:pos x="2280" y="1500"/>
                </a:cxn>
                <a:cxn ang="0">
                  <a:pos x="2448" y="1310"/>
                </a:cxn>
                <a:cxn ang="0">
                  <a:pos x="2258" y="1088"/>
                </a:cxn>
                <a:cxn ang="0">
                  <a:pos x="1984" y="1124"/>
                </a:cxn>
                <a:cxn ang="0">
                  <a:pos x="1022" y="1284"/>
                </a:cxn>
                <a:cxn ang="0">
                  <a:pos x="814" y="1084"/>
                </a:cxn>
                <a:cxn ang="0">
                  <a:pos x="550" y="1142"/>
                </a:cxn>
                <a:cxn ang="0">
                  <a:pos x="214" y="1314"/>
                </a:cxn>
                <a:cxn ang="0">
                  <a:pos x="116" y="960"/>
                </a:cxn>
                <a:cxn ang="0">
                  <a:pos x="204" y="850"/>
                </a:cxn>
                <a:cxn ang="0">
                  <a:pos x="608" y="454"/>
                </a:cxn>
                <a:cxn ang="0">
                  <a:pos x="1234" y="412"/>
                </a:cxn>
                <a:cxn ang="0">
                  <a:pos x="2546" y="644"/>
                </a:cxn>
                <a:cxn ang="0">
                  <a:pos x="2588" y="286"/>
                </a:cxn>
                <a:cxn ang="0">
                  <a:pos x="2650" y="480"/>
                </a:cxn>
                <a:cxn ang="0">
                  <a:pos x="780" y="428"/>
                </a:cxn>
                <a:cxn ang="0">
                  <a:pos x="636" y="496"/>
                </a:cxn>
                <a:cxn ang="0">
                  <a:pos x="550" y="772"/>
                </a:cxn>
                <a:cxn ang="0">
                  <a:pos x="668" y="850"/>
                </a:cxn>
                <a:cxn ang="0">
                  <a:pos x="676" y="734"/>
                </a:cxn>
                <a:cxn ang="0">
                  <a:pos x="752" y="554"/>
                </a:cxn>
                <a:cxn ang="0">
                  <a:pos x="856" y="886"/>
                </a:cxn>
                <a:cxn ang="0">
                  <a:pos x="894" y="956"/>
                </a:cxn>
                <a:cxn ang="0">
                  <a:pos x="1144" y="902"/>
                </a:cxn>
              </a:cxnLst>
              <a:rect l="0" t="0" r="r" b="b"/>
              <a:pathLst>
                <a:path w="2838" h="1680">
                  <a:moveTo>
                    <a:pt x="2778" y="730"/>
                  </a:moveTo>
                  <a:lnTo>
                    <a:pt x="2778" y="714"/>
                  </a:lnTo>
                  <a:lnTo>
                    <a:pt x="2662" y="714"/>
                  </a:lnTo>
                  <a:lnTo>
                    <a:pt x="2662" y="714"/>
                  </a:lnTo>
                  <a:lnTo>
                    <a:pt x="2674" y="700"/>
                  </a:lnTo>
                  <a:lnTo>
                    <a:pt x="2686" y="692"/>
                  </a:lnTo>
                  <a:lnTo>
                    <a:pt x="2696" y="684"/>
                  </a:lnTo>
                  <a:lnTo>
                    <a:pt x="2706" y="674"/>
                  </a:lnTo>
                  <a:lnTo>
                    <a:pt x="2706" y="674"/>
                  </a:lnTo>
                  <a:lnTo>
                    <a:pt x="2722" y="652"/>
                  </a:lnTo>
                  <a:lnTo>
                    <a:pt x="2734" y="628"/>
                  </a:lnTo>
                  <a:lnTo>
                    <a:pt x="2746" y="602"/>
                  </a:lnTo>
                  <a:lnTo>
                    <a:pt x="2756" y="576"/>
                  </a:lnTo>
                  <a:lnTo>
                    <a:pt x="2762" y="548"/>
                  </a:lnTo>
                  <a:lnTo>
                    <a:pt x="2768" y="520"/>
                  </a:lnTo>
                  <a:lnTo>
                    <a:pt x="2772" y="490"/>
                  </a:lnTo>
                  <a:lnTo>
                    <a:pt x="2772" y="460"/>
                  </a:lnTo>
                  <a:lnTo>
                    <a:pt x="2772" y="460"/>
                  </a:lnTo>
                  <a:lnTo>
                    <a:pt x="2772" y="430"/>
                  </a:lnTo>
                  <a:lnTo>
                    <a:pt x="2768" y="400"/>
                  </a:lnTo>
                  <a:lnTo>
                    <a:pt x="2762" y="370"/>
                  </a:lnTo>
                  <a:lnTo>
                    <a:pt x="2756" y="342"/>
                  </a:lnTo>
                  <a:lnTo>
                    <a:pt x="2746" y="314"/>
                  </a:lnTo>
                  <a:lnTo>
                    <a:pt x="2734" y="288"/>
                  </a:lnTo>
                  <a:lnTo>
                    <a:pt x="2722" y="264"/>
                  </a:lnTo>
                  <a:lnTo>
                    <a:pt x="2706" y="242"/>
                  </a:lnTo>
                  <a:lnTo>
                    <a:pt x="2706" y="242"/>
                  </a:lnTo>
                  <a:lnTo>
                    <a:pt x="2688" y="218"/>
                  </a:lnTo>
                  <a:lnTo>
                    <a:pt x="2668" y="198"/>
                  </a:lnTo>
                  <a:lnTo>
                    <a:pt x="2646" y="182"/>
                  </a:lnTo>
                  <a:lnTo>
                    <a:pt x="2624" y="166"/>
                  </a:lnTo>
                  <a:lnTo>
                    <a:pt x="2600" y="156"/>
                  </a:lnTo>
                  <a:lnTo>
                    <a:pt x="2574" y="146"/>
                  </a:lnTo>
                  <a:lnTo>
                    <a:pt x="2550" y="142"/>
                  </a:lnTo>
                  <a:lnTo>
                    <a:pt x="2524" y="140"/>
                  </a:lnTo>
                  <a:lnTo>
                    <a:pt x="2210" y="140"/>
                  </a:lnTo>
                  <a:lnTo>
                    <a:pt x="2256" y="108"/>
                  </a:lnTo>
                  <a:lnTo>
                    <a:pt x="2256" y="108"/>
                  </a:lnTo>
                  <a:lnTo>
                    <a:pt x="2266" y="100"/>
                  </a:lnTo>
                  <a:lnTo>
                    <a:pt x="2272" y="90"/>
                  </a:lnTo>
                  <a:lnTo>
                    <a:pt x="2278" y="80"/>
                  </a:lnTo>
                  <a:lnTo>
                    <a:pt x="2280" y="68"/>
                  </a:lnTo>
                  <a:lnTo>
                    <a:pt x="2280" y="56"/>
                  </a:lnTo>
                  <a:lnTo>
                    <a:pt x="2280" y="46"/>
                  </a:lnTo>
                  <a:lnTo>
                    <a:pt x="2276" y="34"/>
                  </a:lnTo>
                  <a:lnTo>
                    <a:pt x="2268" y="24"/>
                  </a:lnTo>
                  <a:lnTo>
                    <a:pt x="2268" y="24"/>
                  </a:lnTo>
                  <a:lnTo>
                    <a:pt x="2260" y="14"/>
                  </a:lnTo>
                  <a:lnTo>
                    <a:pt x="2248" y="6"/>
                  </a:lnTo>
                  <a:lnTo>
                    <a:pt x="2234" y="2"/>
                  </a:lnTo>
                  <a:lnTo>
                    <a:pt x="2220" y="0"/>
                  </a:lnTo>
                  <a:lnTo>
                    <a:pt x="2220" y="0"/>
                  </a:lnTo>
                  <a:lnTo>
                    <a:pt x="2210" y="0"/>
                  </a:lnTo>
                  <a:lnTo>
                    <a:pt x="2200" y="2"/>
                  </a:lnTo>
                  <a:lnTo>
                    <a:pt x="2192" y="6"/>
                  </a:lnTo>
                  <a:lnTo>
                    <a:pt x="2184" y="12"/>
                  </a:lnTo>
                  <a:lnTo>
                    <a:pt x="2024" y="132"/>
                  </a:lnTo>
                  <a:lnTo>
                    <a:pt x="1884" y="20"/>
                  </a:lnTo>
                  <a:lnTo>
                    <a:pt x="1884" y="20"/>
                  </a:lnTo>
                  <a:lnTo>
                    <a:pt x="1876" y="14"/>
                  </a:lnTo>
                  <a:lnTo>
                    <a:pt x="1866" y="10"/>
                  </a:lnTo>
                  <a:lnTo>
                    <a:pt x="1856" y="8"/>
                  </a:lnTo>
                  <a:lnTo>
                    <a:pt x="1846" y="6"/>
                  </a:lnTo>
                  <a:lnTo>
                    <a:pt x="1846" y="6"/>
                  </a:lnTo>
                  <a:lnTo>
                    <a:pt x="1832" y="8"/>
                  </a:lnTo>
                  <a:lnTo>
                    <a:pt x="1820" y="12"/>
                  </a:lnTo>
                  <a:lnTo>
                    <a:pt x="1808" y="20"/>
                  </a:lnTo>
                  <a:lnTo>
                    <a:pt x="1798" y="30"/>
                  </a:lnTo>
                  <a:lnTo>
                    <a:pt x="1798" y="30"/>
                  </a:lnTo>
                  <a:lnTo>
                    <a:pt x="1792" y="40"/>
                  </a:lnTo>
                  <a:lnTo>
                    <a:pt x="1788" y="50"/>
                  </a:lnTo>
                  <a:lnTo>
                    <a:pt x="1786" y="62"/>
                  </a:lnTo>
                  <a:lnTo>
                    <a:pt x="1786" y="74"/>
                  </a:lnTo>
                  <a:lnTo>
                    <a:pt x="1788" y="84"/>
                  </a:lnTo>
                  <a:lnTo>
                    <a:pt x="1792" y="94"/>
                  </a:lnTo>
                  <a:lnTo>
                    <a:pt x="1800" y="104"/>
                  </a:lnTo>
                  <a:lnTo>
                    <a:pt x="1808" y="112"/>
                  </a:lnTo>
                  <a:lnTo>
                    <a:pt x="1846" y="140"/>
                  </a:lnTo>
                  <a:lnTo>
                    <a:pt x="1548" y="140"/>
                  </a:lnTo>
                  <a:lnTo>
                    <a:pt x="1548" y="140"/>
                  </a:lnTo>
                  <a:lnTo>
                    <a:pt x="1522" y="142"/>
                  </a:lnTo>
                  <a:lnTo>
                    <a:pt x="1498" y="148"/>
                  </a:lnTo>
                  <a:lnTo>
                    <a:pt x="1476" y="156"/>
                  </a:lnTo>
                  <a:lnTo>
                    <a:pt x="1454" y="168"/>
                  </a:lnTo>
                  <a:lnTo>
                    <a:pt x="1432" y="182"/>
                  </a:lnTo>
                  <a:lnTo>
                    <a:pt x="1412" y="200"/>
                  </a:lnTo>
                  <a:lnTo>
                    <a:pt x="1394" y="220"/>
                  </a:lnTo>
                  <a:lnTo>
                    <a:pt x="1376" y="244"/>
                  </a:lnTo>
                  <a:lnTo>
                    <a:pt x="1376" y="244"/>
                  </a:lnTo>
                  <a:lnTo>
                    <a:pt x="1372" y="252"/>
                  </a:lnTo>
                  <a:lnTo>
                    <a:pt x="1368" y="260"/>
                  </a:lnTo>
                  <a:lnTo>
                    <a:pt x="1368" y="278"/>
                  </a:lnTo>
                  <a:lnTo>
                    <a:pt x="1368" y="178"/>
                  </a:lnTo>
                  <a:lnTo>
                    <a:pt x="1368" y="178"/>
                  </a:lnTo>
                  <a:lnTo>
                    <a:pt x="1366" y="166"/>
                  </a:lnTo>
                  <a:lnTo>
                    <a:pt x="1362" y="154"/>
                  </a:lnTo>
                  <a:lnTo>
                    <a:pt x="1356" y="144"/>
                  </a:lnTo>
                  <a:lnTo>
                    <a:pt x="1346" y="134"/>
                  </a:lnTo>
                  <a:lnTo>
                    <a:pt x="1336" y="126"/>
                  </a:lnTo>
                  <a:lnTo>
                    <a:pt x="1326" y="122"/>
                  </a:lnTo>
                  <a:lnTo>
                    <a:pt x="1314" y="118"/>
                  </a:lnTo>
                  <a:lnTo>
                    <a:pt x="1300" y="116"/>
                  </a:lnTo>
                  <a:lnTo>
                    <a:pt x="1300" y="116"/>
                  </a:lnTo>
                  <a:lnTo>
                    <a:pt x="1288" y="118"/>
                  </a:lnTo>
                  <a:lnTo>
                    <a:pt x="1276" y="122"/>
                  </a:lnTo>
                  <a:lnTo>
                    <a:pt x="1266" y="126"/>
                  </a:lnTo>
                  <a:lnTo>
                    <a:pt x="1256" y="134"/>
                  </a:lnTo>
                  <a:lnTo>
                    <a:pt x="1246" y="144"/>
                  </a:lnTo>
                  <a:lnTo>
                    <a:pt x="1240" y="154"/>
                  </a:lnTo>
                  <a:lnTo>
                    <a:pt x="1236" y="166"/>
                  </a:lnTo>
                  <a:lnTo>
                    <a:pt x="1234" y="178"/>
                  </a:lnTo>
                  <a:lnTo>
                    <a:pt x="1234" y="272"/>
                  </a:lnTo>
                  <a:lnTo>
                    <a:pt x="708" y="272"/>
                  </a:lnTo>
                  <a:lnTo>
                    <a:pt x="708" y="272"/>
                  </a:lnTo>
                  <a:lnTo>
                    <a:pt x="706" y="274"/>
                  </a:lnTo>
                  <a:lnTo>
                    <a:pt x="702" y="276"/>
                  </a:lnTo>
                  <a:lnTo>
                    <a:pt x="696" y="278"/>
                  </a:lnTo>
                  <a:lnTo>
                    <a:pt x="692" y="280"/>
                  </a:lnTo>
                  <a:lnTo>
                    <a:pt x="692" y="280"/>
                  </a:lnTo>
                  <a:lnTo>
                    <a:pt x="672" y="282"/>
                  </a:lnTo>
                  <a:lnTo>
                    <a:pt x="648" y="286"/>
                  </a:lnTo>
                  <a:lnTo>
                    <a:pt x="622" y="294"/>
                  </a:lnTo>
                  <a:lnTo>
                    <a:pt x="594" y="308"/>
                  </a:lnTo>
                  <a:lnTo>
                    <a:pt x="594" y="308"/>
                  </a:lnTo>
                  <a:lnTo>
                    <a:pt x="576" y="316"/>
                  </a:lnTo>
                  <a:lnTo>
                    <a:pt x="560" y="328"/>
                  </a:lnTo>
                  <a:lnTo>
                    <a:pt x="544" y="340"/>
                  </a:lnTo>
                  <a:lnTo>
                    <a:pt x="530" y="354"/>
                  </a:lnTo>
                  <a:lnTo>
                    <a:pt x="516" y="370"/>
                  </a:lnTo>
                  <a:lnTo>
                    <a:pt x="504" y="388"/>
                  </a:lnTo>
                  <a:lnTo>
                    <a:pt x="494" y="406"/>
                  </a:lnTo>
                  <a:lnTo>
                    <a:pt x="484" y="424"/>
                  </a:lnTo>
                  <a:lnTo>
                    <a:pt x="484" y="424"/>
                  </a:lnTo>
                  <a:lnTo>
                    <a:pt x="342" y="730"/>
                  </a:lnTo>
                  <a:lnTo>
                    <a:pt x="206" y="730"/>
                  </a:lnTo>
                  <a:lnTo>
                    <a:pt x="204" y="730"/>
                  </a:lnTo>
                  <a:lnTo>
                    <a:pt x="204" y="730"/>
                  </a:lnTo>
                  <a:lnTo>
                    <a:pt x="180" y="734"/>
                  </a:lnTo>
                  <a:lnTo>
                    <a:pt x="154" y="740"/>
                  </a:lnTo>
                  <a:lnTo>
                    <a:pt x="128" y="750"/>
                  </a:lnTo>
                  <a:lnTo>
                    <a:pt x="104" y="762"/>
                  </a:lnTo>
                  <a:lnTo>
                    <a:pt x="104" y="762"/>
                  </a:lnTo>
                  <a:lnTo>
                    <a:pt x="88" y="772"/>
                  </a:lnTo>
                  <a:lnTo>
                    <a:pt x="68" y="788"/>
                  </a:lnTo>
                  <a:lnTo>
                    <a:pt x="50" y="808"/>
                  </a:lnTo>
                  <a:lnTo>
                    <a:pt x="40" y="820"/>
                  </a:lnTo>
                  <a:lnTo>
                    <a:pt x="32" y="832"/>
                  </a:lnTo>
                  <a:lnTo>
                    <a:pt x="32" y="832"/>
                  </a:lnTo>
                  <a:lnTo>
                    <a:pt x="18" y="860"/>
                  </a:lnTo>
                  <a:lnTo>
                    <a:pt x="8" y="892"/>
                  </a:lnTo>
                  <a:lnTo>
                    <a:pt x="2" y="924"/>
                  </a:lnTo>
                  <a:lnTo>
                    <a:pt x="0" y="960"/>
                  </a:lnTo>
                  <a:lnTo>
                    <a:pt x="0" y="1210"/>
                  </a:lnTo>
                  <a:lnTo>
                    <a:pt x="0" y="1214"/>
                  </a:lnTo>
                  <a:lnTo>
                    <a:pt x="0" y="1214"/>
                  </a:lnTo>
                  <a:lnTo>
                    <a:pt x="2" y="1234"/>
                  </a:lnTo>
                  <a:lnTo>
                    <a:pt x="4" y="1250"/>
                  </a:lnTo>
                  <a:lnTo>
                    <a:pt x="12" y="1282"/>
                  </a:lnTo>
                  <a:lnTo>
                    <a:pt x="22" y="1310"/>
                  </a:lnTo>
                  <a:lnTo>
                    <a:pt x="32" y="1330"/>
                  </a:lnTo>
                  <a:lnTo>
                    <a:pt x="32" y="1330"/>
                  </a:lnTo>
                  <a:lnTo>
                    <a:pt x="46" y="1354"/>
                  </a:lnTo>
                  <a:lnTo>
                    <a:pt x="64" y="1374"/>
                  </a:lnTo>
                  <a:lnTo>
                    <a:pt x="82" y="1392"/>
                  </a:lnTo>
                  <a:lnTo>
                    <a:pt x="104" y="1408"/>
                  </a:lnTo>
                  <a:lnTo>
                    <a:pt x="104" y="1408"/>
                  </a:lnTo>
                  <a:lnTo>
                    <a:pt x="118" y="1416"/>
                  </a:lnTo>
                  <a:lnTo>
                    <a:pt x="132" y="1422"/>
                  </a:lnTo>
                  <a:lnTo>
                    <a:pt x="164" y="1432"/>
                  </a:lnTo>
                  <a:lnTo>
                    <a:pt x="198" y="1440"/>
                  </a:lnTo>
                  <a:lnTo>
                    <a:pt x="234" y="1442"/>
                  </a:lnTo>
                  <a:lnTo>
                    <a:pt x="444" y="1442"/>
                  </a:lnTo>
                  <a:lnTo>
                    <a:pt x="444" y="1442"/>
                  </a:lnTo>
                  <a:lnTo>
                    <a:pt x="450" y="1466"/>
                  </a:lnTo>
                  <a:lnTo>
                    <a:pt x="458" y="1490"/>
                  </a:lnTo>
                  <a:lnTo>
                    <a:pt x="468" y="1512"/>
                  </a:lnTo>
                  <a:lnTo>
                    <a:pt x="482" y="1534"/>
                  </a:lnTo>
                  <a:lnTo>
                    <a:pt x="494" y="1556"/>
                  </a:lnTo>
                  <a:lnTo>
                    <a:pt x="510" y="1576"/>
                  </a:lnTo>
                  <a:lnTo>
                    <a:pt x="528" y="1594"/>
                  </a:lnTo>
                  <a:lnTo>
                    <a:pt x="546" y="1610"/>
                  </a:lnTo>
                  <a:lnTo>
                    <a:pt x="566" y="1626"/>
                  </a:lnTo>
                  <a:lnTo>
                    <a:pt x="588" y="1640"/>
                  </a:lnTo>
                  <a:lnTo>
                    <a:pt x="610" y="1652"/>
                  </a:lnTo>
                  <a:lnTo>
                    <a:pt x="634" y="1662"/>
                  </a:lnTo>
                  <a:lnTo>
                    <a:pt x="658" y="1670"/>
                  </a:lnTo>
                  <a:lnTo>
                    <a:pt x="684" y="1676"/>
                  </a:lnTo>
                  <a:lnTo>
                    <a:pt x="710" y="1678"/>
                  </a:lnTo>
                  <a:lnTo>
                    <a:pt x="736" y="1680"/>
                  </a:lnTo>
                  <a:lnTo>
                    <a:pt x="736" y="1680"/>
                  </a:lnTo>
                  <a:lnTo>
                    <a:pt x="764" y="1678"/>
                  </a:lnTo>
                  <a:lnTo>
                    <a:pt x="788" y="1676"/>
                  </a:lnTo>
                  <a:lnTo>
                    <a:pt x="814" y="1670"/>
                  </a:lnTo>
                  <a:lnTo>
                    <a:pt x="838" y="1662"/>
                  </a:lnTo>
                  <a:lnTo>
                    <a:pt x="862" y="1652"/>
                  </a:lnTo>
                  <a:lnTo>
                    <a:pt x="884" y="1640"/>
                  </a:lnTo>
                  <a:lnTo>
                    <a:pt x="906" y="1626"/>
                  </a:lnTo>
                  <a:lnTo>
                    <a:pt x="926" y="1610"/>
                  </a:lnTo>
                  <a:lnTo>
                    <a:pt x="944" y="1594"/>
                  </a:lnTo>
                  <a:lnTo>
                    <a:pt x="960" y="1576"/>
                  </a:lnTo>
                  <a:lnTo>
                    <a:pt x="976" y="1556"/>
                  </a:lnTo>
                  <a:lnTo>
                    <a:pt x="990" y="1534"/>
                  </a:lnTo>
                  <a:lnTo>
                    <a:pt x="1002" y="1512"/>
                  </a:lnTo>
                  <a:lnTo>
                    <a:pt x="1014" y="1490"/>
                  </a:lnTo>
                  <a:lnTo>
                    <a:pt x="1022" y="1466"/>
                  </a:lnTo>
                  <a:lnTo>
                    <a:pt x="1028" y="1442"/>
                  </a:lnTo>
                  <a:lnTo>
                    <a:pt x="1866" y="1442"/>
                  </a:lnTo>
                  <a:lnTo>
                    <a:pt x="1866" y="1442"/>
                  </a:lnTo>
                  <a:lnTo>
                    <a:pt x="1874" y="1466"/>
                  </a:lnTo>
                  <a:lnTo>
                    <a:pt x="1882" y="1490"/>
                  </a:lnTo>
                  <a:lnTo>
                    <a:pt x="1894" y="1512"/>
                  </a:lnTo>
                  <a:lnTo>
                    <a:pt x="1906" y="1534"/>
                  </a:lnTo>
                  <a:lnTo>
                    <a:pt x="1920" y="1554"/>
                  </a:lnTo>
                  <a:lnTo>
                    <a:pt x="1936" y="1574"/>
                  </a:lnTo>
                  <a:lnTo>
                    <a:pt x="1952" y="1592"/>
                  </a:lnTo>
                  <a:lnTo>
                    <a:pt x="1970" y="1608"/>
                  </a:lnTo>
                  <a:lnTo>
                    <a:pt x="1990" y="1622"/>
                  </a:lnTo>
                  <a:lnTo>
                    <a:pt x="2012" y="1636"/>
                  </a:lnTo>
                  <a:lnTo>
                    <a:pt x="2034" y="1646"/>
                  </a:lnTo>
                  <a:lnTo>
                    <a:pt x="2056" y="1656"/>
                  </a:lnTo>
                  <a:lnTo>
                    <a:pt x="2080" y="1664"/>
                  </a:lnTo>
                  <a:lnTo>
                    <a:pt x="2104" y="1670"/>
                  </a:lnTo>
                  <a:lnTo>
                    <a:pt x="2130" y="1672"/>
                  </a:lnTo>
                  <a:lnTo>
                    <a:pt x="2156" y="1674"/>
                  </a:lnTo>
                  <a:lnTo>
                    <a:pt x="2156" y="1674"/>
                  </a:lnTo>
                  <a:lnTo>
                    <a:pt x="2182" y="1672"/>
                  </a:lnTo>
                  <a:lnTo>
                    <a:pt x="2208" y="1670"/>
                  </a:lnTo>
                  <a:lnTo>
                    <a:pt x="2234" y="1664"/>
                  </a:lnTo>
                  <a:lnTo>
                    <a:pt x="2258" y="1656"/>
                  </a:lnTo>
                  <a:lnTo>
                    <a:pt x="2282" y="1646"/>
                  </a:lnTo>
                  <a:lnTo>
                    <a:pt x="2304" y="1636"/>
                  </a:lnTo>
                  <a:lnTo>
                    <a:pt x="2324" y="1622"/>
                  </a:lnTo>
                  <a:lnTo>
                    <a:pt x="2344" y="1608"/>
                  </a:lnTo>
                  <a:lnTo>
                    <a:pt x="2364" y="1592"/>
                  </a:lnTo>
                  <a:lnTo>
                    <a:pt x="2380" y="1574"/>
                  </a:lnTo>
                  <a:lnTo>
                    <a:pt x="2396" y="1554"/>
                  </a:lnTo>
                  <a:lnTo>
                    <a:pt x="2410" y="1534"/>
                  </a:lnTo>
                  <a:lnTo>
                    <a:pt x="2422" y="1512"/>
                  </a:lnTo>
                  <a:lnTo>
                    <a:pt x="2432" y="1490"/>
                  </a:lnTo>
                  <a:lnTo>
                    <a:pt x="2442" y="1466"/>
                  </a:lnTo>
                  <a:lnTo>
                    <a:pt x="2448" y="1442"/>
                  </a:lnTo>
                  <a:lnTo>
                    <a:pt x="2778" y="1442"/>
                  </a:lnTo>
                  <a:lnTo>
                    <a:pt x="2778" y="852"/>
                  </a:lnTo>
                  <a:lnTo>
                    <a:pt x="2778" y="852"/>
                  </a:lnTo>
                  <a:lnTo>
                    <a:pt x="2794" y="850"/>
                  </a:lnTo>
                  <a:lnTo>
                    <a:pt x="2806" y="846"/>
                  </a:lnTo>
                  <a:lnTo>
                    <a:pt x="2816" y="840"/>
                  </a:lnTo>
                  <a:lnTo>
                    <a:pt x="2824" y="834"/>
                  </a:lnTo>
                  <a:lnTo>
                    <a:pt x="2830" y="824"/>
                  </a:lnTo>
                  <a:lnTo>
                    <a:pt x="2834" y="814"/>
                  </a:lnTo>
                  <a:lnTo>
                    <a:pt x="2836" y="802"/>
                  </a:lnTo>
                  <a:lnTo>
                    <a:pt x="2838" y="790"/>
                  </a:lnTo>
                  <a:lnTo>
                    <a:pt x="2838" y="790"/>
                  </a:lnTo>
                  <a:lnTo>
                    <a:pt x="2836" y="780"/>
                  </a:lnTo>
                  <a:lnTo>
                    <a:pt x="2834" y="768"/>
                  </a:lnTo>
                  <a:lnTo>
                    <a:pt x="2830" y="758"/>
                  </a:lnTo>
                  <a:lnTo>
                    <a:pt x="2824" y="748"/>
                  </a:lnTo>
                  <a:lnTo>
                    <a:pt x="2816" y="742"/>
                  </a:lnTo>
                  <a:lnTo>
                    <a:pt x="2806" y="736"/>
                  </a:lnTo>
                  <a:lnTo>
                    <a:pt x="2794" y="732"/>
                  </a:lnTo>
                  <a:lnTo>
                    <a:pt x="2778" y="730"/>
                  </a:lnTo>
                  <a:lnTo>
                    <a:pt x="2778" y="730"/>
                  </a:lnTo>
                  <a:close/>
                  <a:moveTo>
                    <a:pt x="1464" y="310"/>
                  </a:moveTo>
                  <a:lnTo>
                    <a:pt x="1464" y="310"/>
                  </a:lnTo>
                  <a:lnTo>
                    <a:pt x="1482" y="286"/>
                  </a:lnTo>
                  <a:lnTo>
                    <a:pt x="1492" y="276"/>
                  </a:lnTo>
                  <a:lnTo>
                    <a:pt x="1504" y="268"/>
                  </a:lnTo>
                  <a:lnTo>
                    <a:pt x="1514" y="260"/>
                  </a:lnTo>
                  <a:lnTo>
                    <a:pt x="1526" y="254"/>
                  </a:lnTo>
                  <a:lnTo>
                    <a:pt x="1536" y="252"/>
                  </a:lnTo>
                  <a:lnTo>
                    <a:pt x="1548" y="250"/>
                  </a:lnTo>
                  <a:lnTo>
                    <a:pt x="1984" y="250"/>
                  </a:lnTo>
                  <a:lnTo>
                    <a:pt x="1984" y="648"/>
                  </a:lnTo>
                  <a:lnTo>
                    <a:pt x="1544" y="648"/>
                  </a:lnTo>
                  <a:lnTo>
                    <a:pt x="1544" y="660"/>
                  </a:lnTo>
                  <a:lnTo>
                    <a:pt x="1544" y="660"/>
                  </a:lnTo>
                  <a:lnTo>
                    <a:pt x="1532" y="658"/>
                  </a:lnTo>
                  <a:lnTo>
                    <a:pt x="1522" y="656"/>
                  </a:lnTo>
                  <a:lnTo>
                    <a:pt x="1512" y="652"/>
                  </a:lnTo>
                  <a:lnTo>
                    <a:pt x="1500" y="646"/>
                  </a:lnTo>
                  <a:lnTo>
                    <a:pt x="1490" y="640"/>
                  </a:lnTo>
                  <a:lnTo>
                    <a:pt x="1482" y="630"/>
                  </a:lnTo>
                  <a:lnTo>
                    <a:pt x="1462" y="610"/>
                  </a:lnTo>
                  <a:lnTo>
                    <a:pt x="1462" y="610"/>
                  </a:lnTo>
                  <a:lnTo>
                    <a:pt x="1452" y="594"/>
                  </a:lnTo>
                  <a:lnTo>
                    <a:pt x="1444" y="578"/>
                  </a:lnTo>
                  <a:lnTo>
                    <a:pt x="1436" y="562"/>
                  </a:lnTo>
                  <a:lnTo>
                    <a:pt x="1430" y="544"/>
                  </a:lnTo>
                  <a:lnTo>
                    <a:pt x="1426" y="524"/>
                  </a:lnTo>
                  <a:lnTo>
                    <a:pt x="1422" y="504"/>
                  </a:lnTo>
                  <a:lnTo>
                    <a:pt x="1420" y="484"/>
                  </a:lnTo>
                  <a:lnTo>
                    <a:pt x="1420" y="464"/>
                  </a:lnTo>
                  <a:lnTo>
                    <a:pt x="1420" y="464"/>
                  </a:lnTo>
                  <a:lnTo>
                    <a:pt x="1420" y="442"/>
                  </a:lnTo>
                  <a:lnTo>
                    <a:pt x="1422" y="422"/>
                  </a:lnTo>
                  <a:lnTo>
                    <a:pt x="1426" y="400"/>
                  </a:lnTo>
                  <a:lnTo>
                    <a:pt x="1432" y="380"/>
                  </a:lnTo>
                  <a:lnTo>
                    <a:pt x="1438" y="360"/>
                  </a:lnTo>
                  <a:lnTo>
                    <a:pt x="1444" y="342"/>
                  </a:lnTo>
                  <a:lnTo>
                    <a:pt x="1454" y="324"/>
                  </a:lnTo>
                  <a:lnTo>
                    <a:pt x="1464" y="310"/>
                  </a:lnTo>
                  <a:lnTo>
                    <a:pt x="1464" y="310"/>
                  </a:lnTo>
                  <a:close/>
                  <a:moveTo>
                    <a:pt x="1346" y="644"/>
                  </a:moveTo>
                  <a:lnTo>
                    <a:pt x="1346" y="644"/>
                  </a:lnTo>
                  <a:lnTo>
                    <a:pt x="1356" y="658"/>
                  </a:lnTo>
                  <a:lnTo>
                    <a:pt x="1366" y="670"/>
                  </a:lnTo>
                  <a:lnTo>
                    <a:pt x="1366" y="670"/>
                  </a:lnTo>
                  <a:lnTo>
                    <a:pt x="1376" y="682"/>
                  </a:lnTo>
                  <a:lnTo>
                    <a:pt x="1386" y="690"/>
                  </a:lnTo>
                  <a:lnTo>
                    <a:pt x="1396" y="700"/>
                  </a:lnTo>
                  <a:lnTo>
                    <a:pt x="1408" y="714"/>
                  </a:lnTo>
                  <a:lnTo>
                    <a:pt x="1346" y="714"/>
                  </a:lnTo>
                  <a:lnTo>
                    <a:pt x="1346" y="644"/>
                  </a:lnTo>
                  <a:close/>
                  <a:moveTo>
                    <a:pt x="736" y="1558"/>
                  </a:moveTo>
                  <a:lnTo>
                    <a:pt x="736" y="1558"/>
                  </a:lnTo>
                  <a:lnTo>
                    <a:pt x="718" y="1558"/>
                  </a:lnTo>
                  <a:lnTo>
                    <a:pt x="702" y="1556"/>
                  </a:lnTo>
                  <a:lnTo>
                    <a:pt x="684" y="1550"/>
                  </a:lnTo>
                  <a:lnTo>
                    <a:pt x="668" y="1546"/>
                  </a:lnTo>
                  <a:lnTo>
                    <a:pt x="652" y="1538"/>
                  </a:lnTo>
                  <a:lnTo>
                    <a:pt x="638" y="1528"/>
                  </a:lnTo>
                  <a:lnTo>
                    <a:pt x="626" y="1518"/>
                  </a:lnTo>
                  <a:lnTo>
                    <a:pt x="612" y="1508"/>
                  </a:lnTo>
                  <a:lnTo>
                    <a:pt x="602" y="1494"/>
                  </a:lnTo>
                  <a:lnTo>
                    <a:pt x="592" y="1482"/>
                  </a:lnTo>
                  <a:lnTo>
                    <a:pt x="582" y="1466"/>
                  </a:lnTo>
                  <a:lnTo>
                    <a:pt x="574" y="1452"/>
                  </a:lnTo>
                  <a:lnTo>
                    <a:pt x="568" y="1436"/>
                  </a:lnTo>
                  <a:lnTo>
                    <a:pt x="564" y="1418"/>
                  </a:lnTo>
                  <a:lnTo>
                    <a:pt x="562" y="1402"/>
                  </a:lnTo>
                  <a:lnTo>
                    <a:pt x="560" y="1384"/>
                  </a:lnTo>
                  <a:lnTo>
                    <a:pt x="560" y="1384"/>
                  </a:lnTo>
                  <a:lnTo>
                    <a:pt x="562" y="1366"/>
                  </a:lnTo>
                  <a:lnTo>
                    <a:pt x="564" y="1348"/>
                  </a:lnTo>
                  <a:lnTo>
                    <a:pt x="568" y="1332"/>
                  </a:lnTo>
                  <a:lnTo>
                    <a:pt x="574" y="1316"/>
                  </a:lnTo>
                  <a:lnTo>
                    <a:pt x="582" y="1300"/>
                  </a:lnTo>
                  <a:lnTo>
                    <a:pt x="592" y="1286"/>
                  </a:lnTo>
                  <a:lnTo>
                    <a:pt x="602" y="1272"/>
                  </a:lnTo>
                  <a:lnTo>
                    <a:pt x="612" y="1260"/>
                  </a:lnTo>
                  <a:lnTo>
                    <a:pt x="626" y="1248"/>
                  </a:lnTo>
                  <a:lnTo>
                    <a:pt x="638" y="1238"/>
                  </a:lnTo>
                  <a:lnTo>
                    <a:pt x="652" y="1230"/>
                  </a:lnTo>
                  <a:lnTo>
                    <a:pt x="668" y="1222"/>
                  </a:lnTo>
                  <a:lnTo>
                    <a:pt x="684" y="1216"/>
                  </a:lnTo>
                  <a:lnTo>
                    <a:pt x="702" y="1212"/>
                  </a:lnTo>
                  <a:lnTo>
                    <a:pt x="718" y="1208"/>
                  </a:lnTo>
                  <a:lnTo>
                    <a:pt x="736" y="1208"/>
                  </a:lnTo>
                  <a:lnTo>
                    <a:pt x="736" y="1208"/>
                  </a:lnTo>
                  <a:lnTo>
                    <a:pt x="754" y="1208"/>
                  </a:lnTo>
                  <a:lnTo>
                    <a:pt x="772" y="1212"/>
                  </a:lnTo>
                  <a:lnTo>
                    <a:pt x="788" y="1216"/>
                  </a:lnTo>
                  <a:lnTo>
                    <a:pt x="804" y="1222"/>
                  </a:lnTo>
                  <a:lnTo>
                    <a:pt x="820" y="1230"/>
                  </a:lnTo>
                  <a:lnTo>
                    <a:pt x="834" y="1238"/>
                  </a:lnTo>
                  <a:lnTo>
                    <a:pt x="848" y="1248"/>
                  </a:lnTo>
                  <a:lnTo>
                    <a:pt x="860" y="1260"/>
                  </a:lnTo>
                  <a:lnTo>
                    <a:pt x="872" y="1272"/>
                  </a:lnTo>
                  <a:lnTo>
                    <a:pt x="882" y="1286"/>
                  </a:lnTo>
                  <a:lnTo>
                    <a:pt x="890" y="1300"/>
                  </a:lnTo>
                  <a:lnTo>
                    <a:pt x="898" y="1316"/>
                  </a:lnTo>
                  <a:lnTo>
                    <a:pt x="904" y="1332"/>
                  </a:lnTo>
                  <a:lnTo>
                    <a:pt x="908" y="1348"/>
                  </a:lnTo>
                  <a:lnTo>
                    <a:pt x="912" y="1366"/>
                  </a:lnTo>
                  <a:lnTo>
                    <a:pt x="912" y="1384"/>
                  </a:lnTo>
                  <a:lnTo>
                    <a:pt x="912" y="1384"/>
                  </a:lnTo>
                  <a:lnTo>
                    <a:pt x="912" y="1402"/>
                  </a:lnTo>
                  <a:lnTo>
                    <a:pt x="908" y="1418"/>
                  </a:lnTo>
                  <a:lnTo>
                    <a:pt x="904" y="1436"/>
                  </a:lnTo>
                  <a:lnTo>
                    <a:pt x="898" y="1452"/>
                  </a:lnTo>
                  <a:lnTo>
                    <a:pt x="890" y="1466"/>
                  </a:lnTo>
                  <a:lnTo>
                    <a:pt x="882" y="1482"/>
                  </a:lnTo>
                  <a:lnTo>
                    <a:pt x="872" y="1494"/>
                  </a:lnTo>
                  <a:lnTo>
                    <a:pt x="860" y="1508"/>
                  </a:lnTo>
                  <a:lnTo>
                    <a:pt x="848" y="1518"/>
                  </a:lnTo>
                  <a:lnTo>
                    <a:pt x="834" y="1528"/>
                  </a:lnTo>
                  <a:lnTo>
                    <a:pt x="820" y="1538"/>
                  </a:lnTo>
                  <a:lnTo>
                    <a:pt x="804" y="1546"/>
                  </a:lnTo>
                  <a:lnTo>
                    <a:pt x="788" y="1550"/>
                  </a:lnTo>
                  <a:lnTo>
                    <a:pt x="772" y="1556"/>
                  </a:lnTo>
                  <a:lnTo>
                    <a:pt x="754" y="1558"/>
                  </a:lnTo>
                  <a:lnTo>
                    <a:pt x="736" y="1558"/>
                  </a:lnTo>
                  <a:lnTo>
                    <a:pt x="736" y="1558"/>
                  </a:lnTo>
                  <a:close/>
                  <a:moveTo>
                    <a:pt x="2156" y="1552"/>
                  </a:moveTo>
                  <a:lnTo>
                    <a:pt x="2156" y="1552"/>
                  </a:lnTo>
                  <a:lnTo>
                    <a:pt x="2138" y="1550"/>
                  </a:lnTo>
                  <a:lnTo>
                    <a:pt x="2120" y="1548"/>
                  </a:lnTo>
                  <a:lnTo>
                    <a:pt x="2104" y="1544"/>
                  </a:lnTo>
                  <a:lnTo>
                    <a:pt x="2088" y="1538"/>
                  </a:lnTo>
                  <a:lnTo>
                    <a:pt x="2072" y="1530"/>
                  </a:lnTo>
                  <a:lnTo>
                    <a:pt x="2058" y="1520"/>
                  </a:lnTo>
                  <a:lnTo>
                    <a:pt x="2044" y="1510"/>
                  </a:lnTo>
                  <a:lnTo>
                    <a:pt x="2032" y="1500"/>
                  </a:lnTo>
                  <a:lnTo>
                    <a:pt x="2020" y="1486"/>
                  </a:lnTo>
                  <a:lnTo>
                    <a:pt x="2010" y="1474"/>
                  </a:lnTo>
                  <a:lnTo>
                    <a:pt x="2002" y="1458"/>
                  </a:lnTo>
                  <a:lnTo>
                    <a:pt x="1994" y="1444"/>
                  </a:lnTo>
                  <a:lnTo>
                    <a:pt x="1988" y="1428"/>
                  </a:lnTo>
                  <a:lnTo>
                    <a:pt x="1984" y="1410"/>
                  </a:lnTo>
                  <a:lnTo>
                    <a:pt x="1982" y="1394"/>
                  </a:lnTo>
                  <a:lnTo>
                    <a:pt x="1980" y="1376"/>
                  </a:lnTo>
                  <a:lnTo>
                    <a:pt x="1980" y="1376"/>
                  </a:lnTo>
                  <a:lnTo>
                    <a:pt x="1982" y="1358"/>
                  </a:lnTo>
                  <a:lnTo>
                    <a:pt x="1984" y="1340"/>
                  </a:lnTo>
                  <a:lnTo>
                    <a:pt x="1988" y="1324"/>
                  </a:lnTo>
                  <a:lnTo>
                    <a:pt x="1994" y="1308"/>
                  </a:lnTo>
                  <a:lnTo>
                    <a:pt x="2002" y="1292"/>
                  </a:lnTo>
                  <a:lnTo>
                    <a:pt x="2010" y="1278"/>
                  </a:lnTo>
                  <a:lnTo>
                    <a:pt x="2020" y="1264"/>
                  </a:lnTo>
                  <a:lnTo>
                    <a:pt x="2032" y="1252"/>
                  </a:lnTo>
                  <a:lnTo>
                    <a:pt x="2044" y="1240"/>
                  </a:lnTo>
                  <a:lnTo>
                    <a:pt x="2058" y="1230"/>
                  </a:lnTo>
                  <a:lnTo>
                    <a:pt x="2072" y="1222"/>
                  </a:lnTo>
                  <a:lnTo>
                    <a:pt x="2088" y="1214"/>
                  </a:lnTo>
                  <a:lnTo>
                    <a:pt x="2104" y="1208"/>
                  </a:lnTo>
                  <a:lnTo>
                    <a:pt x="2120" y="1204"/>
                  </a:lnTo>
                  <a:lnTo>
                    <a:pt x="2138" y="1200"/>
                  </a:lnTo>
                  <a:lnTo>
                    <a:pt x="2156" y="1200"/>
                  </a:lnTo>
                  <a:lnTo>
                    <a:pt x="2156" y="1200"/>
                  </a:lnTo>
                  <a:lnTo>
                    <a:pt x="2174" y="1200"/>
                  </a:lnTo>
                  <a:lnTo>
                    <a:pt x="2192" y="1204"/>
                  </a:lnTo>
                  <a:lnTo>
                    <a:pt x="2208" y="1208"/>
                  </a:lnTo>
                  <a:lnTo>
                    <a:pt x="2224" y="1214"/>
                  </a:lnTo>
                  <a:lnTo>
                    <a:pt x="2240" y="1222"/>
                  </a:lnTo>
                  <a:lnTo>
                    <a:pt x="2254" y="1230"/>
                  </a:lnTo>
                  <a:lnTo>
                    <a:pt x="2268" y="1240"/>
                  </a:lnTo>
                  <a:lnTo>
                    <a:pt x="2280" y="1252"/>
                  </a:lnTo>
                  <a:lnTo>
                    <a:pt x="2292" y="1264"/>
                  </a:lnTo>
                  <a:lnTo>
                    <a:pt x="2302" y="1278"/>
                  </a:lnTo>
                  <a:lnTo>
                    <a:pt x="2310" y="1292"/>
                  </a:lnTo>
                  <a:lnTo>
                    <a:pt x="2318" y="1308"/>
                  </a:lnTo>
                  <a:lnTo>
                    <a:pt x="2324" y="1324"/>
                  </a:lnTo>
                  <a:lnTo>
                    <a:pt x="2328" y="1340"/>
                  </a:lnTo>
                  <a:lnTo>
                    <a:pt x="2330" y="1358"/>
                  </a:lnTo>
                  <a:lnTo>
                    <a:pt x="2332" y="1376"/>
                  </a:lnTo>
                  <a:lnTo>
                    <a:pt x="2332" y="1376"/>
                  </a:lnTo>
                  <a:lnTo>
                    <a:pt x="2330" y="1394"/>
                  </a:lnTo>
                  <a:lnTo>
                    <a:pt x="2328" y="1410"/>
                  </a:lnTo>
                  <a:lnTo>
                    <a:pt x="2324" y="1428"/>
                  </a:lnTo>
                  <a:lnTo>
                    <a:pt x="2318" y="1444"/>
                  </a:lnTo>
                  <a:lnTo>
                    <a:pt x="2310" y="1458"/>
                  </a:lnTo>
                  <a:lnTo>
                    <a:pt x="2302" y="1474"/>
                  </a:lnTo>
                  <a:lnTo>
                    <a:pt x="2292" y="1486"/>
                  </a:lnTo>
                  <a:lnTo>
                    <a:pt x="2280" y="1500"/>
                  </a:lnTo>
                  <a:lnTo>
                    <a:pt x="2268" y="1510"/>
                  </a:lnTo>
                  <a:lnTo>
                    <a:pt x="2254" y="1520"/>
                  </a:lnTo>
                  <a:lnTo>
                    <a:pt x="2240" y="1530"/>
                  </a:lnTo>
                  <a:lnTo>
                    <a:pt x="2224" y="1538"/>
                  </a:lnTo>
                  <a:lnTo>
                    <a:pt x="2208" y="1544"/>
                  </a:lnTo>
                  <a:lnTo>
                    <a:pt x="2192" y="1548"/>
                  </a:lnTo>
                  <a:lnTo>
                    <a:pt x="2174" y="1550"/>
                  </a:lnTo>
                  <a:lnTo>
                    <a:pt x="2156" y="1552"/>
                  </a:lnTo>
                  <a:lnTo>
                    <a:pt x="2156" y="1552"/>
                  </a:lnTo>
                  <a:close/>
                  <a:moveTo>
                    <a:pt x="2646" y="1310"/>
                  </a:moveTo>
                  <a:lnTo>
                    <a:pt x="2448" y="1310"/>
                  </a:lnTo>
                  <a:lnTo>
                    <a:pt x="2448" y="1310"/>
                  </a:lnTo>
                  <a:lnTo>
                    <a:pt x="2442" y="1284"/>
                  </a:lnTo>
                  <a:lnTo>
                    <a:pt x="2432" y="1260"/>
                  </a:lnTo>
                  <a:lnTo>
                    <a:pt x="2422" y="1238"/>
                  </a:lnTo>
                  <a:lnTo>
                    <a:pt x="2410" y="1216"/>
                  </a:lnTo>
                  <a:lnTo>
                    <a:pt x="2396" y="1194"/>
                  </a:lnTo>
                  <a:lnTo>
                    <a:pt x="2380" y="1174"/>
                  </a:lnTo>
                  <a:lnTo>
                    <a:pt x="2364" y="1156"/>
                  </a:lnTo>
                  <a:lnTo>
                    <a:pt x="2344" y="1140"/>
                  </a:lnTo>
                  <a:lnTo>
                    <a:pt x="2324" y="1124"/>
                  </a:lnTo>
                  <a:lnTo>
                    <a:pt x="2304" y="1110"/>
                  </a:lnTo>
                  <a:lnTo>
                    <a:pt x="2282" y="1098"/>
                  </a:lnTo>
                  <a:lnTo>
                    <a:pt x="2258" y="1088"/>
                  </a:lnTo>
                  <a:lnTo>
                    <a:pt x="2234" y="1080"/>
                  </a:lnTo>
                  <a:lnTo>
                    <a:pt x="2208" y="1074"/>
                  </a:lnTo>
                  <a:lnTo>
                    <a:pt x="2182" y="1070"/>
                  </a:lnTo>
                  <a:lnTo>
                    <a:pt x="2156" y="1068"/>
                  </a:lnTo>
                  <a:lnTo>
                    <a:pt x="2156" y="1068"/>
                  </a:lnTo>
                  <a:lnTo>
                    <a:pt x="2130" y="1070"/>
                  </a:lnTo>
                  <a:lnTo>
                    <a:pt x="2102" y="1074"/>
                  </a:lnTo>
                  <a:lnTo>
                    <a:pt x="2078" y="1080"/>
                  </a:lnTo>
                  <a:lnTo>
                    <a:pt x="2052" y="1088"/>
                  </a:lnTo>
                  <a:lnTo>
                    <a:pt x="2028" y="1098"/>
                  </a:lnTo>
                  <a:lnTo>
                    <a:pt x="2006" y="1110"/>
                  </a:lnTo>
                  <a:lnTo>
                    <a:pt x="1984" y="1124"/>
                  </a:lnTo>
                  <a:lnTo>
                    <a:pt x="1964" y="1140"/>
                  </a:lnTo>
                  <a:lnTo>
                    <a:pt x="1946" y="1156"/>
                  </a:lnTo>
                  <a:lnTo>
                    <a:pt x="1928" y="1174"/>
                  </a:lnTo>
                  <a:lnTo>
                    <a:pt x="1914" y="1194"/>
                  </a:lnTo>
                  <a:lnTo>
                    <a:pt x="1900" y="1216"/>
                  </a:lnTo>
                  <a:lnTo>
                    <a:pt x="1888" y="1238"/>
                  </a:lnTo>
                  <a:lnTo>
                    <a:pt x="1878" y="1260"/>
                  </a:lnTo>
                  <a:lnTo>
                    <a:pt x="1870" y="1284"/>
                  </a:lnTo>
                  <a:lnTo>
                    <a:pt x="1864" y="1310"/>
                  </a:lnTo>
                  <a:lnTo>
                    <a:pt x="1028" y="1310"/>
                  </a:lnTo>
                  <a:lnTo>
                    <a:pt x="1028" y="1310"/>
                  </a:lnTo>
                  <a:lnTo>
                    <a:pt x="1022" y="1284"/>
                  </a:lnTo>
                  <a:lnTo>
                    <a:pt x="1014" y="1262"/>
                  </a:lnTo>
                  <a:lnTo>
                    <a:pt x="1002" y="1238"/>
                  </a:lnTo>
                  <a:lnTo>
                    <a:pt x="990" y="1216"/>
                  </a:lnTo>
                  <a:lnTo>
                    <a:pt x="976" y="1196"/>
                  </a:lnTo>
                  <a:lnTo>
                    <a:pt x="960" y="1176"/>
                  </a:lnTo>
                  <a:lnTo>
                    <a:pt x="944" y="1158"/>
                  </a:lnTo>
                  <a:lnTo>
                    <a:pt x="926" y="1142"/>
                  </a:lnTo>
                  <a:lnTo>
                    <a:pt x="906" y="1128"/>
                  </a:lnTo>
                  <a:lnTo>
                    <a:pt x="884" y="1114"/>
                  </a:lnTo>
                  <a:lnTo>
                    <a:pt x="862" y="1102"/>
                  </a:lnTo>
                  <a:lnTo>
                    <a:pt x="838" y="1092"/>
                  </a:lnTo>
                  <a:lnTo>
                    <a:pt x="814" y="1084"/>
                  </a:lnTo>
                  <a:lnTo>
                    <a:pt x="788" y="1080"/>
                  </a:lnTo>
                  <a:lnTo>
                    <a:pt x="764" y="1076"/>
                  </a:lnTo>
                  <a:lnTo>
                    <a:pt x="736" y="1074"/>
                  </a:lnTo>
                  <a:lnTo>
                    <a:pt x="736" y="1074"/>
                  </a:lnTo>
                  <a:lnTo>
                    <a:pt x="710" y="1076"/>
                  </a:lnTo>
                  <a:lnTo>
                    <a:pt x="684" y="1080"/>
                  </a:lnTo>
                  <a:lnTo>
                    <a:pt x="660" y="1084"/>
                  </a:lnTo>
                  <a:lnTo>
                    <a:pt x="636" y="1092"/>
                  </a:lnTo>
                  <a:lnTo>
                    <a:pt x="612" y="1102"/>
                  </a:lnTo>
                  <a:lnTo>
                    <a:pt x="590" y="1114"/>
                  </a:lnTo>
                  <a:lnTo>
                    <a:pt x="570" y="1128"/>
                  </a:lnTo>
                  <a:lnTo>
                    <a:pt x="550" y="1142"/>
                  </a:lnTo>
                  <a:lnTo>
                    <a:pt x="530" y="1158"/>
                  </a:lnTo>
                  <a:lnTo>
                    <a:pt x="514" y="1176"/>
                  </a:lnTo>
                  <a:lnTo>
                    <a:pt x="498" y="1196"/>
                  </a:lnTo>
                  <a:lnTo>
                    <a:pt x="484" y="1216"/>
                  </a:lnTo>
                  <a:lnTo>
                    <a:pt x="472" y="1238"/>
                  </a:lnTo>
                  <a:lnTo>
                    <a:pt x="462" y="1262"/>
                  </a:lnTo>
                  <a:lnTo>
                    <a:pt x="452" y="1284"/>
                  </a:lnTo>
                  <a:lnTo>
                    <a:pt x="446" y="1310"/>
                  </a:lnTo>
                  <a:lnTo>
                    <a:pt x="420" y="1310"/>
                  </a:lnTo>
                  <a:lnTo>
                    <a:pt x="234" y="1314"/>
                  </a:lnTo>
                  <a:lnTo>
                    <a:pt x="234" y="1314"/>
                  </a:lnTo>
                  <a:lnTo>
                    <a:pt x="214" y="1314"/>
                  </a:lnTo>
                  <a:lnTo>
                    <a:pt x="196" y="1312"/>
                  </a:lnTo>
                  <a:lnTo>
                    <a:pt x="182" y="1308"/>
                  </a:lnTo>
                  <a:lnTo>
                    <a:pt x="168" y="1300"/>
                  </a:lnTo>
                  <a:lnTo>
                    <a:pt x="168" y="1300"/>
                  </a:lnTo>
                  <a:lnTo>
                    <a:pt x="154" y="1292"/>
                  </a:lnTo>
                  <a:lnTo>
                    <a:pt x="142" y="1280"/>
                  </a:lnTo>
                  <a:lnTo>
                    <a:pt x="132" y="1268"/>
                  </a:lnTo>
                  <a:lnTo>
                    <a:pt x="124" y="1252"/>
                  </a:lnTo>
                  <a:lnTo>
                    <a:pt x="124" y="1252"/>
                  </a:lnTo>
                  <a:lnTo>
                    <a:pt x="110" y="1214"/>
                  </a:lnTo>
                  <a:lnTo>
                    <a:pt x="116" y="960"/>
                  </a:lnTo>
                  <a:lnTo>
                    <a:pt x="116" y="960"/>
                  </a:lnTo>
                  <a:lnTo>
                    <a:pt x="118" y="940"/>
                  </a:lnTo>
                  <a:lnTo>
                    <a:pt x="124" y="924"/>
                  </a:lnTo>
                  <a:lnTo>
                    <a:pt x="130" y="908"/>
                  </a:lnTo>
                  <a:lnTo>
                    <a:pt x="138" y="894"/>
                  </a:lnTo>
                  <a:lnTo>
                    <a:pt x="138" y="894"/>
                  </a:lnTo>
                  <a:lnTo>
                    <a:pt x="146" y="884"/>
                  </a:lnTo>
                  <a:lnTo>
                    <a:pt x="156" y="874"/>
                  </a:lnTo>
                  <a:lnTo>
                    <a:pt x="168" y="866"/>
                  </a:lnTo>
                  <a:lnTo>
                    <a:pt x="182" y="860"/>
                  </a:lnTo>
                  <a:lnTo>
                    <a:pt x="182" y="860"/>
                  </a:lnTo>
                  <a:lnTo>
                    <a:pt x="196" y="854"/>
                  </a:lnTo>
                  <a:lnTo>
                    <a:pt x="204" y="850"/>
                  </a:lnTo>
                  <a:lnTo>
                    <a:pt x="204" y="850"/>
                  </a:lnTo>
                  <a:lnTo>
                    <a:pt x="206" y="848"/>
                  </a:lnTo>
                  <a:lnTo>
                    <a:pt x="208" y="846"/>
                  </a:lnTo>
                  <a:lnTo>
                    <a:pt x="420" y="846"/>
                  </a:lnTo>
                  <a:lnTo>
                    <a:pt x="436" y="814"/>
                  </a:lnTo>
                  <a:lnTo>
                    <a:pt x="436" y="814"/>
                  </a:lnTo>
                  <a:lnTo>
                    <a:pt x="450" y="788"/>
                  </a:lnTo>
                  <a:lnTo>
                    <a:pt x="450" y="788"/>
                  </a:lnTo>
                  <a:lnTo>
                    <a:pt x="594" y="478"/>
                  </a:lnTo>
                  <a:lnTo>
                    <a:pt x="594" y="478"/>
                  </a:lnTo>
                  <a:lnTo>
                    <a:pt x="602" y="466"/>
                  </a:lnTo>
                  <a:lnTo>
                    <a:pt x="608" y="454"/>
                  </a:lnTo>
                  <a:lnTo>
                    <a:pt x="616" y="446"/>
                  </a:lnTo>
                  <a:lnTo>
                    <a:pt x="624" y="438"/>
                  </a:lnTo>
                  <a:lnTo>
                    <a:pt x="640" y="428"/>
                  </a:lnTo>
                  <a:lnTo>
                    <a:pt x="654" y="420"/>
                  </a:lnTo>
                  <a:lnTo>
                    <a:pt x="654" y="420"/>
                  </a:lnTo>
                  <a:lnTo>
                    <a:pt x="670" y="414"/>
                  </a:lnTo>
                  <a:lnTo>
                    <a:pt x="686" y="412"/>
                  </a:lnTo>
                  <a:lnTo>
                    <a:pt x="706" y="410"/>
                  </a:lnTo>
                  <a:lnTo>
                    <a:pt x="706" y="410"/>
                  </a:lnTo>
                  <a:lnTo>
                    <a:pt x="706" y="410"/>
                  </a:lnTo>
                  <a:lnTo>
                    <a:pt x="710" y="410"/>
                  </a:lnTo>
                  <a:lnTo>
                    <a:pt x="1234" y="412"/>
                  </a:lnTo>
                  <a:lnTo>
                    <a:pt x="1234" y="788"/>
                  </a:lnTo>
                  <a:lnTo>
                    <a:pt x="1222" y="846"/>
                  </a:lnTo>
                  <a:lnTo>
                    <a:pt x="2646" y="846"/>
                  </a:lnTo>
                  <a:lnTo>
                    <a:pt x="2646" y="1310"/>
                  </a:lnTo>
                  <a:close/>
                  <a:moveTo>
                    <a:pt x="2608" y="600"/>
                  </a:moveTo>
                  <a:lnTo>
                    <a:pt x="2608" y="600"/>
                  </a:lnTo>
                  <a:lnTo>
                    <a:pt x="2598" y="612"/>
                  </a:lnTo>
                  <a:lnTo>
                    <a:pt x="2588" y="622"/>
                  </a:lnTo>
                  <a:lnTo>
                    <a:pt x="2578" y="630"/>
                  </a:lnTo>
                  <a:lnTo>
                    <a:pt x="2568" y="636"/>
                  </a:lnTo>
                  <a:lnTo>
                    <a:pt x="2556" y="642"/>
                  </a:lnTo>
                  <a:lnTo>
                    <a:pt x="2546" y="644"/>
                  </a:lnTo>
                  <a:lnTo>
                    <a:pt x="2534" y="646"/>
                  </a:lnTo>
                  <a:lnTo>
                    <a:pt x="2524" y="648"/>
                  </a:lnTo>
                  <a:lnTo>
                    <a:pt x="2096" y="648"/>
                  </a:lnTo>
                  <a:lnTo>
                    <a:pt x="2096" y="250"/>
                  </a:lnTo>
                  <a:lnTo>
                    <a:pt x="2524" y="250"/>
                  </a:lnTo>
                  <a:lnTo>
                    <a:pt x="2524" y="250"/>
                  </a:lnTo>
                  <a:lnTo>
                    <a:pt x="2534" y="252"/>
                  </a:lnTo>
                  <a:lnTo>
                    <a:pt x="2546" y="254"/>
                  </a:lnTo>
                  <a:lnTo>
                    <a:pt x="2556" y="260"/>
                  </a:lnTo>
                  <a:lnTo>
                    <a:pt x="2568" y="268"/>
                  </a:lnTo>
                  <a:lnTo>
                    <a:pt x="2578" y="276"/>
                  </a:lnTo>
                  <a:lnTo>
                    <a:pt x="2588" y="286"/>
                  </a:lnTo>
                  <a:lnTo>
                    <a:pt x="2608" y="310"/>
                  </a:lnTo>
                  <a:lnTo>
                    <a:pt x="2608" y="310"/>
                  </a:lnTo>
                  <a:lnTo>
                    <a:pt x="2618" y="324"/>
                  </a:lnTo>
                  <a:lnTo>
                    <a:pt x="2626" y="340"/>
                  </a:lnTo>
                  <a:lnTo>
                    <a:pt x="2634" y="358"/>
                  </a:lnTo>
                  <a:lnTo>
                    <a:pt x="2640" y="378"/>
                  </a:lnTo>
                  <a:lnTo>
                    <a:pt x="2644" y="398"/>
                  </a:lnTo>
                  <a:lnTo>
                    <a:pt x="2648" y="418"/>
                  </a:lnTo>
                  <a:lnTo>
                    <a:pt x="2650" y="438"/>
                  </a:lnTo>
                  <a:lnTo>
                    <a:pt x="2650" y="460"/>
                  </a:lnTo>
                  <a:lnTo>
                    <a:pt x="2650" y="460"/>
                  </a:lnTo>
                  <a:lnTo>
                    <a:pt x="2650" y="480"/>
                  </a:lnTo>
                  <a:lnTo>
                    <a:pt x="2648" y="500"/>
                  </a:lnTo>
                  <a:lnTo>
                    <a:pt x="2644" y="518"/>
                  </a:lnTo>
                  <a:lnTo>
                    <a:pt x="2640" y="536"/>
                  </a:lnTo>
                  <a:lnTo>
                    <a:pt x="2634" y="554"/>
                  </a:lnTo>
                  <a:lnTo>
                    <a:pt x="2626" y="570"/>
                  </a:lnTo>
                  <a:lnTo>
                    <a:pt x="2618" y="586"/>
                  </a:lnTo>
                  <a:lnTo>
                    <a:pt x="2608" y="600"/>
                  </a:lnTo>
                  <a:lnTo>
                    <a:pt x="2608" y="600"/>
                  </a:lnTo>
                  <a:close/>
                  <a:moveTo>
                    <a:pt x="1190" y="812"/>
                  </a:moveTo>
                  <a:lnTo>
                    <a:pt x="1186" y="426"/>
                  </a:lnTo>
                  <a:lnTo>
                    <a:pt x="816" y="426"/>
                  </a:lnTo>
                  <a:lnTo>
                    <a:pt x="780" y="428"/>
                  </a:lnTo>
                  <a:lnTo>
                    <a:pt x="780" y="428"/>
                  </a:lnTo>
                  <a:lnTo>
                    <a:pt x="754" y="430"/>
                  </a:lnTo>
                  <a:lnTo>
                    <a:pt x="730" y="432"/>
                  </a:lnTo>
                  <a:lnTo>
                    <a:pt x="730" y="432"/>
                  </a:lnTo>
                  <a:lnTo>
                    <a:pt x="710" y="438"/>
                  </a:lnTo>
                  <a:lnTo>
                    <a:pt x="688" y="446"/>
                  </a:lnTo>
                  <a:lnTo>
                    <a:pt x="678" y="452"/>
                  </a:lnTo>
                  <a:lnTo>
                    <a:pt x="668" y="460"/>
                  </a:lnTo>
                  <a:lnTo>
                    <a:pt x="658" y="468"/>
                  </a:lnTo>
                  <a:lnTo>
                    <a:pt x="650" y="478"/>
                  </a:lnTo>
                  <a:lnTo>
                    <a:pt x="650" y="478"/>
                  </a:lnTo>
                  <a:lnTo>
                    <a:pt x="636" y="496"/>
                  </a:lnTo>
                  <a:lnTo>
                    <a:pt x="626" y="516"/>
                  </a:lnTo>
                  <a:lnTo>
                    <a:pt x="616" y="538"/>
                  </a:lnTo>
                  <a:lnTo>
                    <a:pt x="608" y="564"/>
                  </a:lnTo>
                  <a:lnTo>
                    <a:pt x="570" y="678"/>
                  </a:lnTo>
                  <a:lnTo>
                    <a:pt x="570" y="678"/>
                  </a:lnTo>
                  <a:lnTo>
                    <a:pt x="560" y="698"/>
                  </a:lnTo>
                  <a:lnTo>
                    <a:pt x="554" y="716"/>
                  </a:lnTo>
                  <a:lnTo>
                    <a:pt x="550" y="734"/>
                  </a:lnTo>
                  <a:lnTo>
                    <a:pt x="548" y="752"/>
                  </a:lnTo>
                  <a:lnTo>
                    <a:pt x="548" y="752"/>
                  </a:lnTo>
                  <a:lnTo>
                    <a:pt x="548" y="762"/>
                  </a:lnTo>
                  <a:lnTo>
                    <a:pt x="550" y="772"/>
                  </a:lnTo>
                  <a:lnTo>
                    <a:pt x="556" y="794"/>
                  </a:lnTo>
                  <a:lnTo>
                    <a:pt x="566" y="812"/>
                  </a:lnTo>
                  <a:lnTo>
                    <a:pt x="574" y="820"/>
                  </a:lnTo>
                  <a:lnTo>
                    <a:pt x="582" y="826"/>
                  </a:lnTo>
                  <a:lnTo>
                    <a:pt x="582" y="826"/>
                  </a:lnTo>
                  <a:lnTo>
                    <a:pt x="592" y="834"/>
                  </a:lnTo>
                  <a:lnTo>
                    <a:pt x="604" y="840"/>
                  </a:lnTo>
                  <a:lnTo>
                    <a:pt x="614" y="844"/>
                  </a:lnTo>
                  <a:lnTo>
                    <a:pt x="626" y="846"/>
                  </a:lnTo>
                  <a:lnTo>
                    <a:pt x="648" y="848"/>
                  </a:lnTo>
                  <a:lnTo>
                    <a:pt x="668" y="850"/>
                  </a:lnTo>
                  <a:lnTo>
                    <a:pt x="668" y="850"/>
                  </a:lnTo>
                  <a:lnTo>
                    <a:pt x="688" y="850"/>
                  </a:lnTo>
                  <a:lnTo>
                    <a:pt x="708" y="850"/>
                  </a:lnTo>
                  <a:lnTo>
                    <a:pt x="728" y="846"/>
                  </a:lnTo>
                  <a:lnTo>
                    <a:pt x="748" y="846"/>
                  </a:lnTo>
                  <a:lnTo>
                    <a:pt x="1192" y="846"/>
                  </a:lnTo>
                  <a:lnTo>
                    <a:pt x="1190" y="812"/>
                  </a:lnTo>
                  <a:lnTo>
                    <a:pt x="1190" y="812"/>
                  </a:lnTo>
                  <a:close/>
                  <a:moveTo>
                    <a:pt x="742" y="736"/>
                  </a:moveTo>
                  <a:lnTo>
                    <a:pt x="742" y="736"/>
                  </a:lnTo>
                  <a:lnTo>
                    <a:pt x="708" y="736"/>
                  </a:lnTo>
                  <a:lnTo>
                    <a:pt x="676" y="734"/>
                  </a:lnTo>
                  <a:lnTo>
                    <a:pt x="676" y="734"/>
                  </a:lnTo>
                  <a:lnTo>
                    <a:pt x="680" y="732"/>
                  </a:lnTo>
                  <a:lnTo>
                    <a:pt x="682" y="728"/>
                  </a:lnTo>
                  <a:lnTo>
                    <a:pt x="724" y="602"/>
                  </a:lnTo>
                  <a:lnTo>
                    <a:pt x="724" y="602"/>
                  </a:lnTo>
                  <a:lnTo>
                    <a:pt x="734" y="574"/>
                  </a:lnTo>
                  <a:lnTo>
                    <a:pt x="738" y="562"/>
                  </a:lnTo>
                  <a:lnTo>
                    <a:pt x="738" y="562"/>
                  </a:lnTo>
                  <a:lnTo>
                    <a:pt x="744" y="556"/>
                  </a:lnTo>
                  <a:lnTo>
                    <a:pt x="744" y="556"/>
                  </a:lnTo>
                  <a:lnTo>
                    <a:pt x="744" y="556"/>
                  </a:lnTo>
                  <a:lnTo>
                    <a:pt x="744" y="556"/>
                  </a:lnTo>
                  <a:lnTo>
                    <a:pt x="752" y="554"/>
                  </a:lnTo>
                  <a:lnTo>
                    <a:pt x="776" y="554"/>
                  </a:lnTo>
                  <a:lnTo>
                    <a:pt x="1066" y="552"/>
                  </a:lnTo>
                  <a:lnTo>
                    <a:pt x="1068" y="736"/>
                  </a:lnTo>
                  <a:lnTo>
                    <a:pt x="742" y="736"/>
                  </a:lnTo>
                  <a:close/>
                  <a:moveTo>
                    <a:pt x="1100" y="868"/>
                  </a:moveTo>
                  <a:lnTo>
                    <a:pt x="894" y="868"/>
                  </a:lnTo>
                  <a:lnTo>
                    <a:pt x="894" y="868"/>
                  </a:lnTo>
                  <a:lnTo>
                    <a:pt x="884" y="868"/>
                  </a:lnTo>
                  <a:lnTo>
                    <a:pt x="876" y="872"/>
                  </a:lnTo>
                  <a:lnTo>
                    <a:pt x="868" y="876"/>
                  </a:lnTo>
                  <a:lnTo>
                    <a:pt x="862" y="880"/>
                  </a:lnTo>
                  <a:lnTo>
                    <a:pt x="856" y="886"/>
                  </a:lnTo>
                  <a:lnTo>
                    <a:pt x="852" y="894"/>
                  </a:lnTo>
                  <a:lnTo>
                    <a:pt x="848" y="902"/>
                  </a:lnTo>
                  <a:lnTo>
                    <a:pt x="848" y="912"/>
                  </a:lnTo>
                  <a:lnTo>
                    <a:pt x="848" y="912"/>
                  </a:lnTo>
                  <a:lnTo>
                    <a:pt x="848" y="922"/>
                  </a:lnTo>
                  <a:lnTo>
                    <a:pt x="852" y="930"/>
                  </a:lnTo>
                  <a:lnTo>
                    <a:pt x="856" y="938"/>
                  </a:lnTo>
                  <a:lnTo>
                    <a:pt x="862" y="944"/>
                  </a:lnTo>
                  <a:lnTo>
                    <a:pt x="868" y="948"/>
                  </a:lnTo>
                  <a:lnTo>
                    <a:pt x="876" y="952"/>
                  </a:lnTo>
                  <a:lnTo>
                    <a:pt x="884" y="956"/>
                  </a:lnTo>
                  <a:lnTo>
                    <a:pt x="894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8" y="956"/>
                  </a:lnTo>
                  <a:lnTo>
                    <a:pt x="1118" y="952"/>
                  </a:lnTo>
                  <a:lnTo>
                    <a:pt x="1126" y="948"/>
                  </a:lnTo>
                  <a:lnTo>
                    <a:pt x="1132" y="944"/>
                  </a:lnTo>
                  <a:lnTo>
                    <a:pt x="1138" y="938"/>
                  </a:lnTo>
                  <a:lnTo>
                    <a:pt x="1142" y="930"/>
                  </a:lnTo>
                  <a:lnTo>
                    <a:pt x="1144" y="922"/>
                  </a:lnTo>
                  <a:lnTo>
                    <a:pt x="1146" y="912"/>
                  </a:lnTo>
                  <a:lnTo>
                    <a:pt x="1146" y="912"/>
                  </a:lnTo>
                  <a:lnTo>
                    <a:pt x="1144" y="902"/>
                  </a:lnTo>
                  <a:lnTo>
                    <a:pt x="1142" y="894"/>
                  </a:lnTo>
                  <a:lnTo>
                    <a:pt x="1138" y="886"/>
                  </a:lnTo>
                  <a:lnTo>
                    <a:pt x="1132" y="880"/>
                  </a:lnTo>
                  <a:lnTo>
                    <a:pt x="1126" y="876"/>
                  </a:lnTo>
                  <a:lnTo>
                    <a:pt x="1118" y="872"/>
                  </a:lnTo>
                  <a:lnTo>
                    <a:pt x="1108" y="868"/>
                  </a:lnTo>
                  <a:lnTo>
                    <a:pt x="1100" y="868"/>
                  </a:lnTo>
                  <a:lnTo>
                    <a:pt x="1100" y="868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cxnSp>
          <p:nvCxnSpPr>
            <p:cNvPr id="25" name="AutoShape 1986">
              <a:extLst>
                <a:ext uri="{FF2B5EF4-FFF2-40B4-BE49-F238E27FC236}">
                  <a16:creationId xmlns:a16="http://schemas.microsoft.com/office/drawing/2014/main" id="{D315E44B-5F63-4C8C-A6C6-34D4F4A03E8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337737" y="5693561"/>
              <a:ext cx="342030" cy="0"/>
            </a:xfrm>
            <a:prstGeom prst="straightConnector1">
              <a:avLst/>
            </a:prstGeom>
            <a:noFill/>
            <a:ln w="38100">
              <a:solidFill>
                <a:srgbClr val="FFFFFF">
                  <a:lumMod val="65000"/>
                </a:srgbClr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6" name="그룹 5792">
              <a:extLst>
                <a:ext uri="{FF2B5EF4-FFF2-40B4-BE49-F238E27FC236}">
                  <a16:creationId xmlns:a16="http://schemas.microsoft.com/office/drawing/2014/main" id="{E67BAF76-0AF9-4BF1-90C1-7EFA28A9C3C3}"/>
                </a:ext>
              </a:extLst>
            </p:cNvPr>
            <p:cNvGrpSpPr/>
            <p:nvPr/>
          </p:nvGrpSpPr>
          <p:grpSpPr>
            <a:xfrm>
              <a:off x="4715275" y="5395979"/>
              <a:ext cx="187640" cy="189688"/>
              <a:chOff x="2965816" y="5481228"/>
              <a:chExt cx="402996" cy="287337"/>
            </a:xfrm>
          </p:grpSpPr>
          <p:grpSp>
            <p:nvGrpSpPr>
              <p:cNvPr id="27" name="그룹 1263">
                <a:extLst>
                  <a:ext uri="{FF2B5EF4-FFF2-40B4-BE49-F238E27FC236}">
                    <a16:creationId xmlns:a16="http://schemas.microsoft.com/office/drawing/2014/main" id="{A957D192-9F0F-4F6B-B886-CD1B440C9C73}"/>
                  </a:ext>
                </a:extLst>
              </p:cNvPr>
              <p:cNvGrpSpPr/>
              <p:nvPr/>
            </p:nvGrpSpPr>
            <p:grpSpPr>
              <a:xfrm>
                <a:off x="2965816" y="5481228"/>
                <a:ext cx="108000" cy="287337"/>
                <a:chOff x="1532620" y="5570394"/>
                <a:chExt cx="428318" cy="287337"/>
              </a:xfrm>
              <a:solidFill>
                <a:sysClr val="window" lastClr="FFFFFF">
                  <a:lumMod val="95000"/>
                </a:sysClr>
              </a:solidFill>
            </p:grpSpPr>
            <p:sp>
              <p:nvSpPr>
                <p:cNvPr id="37" name="AutoShape 268">
                  <a:extLst>
                    <a:ext uri="{FF2B5EF4-FFF2-40B4-BE49-F238E27FC236}">
                      <a16:creationId xmlns:a16="http://schemas.microsoft.com/office/drawing/2014/main" id="{D3B258D0-EE5A-4DF1-88D3-0C00AECDCB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32620" y="5570394"/>
                  <a:ext cx="428318" cy="287337"/>
                </a:xfrm>
                <a:prstGeom prst="flowChartMagneticDrum">
                  <a:avLst/>
                </a:prstGeom>
                <a:solidFill>
                  <a:srgbClr val="ED7D31">
                    <a:lumMod val="40000"/>
                    <a:lumOff val="60000"/>
                  </a:srgbClr>
                </a:solidFill>
                <a:ln w="12700">
                  <a:solidFill>
                    <a:sysClr val="windowText" lastClr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9pPr>
                </a:lstStyle>
                <a:p>
                  <a:pPr marL="0" marR="0" lvl="0" indent="0" algn="l" defTabSz="914400" rtl="0" eaLnBrk="0" fontAlgn="auto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charset="0"/>
                  </a:endParaRPr>
                </a:p>
              </p:txBody>
            </p:sp>
            <p:sp>
              <p:nvSpPr>
                <p:cNvPr id="38" name="타원 37">
                  <a:extLst>
                    <a:ext uri="{FF2B5EF4-FFF2-40B4-BE49-F238E27FC236}">
                      <a16:creationId xmlns:a16="http://schemas.microsoft.com/office/drawing/2014/main" id="{EE8117BE-8684-4960-B80D-896EF97B2FB3}"/>
                    </a:ext>
                  </a:extLst>
                </p:cNvPr>
                <p:cNvSpPr/>
                <p:nvPr/>
              </p:nvSpPr>
              <p:spPr>
                <a:xfrm>
                  <a:off x="1876694" y="5675831"/>
                  <a:ext cx="36000" cy="72000"/>
                </a:xfrm>
                <a:prstGeom prst="ellipse">
                  <a:avLst/>
                </a:prstGeom>
                <a:grpFill/>
                <a:ln>
                  <a:solidFill>
                    <a:sysClr val="windowText" lastClr="000000"/>
                  </a:solidFill>
                </a:ln>
              </p:spPr>
              <p:txBody>
                <a:bodyPr wrap="none" lIns="36000" tIns="36000" rIns="36000" bIns="360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600" b="0" i="0" u="none" strike="noStrike" kern="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endParaRPr>
                </a:p>
              </p:txBody>
            </p:sp>
          </p:grpSp>
          <p:grpSp>
            <p:nvGrpSpPr>
              <p:cNvPr id="28" name="그룹 1266">
                <a:extLst>
                  <a:ext uri="{FF2B5EF4-FFF2-40B4-BE49-F238E27FC236}">
                    <a16:creationId xmlns:a16="http://schemas.microsoft.com/office/drawing/2014/main" id="{07B938D5-CCFC-4EF8-8555-0ECE41E853A7}"/>
                  </a:ext>
                </a:extLst>
              </p:cNvPr>
              <p:cNvGrpSpPr/>
              <p:nvPr/>
            </p:nvGrpSpPr>
            <p:grpSpPr>
              <a:xfrm>
                <a:off x="3060779" y="5481228"/>
                <a:ext cx="108000" cy="287337"/>
                <a:chOff x="1532620" y="5570394"/>
                <a:chExt cx="428318" cy="287337"/>
              </a:xfrm>
              <a:solidFill>
                <a:sysClr val="window" lastClr="FFFFFF">
                  <a:lumMod val="95000"/>
                </a:sysClr>
              </a:solidFill>
            </p:grpSpPr>
            <p:sp>
              <p:nvSpPr>
                <p:cNvPr id="35" name="AutoShape 268">
                  <a:extLst>
                    <a:ext uri="{FF2B5EF4-FFF2-40B4-BE49-F238E27FC236}">
                      <a16:creationId xmlns:a16="http://schemas.microsoft.com/office/drawing/2014/main" id="{851177CB-056A-437E-A510-E487380AD7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32620" y="5570394"/>
                  <a:ext cx="428318" cy="287337"/>
                </a:xfrm>
                <a:prstGeom prst="flowChartMagneticDrum">
                  <a:avLst/>
                </a:prstGeom>
                <a:solidFill>
                  <a:srgbClr val="ED7D31">
                    <a:lumMod val="40000"/>
                    <a:lumOff val="60000"/>
                  </a:srgbClr>
                </a:solidFill>
                <a:ln w="12700">
                  <a:solidFill>
                    <a:sysClr val="windowText" lastClr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9pPr>
                </a:lstStyle>
                <a:p>
                  <a:pPr marL="0" marR="0" lvl="0" indent="0" algn="l" defTabSz="914400" rtl="0" eaLnBrk="0" fontAlgn="auto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charset="0"/>
                  </a:endParaRPr>
                </a:p>
              </p:txBody>
            </p:sp>
            <p:sp>
              <p:nvSpPr>
                <p:cNvPr id="36" name="타원 35">
                  <a:extLst>
                    <a:ext uri="{FF2B5EF4-FFF2-40B4-BE49-F238E27FC236}">
                      <a16:creationId xmlns:a16="http://schemas.microsoft.com/office/drawing/2014/main" id="{12563E99-0084-46D8-9192-48B3AB27DE1E}"/>
                    </a:ext>
                  </a:extLst>
                </p:cNvPr>
                <p:cNvSpPr/>
                <p:nvPr/>
              </p:nvSpPr>
              <p:spPr>
                <a:xfrm>
                  <a:off x="1876694" y="5675831"/>
                  <a:ext cx="36000" cy="72000"/>
                </a:xfrm>
                <a:prstGeom prst="ellipse">
                  <a:avLst/>
                </a:prstGeom>
                <a:grpFill/>
                <a:ln>
                  <a:solidFill>
                    <a:sysClr val="windowText" lastClr="000000"/>
                  </a:solidFill>
                </a:ln>
              </p:spPr>
              <p:txBody>
                <a:bodyPr wrap="none" lIns="36000" tIns="36000" rIns="36000" bIns="360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600" b="0" i="0" u="none" strike="noStrike" kern="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endParaRPr>
                </a:p>
              </p:txBody>
            </p:sp>
          </p:grpSp>
          <p:grpSp>
            <p:nvGrpSpPr>
              <p:cNvPr id="29" name="그룹 1269">
                <a:extLst>
                  <a:ext uri="{FF2B5EF4-FFF2-40B4-BE49-F238E27FC236}">
                    <a16:creationId xmlns:a16="http://schemas.microsoft.com/office/drawing/2014/main" id="{E4FDC96C-E87A-45B7-A399-178E09F652A5}"/>
                  </a:ext>
                </a:extLst>
              </p:cNvPr>
              <p:cNvGrpSpPr/>
              <p:nvPr/>
            </p:nvGrpSpPr>
            <p:grpSpPr>
              <a:xfrm>
                <a:off x="3161227" y="5481228"/>
                <a:ext cx="108000" cy="287337"/>
                <a:chOff x="1532620" y="5570394"/>
                <a:chExt cx="428318" cy="287337"/>
              </a:xfrm>
              <a:solidFill>
                <a:sysClr val="window" lastClr="FFFFFF">
                  <a:lumMod val="95000"/>
                </a:sysClr>
              </a:solidFill>
            </p:grpSpPr>
            <p:sp>
              <p:nvSpPr>
                <p:cNvPr id="33" name="AutoShape 268">
                  <a:extLst>
                    <a:ext uri="{FF2B5EF4-FFF2-40B4-BE49-F238E27FC236}">
                      <a16:creationId xmlns:a16="http://schemas.microsoft.com/office/drawing/2014/main" id="{0E807A9B-92B3-424F-A2F8-C7ABB5A268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32620" y="5570394"/>
                  <a:ext cx="428318" cy="287337"/>
                </a:xfrm>
                <a:prstGeom prst="flowChartMagneticDrum">
                  <a:avLst/>
                </a:prstGeom>
                <a:solidFill>
                  <a:srgbClr val="ED7D31">
                    <a:lumMod val="40000"/>
                    <a:lumOff val="60000"/>
                  </a:srgbClr>
                </a:solidFill>
                <a:ln w="12700">
                  <a:solidFill>
                    <a:sysClr val="windowText" lastClr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9pPr>
                </a:lstStyle>
                <a:p>
                  <a:pPr marL="0" marR="0" lvl="0" indent="0" algn="l" defTabSz="914400" rtl="0" eaLnBrk="0" fontAlgn="auto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charset="0"/>
                  </a:endParaRPr>
                </a:p>
              </p:txBody>
            </p:sp>
            <p:sp>
              <p:nvSpPr>
                <p:cNvPr id="34" name="타원 33">
                  <a:extLst>
                    <a:ext uri="{FF2B5EF4-FFF2-40B4-BE49-F238E27FC236}">
                      <a16:creationId xmlns:a16="http://schemas.microsoft.com/office/drawing/2014/main" id="{C44C2297-5AD6-4378-9227-E7016E77A41D}"/>
                    </a:ext>
                  </a:extLst>
                </p:cNvPr>
                <p:cNvSpPr/>
                <p:nvPr/>
              </p:nvSpPr>
              <p:spPr>
                <a:xfrm>
                  <a:off x="1876694" y="5675831"/>
                  <a:ext cx="36000" cy="72000"/>
                </a:xfrm>
                <a:prstGeom prst="ellipse">
                  <a:avLst/>
                </a:prstGeom>
                <a:grpFill/>
                <a:ln>
                  <a:solidFill>
                    <a:sysClr val="windowText" lastClr="000000"/>
                  </a:solidFill>
                </a:ln>
              </p:spPr>
              <p:txBody>
                <a:bodyPr wrap="none" lIns="36000" tIns="36000" rIns="36000" bIns="360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600" b="0" i="0" u="none" strike="noStrike" kern="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endParaRPr>
                </a:p>
              </p:txBody>
            </p:sp>
          </p:grpSp>
          <p:grpSp>
            <p:nvGrpSpPr>
              <p:cNvPr id="30" name="그룹 1272">
                <a:extLst>
                  <a:ext uri="{FF2B5EF4-FFF2-40B4-BE49-F238E27FC236}">
                    <a16:creationId xmlns:a16="http://schemas.microsoft.com/office/drawing/2014/main" id="{B5EB8602-96C9-46A1-A5B7-C610AC5E39C7}"/>
                  </a:ext>
                </a:extLst>
              </p:cNvPr>
              <p:cNvGrpSpPr/>
              <p:nvPr/>
            </p:nvGrpSpPr>
            <p:grpSpPr>
              <a:xfrm>
                <a:off x="3260812" y="5481228"/>
                <a:ext cx="108000" cy="287337"/>
                <a:chOff x="1532620" y="5570394"/>
                <a:chExt cx="428318" cy="287337"/>
              </a:xfrm>
              <a:solidFill>
                <a:sysClr val="window" lastClr="FFFFFF">
                  <a:lumMod val="95000"/>
                </a:sysClr>
              </a:solidFill>
            </p:grpSpPr>
            <p:sp>
              <p:nvSpPr>
                <p:cNvPr id="31" name="AutoShape 268">
                  <a:extLst>
                    <a:ext uri="{FF2B5EF4-FFF2-40B4-BE49-F238E27FC236}">
                      <a16:creationId xmlns:a16="http://schemas.microsoft.com/office/drawing/2014/main" id="{80FF308F-D1DC-4C68-B1DF-14CC860175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32620" y="5570394"/>
                  <a:ext cx="428318" cy="287337"/>
                </a:xfrm>
                <a:prstGeom prst="flowChartMagneticDrum">
                  <a:avLst/>
                </a:prstGeom>
                <a:solidFill>
                  <a:srgbClr val="ED7D31">
                    <a:lumMod val="40000"/>
                    <a:lumOff val="60000"/>
                  </a:srgbClr>
                </a:solidFill>
                <a:ln w="12700">
                  <a:solidFill>
                    <a:sysClr val="windowText" lastClr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9pPr>
                </a:lstStyle>
                <a:p>
                  <a:pPr marL="0" marR="0" lvl="0" indent="0" algn="l" defTabSz="914400" rtl="0" eaLnBrk="0" fontAlgn="auto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charset="0"/>
                  </a:endParaRPr>
                </a:p>
              </p:txBody>
            </p:sp>
            <p:sp>
              <p:nvSpPr>
                <p:cNvPr id="32" name="타원 31">
                  <a:extLst>
                    <a:ext uri="{FF2B5EF4-FFF2-40B4-BE49-F238E27FC236}">
                      <a16:creationId xmlns:a16="http://schemas.microsoft.com/office/drawing/2014/main" id="{86143842-55C3-4299-AA52-F6C32AE632FF}"/>
                    </a:ext>
                  </a:extLst>
                </p:cNvPr>
                <p:cNvSpPr/>
                <p:nvPr/>
              </p:nvSpPr>
              <p:spPr>
                <a:xfrm>
                  <a:off x="1876694" y="5675831"/>
                  <a:ext cx="36000" cy="72000"/>
                </a:xfrm>
                <a:prstGeom prst="ellipse">
                  <a:avLst/>
                </a:prstGeom>
                <a:grpFill/>
                <a:ln>
                  <a:solidFill>
                    <a:sysClr val="windowText" lastClr="000000"/>
                  </a:solidFill>
                </a:ln>
              </p:spPr>
              <p:txBody>
                <a:bodyPr wrap="none" lIns="36000" tIns="36000" rIns="36000" bIns="360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600" b="0" i="0" u="none" strike="noStrike" kern="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endParaRPr>
                </a:p>
              </p:txBody>
            </p:sp>
          </p:grpSp>
        </p:grpSp>
        <p:sp>
          <p:nvSpPr>
            <p:cNvPr id="39" name="AutoShape 1885">
              <a:extLst>
                <a:ext uri="{FF2B5EF4-FFF2-40B4-BE49-F238E27FC236}">
                  <a16:creationId xmlns:a16="http://schemas.microsoft.com/office/drawing/2014/main" id="{0DE0C642-E05B-4D93-97B9-C985B17C9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7844" y="5870907"/>
              <a:ext cx="792162" cy="275878"/>
            </a:xfrm>
            <a:prstGeom prst="homePlate">
              <a:avLst>
                <a:gd name="adj" fmla="val 49256"/>
              </a:avLst>
            </a:prstGeom>
            <a:solidFill>
              <a:sysClr val="window" lastClr="FFFFFF">
                <a:lumMod val="85000"/>
              </a:sysClr>
            </a:solidFill>
            <a:ln w="12700" algn="ctr">
              <a:noFill/>
              <a:miter lim="800000"/>
              <a:headEnd/>
              <a:tailEnd/>
            </a:ln>
            <a:effectLst/>
          </p:spPr>
          <p:txBody>
            <a:bodyPr wrap="none" lIns="0" tIns="46800" rIns="0" bIns="4680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pitchFamily="34" charset="0"/>
                </a:rPr>
                <a:t>Mixing</a:t>
              </a:r>
            </a:p>
          </p:txBody>
        </p:sp>
        <p:sp>
          <p:nvSpPr>
            <p:cNvPr id="40" name="AutoShape 1888">
              <a:extLst>
                <a:ext uri="{FF2B5EF4-FFF2-40B4-BE49-F238E27FC236}">
                  <a16:creationId xmlns:a16="http://schemas.microsoft.com/office/drawing/2014/main" id="{F10453B7-F5B8-405B-8EB8-758C77A77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076" y="5876541"/>
              <a:ext cx="792162" cy="288000"/>
            </a:xfrm>
            <a:prstGeom prst="chevron">
              <a:avLst>
                <a:gd name="adj" fmla="val 43087"/>
              </a:avLst>
            </a:prstGeom>
            <a:solidFill>
              <a:sysClr val="window" lastClr="FFFFFF">
                <a:lumMod val="85000"/>
              </a:sysClr>
            </a:solidFill>
            <a:ln w="12700" algn="ctr">
              <a:noFill/>
              <a:miter lim="800000"/>
              <a:headEnd/>
              <a:tailEnd/>
            </a:ln>
            <a:effectLst/>
          </p:spPr>
          <p:txBody>
            <a:bodyPr wrap="none" lIns="0" tIns="46800" rIns="0" bIns="4680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pitchFamily="34" charset="0"/>
                </a:rPr>
                <a:t>Coating</a:t>
              </a:r>
            </a:p>
          </p:txBody>
        </p:sp>
        <p:cxnSp>
          <p:nvCxnSpPr>
            <p:cNvPr id="41" name="AutoShape 1986">
              <a:extLst>
                <a:ext uri="{FF2B5EF4-FFF2-40B4-BE49-F238E27FC236}">
                  <a16:creationId xmlns:a16="http://schemas.microsoft.com/office/drawing/2014/main" id="{2956414B-B59F-4FC7-9A99-188E41E0C08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874099" y="5698029"/>
              <a:ext cx="2233750" cy="16082"/>
            </a:xfrm>
            <a:prstGeom prst="straightConnector1">
              <a:avLst/>
            </a:prstGeom>
            <a:noFill/>
            <a:ln w="38100">
              <a:solidFill>
                <a:srgbClr val="FFFFFF">
                  <a:lumMod val="65000"/>
                </a:srgbClr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42" name="그룹 41">
              <a:extLst>
                <a:ext uri="{FF2B5EF4-FFF2-40B4-BE49-F238E27FC236}">
                  <a16:creationId xmlns:a16="http://schemas.microsoft.com/office/drawing/2014/main" id="{41A2DCC7-B98B-4D7F-AA83-C9DD26F62BB3}"/>
                </a:ext>
              </a:extLst>
            </p:cNvPr>
            <p:cNvGrpSpPr/>
            <p:nvPr/>
          </p:nvGrpSpPr>
          <p:grpSpPr>
            <a:xfrm>
              <a:off x="3350056" y="4698444"/>
              <a:ext cx="176291" cy="193120"/>
              <a:chOff x="2091679" y="4063145"/>
              <a:chExt cx="176291" cy="193120"/>
            </a:xfrm>
          </p:grpSpPr>
          <p:sp>
            <p:nvSpPr>
              <p:cNvPr id="43" name="AutoShape 268">
                <a:extLst>
                  <a:ext uri="{FF2B5EF4-FFF2-40B4-BE49-F238E27FC236}">
                    <a16:creationId xmlns:a16="http://schemas.microsoft.com/office/drawing/2014/main" id="{E8B9310E-BA7A-44A9-813A-3F724C630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679" y="4063145"/>
                <a:ext cx="176291" cy="193120"/>
              </a:xfrm>
              <a:prstGeom prst="flowChartMagneticDrum">
                <a:avLst/>
              </a:prstGeom>
              <a:solidFill>
                <a:srgbClr val="ED7D31">
                  <a:lumMod val="60000"/>
                  <a:lumOff val="40000"/>
                </a:srgbClr>
              </a:solidFill>
              <a:ln w="1270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9pPr>
              </a:lstStyle>
              <a:p>
                <a:pPr marL="0" marR="0" lvl="0" indent="0" algn="l" defTabSz="914400" rtl="0" eaLnBrk="0" fontAlgn="auto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endParaRPr>
              </a:p>
            </p:txBody>
          </p:sp>
          <p:sp>
            <p:nvSpPr>
              <p:cNvPr id="44" name="타원 141">
                <a:extLst>
                  <a:ext uri="{FF2B5EF4-FFF2-40B4-BE49-F238E27FC236}">
                    <a16:creationId xmlns:a16="http://schemas.microsoft.com/office/drawing/2014/main" id="{A7A7C3A0-6489-4DDF-9B9B-D56D1EF3CEB2}"/>
                  </a:ext>
                </a:extLst>
              </p:cNvPr>
              <p:cNvSpPr/>
              <p:nvPr/>
            </p:nvSpPr>
            <p:spPr>
              <a:xfrm>
                <a:off x="2233296" y="4134010"/>
                <a:ext cx="14817" cy="48391"/>
              </a:xfrm>
              <a:prstGeom prst="ellipse">
                <a:avLst/>
              </a:prstGeom>
              <a:solidFill>
                <a:sysClr val="window" lastClr="FFFFFF">
                  <a:lumMod val="95000"/>
                </a:sysClr>
              </a:solidFill>
              <a:ln>
                <a:solidFill>
                  <a:sysClr val="windowText" lastClr="000000"/>
                </a:solidFill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45" name="직사각형 44">
                <a:extLst>
                  <a:ext uri="{FF2B5EF4-FFF2-40B4-BE49-F238E27FC236}">
                    <a16:creationId xmlns:a16="http://schemas.microsoft.com/office/drawing/2014/main" id="{DAEED053-9B2F-45F1-9CCD-825A79F14DDB}"/>
                  </a:ext>
                </a:extLst>
              </p:cNvPr>
              <p:cNvSpPr/>
              <p:nvPr/>
            </p:nvSpPr>
            <p:spPr>
              <a:xfrm>
                <a:off x="2117948" y="4069949"/>
                <a:ext cx="79152" cy="186316"/>
              </a:xfrm>
              <a:prstGeom prst="rect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endParaRPr>
              </a:p>
            </p:txBody>
          </p:sp>
        </p:grpSp>
        <p:grpSp>
          <p:nvGrpSpPr>
            <p:cNvPr id="46" name="그룹 45">
              <a:extLst>
                <a:ext uri="{FF2B5EF4-FFF2-40B4-BE49-F238E27FC236}">
                  <a16:creationId xmlns:a16="http://schemas.microsoft.com/office/drawing/2014/main" id="{4C2FA1B2-E3D9-4D0E-BC15-7AFCC63CA342}"/>
                </a:ext>
              </a:extLst>
            </p:cNvPr>
            <p:cNvGrpSpPr/>
            <p:nvPr/>
          </p:nvGrpSpPr>
          <p:grpSpPr>
            <a:xfrm>
              <a:off x="4145913" y="4711874"/>
              <a:ext cx="176291" cy="193120"/>
              <a:chOff x="2091679" y="4063145"/>
              <a:chExt cx="176291" cy="193120"/>
            </a:xfrm>
          </p:grpSpPr>
          <p:sp>
            <p:nvSpPr>
              <p:cNvPr id="47" name="AutoShape 268">
                <a:extLst>
                  <a:ext uri="{FF2B5EF4-FFF2-40B4-BE49-F238E27FC236}">
                    <a16:creationId xmlns:a16="http://schemas.microsoft.com/office/drawing/2014/main" id="{0D4D6B75-E5D9-42EE-A02A-36C21CF58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679" y="4063145"/>
                <a:ext cx="176291" cy="193120"/>
              </a:xfrm>
              <a:prstGeom prst="flowChartMagneticDrum">
                <a:avLst/>
              </a:prstGeom>
              <a:solidFill>
                <a:srgbClr val="ED7D31">
                  <a:lumMod val="60000"/>
                  <a:lumOff val="40000"/>
                </a:srgbClr>
              </a:solidFill>
              <a:ln w="1270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9pPr>
              </a:lstStyle>
              <a:p>
                <a:pPr marL="0" marR="0" lvl="0" indent="0" algn="l" defTabSz="914400" rtl="0" eaLnBrk="0" fontAlgn="auto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endParaRPr>
              </a:p>
            </p:txBody>
          </p:sp>
          <p:sp>
            <p:nvSpPr>
              <p:cNvPr id="48" name="타원 141">
                <a:extLst>
                  <a:ext uri="{FF2B5EF4-FFF2-40B4-BE49-F238E27FC236}">
                    <a16:creationId xmlns:a16="http://schemas.microsoft.com/office/drawing/2014/main" id="{E1824532-45E3-464F-896D-C3D0B5B883FF}"/>
                  </a:ext>
                </a:extLst>
              </p:cNvPr>
              <p:cNvSpPr/>
              <p:nvPr/>
            </p:nvSpPr>
            <p:spPr>
              <a:xfrm>
                <a:off x="2233296" y="4134010"/>
                <a:ext cx="14817" cy="48391"/>
              </a:xfrm>
              <a:prstGeom prst="ellipse">
                <a:avLst/>
              </a:prstGeom>
              <a:solidFill>
                <a:sysClr val="window" lastClr="FFFFFF">
                  <a:lumMod val="95000"/>
                </a:sysClr>
              </a:solidFill>
              <a:ln>
                <a:solidFill>
                  <a:sysClr val="windowText" lastClr="000000"/>
                </a:solidFill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49" name="직사각형 48">
                <a:extLst>
                  <a:ext uri="{FF2B5EF4-FFF2-40B4-BE49-F238E27FC236}">
                    <a16:creationId xmlns:a16="http://schemas.microsoft.com/office/drawing/2014/main" id="{FB9FFF16-4B84-47F5-92D5-5C4E3BA138AE}"/>
                  </a:ext>
                </a:extLst>
              </p:cNvPr>
              <p:cNvSpPr/>
              <p:nvPr/>
            </p:nvSpPr>
            <p:spPr>
              <a:xfrm>
                <a:off x="2117948" y="4069949"/>
                <a:ext cx="79152" cy="186316"/>
              </a:xfrm>
              <a:prstGeom prst="rect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endParaRPr>
              </a:p>
            </p:txBody>
          </p:sp>
        </p:grpSp>
        <p:cxnSp>
          <p:nvCxnSpPr>
            <p:cNvPr id="50" name="AutoShape 1986">
              <a:extLst>
                <a:ext uri="{FF2B5EF4-FFF2-40B4-BE49-F238E27FC236}">
                  <a16:creationId xmlns:a16="http://schemas.microsoft.com/office/drawing/2014/main" id="{948A5B84-9DFE-4A76-BEF4-5462F25FB35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369196" y="4857148"/>
              <a:ext cx="7721" cy="545938"/>
            </a:xfrm>
            <a:prstGeom prst="straightConnector1">
              <a:avLst/>
            </a:prstGeom>
            <a:noFill/>
            <a:ln w="38100">
              <a:solidFill>
                <a:srgbClr val="FFC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51" name="그룹 50">
              <a:extLst>
                <a:ext uri="{FF2B5EF4-FFF2-40B4-BE49-F238E27FC236}">
                  <a16:creationId xmlns:a16="http://schemas.microsoft.com/office/drawing/2014/main" id="{FA6801B8-E63A-4BC5-AD84-4954B5245DB6}"/>
                </a:ext>
              </a:extLst>
            </p:cNvPr>
            <p:cNvGrpSpPr/>
            <p:nvPr/>
          </p:nvGrpSpPr>
          <p:grpSpPr>
            <a:xfrm>
              <a:off x="4183498" y="5619059"/>
              <a:ext cx="176291" cy="193120"/>
              <a:chOff x="2824411" y="3525849"/>
              <a:chExt cx="176291" cy="193120"/>
            </a:xfrm>
          </p:grpSpPr>
          <p:sp>
            <p:nvSpPr>
              <p:cNvPr id="52" name="AutoShape 268">
                <a:extLst>
                  <a:ext uri="{FF2B5EF4-FFF2-40B4-BE49-F238E27FC236}">
                    <a16:creationId xmlns:a16="http://schemas.microsoft.com/office/drawing/2014/main" id="{F2E7712D-6847-4192-92C4-3BCF4B3F2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411" y="3525849"/>
                <a:ext cx="176291" cy="193120"/>
              </a:xfrm>
              <a:prstGeom prst="flowChartMagneticDrum">
                <a:avLst/>
              </a:prstGeom>
              <a:solidFill>
                <a:sysClr val="window" lastClr="FFFFFF">
                  <a:lumMod val="95000"/>
                </a:sysClr>
              </a:solidFill>
              <a:ln w="1270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9pPr>
              </a:lstStyle>
              <a:p>
                <a:pPr marL="0" marR="0" lvl="0" indent="0" algn="l" defTabSz="914400" rtl="0" eaLnBrk="0" fontAlgn="auto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endParaRPr>
              </a:p>
            </p:txBody>
          </p:sp>
          <p:sp>
            <p:nvSpPr>
              <p:cNvPr id="53" name="타원 141">
                <a:extLst>
                  <a:ext uri="{FF2B5EF4-FFF2-40B4-BE49-F238E27FC236}">
                    <a16:creationId xmlns:a16="http://schemas.microsoft.com/office/drawing/2014/main" id="{C05769A0-C347-4B09-8C14-1D153F15ECFD}"/>
                  </a:ext>
                </a:extLst>
              </p:cNvPr>
              <p:cNvSpPr/>
              <p:nvPr/>
            </p:nvSpPr>
            <p:spPr>
              <a:xfrm>
                <a:off x="2966028" y="3596714"/>
                <a:ext cx="14817" cy="48391"/>
              </a:xfrm>
              <a:prstGeom prst="ellipse">
                <a:avLst/>
              </a:prstGeom>
              <a:solidFill>
                <a:sysClr val="window" lastClr="FFFFFF">
                  <a:lumMod val="95000"/>
                </a:sysClr>
              </a:solidFill>
              <a:ln>
                <a:solidFill>
                  <a:sysClr val="windowText" lastClr="000000"/>
                </a:solidFill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54" name="직사각형 53">
                <a:extLst>
                  <a:ext uri="{FF2B5EF4-FFF2-40B4-BE49-F238E27FC236}">
                    <a16:creationId xmlns:a16="http://schemas.microsoft.com/office/drawing/2014/main" id="{776F41A4-F9C5-4F15-91AD-0956122DA0F2}"/>
                  </a:ext>
                </a:extLst>
              </p:cNvPr>
              <p:cNvSpPr/>
              <p:nvPr/>
            </p:nvSpPr>
            <p:spPr>
              <a:xfrm>
                <a:off x="2850680" y="3532653"/>
                <a:ext cx="79152" cy="186316"/>
              </a:xfrm>
              <a:prstGeom prst="rect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endParaRPr>
              </a:p>
            </p:txBody>
          </p:sp>
        </p:grpSp>
        <p:grpSp>
          <p:nvGrpSpPr>
            <p:cNvPr id="55" name="그룹 5792">
              <a:extLst>
                <a:ext uri="{FF2B5EF4-FFF2-40B4-BE49-F238E27FC236}">
                  <a16:creationId xmlns:a16="http://schemas.microsoft.com/office/drawing/2014/main" id="{98354FFB-F933-4A28-A669-A6DED25B499B}"/>
                </a:ext>
              </a:extLst>
            </p:cNvPr>
            <p:cNvGrpSpPr/>
            <p:nvPr/>
          </p:nvGrpSpPr>
          <p:grpSpPr>
            <a:xfrm>
              <a:off x="4715273" y="5619059"/>
              <a:ext cx="187640" cy="189688"/>
              <a:chOff x="2965816" y="5481228"/>
              <a:chExt cx="402996" cy="287337"/>
            </a:xfrm>
          </p:grpSpPr>
          <p:grpSp>
            <p:nvGrpSpPr>
              <p:cNvPr id="56" name="그룹 1263">
                <a:extLst>
                  <a:ext uri="{FF2B5EF4-FFF2-40B4-BE49-F238E27FC236}">
                    <a16:creationId xmlns:a16="http://schemas.microsoft.com/office/drawing/2014/main" id="{414CF801-0E4F-404C-9CED-D28DAC277391}"/>
                  </a:ext>
                </a:extLst>
              </p:cNvPr>
              <p:cNvGrpSpPr/>
              <p:nvPr/>
            </p:nvGrpSpPr>
            <p:grpSpPr>
              <a:xfrm>
                <a:off x="2965816" y="5481228"/>
                <a:ext cx="108000" cy="287337"/>
                <a:chOff x="1532620" y="5570394"/>
                <a:chExt cx="428318" cy="287337"/>
              </a:xfrm>
              <a:solidFill>
                <a:sysClr val="window" lastClr="FFFFFF">
                  <a:lumMod val="95000"/>
                </a:sysClr>
              </a:solidFill>
            </p:grpSpPr>
            <p:sp>
              <p:nvSpPr>
                <p:cNvPr id="67" name="AutoShape 268">
                  <a:extLst>
                    <a:ext uri="{FF2B5EF4-FFF2-40B4-BE49-F238E27FC236}">
                      <a16:creationId xmlns:a16="http://schemas.microsoft.com/office/drawing/2014/main" id="{CF16C196-2C40-49EE-97CA-D72EBD745F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32620" y="5570394"/>
                  <a:ext cx="428318" cy="287337"/>
                </a:xfrm>
                <a:prstGeom prst="flowChartMagneticDrum">
                  <a:avLst/>
                </a:prstGeom>
                <a:grpFill/>
                <a:ln w="12700">
                  <a:solidFill>
                    <a:sysClr val="windowText" lastClr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9pPr>
                </a:lstStyle>
                <a:p>
                  <a:pPr marL="0" marR="0" lvl="0" indent="0" algn="l" defTabSz="914400" rtl="0" eaLnBrk="0" fontAlgn="auto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charset="0"/>
                  </a:endParaRPr>
                </a:p>
              </p:txBody>
            </p:sp>
            <p:sp>
              <p:nvSpPr>
                <p:cNvPr id="68" name="타원 67">
                  <a:extLst>
                    <a:ext uri="{FF2B5EF4-FFF2-40B4-BE49-F238E27FC236}">
                      <a16:creationId xmlns:a16="http://schemas.microsoft.com/office/drawing/2014/main" id="{574D0547-CFA0-49CD-BC7D-D8F0818EFC0D}"/>
                    </a:ext>
                  </a:extLst>
                </p:cNvPr>
                <p:cNvSpPr/>
                <p:nvPr/>
              </p:nvSpPr>
              <p:spPr>
                <a:xfrm>
                  <a:off x="1876694" y="5675831"/>
                  <a:ext cx="36000" cy="72000"/>
                </a:xfrm>
                <a:prstGeom prst="ellipse">
                  <a:avLst/>
                </a:prstGeom>
                <a:grpFill/>
                <a:ln>
                  <a:solidFill>
                    <a:sysClr val="windowText" lastClr="000000"/>
                  </a:solidFill>
                </a:ln>
              </p:spPr>
              <p:txBody>
                <a:bodyPr wrap="none" lIns="36000" tIns="36000" rIns="36000" bIns="360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600" b="0" i="0" u="none" strike="noStrike" kern="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endParaRPr>
                </a:p>
              </p:txBody>
            </p:sp>
          </p:grpSp>
          <p:grpSp>
            <p:nvGrpSpPr>
              <p:cNvPr id="57" name="그룹 1266">
                <a:extLst>
                  <a:ext uri="{FF2B5EF4-FFF2-40B4-BE49-F238E27FC236}">
                    <a16:creationId xmlns:a16="http://schemas.microsoft.com/office/drawing/2014/main" id="{19A8A2BE-9675-4545-B249-EB0263B69865}"/>
                  </a:ext>
                </a:extLst>
              </p:cNvPr>
              <p:cNvGrpSpPr/>
              <p:nvPr/>
            </p:nvGrpSpPr>
            <p:grpSpPr>
              <a:xfrm>
                <a:off x="3060779" y="5481228"/>
                <a:ext cx="108000" cy="287337"/>
                <a:chOff x="1532620" y="5570394"/>
                <a:chExt cx="428318" cy="287337"/>
              </a:xfrm>
              <a:solidFill>
                <a:sysClr val="window" lastClr="FFFFFF">
                  <a:lumMod val="95000"/>
                </a:sysClr>
              </a:solidFill>
            </p:grpSpPr>
            <p:sp>
              <p:nvSpPr>
                <p:cNvPr id="65" name="AutoShape 268">
                  <a:extLst>
                    <a:ext uri="{FF2B5EF4-FFF2-40B4-BE49-F238E27FC236}">
                      <a16:creationId xmlns:a16="http://schemas.microsoft.com/office/drawing/2014/main" id="{612F2BB1-FAA2-4284-9A7C-F96C790579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32620" y="5570394"/>
                  <a:ext cx="428318" cy="287337"/>
                </a:xfrm>
                <a:prstGeom prst="flowChartMagneticDrum">
                  <a:avLst/>
                </a:prstGeom>
                <a:grpFill/>
                <a:ln w="12700">
                  <a:solidFill>
                    <a:sysClr val="windowText" lastClr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9pPr>
                </a:lstStyle>
                <a:p>
                  <a:pPr marL="0" marR="0" lvl="0" indent="0" algn="l" defTabSz="914400" rtl="0" eaLnBrk="0" fontAlgn="auto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charset="0"/>
                  </a:endParaRPr>
                </a:p>
              </p:txBody>
            </p:sp>
            <p:sp>
              <p:nvSpPr>
                <p:cNvPr id="66" name="타원 65">
                  <a:extLst>
                    <a:ext uri="{FF2B5EF4-FFF2-40B4-BE49-F238E27FC236}">
                      <a16:creationId xmlns:a16="http://schemas.microsoft.com/office/drawing/2014/main" id="{989A7B67-1314-4EBE-A1B2-6C934D7572B7}"/>
                    </a:ext>
                  </a:extLst>
                </p:cNvPr>
                <p:cNvSpPr/>
                <p:nvPr/>
              </p:nvSpPr>
              <p:spPr>
                <a:xfrm>
                  <a:off x="1876694" y="5675831"/>
                  <a:ext cx="36000" cy="72000"/>
                </a:xfrm>
                <a:prstGeom prst="ellipse">
                  <a:avLst/>
                </a:prstGeom>
                <a:grpFill/>
                <a:ln>
                  <a:solidFill>
                    <a:sysClr val="windowText" lastClr="000000"/>
                  </a:solidFill>
                </a:ln>
              </p:spPr>
              <p:txBody>
                <a:bodyPr wrap="none" lIns="36000" tIns="36000" rIns="36000" bIns="360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600" b="0" i="0" u="none" strike="noStrike" kern="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endParaRPr>
                </a:p>
              </p:txBody>
            </p:sp>
          </p:grpSp>
          <p:grpSp>
            <p:nvGrpSpPr>
              <p:cNvPr id="58" name="그룹 1269">
                <a:extLst>
                  <a:ext uri="{FF2B5EF4-FFF2-40B4-BE49-F238E27FC236}">
                    <a16:creationId xmlns:a16="http://schemas.microsoft.com/office/drawing/2014/main" id="{30B9C864-A7B1-480F-80F5-7418A34823C9}"/>
                  </a:ext>
                </a:extLst>
              </p:cNvPr>
              <p:cNvGrpSpPr/>
              <p:nvPr/>
            </p:nvGrpSpPr>
            <p:grpSpPr>
              <a:xfrm>
                <a:off x="3161227" y="5481228"/>
                <a:ext cx="108000" cy="287337"/>
                <a:chOff x="1532620" y="5570394"/>
                <a:chExt cx="428318" cy="287337"/>
              </a:xfrm>
              <a:solidFill>
                <a:sysClr val="window" lastClr="FFFFFF">
                  <a:lumMod val="95000"/>
                </a:sysClr>
              </a:solidFill>
            </p:grpSpPr>
            <p:sp>
              <p:nvSpPr>
                <p:cNvPr id="62" name="AutoShape 268">
                  <a:extLst>
                    <a:ext uri="{FF2B5EF4-FFF2-40B4-BE49-F238E27FC236}">
                      <a16:creationId xmlns:a16="http://schemas.microsoft.com/office/drawing/2014/main" id="{02715CA7-EC6D-4854-B17B-788239C61A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32620" y="5570394"/>
                  <a:ext cx="428318" cy="287337"/>
                </a:xfrm>
                <a:prstGeom prst="flowChartMagneticDrum">
                  <a:avLst/>
                </a:prstGeom>
                <a:grpFill/>
                <a:ln w="12700">
                  <a:solidFill>
                    <a:sysClr val="windowText" lastClr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9pPr>
                </a:lstStyle>
                <a:p>
                  <a:pPr marL="0" marR="0" lvl="0" indent="0" algn="l" defTabSz="914400" rtl="0" eaLnBrk="0" fontAlgn="auto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charset="0"/>
                  </a:endParaRPr>
                </a:p>
              </p:txBody>
            </p:sp>
            <p:sp>
              <p:nvSpPr>
                <p:cNvPr id="63" name="타원 62">
                  <a:extLst>
                    <a:ext uri="{FF2B5EF4-FFF2-40B4-BE49-F238E27FC236}">
                      <a16:creationId xmlns:a16="http://schemas.microsoft.com/office/drawing/2014/main" id="{141B6060-4D63-4474-A68E-8993BAE47392}"/>
                    </a:ext>
                  </a:extLst>
                </p:cNvPr>
                <p:cNvSpPr/>
                <p:nvPr/>
              </p:nvSpPr>
              <p:spPr>
                <a:xfrm>
                  <a:off x="1876694" y="5675831"/>
                  <a:ext cx="36000" cy="72000"/>
                </a:xfrm>
                <a:prstGeom prst="ellipse">
                  <a:avLst/>
                </a:prstGeom>
                <a:grpFill/>
                <a:ln>
                  <a:solidFill>
                    <a:sysClr val="windowText" lastClr="000000"/>
                  </a:solidFill>
                </a:ln>
              </p:spPr>
              <p:txBody>
                <a:bodyPr wrap="none" lIns="36000" tIns="36000" rIns="36000" bIns="360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600" b="0" i="0" u="none" strike="noStrike" kern="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endParaRPr>
                </a:p>
              </p:txBody>
            </p:sp>
          </p:grpSp>
          <p:grpSp>
            <p:nvGrpSpPr>
              <p:cNvPr id="59" name="그룹 1272">
                <a:extLst>
                  <a:ext uri="{FF2B5EF4-FFF2-40B4-BE49-F238E27FC236}">
                    <a16:creationId xmlns:a16="http://schemas.microsoft.com/office/drawing/2014/main" id="{1EE93E9A-1902-40F3-A89A-A60919416E10}"/>
                  </a:ext>
                </a:extLst>
              </p:cNvPr>
              <p:cNvGrpSpPr/>
              <p:nvPr/>
            </p:nvGrpSpPr>
            <p:grpSpPr>
              <a:xfrm>
                <a:off x="3260812" y="5481228"/>
                <a:ext cx="108000" cy="287337"/>
                <a:chOff x="1532620" y="5570394"/>
                <a:chExt cx="428318" cy="287337"/>
              </a:xfrm>
              <a:solidFill>
                <a:sysClr val="window" lastClr="FFFFFF">
                  <a:lumMod val="95000"/>
                </a:sysClr>
              </a:solidFill>
            </p:grpSpPr>
            <p:sp>
              <p:nvSpPr>
                <p:cNvPr id="60" name="AutoShape 268">
                  <a:extLst>
                    <a:ext uri="{FF2B5EF4-FFF2-40B4-BE49-F238E27FC236}">
                      <a16:creationId xmlns:a16="http://schemas.microsoft.com/office/drawing/2014/main" id="{6BCCC4CD-F6EA-41B6-A24C-021ED0E13F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32620" y="5570394"/>
                  <a:ext cx="428318" cy="287337"/>
                </a:xfrm>
                <a:prstGeom prst="flowChartMagneticDrum">
                  <a:avLst/>
                </a:prstGeom>
                <a:grpFill/>
                <a:ln w="12700">
                  <a:solidFill>
                    <a:sysClr val="windowText" lastClr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맑은 고딕" pitchFamily="50" charset="-127"/>
                      <a:ea typeface="맑은 고딕" pitchFamily="50" charset="-127"/>
                    </a:defRPr>
                  </a:lvl9pPr>
                </a:lstStyle>
                <a:p>
                  <a:pPr marL="0" marR="0" lvl="0" indent="0" algn="l" defTabSz="914400" rtl="0" eaLnBrk="0" fontAlgn="auto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charset="0"/>
                  </a:endParaRPr>
                </a:p>
              </p:txBody>
            </p:sp>
            <p:sp>
              <p:nvSpPr>
                <p:cNvPr id="61" name="타원 60">
                  <a:extLst>
                    <a:ext uri="{FF2B5EF4-FFF2-40B4-BE49-F238E27FC236}">
                      <a16:creationId xmlns:a16="http://schemas.microsoft.com/office/drawing/2014/main" id="{20AEE3EA-C85F-4A29-84AC-CB4EBC6C7E95}"/>
                    </a:ext>
                  </a:extLst>
                </p:cNvPr>
                <p:cNvSpPr/>
                <p:nvPr/>
              </p:nvSpPr>
              <p:spPr>
                <a:xfrm>
                  <a:off x="1876694" y="5675831"/>
                  <a:ext cx="36000" cy="72000"/>
                </a:xfrm>
                <a:prstGeom prst="ellipse">
                  <a:avLst/>
                </a:prstGeom>
                <a:grpFill/>
                <a:ln>
                  <a:solidFill>
                    <a:sysClr val="windowText" lastClr="000000"/>
                  </a:solidFill>
                </a:ln>
              </p:spPr>
              <p:txBody>
                <a:bodyPr wrap="none" lIns="36000" tIns="36000" rIns="36000" bIns="360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600" b="0" i="0" u="none" strike="noStrike" kern="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endParaRPr>
                </a:p>
              </p:txBody>
            </p:sp>
          </p:grpSp>
        </p:grpSp>
        <p:sp>
          <p:nvSpPr>
            <p:cNvPr id="69" name="AutoShape 1888">
              <a:extLst>
                <a:ext uri="{FF2B5EF4-FFF2-40B4-BE49-F238E27FC236}">
                  <a16:creationId xmlns:a16="http://schemas.microsoft.com/office/drawing/2014/main" id="{027E5009-16C2-4DAC-91D7-BD7BD0EE5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0180" y="4386036"/>
              <a:ext cx="792162" cy="288000"/>
            </a:xfrm>
            <a:prstGeom prst="chevron">
              <a:avLst>
                <a:gd name="adj" fmla="val 43087"/>
              </a:avLst>
            </a:prstGeom>
            <a:solidFill>
              <a:srgbClr val="ED7D31">
                <a:lumMod val="40000"/>
                <a:lumOff val="60000"/>
              </a:srgbClr>
            </a:solidFill>
            <a:ln w="12700" algn="ctr">
              <a:noFill/>
              <a:miter lim="800000"/>
              <a:headEnd/>
              <a:tailEnd/>
            </a:ln>
            <a:effectLst/>
          </p:spPr>
          <p:txBody>
            <a:bodyPr wrap="none" lIns="0" tIns="46800" rIns="0" bIns="4680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pitchFamily="34" charset="0"/>
                </a:rPr>
                <a:t>Roll Press</a:t>
              </a:r>
            </a:p>
          </p:txBody>
        </p:sp>
        <p:sp>
          <p:nvSpPr>
            <p:cNvPr id="70" name="AutoShape 1888">
              <a:extLst>
                <a:ext uri="{FF2B5EF4-FFF2-40B4-BE49-F238E27FC236}">
                  <a16:creationId xmlns:a16="http://schemas.microsoft.com/office/drawing/2014/main" id="{948F201B-B403-4EF5-9E21-9C6165771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4082" y="5876541"/>
              <a:ext cx="792162" cy="288000"/>
            </a:xfrm>
            <a:prstGeom prst="chevron">
              <a:avLst>
                <a:gd name="adj" fmla="val 43087"/>
              </a:avLst>
            </a:prstGeom>
            <a:solidFill>
              <a:sysClr val="window" lastClr="FFFFFF">
                <a:lumMod val="85000"/>
              </a:sysClr>
            </a:solidFill>
            <a:ln w="12700" algn="ctr">
              <a:noFill/>
              <a:miter lim="800000"/>
              <a:headEnd/>
              <a:tailEnd/>
            </a:ln>
            <a:effectLst/>
          </p:spPr>
          <p:txBody>
            <a:bodyPr wrap="none" lIns="0" tIns="46800" rIns="0" bIns="4680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pitchFamily="34" charset="0"/>
                </a:rPr>
                <a:t>Roll Press</a:t>
              </a:r>
            </a:p>
          </p:txBody>
        </p:sp>
        <p:cxnSp>
          <p:nvCxnSpPr>
            <p:cNvPr id="71" name="AutoShape 1986">
              <a:extLst>
                <a:ext uri="{FF2B5EF4-FFF2-40B4-BE49-F238E27FC236}">
                  <a16:creationId xmlns:a16="http://schemas.microsoft.com/office/drawing/2014/main" id="{5F08F18D-96A7-4F48-9BE4-F6C48141A2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332523" y="5498074"/>
              <a:ext cx="342030" cy="0"/>
            </a:xfrm>
            <a:prstGeom prst="straightConnector1">
              <a:avLst/>
            </a:prstGeom>
            <a:noFill/>
            <a:ln w="38100">
              <a:solidFill>
                <a:srgbClr val="FFC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AutoShape 1986">
              <a:extLst>
                <a:ext uri="{FF2B5EF4-FFF2-40B4-BE49-F238E27FC236}">
                  <a16:creationId xmlns:a16="http://schemas.microsoft.com/office/drawing/2014/main" id="{E75D056A-7156-45F2-A7F8-31D65E40F8E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932470" y="5702911"/>
              <a:ext cx="342030" cy="0"/>
            </a:xfrm>
            <a:prstGeom prst="straightConnector1">
              <a:avLst/>
            </a:prstGeom>
            <a:noFill/>
            <a:ln w="38100">
              <a:solidFill>
                <a:srgbClr val="FFFFFF">
                  <a:lumMod val="65000"/>
                </a:srgbClr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3" name="AutoShape 1986">
              <a:extLst>
                <a:ext uri="{FF2B5EF4-FFF2-40B4-BE49-F238E27FC236}">
                  <a16:creationId xmlns:a16="http://schemas.microsoft.com/office/drawing/2014/main" id="{18268917-1134-4421-B705-781D9F91866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927256" y="5507424"/>
              <a:ext cx="342030" cy="0"/>
            </a:xfrm>
            <a:prstGeom prst="straightConnector1">
              <a:avLst/>
            </a:prstGeom>
            <a:noFill/>
            <a:ln w="38100">
              <a:solidFill>
                <a:srgbClr val="FFC000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DF3DA628-FDE9-4254-905F-1888434C6240}"/>
                </a:ext>
              </a:extLst>
            </p:cNvPr>
            <p:cNvSpPr/>
            <p:nvPr/>
          </p:nvSpPr>
          <p:spPr>
            <a:xfrm>
              <a:off x="1543857" y="4229239"/>
              <a:ext cx="2025534" cy="219607"/>
            </a:xfrm>
            <a:prstGeom prst="rect">
              <a:avLst/>
            </a:prstGeom>
            <a:solidFill>
              <a:srgbClr val="70AD47">
                <a:lumMod val="40000"/>
                <a:lumOff val="60000"/>
              </a:srgbClr>
            </a:solidFill>
            <a:ln w="12700" cap="flat" cmpd="sng" algn="ctr">
              <a:solidFill>
                <a:srgbClr val="4472C4">
                  <a:shade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ESMI 2</a:t>
              </a:r>
              <a:r>
                <a:rPr kumimoji="0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동</a:t>
              </a:r>
              <a:r>
                <a: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(ESS</a:t>
              </a:r>
              <a:r>
                <a:rPr kumimoji="0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전지 사업부</a:t>
              </a:r>
              <a:r>
                <a: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)</a:t>
              </a:r>
              <a:endParaRPr kumimoji="0" lang="ko-KR" altLang="en-US" sz="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C3988689-24DB-4BF2-949C-08AB39E92BAE}"/>
                </a:ext>
              </a:extLst>
            </p:cNvPr>
            <p:cNvSpPr txBox="1"/>
            <p:nvPr/>
          </p:nvSpPr>
          <p:spPr>
            <a:xfrm>
              <a:off x="1559077" y="4684152"/>
              <a:ext cx="423425" cy="4145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음극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F04B424-33A1-4F19-B171-0CA1F065496A}"/>
                </a:ext>
              </a:extLst>
            </p:cNvPr>
            <p:cNvSpPr txBox="1"/>
            <p:nvPr/>
          </p:nvSpPr>
          <p:spPr>
            <a:xfrm>
              <a:off x="1543863" y="5597014"/>
              <a:ext cx="423425" cy="4145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양극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89504D92-F21A-4795-9BAF-A8A2D9962318}"/>
                </a:ext>
              </a:extLst>
            </p:cNvPr>
            <p:cNvSpPr txBox="1"/>
            <p:nvPr/>
          </p:nvSpPr>
          <p:spPr>
            <a:xfrm>
              <a:off x="1932359" y="6178716"/>
              <a:ext cx="1322779" cy="24872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양극 롤맵 특이사항 없음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0AD9811F-0613-44C6-A829-D63424413BA3}"/>
                </a:ext>
              </a:extLst>
            </p:cNvPr>
            <p:cNvSpPr txBox="1"/>
            <p:nvPr/>
          </p:nvSpPr>
          <p:spPr>
            <a:xfrm>
              <a:off x="1857844" y="4856503"/>
              <a:ext cx="2318789" cy="6218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1/21 </a:t>
              </a:r>
              <a:r>
                <a:rPr kumimoji="0" lang="ko-KR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정기 배포 시</a:t>
              </a:r>
              <a:r>
                <a:rPr kumimoji="0" lang="en-US" altLang="ko-KR" sz="6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,</a:t>
              </a:r>
              <a:r>
                <a:rPr kumimoji="0" lang="ko-KR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 음극 </a:t>
              </a:r>
              <a:r>
                <a:rPr kumimoji="0" lang="en-US" altLang="ko-KR" sz="6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MI2</a:t>
              </a:r>
              <a:r>
                <a:rPr kumimoji="0" lang="ko-KR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동</a:t>
              </a:r>
              <a:r>
                <a:rPr kumimoji="0" lang="en-US" altLang="ko-KR" sz="6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 </a:t>
              </a:r>
              <a:r>
                <a:rPr kumimoji="0" lang="ko-KR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코터</a:t>
              </a:r>
              <a:r>
                <a:rPr kumimoji="0" lang="en-US" altLang="ko-KR" sz="6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~</a:t>
              </a:r>
              <a:r>
                <a:rPr kumimoji="0" lang="ko-KR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롤프레스까지</a:t>
              </a:r>
              <a:r>
                <a:rPr kumimoji="0" lang="en-US" altLang="ko-KR" sz="6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 </a:t>
              </a:r>
            </a:p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롤맵 추적 가능하나</a:t>
              </a:r>
              <a:r>
                <a:rPr kumimoji="0" lang="en-US" altLang="ko-KR" sz="6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,</a:t>
              </a:r>
            </a:p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MI1</a:t>
              </a:r>
              <a:r>
                <a:rPr kumimoji="0" lang="ko-KR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동 </a:t>
              </a:r>
              <a:r>
                <a:rPr kumimoji="0" lang="ko-KR" altLang="en-US" sz="600" b="1" i="0" u="none" strike="noStrike" kern="1200" cap="none" spc="0" normalizeH="0" baseline="0" noProof="0" err="1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슬리터</a:t>
              </a:r>
              <a:r>
                <a:rPr kumimoji="0" lang="ko-KR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 이동 시 롤맵 추적 불가</a:t>
              </a:r>
              <a:r>
                <a:rPr kumimoji="0" lang="en-US" altLang="ko-KR" sz="6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.</a:t>
              </a:r>
            </a:p>
          </p:txBody>
        </p:sp>
        <p:grpSp>
          <p:nvGrpSpPr>
            <p:cNvPr id="79" name="그룹 78">
              <a:extLst>
                <a:ext uri="{FF2B5EF4-FFF2-40B4-BE49-F238E27FC236}">
                  <a16:creationId xmlns:a16="http://schemas.microsoft.com/office/drawing/2014/main" id="{C16CAE6A-4D39-47DF-9E6A-B8793502E0AD}"/>
                </a:ext>
              </a:extLst>
            </p:cNvPr>
            <p:cNvGrpSpPr/>
            <p:nvPr/>
          </p:nvGrpSpPr>
          <p:grpSpPr>
            <a:xfrm>
              <a:off x="4184103" y="5383801"/>
              <a:ext cx="176291" cy="193120"/>
              <a:chOff x="2091679" y="4063145"/>
              <a:chExt cx="176291" cy="193120"/>
            </a:xfrm>
          </p:grpSpPr>
          <p:sp>
            <p:nvSpPr>
              <p:cNvPr id="80" name="AutoShape 268">
                <a:extLst>
                  <a:ext uri="{FF2B5EF4-FFF2-40B4-BE49-F238E27FC236}">
                    <a16:creationId xmlns:a16="http://schemas.microsoft.com/office/drawing/2014/main" id="{0096399F-3321-47A5-9B92-6091B63F9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679" y="4063145"/>
                <a:ext cx="176291" cy="193120"/>
              </a:xfrm>
              <a:prstGeom prst="flowChartMagneticDrum">
                <a:avLst/>
              </a:prstGeom>
              <a:solidFill>
                <a:srgbClr val="ED7D31">
                  <a:lumMod val="60000"/>
                  <a:lumOff val="40000"/>
                </a:srgbClr>
              </a:solidFill>
              <a:ln w="1270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9pPr>
              </a:lstStyle>
              <a:p>
                <a:pPr marL="0" marR="0" lvl="0" indent="0" algn="l" defTabSz="914400" rtl="0" eaLnBrk="0" fontAlgn="auto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endParaRPr>
              </a:p>
            </p:txBody>
          </p:sp>
          <p:sp>
            <p:nvSpPr>
              <p:cNvPr id="81" name="타원 141">
                <a:extLst>
                  <a:ext uri="{FF2B5EF4-FFF2-40B4-BE49-F238E27FC236}">
                    <a16:creationId xmlns:a16="http://schemas.microsoft.com/office/drawing/2014/main" id="{B759E0BD-6920-4458-BA66-320F00150A27}"/>
                  </a:ext>
                </a:extLst>
              </p:cNvPr>
              <p:cNvSpPr/>
              <p:nvPr/>
            </p:nvSpPr>
            <p:spPr>
              <a:xfrm>
                <a:off x="2233296" y="4134010"/>
                <a:ext cx="14817" cy="48391"/>
              </a:xfrm>
              <a:prstGeom prst="ellipse">
                <a:avLst/>
              </a:prstGeom>
              <a:solidFill>
                <a:sysClr val="window" lastClr="FFFFFF">
                  <a:lumMod val="95000"/>
                </a:sysClr>
              </a:solidFill>
              <a:ln>
                <a:solidFill>
                  <a:sysClr val="windowText" lastClr="000000"/>
                </a:solidFill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endParaRPr>
              </a:p>
            </p:txBody>
          </p:sp>
          <p:sp>
            <p:nvSpPr>
              <p:cNvPr id="86" name="직사각형 85">
                <a:extLst>
                  <a:ext uri="{FF2B5EF4-FFF2-40B4-BE49-F238E27FC236}">
                    <a16:creationId xmlns:a16="http://schemas.microsoft.com/office/drawing/2014/main" id="{53CA46EF-0CF5-4849-99F6-CF91124A34F4}"/>
                  </a:ext>
                </a:extLst>
              </p:cNvPr>
              <p:cNvSpPr/>
              <p:nvPr/>
            </p:nvSpPr>
            <p:spPr>
              <a:xfrm>
                <a:off x="2117948" y="4069949"/>
                <a:ext cx="79152" cy="186316"/>
              </a:xfrm>
              <a:prstGeom prst="rect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endParaRPr>
              </a:p>
            </p:txBody>
          </p:sp>
        </p:grp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7D0D7BF6-8262-4230-81FB-20CCFCAE69E6}"/>
              </a:ext>
            </a:extLst>
          </p:cNvPr>
          <p:cNvSpPr txBox="1"/>
          <p:nvPr/>
        </p:nvSpPr>
        <p:spPr>
          <a:xfrm>
            <a:off x="7126841" y="4115644"/>
            <a:ext cx="26705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※ ESMI 1,2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동 전극 운영시나리오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(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자동차전지 모델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82741237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5119133"/>
              </p:ext>
            </p:extLst>
          </p:nvPr>
        </p:nvGraphicFramePr>
        <p:xfrm>
          <a:off x="153168" y="902205"/>
          <a:ext cx="9644174" cy="571165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68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4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수평전개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오창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2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NFF MP1/MP2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[W51] ESOC2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양극 생산 진행중 입니다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12/16 ~ 12/19 (N33Q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체리향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 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현황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>
                        <a:defRPr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1) NFF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프로젝트 마스터 일정  변경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[ SOP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기존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24/8/15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25/6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 변경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25/7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25/10] </a:t>
                      </a:r>
                    </a:p>
                    <a:p>
                      <a:pPr>
                        <a:defRPr/>
                      </a:pP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사유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내부 신뢰성 검증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NG (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고온고습보관시험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75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도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 85%RH / 37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, Spec 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초기전압대비전압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Drop 1%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미만을 만족하지 못함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PPR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이슈로 고객사 승인 지연  *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PPR (Passive Propagation Resistance)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배터리 셀의 안전성 검증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특정 셀에서 발생한 화재가 인접 셀로 전이 방지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2) NFF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레이져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마킹 검토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레이저 마킹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(2D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바코드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3x3mm)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사양을 검토 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②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레이져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마킹 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공정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레이져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마킹 설비 대수와 롤프레스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공정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OCR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비젼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수량 검토하여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ESAZ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투자비 비교 검토 중입니다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- ESAZ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설비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’25.8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FOB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예정으로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월전까지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발행할 수 있도록 검토 및 투자 일정 수립 중입니다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③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레이져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마킹 후 조립 공정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투입시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과용접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스패터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발생 사전 검증을 위해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젤리롤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사외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반출후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오창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공장 조립 공정 투입하여 이상 없음 확인했습니다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(1/17)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젤리롤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개를 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레이져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협력사에서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포밍면을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2D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레이져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마킹 후 조립 공정 투입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젤리롤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 증량하여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레이져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마킹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(2/4)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했으며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 공정 투입 했습니다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니다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(2/10)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과용접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불량 없었으며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인장 강도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분리막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손상등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확인 결과 이상 없었습니다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④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레이져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헤드 설치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(Demo)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하여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2/21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코팅시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레이져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마킹 및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BCR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인식 확인했습니다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3)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레이져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마킹 셋업 및 검증 현황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(MP1, MP2)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경상투자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1.72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오창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공장 양극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fume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집진기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담당님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대면 보고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5/30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 및 집행품의 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6/2)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레이져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마킹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[6/4~6/6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Rivian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向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(4695)]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20000m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생산시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레이져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마킹 했습니다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- 10/15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 부터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생산 시작했으며 모델은 개발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  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 모델로 전극 폭 변경이 있어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레이져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마킹 위치 수정 후 정상 마킹 확인했습니다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OC9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 양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집진기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제어 추가 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(990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만원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_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목적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가동시에만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집진기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가동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될수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있도록 제어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OC9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망분리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투자 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(510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만원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_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목적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EIF scan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time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개선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오창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공장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scan time 2s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이상으로 타 사이트 대비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이상 높음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일반 경상 투자 진행중 입니다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OC9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집진기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11/6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입고 되었으며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유틸리티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배관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공사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11/14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까지 완료  예정 입니다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MP2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와인더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셋업 집행품의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(2.89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소형생산 예산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서면 보고 드렸으며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구매요청 완료했습니다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EIF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망 분리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기존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통신을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PLC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통해서 진행하여 속도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저하등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발생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 하였습니다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(11/19)  11/21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생산시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EIF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scan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time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기존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에서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1.5s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 개선 확인했습니다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QA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요청으로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외관 불량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(foil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아일랜드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레인별 불량 마킹 개발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사양건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집행품의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매크로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백만원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그림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28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백만원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완료했습니다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12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주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완료로 진행  예정 입니다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 ESOC2 OC9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NFF MP1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와인더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BCR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추가 투자 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(0.79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검수 완료 했습니다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 ESOC2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프로젝트 경상투자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 보고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오창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 NFF MP2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전극후공정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투자 및 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지연품의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오창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 NFF Pilot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투자  결재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상신했습니다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OC10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투자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 샘플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생산으로 가동 없음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는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와인더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및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투자로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변경 진행 예정으로 매크로와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변경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검토중입니다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 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12/16~12/19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 진행중 입니다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주야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교대로 연속 생산 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레이져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마킹 기준점 및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NG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마킹 진행중 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’25.12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강규택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P</a:t>
                      </a:r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943F47-EAEA-4391-A2BC-C7C33A8E8CFD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12/17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16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CE4A1AF-5D49-43F9-9F31-E88EAE372D41}"/>
              </a:ext>
            </a:extLst>
          </p:cNvPr>
          <p:cNvSpPr txBox="1">
            <a:spLocks/>
          </p:cNvSpPr>
          <p:nvPr/>
        </p:nvSpPr>
        <p:spPr>
          <a:xfrm>
            <a:off x="8914782" y="418066"/>
            <a:ext cx="95539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강규택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P 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B327CFA3-3346-4B90-8A7D-F7728F8BEA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9640538"/>
              </p:ext>
            </p:extLst>
          </p:nvPr>
        </p:nvGraphicFramePr>
        <p:xfrm>
          <a:off x="1931657" y="1341422"/>
          <a:ext cx="5661707" cy="733425"/>
        </p:xfrm>
        <a:graphic>
          <a:graphicData uri="http://schemas.openxmlformats.org/drawingml/2006/table">
            <a:tbl>
              <a:tblPr/>
              <a:tblGrid>
                <a:gridCol w="623321">
                  <a:extLst>
                    <a:ext uri="{9D8B030D-6E8A-4147-A177-3AD203B41FA5}">
                      <a16:colId xmlns:a16="http://schemas.microsoft.com/office/drawing/2014/main" val="1895017513"/>
                    </a:ext>
                  </a:extLst>
                </a:gridCol>
                <a:gridCol w="623321">
                  <a:extLst>
                    <a:ext uri="{9D8B030D-6E8A-4147-A177-3AD203B41FA5}">
                      <a16:colId xmlns:a16="http://schemas.microsoft.com/office/drawing/2014/main" val="2255484262"/>
                    </a:ext>
                  </a:extLst>
                </a:gridCol>
                <a:gridCol w="623321">
                  <a:extLst>
                    <a:ext uri="{9D8B030D-6E8A-4147-A177-3AD203B41FA5}">
                      <a16:colId xmlns:a16="http://schemas.microsoft.com/office/drawing/2014/main" val="620879064"/>
                    </a:ext>
                  </a:extLst>
                </a:gridCol>
                <a:gridCol w="732286">
                  <a:extLst>
                    <a:ext uri="{9D8B030D-6E8A-4147-A177-3AD203B41FA5}">
                      <a16:colId xmlns:a16="http://schemas.microsoft.com/office/drawing/2014/main" val="3419323453"/>
                    </a:ext>
                  </a:extLst>
                </a:gridCol>
                <a:gridCol w="566429">
                  <a:extLst>
                    <a:ext uri="{9D8B030D-6E8A-4147-A177-3AD203B41FA5}">
                      <a16:colId xmlns:a16="http://schemas.microsoft.com/office/drawing/2014/main" val="932271773"/>
                    </a:ext>
                  </a:extLst>
                </a:gridCol>
                <a:gridCol w="497870">
                  <a:extLst>
                    <a:ext uri="{9D8B030D-6E8A-4147-A177-3AD203B41FA5}">
                      <a16:colId xmlns:a16="http://schemas.microsoft.com/office/drawing/2014/main" val="3516870043"/>
                    </a:ext>
                  </a:extLst>
                </a:gridCol>
                <a:gridCol w="696699">
                  <a:extLst>
                    <a:ext uri="{9D8B030D-6E8A-4147-A177-3AD203B41FA5}">
                      <a16:colId xmlns:a16="http://schemas.microsoft.com/office/drawing/2014/main" val="4215022717"/>
                    </a:ext>
                  </a:extLst>
                </a:gridCol>
                <a:gridCol w="675139">
                  <a:extLst>
                    <a:ext uri="{9D8B030D-6E8A-4147-A177-3AD203B41FA5}">
                      <a16:colId xmlns:a16="http://schemas.microsoft.com/office/drawing/2014/main" val="1582675740"/>
                    </a:ext>
                  </a:extLst>
                </a:gridCol>
                <a:gridCol w="623321">
                  <a:extLst>
                    <a:ext uri="{9D8B030D-6E8A-4147-A177-3AD203B41FA5}">
                      <a16:colId xmlns:a16="http://schemas.microsoft.com/office/drawing/2014/main" val="1336250242"/>
                    </a:ext>
                  </a:extLst>
                </a:gridCol>
              </a:tblGrid>
              <a:tr h="5466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Site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견적 검토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PO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FOB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입고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설치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Data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검증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양산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6364275"/>
                  </a:ext>
                </a:extLst>
              </a:tr>
              <a:tr h="5466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오창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2 MP1</a:t>
                      </a:r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전극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‘23.3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‘23.5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‘23.11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‘24.4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’24.11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’26.3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6227451"/>
                  </a:ext>
                </a:extLst>
              </a:tr>
              <a:tr h="140091"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조립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‘23.3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‘23.5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‘23.11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‘24.4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’24.11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’26.3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3146154"/>
                  </a:ext>
                </a:extLst>
              </a:tr>
              <a:tr h="5466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오창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2 MP2</a:t>
                      </a:r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전극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‘24.11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‘24.12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‘25.7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‘25.7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‘25.11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‘25.12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4425053"/>
                  </a:ext>
                </a:extLst>
              </a:tr>
              <a:tr h="5466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오창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2 pilot</a:t>
                      </a:r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코터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’25.3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‘25.7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‘25.9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‘25.10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‘25.11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‘25.10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4560902"/>
                  </a:ext>
                </a:extLst>
              </a:tr>
            </a:tbl>
          </a:graphicData>
        </a:graphic>
      </p:graphicFrame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BF6AD6BD-D608-471C-B44C-4AEBF3A1099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300310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소형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Roll Map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구축 수평전개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D8D1DCA-2CD7-455D-BBFD-DB599EC740B0}"/>
              </a:ext>
            </a:extLst>
          </p:cNvPr>
          <p:cNvSpPr txBox="1"/>
          <p:nvPr/>
        </p:nvSpPr>
        <p:spPr>
          <a:xfrm>
            <a:off x="5924682" y="587343"/>
            <a:ext cx="227305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-#05,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62F5502-07D6-45DA-B7C1-0069EF471E91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76009589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2373177"/>
              </p:ext>
            </p:extLst>
          </p:nvPr>
        </p:nvGraphicFramePr>
        <p:xfrm>
          <a:off x="153168" y="911170"/>
          <a:ext cx="9644174" cy="571165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68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4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수평전개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ESGM2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[W51]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금주 특이사항 없습니다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현황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수평전개 진행사항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1)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① 전극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5~6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셋업 진행 중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※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’24.2/12,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’24.5/20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이후 양산 진행 중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2)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세부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진행사항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: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: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’25.8/1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예정</a:t>
                      </a:r>
                      <a:endParaRPr kumimoji="0" lang="en-US" altLang="ko-KR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①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: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GMES Roll Map Open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(~9/12,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실적 자동화 기능 적용 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(~9/12,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② 롤프레스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셋업 완료 하였으며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롤프레스 설비 가동 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Roll Map Open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및 기능 검증 예정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 일정 확인 중 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.)</a:t>
                      </a:r>
                      <a:endParaRPr lang="en-US" altLang="ko-KR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 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③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GMES Roll Map Open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(9/25,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 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④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5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연동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 및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GMES Roll Map Open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(10/3,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기타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]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ESGM2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각형 생산을 위한 설비 개조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신규투자 검토 진행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1)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 라인 개조 및 조립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1~3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신규 투자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(DNC)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검토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① 설비 투자 검토 현황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② 진행 현황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유틸리티 기계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전기 사양 회신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5/13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 Packing List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검토 자료 회신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5/21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담당급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리뷰 </a:t>
                      </a:r>
                      <a:r>
                        <a:rPr lang="en-US" altLang="ko-KR" sz="900" b="0" i="0" u="none" strike="sng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6/4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6/5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CPO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보고 </a:t>
                      </a:r>
                      <a:r>
                        <a:rPr lang="en-US" altLang="ko-KR" sz="900" b="0" i="0" u="none" strike="sng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6/10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6/11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코멘트 사항 없습니다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모델 변경으로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(BEV N LMR, BEV N Hi Ni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설비 대수 변경에 따른 투자비 재검토 및 회신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10/17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※ GM Work Shop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각형 투자비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Layout Planning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전환 논의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(10/21~10/22)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ESGM2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1~2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ESS (JF2)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 전환 예정 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1)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 운영 계획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①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셋업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(’26.3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(’26.4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(’26.5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②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셋업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(’26.4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(’26.5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(’26.6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※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제조역량강화팀에서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JF2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전환 계획에 대해 자료 작성 중 이며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추가 투자 및 개조 필요 여부 확인을 위해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F/up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중 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sng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’25.9</a:t>
                      </a:r>
                      <a:endParaRPr lang="ko-KR" altLang="en-US" sz="900" strike="sngStrike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’26.6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이형관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P</a:t>
                      </a:r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943F47-EAEA-4391-A2BC-C7C33A8E8CFD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17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CE4A1AF-5D49-43F9-9F31-E88EAE372D41}"/>
              </a:ext>
            </a:extLst>
          </p:cNvPr>
          <p:cNvSpPr txBox="1">
            <a:spLocks/>
          </p:cNvSpPr>
          <p:nvPr/>
        </p:nvSpPr>
        <p:spPr>
          <a:xfrm>
            <a:off x="8914781" y="418066"/>
            <a:ext cx="95539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이형관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P 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B327CFA3-3346-4B90-8A7D-F7728F8BEA31}"/>
              </a:ext>
            </a:extLst>
          </p:cNvPr>
          <p:cNvGraphicFramePr>
            <a:graphicFrameLocks noGrp="1"/>
          </p:cNvGraphicFramePr>
          <p:nvPr/>
        </p:nvGraphicFramePr>
        <p:xfrm>
          <a:off x="1823577" y="1492868"/>
          <a:ext cx="5723360" cy="577215"/>
        </p:xfrm>
        <a:graphic>
          <a:graphicData uri="http://schemas.openxmlformats.org/drawingml/2006/table">
            <a:tbl>
              <a:tblPr/>
              <a:tblGrid>
                <a:gridCol w="623440">
                  <a:extLst>
                    <a:ext uri="{9D8B030D-6E8A-4147-A177-3AD203B41FA5}">
                      <a16:colId xmlns:a16="http://schemas.microsoft.com/office/drawing/2014/main" val="1895017513"/>
                    </a:ext>
                  </a:extLst>
                </a:gridCol>
                <a:gridCol w="623440">
                  <a:extLst>
                    <a:ext uri="{9D8B030D-6E8A-4147-A177-3AD203B41FA5}">
                      <a16:colId xmlns:a16="http://schemas.microsoft.com/office/drawing/2014/main" val="2255484262"/>
                    </a:ext>
                  </a:extLst>
                </a:gridCol>
                <a:gridCol w="623440">
                  <a:extLst>
                    <a:ext uri="{9D8B030D-6E8A-4147-A177-3AD203B41FA5}">
                      <a16:colId xmlns:a16="http://schemas.microsoft.com/office/drawing/2014/main" val="620879064"/>
                    </a:ext>
                  </a:extLst>
                </a:gridCol>
                <a:gridCol w="732425">
                  <a:extLst>
                    <a:ext uri="{9D8B030D-6E8A-4147-A177-3AD203B41FA5}">
                      <a16:colId xmlns:a16="http://schemas.microsoft.com/office/drawing/2014/main" val="3419323453"/>
                    </a:ext>
                  </a:extLst>
                </a:gridCol>
                <a:gridCol w="566541">
                  <a:extLst>
                    <a:ext uri="{9D8B030D-6E8A-4147-A177-3AD203B41FA5}">
                      <a16:colId xmlns:a16="http://schemas.microsoft.com/office/drawing/2014/main" val="932271773"/>
                    </a:ext>
                  </a:extLst>
                </a:gridCol>
                <a:gridCol w="497969">
                  <a:extLst>
                    <a:ext uri="{9D8B030D-6E8A-4147-A177-3AD203B41FA5}">
                      <a16:colId xmlns:a16="http://schemas.microsoft.com/office/drawing/2014/main" val="3516870043"/>
                    </a:ext>
                  </a:extLst>
                </a:gridCol>
                <a:gridCol w="696834">
                  <a:extLst>
                    <a:ext uri="{9D8B030D-6E8A-4147-A177-3AD203B41FA5}">
                      <a16:colId xmlns:a16="http://schemas.microsoft.com/office/drawing/2014/main" val="4215022717"/>
                    </a:ext>
                  </a:extLst>
                </a:gridCol>
                <a:gridCol w="675271">
                  <a:extLst>
                    <a:ext uri="{9D8B030D-6E8A-4147-A177-3AD203B41FA5}">
                      <a16:colId xmlns:a16="http://schemas.microsoft.com/office/drawing/2014/main" val="1582675740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1336250242"/>
                    </a:ext>
                  </a:extLst>
                </a:gridCol>
              </a:tblGrid>
              <a:tr h="5466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Site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견적 검토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PO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FOB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입고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설치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Data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검증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양산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6364275"/>
                  </a:ext>
                </a:extLst>
              </a:tr>
              <a:tr h="5466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ESGM2</a:t>
                      </a:r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전극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3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호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’23.8/4 </a:t>
                      </a: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’23.12/20 </a:t>
                      </a: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’24.1 </a:t>
                      </a: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’24.2 </a:t>
                      </a: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baseline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’24.7 </a:t>
                      </a: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’25.6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’25.8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中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6227451"/>
                  </a:ext>
                </a:extLst>
              </a:tr>
              <a:tr h="54667"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조립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5~6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호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’24.8/4 </a:t>
                      </a: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’23.10 </a:t>
                      </a: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’23. 11 </a:t>
                      </a: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‘23.12</a:t>
                      </a: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月</a:t>
                      </a:r>
                      <a:endParaRPr lang="en-US" baseline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’24.5 </a:t>
                      </a: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’24.10 (5</a:t>
                      </a: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호 完</a:t>
                      </a: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(6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호 미정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’25.5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中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(5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호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(6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호 미정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3146154"/>
                  </a:ext>
                </a:extLst>
              </a:tr>
            </a:tbl>
          </a:graphicData>
        </a:graphic>
      </p:graphicFrame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282D498E-78DE-4B5F-8B0F-E3C878AB3DDE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45740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자동차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Roll Map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구축 수평전개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27F5596-BAE9-4D5B-8473-5226ACF5DD31}"/>
              </a:ext>
            </a:extLst>
          </p:cNvPr>
          <p:cNvSpPr txBox="1"/>
          <p:nvPr/>
        </p:nvSpPr>
        <p:spPr>
          <a:xfrm>
            <a:off x="5924682" y="587343"/>
            <a:ext cx="227305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-#06,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6CE801E-E51B-43C5-BEE1-877B739D2046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59845E70-C4E5-4740-A295-04E091284578}"/>
              </a:ext>
            </a:extLst>
          </p:cNvPr>
          <p:cNvGraphicFramePr>
            <a:graphicFrameLocks noGrp="1"/>
          </p:cNvGraphicFramePr>
          <p:nvPr/>
        </p:nvGraphicFramePr>
        <p:xfrm>
          <a:off x="1975974" y="4326451"/>
          <a:ext cx="6582098" cy="621741"/>
        </p:xfrm>
        <a:graphic>
          <a:graphicData uri="http://schemas.openxmlformats.org/drawingml/2006/table">
            <a:tbl>
              <a:tblPr/>
              <a:tblGrid>
                <a:gridCol w="773802">
                  <a:extLst>
                    <a:ext uri="{9D8B030D-6E8A-4147-A177-3AD203B41FA5}">
                      <a16:colId xmlns:a16="http://schemas.microsoft.com/office/drawing/2014/main" val="1895017513"/>
                    </a:ext>
                  </a:extLst>
                </a:gridCol>
                <a:gridCol w="726037">
                  <a:extLst>
                    <a:ext uri="{9D8B030D-6E8A-4147-A177-3AD203B41FA5}">
                      <a16:colId xmlns:a16="http://schemas.microsoft.com/office/drawing/2014/main" val="620879064"/>
                    </a:ext>
                  </a:extLst>
                </a:gridCol>
                <a:gridCol w="726037">
                  <a:extLst>
                    <a:ext uri="{9D8B030D-6E8A-4147-A177-3AD203B41FA5}">
                      <a16:colId xmlns:a16="http://schemas.microsoft.com/office/drawing/2014/main" val="3419323453"/>
                    </a:ext>
                  </a:extLst>
                </a:gridCol>
                <a:gridCol w="726037">
                  <a:extLst>
                    <a:ext uri="{9D8B030D-6E8A-4147-A177-3AD203B41FA5}">
                      <a16:colId xmlns:a16="http://schemas.microsoft.com/office/drawing/2014/main" val="932271773"/>
                    </a:ext>
                  </a:extLst>
                </a:gridCol>
                <a:gridCol w="726037">
                  <a:extLst>
                    <a:ext uri="{9D8B030D-6E8A-4147-A177-3AD203B41FA5}">
                      <a16:colId xmlns:a16="http://schemas.microsoft.com/office/drawing/2014/main" val="3516870043"/>
                    </a:ext>
                  </a:extLst>
                </a:gridCol>
                <a:gridCol w="726037">
                  <a:extLst>
                    <a:ext uri="{9D8B030D-6E8A-4147-A177-3AD203B41FA5}">
                      <a16:colId xmlns:a16="http://schemas.microsoft.com/office/drawing/2014/main" val="384837115"/>
                    </a:ext>
                  </a:extLst>
                </a:gridCol>
                <a:gridCol w="726037">
                  <a:extLst>
                    <a:ext uri="{9D8B030D-6E8A-4147-A177-3AD203B41FA5}">
                      <a16:colId xmlns:a16="http://schemas.microsoft.com/office/drawing/2014/main" val="4215022717"/>
                    </a:ext>
                  </a:extLst>
                </a:gridCol>
                <a:gridCol w="726037">
                  <a:extLst>
                    <a:ext uri="{9D8B030D-6E8A-4147-A177-3AD203B41FA5}">
                      <a16:colId xmlns:a16="http://schemas.microsoft.com/office/drawing/2014/main" val="1582675740"/>
                    </a:ext>
                  </a:extLst>
                </a:gridCol>
                <a:gridCol w="726037">
                  <a:extLst>
                    <a:ext uri="{9D8B030D-6E8A-4147-A177-3AD203B41FA5}">
                      <a16:colId xmlns:a16="http://schemas.microsoft.com/office/drawing/2014/main" val="1423984604"/>
                    </a:ext>
                  </a:extLst>
                </a:gridCol>
              </a:tblGrid>
              <a:tr h="123382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전극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6364275"/>
                  </a:ext>
                </a:extLst>
              </a:tr>
              <a:tr h="12338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코터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양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코터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음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R/P(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양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R/P(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음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RWD (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점보롤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S/L(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양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S/L(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음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RWD (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팬케익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0695299"/>
                  </a:ext>
                </a:extLst>
              </a:tr>
              <a:tr h="12338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개조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개조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개조</a:t>
                      </a:r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개조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개조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신규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신규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신규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0527455"/>
                  </a:ext>
                </a:extLst>
              </a:tr>
              <a:tr h="18168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대수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4 </a:t>
                      </a:r>
                      <a:r>
                        <a:rPr lang="ko-KR" altLang="en-US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→ </a:t>
                      </a:r>
                      <a:r>
                        <a:rPr lang="en-US" altLang="ko-KR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5 (+1)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4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4 </a:t>
                      </a:r>
                      <a:r>
                        <a:rPr lang="ko-KR" altLang="en-US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→ </a:t>
                      </a:r>
                      <a:r>
                        <a:rPr lang="en-US" altLang="ko-KR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5 (+1)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4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4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5(+1)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4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5(+1)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622745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2164155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9932616"/>
              </p:ext>
            </p:extLst>
          </p:nvPr>
        </p:nvGraphicFramePr>
        <p:xfrm>
          <a:off x="153168" y="902205"/>
          <a:ext cx="9644174" cy="5904720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68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079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1973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수평전개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ESMI_LS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[W51]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잉크마킹기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통신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미응답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시 자동 재부팅 기능 국내 검수 완료하였고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(12/15), MILS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대표라인 적용하여 기능 검증 예정입니다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.(’26.1)</a:t>
                      </a:r>
                    </a:p>
                    <a:p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현황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1.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대표라인 전개</a:t>
                      </a:r>
                      <a:b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 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1)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 라인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전극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라인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조립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호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 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2)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일정표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 -.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전극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라인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JF2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양산 기간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롤맵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모니터링 중입니다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.(11/18~)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 -. MI – MILS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공장 간 이동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LOT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롤맵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생성 및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Data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이동 검증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→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양산 기간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MI – MILS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공장 간 이동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LOT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생성 및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Data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이동 검증하였고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정상 생성 확인하였습니다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  3)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진행사항</a:t>
                      </a:r>
                      <a:endParaRPr kumimoji="0" lang="en-US" altLang="ko-KR" sz="9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-.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코터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호기 셋업 및 검증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.(4/26)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② 실적자동화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  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검사 불량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–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실적 연계를 위하여 법인 담당자와 검사 불량 실적 반영 항목 재정의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.(4/23)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: 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 샘플생산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(~6/23)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기간 실적 자동 입력 기능 안정화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관련 사항 지속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F/U.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③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로딩량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불량 배출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견적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ERRC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 공유 완료하였고 법인 투자심의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 기간 중 데이터 기반으로 사전 정합성 검증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.(7/18)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: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Trainning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Run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(9/30 ~ 10/10)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 불량 프로그램 실물 정합성 검증 및 최종 업데이트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(10/10)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회 실물 정합성 검증하였으며 마킹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End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지점 이후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로딩량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Spec In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확인하였고 기존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고정값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대비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Lot Loss 1.38%(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길이 기준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34.5m)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개선 확인하였음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  :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로딩 불량 마킹 실물 검증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LOT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샘플 제작하여 양산 전 검증 완료하였고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Stress Run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기간 모니터링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④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코터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롤맵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잉크마킹기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통신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미응답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자동 재부팅 기능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  :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기능 개발 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(12/10),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국내 검수 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(12/15), MILS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대표라인 적용하여 기능 검증 예정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(’26.1)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-.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롤프레스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재와인더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①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라인 셋업 및 검증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.(5/6)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②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재와인더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설비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전공정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사전알람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정합성 검증하였습니다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.(11/11,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③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 담당자에게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실적자동화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사양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설명회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(5/21)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④ RW Scrap Port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폐기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기능의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UI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구현 및 데이터 정합성은 롤프레스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Sample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시작 시점에 검증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RW Scrap Port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폐기 정합성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Test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(6/7), MES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연동 검증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6/23)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④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RW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스크랩포트 폐기 기능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–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실적자동화 연계 시나리오 수립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.(5/26),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롤프레스 실적자동화 기능 수평전개 시 적용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-.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노칭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3, 4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호기 셋업 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.(‘25.6)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-. NND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재와인딩기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① 견적서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ERRC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완료 후 법인 공유하였음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② 도면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DR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4)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양산 대응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Abnormal Case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중알람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항목 선정하여 제어 로직 적용 및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HMI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작화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.(11/18)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’26.4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윤성렬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A</a:t>
                      </a:r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943F47-EAEA-4391-A2BC-C7C33A8E8CFD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17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CE4A1AF-5D49-43F9-9F31-E88EAE372D41}"/>
              </a:ext>
            </a:extLst>
          </p:cNvPr>
          <p:cNvSpPr txBox="1">
            <a:spLocks/>
          </p:cNvSpPr>
          <p:nvPr/>
        </p:nvSpPr>
        <p:spPr>
          <a:xfrm>
            <a:off x="8946842" y="418066"/>
            <a:ext cx="92333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윤성렬A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Malgun Gothic Semilight" panose="020B0502040204020203" pitchFamily="50" charset="-127"/>
            </a:endParaRP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6786755B-8C74-4947-83B2-04E3E4E19DA6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45740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자동차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Roll Map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구축 수평전개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D57EAEA-032C-4675-9E1F-ED12B661CDA8}"/>
              </a:ext>
            </a:extLst>
          </p:cNvPr>
          <p:cNvGraphicFramePr>
            <a:graphicFrameLocks noGrp="1"/>
          </p:cNvGraphicFramePr>
          <p:nvPr/>
        </p:nvGraphicFramePr>
        <p:xfrm>
          <a:off x="1931950" y="2021821"/>
          <a:ext cx="5661707" cy="459015"/>
        </p:xfrm>
        <a:graphic>
          <a:graphicData uri="http://schemas.openxmlformats.org/drawingml/2006/table">
            <a:tbl>
              <a:tblPr/>
              <a:tblGrid>
                <a:gridCol w="623321">
                  <a:extLst>
                    <a:ext uri="{9D8B030D-6E8A-4147-A177-3AD203B41FA5}">
                      <a16:colId xmlns:a16="http://schemas.microsoft.com/office/drawing/2014/main" val="1895017513"/>
                    </a:ext>
                  </a:extLst>
                </a:gridCol>
                <a:gridCol w="623321">
                  <a:extLst>
                    <a:ext uri="{9D8B030D-6E8A-4147-A177-3AD203B41FA5}">
                      <a16:colId xmlns:a16="http://schemas.microsoft.com/office/drawing/2014/main" val="2255484262"/>
                    </a:ext>
                  </a:extLst>
                </a:gridCol>
                <a:gridCol w="623321">
                  <a:extLst>
                    <a:ext uri="{9D8B030D-6E8A-4147-A177-3AD203B41FA5}">
                      <a16:colId xmlns:a16="http://schemas.microsoft.com/office/drawing/2014/main" val="620879064"/>
                    </a:ext>
                  </a:extLst>
                </a:gridCol>
                <a:gridCol w="732286">
                  <a:extLst>
                    <a:ext uri="{9D8B030D-6E8A-4147-A177-3AD203B41FA5}">
                      <a16:colId xmlns:a16="http://schemas.microsoft.com/office/drawing/2014/main" val="3419323453"/>
                    </a:ext>
                  </a:extLst>
                </a:gridCol>
                <a:gridCol w="566429">
                  <a:extLst>
                    <a:ext uri="{9D8B030D-6E8A-4147-A177-3AD203B41FA5}">
                      <a16:colId xmlns:a16="http://schemas.microsoft.com/office/drawing/2014/main" val="932271773"/>
                    </a:ext>
                  </a:extLst>
                </a:gridCol>
                <a:gridCol w="497870">
                  <a:extLst>
                    <a:ext uri="{9D8B030D-6E8A-4147-A177-3AD203B41FA5}">
                      <a16:colId xmlns:a16="http://schemas.microsoft.com/office/drawing/2014/main" val="3516870043"/>
                    </a:ext>
                  </a:extLst>
                </a:gridCol>
                <a:gridCol w="696699">
                  <a:extLst>
                    <a:ext uri="{9D8B030D-6E8A-4147-A177-3AD203B41FA5}">
                      <a16:colId xmlns:a16="http://schemas.microsoft.com/office/drawing/2014/main" val="4215022717"/>
                    </a:ext>
                  </a:extLst>
                </a:gridCol>
                <a:gridCol w="675139">
                  <a:extLst>
                    <a:ext uri="{9D8B030D-6E8A-4147-A177-3AD203B41FA5}">
                      <a16:colId xmlns:a16="http://schemas.microsoft.com/office/drawing/2014/main" val="1582675740"/>
                    </a:ext>
                  </a:extLst>
                </a:gridCol>
                <a:gridCol w="623321">
                  <a:extLst>
                    <a:ext uri="{9D8B030D-6E8A-4147-A177-3AD203B41FA5}">
                      <a16:colId xmlns:a16="http://schemas.microsoft.com/office/drawing/2014/main" val="1336250242"/>
                    </a:ext>
                  </a:extLst>
                </a:gridCol>
              </a:tblGrid>
              <a:tr h="1530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Site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견적 검토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집행품의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FOB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입고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셋업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Data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검증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양산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6364275"/>
                  </a:ext>
                </a:extLst>
              </a:tr>
              <a:tr h="153005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Malgun Gothic Semilight" panose="020B0502040204020203" pitchFamily="50" charset="-127"/>
                        </a:rPr>
                        <a:t>MI_LS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전극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‘23.7/14 </a:t>
                      </a: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  <a:ea typeface="맑은 고딕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‘23.9/8 </a:t>
                      </a: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  <a:ea typeface="맑은 고딕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Malgun Gothic Semilight" panose="020B0502040204020203" pitchFamily="50" charset="-127"/>
                        </a:rPr>
                        <a:t>‘23.12/31 </a:t>
                      </a: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Malgun Gothic Semilight" panose="020B0502040204020203" pitchFamily="50" charset="-127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‘24.2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‘</a:t>
                      </a:r>
                      <a:r>
                        <a:rPr lang="en-US" altLang="ko-KR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24.10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→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’25.2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’25.3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→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’25.5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‘25.11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6227451"/>
                  </a:ext>
                </a:extLst>
              </a:tr>
              <a:tr h="153005"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조립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  <a:ea typeface="맑은 고딕"/>
                          <a:cs typeface="Malgun Gothic Semilight"/>
                        </a:rPr>
                        <a:t>‘23.7/14 </a:t>
                      </a: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  <a:ea typeface="맑은 고딕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+mn-lt"/>
                        <a:ea typeface="맑은 고딕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  <a:ea typeface="맑은 고딕"/>
                          <a:cs typeface="Malgun Gothic Semilight"/>
                        </a:rPr>
                        <a:t>‘23.9/8 </a:t>
                      </a: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  <a:ea typeface="맑은 고딕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+mn-lt"/>
                        <a:ea typeface="맑은 고딕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‘23.12/26</a:t>
                      </a: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 完</a:t>
                      </a:r>
                      <a:endParaRPr lang="en-US" altLang="ko-KR" sz="900" b="0" i="0" u="none" strike="noStrike" baseline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  <a:ea typeface="맑은 고딕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+mn-lt"/>
                          <a:ea typeface="맑은 고딕"/>
                          <a:cs typeface="Malgun Gothic Semilight"/>
                        </a:rPr>
                        <a:t>‘24.2</a:t>
                      </a:r>
                      <a:endParaRPr lang="en-US" altLang="ko-KR" sz="900" b="0" i="0" u="none" strike="noStrike" baseline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  <a:ea typeface="맑은 고딕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  <a:cs typeface="Malgun Gothic Semilight"/>
                        </a:rPr>
                        <a:t>‘24.10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  <a:cs typeface="Malgun Gothic Semilight"/>
                        </a:rPr>
                        <a:t>→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  <a:cs typeface="Malgun Gothic Semilight"/>
                        </a:rPr>
                        <a:t>’25.2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  <a:cs typeface="Malgun Gothic Semilight"/>
                        </a:rPr>
                        <a:t>’25.3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  <a:cs typeface="Malgun Gothic Semilight"/>
                        </a:rPr>
                        <a:t>→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  <a:cs typeface="Malgun Gothic Semilight"/>
                        </a:rPr>
                        <a:t>’25.5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‘25.11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3146154"/>
                  </a:ext>
                </a:extLst>
              </a:tr>
            </a:tbl>
          </a:graphicData>
        </a:graphic>
      </p:graphicFrame>
      <p:grpSp>
        <p:nvGrpSpPr>
          <p:cNvPr id="13" name="그룹 12">
            <a:extLst>
              <a:ext uri="{FF2B5EF4-FFF2-40B4-BE49-F238E27FC236}">
                <a16:creationId xmlns:a16="http://schemas.microsoft.com/office/drawing/2014/main" id="{9B4F5933-8292-4A21-8096-733B3DA50D92}"/>
              </a:ext>
            </a:extLst>
          </p:cNvPr>
          <p:cNvGrpSpPr/>
          <p:nvPr/>
        </p:nvGrpSpPr>
        <p:grpSpPr>
          <a:xfrm>
            <a:off x="7502198" y="1931373"/>
            <a:ext cx="144000" cy="544161"/>
            <a:chOff x="4125711" y="1365644"/>
            <a:chExt cx="144000" cy="541113"/>
          </a:xfrm>
        </p:grpSpPr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D0602080-FFEF-4291-B4A1-72A7186A1C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196666" y="1465048"/>
              <a:ext cx="1" cy="441709"/>
            </a:xfrm>
            <a:prstGeom prst="line">
              <a:avLst/>
            </a:prstGeom>
            <a:ln w="158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이등변 삼각형 14">
              <a:extLst>
                <a:ext uri="{FF2B5EF4-FFF2-40B4-BE49-F238E27FC236}">
                  <a16:creationId xmlns:a16="http://schemas.microsoft.com/office/drawing/2014/main" id="{E48B2F49-8DD9-4DEF-BC90-49851CD3B2A5}"/>
                </a:ext>
              </a:extLst>
            </p:cNvPr>
            <p:cNvSpPr/>
            <p:nvPr/>
          </p:nvSpPr>
          <p:spPr>
            <a:xfrm rot="10800000">
              <a:off x="4125711" y="1365644"/>
              <a:ext cx="144000" cy="108000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1D3E94BD-CFDA-4E42-9742-78B1F19F9E4F}"/>
              </a:ext>
            </a:extLst>
          </p:cNvPr>
          <p:cNvSpPr txBox="1"/>
          <p:nvPr/>
        </p:nvSpPr>
        <p:spPr>
          <a:xfrm>
            <a:off x="5924682" y="587343"/>
            <a:ext cx="227305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-#07,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45C0CCA-2835-4278-942E-2E49C1797E49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189413777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1516635"/>
              </p:ext>
            </p:extLst>
          </p:nvPr>
        </p:nvGraphicFramePr>
        <p:xfrm>
          <a:off x="153168" y="902205"/>
          <a:ext cx="9644174" cy="572889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68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079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1973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수평전개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ESMI_LS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[W51]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수평전개 라인 특이사항 없습니다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2.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수평전개 라인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-. 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FOB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완료하였으며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설치 일정 미정입니다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-. IM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향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ESS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각형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3, 4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라인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차 기본 품의 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IM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향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ESS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각형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3, 4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라인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롤맵은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법인에서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집행품의하며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ERRC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완료한 견적 및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롤맵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투자 자료 작성하여 법인에 공유하였습니다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.(8/21)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→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법인장님 투자 심의 완료되었고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 센터장님 투자 심의 진행하였습니다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.(9/19)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-. IM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向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ESS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각형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3, 4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라인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RFQ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진행하였고 법인 요청으로 단독 입찰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코터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매크로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후공정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삼익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으로 진행 중입니다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1)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라인 진행사항</a:t>
                      </a:r>
                      <a:endParaRPr kumimoji="0" lang="en-US" altLang="ko-KR" sz="9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-.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코터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호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국내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FAT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(’24.4), FOB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(’24.6)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롤프레스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재와인더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호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국내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FAT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(’24.4), FOB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(’24.5)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3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호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: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국내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FAT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(’24.1), FOB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(’24.3)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라미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4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호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: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국내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FAT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(’24.1), FOB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(’24.3)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2)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각형 진행상황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DR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(11/24~),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설치 위치 협의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(12/9),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도면 제작 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팬케익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재와인더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DR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(11/27~),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설치 위치 협의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(12/9),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도면 제작 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3)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각형 논의 사항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-.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법인과 각형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3, 4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라인 불량 배출 및 물류 이동 관련 논의하였고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전 구간 불량은 롤프레스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UW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또는 롤프레스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Outfeed Scrap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하고 레인별 구간 불량은</a:t>
                      </a:r>
                      <a:endParaRPr lang="en-US" altLang="ko-KR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슬리터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RW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또는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Pancake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재와인더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배출 예정입니다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.(12/2)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’26.4</a:t>
                      </a:r>
                      <a:endParaRPr lang="ko-KR" altLang="en-US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윤성렬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A</a:t>
                      </a:r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943F47-EAEA-4391-A2BC-C7C33A8E8CFD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12/16 17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CE4A1AF-5D49-43F9-9F31-E88EAE372D41}"/>
              </a:ext>
            </a:extLst>
          </p:cNvPr>
          <p:cNvSpPr txBox="1">
            <a:spLocks/>
          </p:cNvSpPr>
          <p:nvPr/>
        </p:nvSpPr>
        <p:spPr>
          <a:xfrm>
            <a:off x="8946842" y="418066"/>
            <a:ext cx="92333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윤성렬A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Malgun Gothic Semilight" panose="020B0502040204020203" pitchFamily="50" charset="-127"/>
            </a:endParaRP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6786755B-8C74-4947-83B2-04E3E4E19DA6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45740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자동차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Roll Map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구축 수평전개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D3E94BD-CFDA-4E42-9742-78B1F19F9E4F}"/>
              </a:ext>
            </a:extLst>
          </p:cNvPr>
          <p:cNvSpPr txBox="1"/>
          <p:nvPr/>
        </p:nvSpPr>
        <p:spPr>
          <a:xfrm>
            <a:off x="5924682" y="587343"/>
            <a:ext cx="227305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-#07,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45C0CCA-2835-4278-942E-2E49C1797E49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278141276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787504"/>
              </p:ext>
            </p:extLst>
          </p:nvPr>
        </p:nvGraphicFramePr>
        <p:xfrm>
          <a:off x="153168" y="902205"/>
          <a:ext cx="9644174" cy="5775615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68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4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수평전개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ESHG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[W51]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잔여 호기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총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8ea)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현지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셋업진행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중 이며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(~12/30), 3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 샘플 대응 중 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.(~12/19)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대표라인 전개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2)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일정표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3)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진행사항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대표호기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셋업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(HW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,GMES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Rollmap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open)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및 기능적용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생성 및 기준점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/NG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마킹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.(7/24)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②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Sample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.(’25.7~’25.8)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③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Sample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예정이며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해당기간 야간 대응 진행 예정입니다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.(10/17~)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롤프레스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1-1/2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셋업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(HW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,GMES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Rollmap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open)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및 기능적용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전공정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불량 사전 알람 및 정지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.(7/28)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②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Sample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.(’25.7~’25.8)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③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NG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마킹 유출 방지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인터락</a:t>
                      </a:r>
                      <a:r>
                        <a:rPr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altLang="ko-KR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Ocr</a:t>
                      </a:r>
                      <a:r>
                        <a:rPr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비전 </a:t>
                      </a:r>
                      <a:r>
                        <a:rPr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NG</a:t>
                      </a:r>
                      <a:r>
                        <a:rPr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마킹 </a:t>
                      </a:r>
                      <a:r>
                        <a:rPr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인식시</a:t>
                      </a:r>
                      <a:r>
                        <a:rPr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 정지</a:t>
                      </a:r>
                      <a:r>
                        <a:rPr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적용 완료하였으며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기능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후 수평전개 진행하였습니다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.(10/14)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③검사기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Label/spot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불량보고 관련 사양적용 미흡하여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최종 업데이트 및 모니터링 예정입니다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.(10/29)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슬리터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1-1/2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셋업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(HW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,GMES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Rollmap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open)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및 기능적용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.(8/9)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②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Sample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.(’25.7~’25.8)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③검사기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Label/spot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불량보고 관련 사양적용 미흡하여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최종 업데이트 및 모니터링 예정입니다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.(10/29)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-. DNC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1-A/B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셋업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(HW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.GMES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Rollmap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open)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및 기능적용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.(8/20)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②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Sample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.(’25.7~’25.8)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기타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①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고도화 기능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롤프레스 실적자동화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등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적용 관련 법인 및 설비사와 논의 진행하여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Stress run(’26.2)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적용 타겟으로 협의 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.(7/21)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②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Sample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altLang="ko-KR" sz="900" b="0" i="0" u="none" strike="sng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900" b="0" i="0" u="none" strike="sng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말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→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10/15)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변경되었으며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원격지원으로 협의하여 관련인원 파트너계정 생성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.(9/30)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③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법인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CS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인원 투입을 위해 신규인원 국내교육 진행 예정이며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교육 후 현지 투입 계획입니다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④ 북미 출장 재개하여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OEM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인원 현지 출장 대응 중 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.(B1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비자 주축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en-US" altLang="ko-KR" sz="900" b="0" i="0" u="none" strike="sng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10/28~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11/28~)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※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비자 승인절차로 인한 일정 지연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66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‘26.5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박재완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이형관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P)</a:t>
                      </a:r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943F47-EAEA-4391-A2BC-C7C33A8E8CFD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12/16 15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CE4A1AF-5D49-43F9-9F31-E88EAE372D41}"/>
              </a:ext>
            </a:extLst>
          </p:cNvPr>
          <p:cNvSpPr txBox="1">
            <a:spLocks/>
          </p:cNvSpPr>
          <p:nvPr/>
        </p:nvSpPr>
        <p:spPr>
          <a:xfrm>
            <a:off x="8914782" y="418066"/>
            <a:ext cx="95539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박재완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A 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Malgun Gothic Semilight" panose="020B0502040204020203" pitchFamily="50" charset="-127"/>
            </a:endParaRP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379EE355-28D1-498E-876B-C39B574C2117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45740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자동차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Roll Map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구축 수평전개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E27B6B35-721D-477E-BD54-AA7820B656C2}"/>
              </a:ext>
            </a:extLst>
          </p:cNvPr>
          <p:cNvGraphicFramePr>
            <a:graphicFrameLocks noGrp="1"/>
          </p:cNvGraphicFramePr>
          <p:nvPr/>
        </p:nvGraphicFramePr>
        <p:xfrm>
          <a:off x="1913495" y="1724021"/>
          <a:ext cx="6284242" cy="459015"/>
        </p:xfrm>
        <a:graphic>
          <a:graphicData uri="http://schemas.openxmlformats.org/drawingml/2006/table">
            <a:tbl>
              <a:tblPr/>
              <a:tblGrid>
                <a:gridCol w="623243">
                  <a:extLst>
                    <a:ext uri="{9D8B030D-6E8A-4147-A177-3AD203B41FA5}">
                      <a16:colId xmlns:a16="http://schemas.microsoft.com/office/drawing/2014/main" val="1895017513"/>
                    </a:ext>
                  </a:extLst>
                </a:gridCol>
                <a:gridCol w="623243">
                  <a:extLst>
                    <a:ext uri="{9D8B030D-6E8A-4147-A177-3AD203B41FA5}">
                      <a16:colId xmlns:a16="http://schemas.microsoft.com/office/drawing/2014/main" val="2255484262"/>
                    </a:ext>
                  </a:extLst>
                </a:gridCol>
                <a:gridCol w="623243">
                  <a:extLst>
                    <a:ext uri="{9D8B030D-6E8A-4147-A177-3AD203B41FA5}">
                      <a16:colId xmlns:a16="http://schemas.microsoft.com/office/drawing/2014/main" val="620879064"/>
                    </a:ext>
                  </a:extLst>
                </a:gridCol>
                <a:gridCol w="732194">
                  <a:extLst>
                    <a:ext uri="{9D8B030D-6E8A-4147-A177-3AD203B41FA5}">
                      <a16:colId xmlns:a16="http://schemas.microsoft.com/office/drawing/2014/main" val="3419323453"/>
                    </a:ext>
                  </a:extLst>
                </a:gridCol>
                <a:gridCol w="566358">
                  <a:extLst>
                    <a:ext uri="{9D8B030D-6E8A-4147-A177-3AD203B41FA5}">
                      <a16:colId xmlns:a16="http://schemas.microsoft.com/office/drawing/2014/main" val="932271773"/>
                    </a:ext>
                  </a:extLst>
                </a:gridCol>
                <a:gridCol w="497807">
                  <a:extLst>
                    <a:ext uri="{9D8B030D-6E8A-4147-A177-3AD203B41FA5}">
                      <a16:colId xmlns:a16="http://schemas.microsoft.com/office/drawing/2014/main" val="3516870043"/>
                    </a:ext>
                  </a:extLst>
                </a:gridCol>
                <a:gridCol w="696613">
                  <a:extLst>
                    <a:ext uri="{9D8B030D-6E8A-4147-A177-3AD203B41FA5}">
                      <a16:colId xmlns:a16="http://schemas.microsoft.com/office/drawing/2014/main" val="4215022717"/>
                    </a:ext>
                  </a:extLst>
                </a:gridCol>
                <a:gridCol w="675055">
                  <a:extLst>
                    <a:ext uri="{9D8B030D-6E8A-4147-A177-3AD203B41FA5}">
                      <a16:colId xmlns:a16="http://schemas.microsoft.com/office/drawing/2014/main" val="1582675740"/>
                    </a:ext>
                  </a:extLst>
                </a:gridCol>
                <a:gridCol w="623243">
                  <a:extLst>
                    <a:ext uri="{9D8B030D-6E8A-4147-A177-3AD203B41FA5}">
                      <a16:colId xmlns:a16="http://schemas.microsoft.com/office/drawing/2014/main" val="1336250242"/>
                    </a:ext>
                  </a:extLst>
                </a:gridCol>
                <a:gridCol w="623243">
                  <a:extLst>
                    <a:ext uri="{9D8B030D-6E8A-4147-A177-3AD203B41FA5}">
                      <a16:colId xmlns:a16="http://schemas.microsoft.com/office/drawing/2014/main" val="807069008"/>
                    </a:ext>
                  </a:extLst>
                </a:gridCol>
              </a:tblGrid>
              <a:tr h="1530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Site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견적 검토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집행품의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FOB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입고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HW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설치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Data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검증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Sample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SOP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6364275"/>
                  </a:ext>
                </a:extLst>
              </a:tr>
              <a:tr h="153005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ESHG</a:t>
                      </a:r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전극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‘24.5/23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‘24.6/21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Malgun Gothic Semilight" panose="020B0502040204020203" pitchFamily="50" charset="-127"/>
                        </a:rPr>
                        <a:t>‘25.2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Malgun Gothic Semilight" panose="020B0502040204020203" pitchFamily="50" charset="-127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‘25.3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‘25.5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‘25.7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  <a:cs typeface="Malgun Gothic Semilight"/>
                        </a:rPr>
                        <a:t>‘25.8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‘26.4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6227451"/>
                  </a:ext>
                </a:extLst>
              </a:tr>
              <a:tr h="153005"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조립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  <a:cs typeface="Malgun Gothic Semilight"/>
                        </a:rPr>
                        <a:t>‘24.5/23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맑은 고딕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  <a:cs typeface="Malgun Gothic Semilight"/>
                        </a:rPr>
                        <a:t>‘24.6/21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  <a:cs typeface="Malgun Gothic Semilight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맑은 고딕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‘25.2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Malgun Gothic Semilight" panose="020B0502040204020203" pitchFamily="50" charset="-127"/>
                        </a:rPr>
                        <a:t>完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  <a:cs typeface="Malgun Gothic Semilight"/>
                        </a:rPr>
                        <a:t>‘25.3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  <a:cs typeface="Malgun Gothic Semilight"/>
                        </a:rPr>
                        <a:t>’25.5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  <a:cs typeface="Malgun Gothic Semilight"/>
                        </a:rPr>
                        <a:t>‘25.7</a:t>
                      </a:r>
                      <a:r>
                        <a:rPr lang="en-US" altLang="ko-KR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  <a:cs typeface="Malgun Gothic Semilight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  <a:cs typeface="Malgun Gothic Semilight"/>
                        </a:rPr>
                        <a:t>‘25.8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Malgun Gothic Semilight"/>
                        </a:rPr>
                        <a:t>‘26.4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3146154"/>
                  </a:ext>
                </a:extLst>
              </a:tr>
            </a:tbl>
          </a:graphicData>
        </a:graphic>
      </p:graphicFrame>
      <p:grpSp>
        <p:nvGrpSpPr>
          <p:cNvPr id="10" name="그룹 9">
            <a:extLst>
              <a:ext uri="{FF2B5EF4-FFF2-40B4-BE49-F238E27FC236}">
                <a16:creationId xmlns:a16="http://schemas.microsoft.com/office/drawing/2014/main" id="{BFFAAF8F-3DCE-48B2-9D95-66D91A89B31F}"/>
              </a:ext>
            </a:extLst>
          </p:cNvPr>
          <p:cNvGrpSpPr/>
          <p:nvPr/>
        </p:nvGrpSpPr>
        <p:grpSpPr>
          <a:xfrm>
            <a:off x="7550993" y="1610532"/>
            <a:ext cx="144000" cy="638473"/>
            <a:chOff x="4125711" y="1365644"/>
            <a:chExt cx="144000" cy="541113"/>
          </a:xfrm>
        </p:grpSpPr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A32B6B0B-7F55-4126-86A0-D1F4D7AB66B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196666" y="1465048"/>
              <a:ext cx="1" cy="441709"/>
            </a:xfrm>
            <a:prstGeom prst="line">
              <a:avLst/>
            </a:prstGeom>
            <a:ln w="158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이등변 삼각형 12">
              <a:extLst>
                <a:ext uri="{FF2B5EF4-FFF2-40B4-BE49-F238E27FC236}">
                  <a16:creationId xmlns:a16="http://schemas.microsoft.com/office/drawing/2014/main" id="{2B6A9AFA-AE60-42D1-A028-0A905A084D9D}"/>
                </a:ext>
              </a:extLst>
            </p:cNvPr>
            <p:cNvSpPr/>
            <p:nvPr/>
          </p:nvSpPr>
          <p:spPr>
            <a:xfrm rot="10800000">
              <a:off x="4125711" y="1365644"/>
              <a:ext cx="144000" cy="108000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9AA18AA1-BCB8-4E4F-A6FD-292C17A62858}"/>
              </a:ext>
            </a:extLst>
          </p:cNvPr>
          <p:cNvSpPr txBox="1"/>
          <p:nvPr/>
        </p:nvSpPr>
        <p:spPr>
          <a:xfrm>
            <a:off x="5924682" y="587343"/>
            <a:ext cx="227305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-#08,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D46CCE9-57FD-4D21-B07F-EE6FCFBDD206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1CB1BDC-A8BF-43F2-9648-099C11A7595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49506" y="2398121"/>
            <a:ext cx="5442039" cy="13056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5786851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7140513"/>
              </p:ext>
            </p:extLst>
          </p:nvPr>
        </p:nvGraphicFramePr>
        <p:xfrm>
          <a:off x="153168" y="902205"/>
          <a:ext cx="9644174" cy="571165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68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4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롤맵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 수평전개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ESAZ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[W51]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AZ1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와인더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 단동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test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진행했습니다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상위 보고 문제가 있었으며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12/17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까지 개선 예정 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 현황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ESAZ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라인은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25.8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HW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설치이며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전극 샘플 생산은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’26.1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조립 샘플 생산을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26.9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입니다  양산은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’26.9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’27.1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월로 변경 되었습니다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조립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와인더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사양 검토 진행중 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조립설비기술팀 집행품의시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와인더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셋업 비용 포함하여 품의 예정으로 제작 사양서 및 견적서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검토 진행중 입니다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AZ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에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HW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설치를 현지 협력사 통해서 셋업 예정이며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관련 조립 매뉴얼 작성하여 송부 완료했습니다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ESAZ 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전극 샘플 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26.1 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기준 </a:t>
                      </a:r>
                      <a:r>
                        <a:rPr lang="ko-KR" altLang="en-US" sz="900" b="0" dirty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HW 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PO ’25.7 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일정으로 검토 중입니다 </a:t>
                      </a:r>
                      <a:r>
                        <a:rPr lang="ko-KR" altLang="en-US" sz="900" b="0" dirty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유지부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dirty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잉크마킹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dirty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레이져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신뢰성 검증 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’25.4 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완료 일정 일정으로 진행중 입니다</a:t>
                      </a:r>
                      <a:endParaRPr lang="en-US" altLang="ko-KR" sz="900" b="0" dirty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레이져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마킹기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위치 확정하여 제작 및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UL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인증 진행중이며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전극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후공정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확정 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PNT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설비에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타공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(9/19)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했습니다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롤프레스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전장함 위치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AZ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와 협의 완료 했고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PNT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에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HW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안착 검증완료 했습니다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코터는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26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2/1 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후공정은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3/1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까지 셋업 일정으로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매크로머신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출장자 인원 및 계획 법인에 송부 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BCR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단동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test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진행했습니다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레이져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2D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바코드 마킹 샘플 활용하여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와인더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BCR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에서 인식 확인 및 설비 보고 확인했고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   BCR3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개중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 보고는 정상 확인 했으며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추가 설치한 음극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BCR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은 상위 보고 확인되지 않았습니다  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코엠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와인더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설비 제어 문제로 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12/17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일까지 개선 예정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[소형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Tabless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투자 검토 사항] 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→ (6/26) 고객사(현대) 차량 개발 이슈로 인해 '27년 3월 SOP 진행이 어려울 것으로 판단, 수주 시점에 재 논의로 일정 변경되었습니다.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- 배경 : 북미 원통형 HEV(현대向) '27년 양산 물량 공급을 위하여 양산일정에 맞춰 ESAZ 생산라인 검토에 따라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투자도 검토요청 받았습니다.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- 검토 방향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. Case1 : ESAZ 1라인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NFF라인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→ NFF/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Tabless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혼용생산 라인으로 변경하여 '26년 샘플 생산 및 양산 대응 후 </a:t>
                      </a: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'27.10월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2라인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Tabless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양산 대응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. Case2 : OC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Tabless라인에서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'26년 샘플 및 양산 대응 및 2라인 '27년 10월 이후 양산 대응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-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진행사항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롤맵은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ESAZ 모두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~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NFF/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Tabless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혼용 생산가능 하도록 검토 중입니다.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Tabless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생산라인 확정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투자위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AZ법인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7/1, 센터 7/4, 사업부 7/2주차)   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일정에 맞춰 준비 중입니다.(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6/16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혼용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생산시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추가 투자비, 양극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집진기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2.97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억원 신규 설비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와인더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(10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 6.1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억원 검토 후 반영 요청하였습니다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-.10/21 CPO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지시사항으로 기존 검사기 하드웨어 사용 기준 검토 진행하였습니다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이후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와인더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통합비전 검출 가능 유무 확인 결과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H52A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Model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기준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27%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생존됨을 예상 되며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검사기에서 탭 접힘 기인 음영 발생 시 인식 불 가능 할 것으로 예상됩니다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이에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이전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BCR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은 유지하고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PC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와 검사기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PC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를 통합하는 방식을 검토 진행중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(OC2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동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6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에 있습니다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차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TEST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 결과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(11/13)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RollMap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ON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CPU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부하율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80%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수준 이상 점유하여 보류 중입니다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다만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자체적으로 대체 업체 검토 진행을 통해 비용 절감 추진 진행하였습니다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10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대 기준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4.9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억원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6.1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억원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’27.2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강규택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CE4A1AF-5D49-43F9-9F31-E88EAE372D41}"/>
              </a:ext>
            </a:extLst>
          </p:cNvPr>
          <p:cNvSpPr txBox="1">
            <a:spLocks/>
          </p:cNvSpPr>
          <p:nvPr/>
        </p:nvSpPr>
        <p:spPr>
          <a:xfrm>
            <a:off x="8914782" y="418066"/>
            <a:ext cx="95539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강규택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P 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B327CFA3-3346-4B90-8A7D-F7728F8BEA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4466154"/>
              </p:ext>
            </p:extLst>
          </p:nvPr>
        </p:nvGraphicFramePr>
        <p:xfrm>
          <a:off x="1847461" y="1375203"/>
          <a:ext cx="5661707" cy="440055"/>
        </p:xfrm>
        <a:graphic>
          <a:graphicData uri="http://schemas.openxmlformats.org/drawingml/2006/table">
            <a:tbl>
              <a:tblPr/>
              <a:tblGrid>
                <a:gridCol w="623321">
                  <a:extLst>
                    <a:ext uri="{9D8B030D-6E8A-4147-A177-3AD203B41FA5}">
                      <a16:colId xmlns:a16="http://schemas.microsoft.com/office/drawing/2014/main" val="1895017513"/>
                    </a:ext>
                  </a:extLst>
                </a:gridCol>
                <a:gridCol w="623321">
                  <a:extLst>
                    <a:ext uri="{9D8B030D-6E8A-4147-A177-3AD203B41FA5}">
                      <a16:colId xmlns:a16="http://schemas.microsoft.com/office/drawing/2014/main" val="2255484262"/>
                    </a:ext>
                  </a:extLst>
                </a:gridCol>
                <a:gridCol w="623321">
                  <a:extLst>
                    <a:ext uri="{9D8B030D-6E8A-4147-A177-3AD203B41FA5}">
                      <a16:colId xmlns:a16="http://schemas.microsoft.com/office/drawing/2014/main" val="620879064"/>
                    </a:ext>
                  </a:extLst>
                </a:gridCol>
                <a:gridCol w="732286">
                  <a:extLst>
                    <a:ext uri="{9D8B030D-6E8A-4147-A177-3AD203B41FA5}">
                      <a16:colId xmlns:a16="http://schemas.microsoft.com/office/drawing/2014/main" val="3419323453"/>
                    </a:ext>
                  </a:extLst>
                </a:gridCol>
                <a:gridCol w="566429">
                  <a:extLst>
                    <a:ext uri="{9D8B030D-6E8A-4147-A177-3AD203B41FA5}">
                      <a16:colId xmlns:a16="http://schemas.microsoft.com/office/drawing/2014/main" val="932271773"/>
                    </a:ext>
                  </a:extLst>
                </a:gridCol>
                <a:gridCol w="497870">
                  <a:extLst>
                    <a:ext uri="{9D8B030D-6E8A-4147-A177-3AD203B41FA5}">
                      <a16:colId xmlns:a16="http://schemas.microsoft.com/office/drawing/2014/main" val="3516870043"/>
                    </a:ext>
                  </a:extLst>
                </a:gridCol>
                <a:gridCol w="696699">
                  <a:extLst>
                    <a:ext uri="{9D8B030D-6E8A-4147-A177-3AD203B41FA5}">
                      <a16:colId xmlns:a16="http://schemas.microsoft.com/office/drawing/2014/main" val="4215022717"/>
                    </a:ext>
                  </a:extLst>
                </a:gridCol>
                <a:gridCol w="675139">
                  <a:extLst>
                    <a:ext uri="{9D8B030D-6E8A-4147-A177-3AD203B41FA5}">
                      <a16:colId xmlns:a16="http://schemas.microsoft.com/office/drawing/2014/main" val="1582675740"/>
                    </a:ext>
                  </a:extLst>
                </a:gridCol>
                <a:gridCol w="623321">
                  <a:extLst>
                    <a:ext uri="{9D8B030D-6E8A-4147-A177-3AD203B41FA5}">
                      <a16:colId xmlns:a16="http://schemas.microsoft.com/office/drawing/2014/main" val="1336250242"/>
                    </a:ext>
                  </a:extLst>
                </a:gridCol>
              </a:tblGrid>
              <a:tr h="5466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Site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견적 검토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PO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FOB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입고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설치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Data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검증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양산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6364275"/>
                  </a:ext>
                </a:extLst>
              </a:tr>
              <a:tr h="5466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ESAZ</a:t>
                      </a:r>
                      <a:endParaRPr 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전극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‘25.2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‘25.6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‘25.8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‘25.11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‘25.12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’26.3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’27.1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6227451"/>
                  </a:ext>
                </a:extLst>
              </a:tr>
              <a:tr h="54667"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조립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’25.2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’25.11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’26.2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‘26.3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’26.4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’26.9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‘27.1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3146154"/>
                  </a:ext>
                </a:extLst>
              </a:tr>
            </a:tbl>
          </a:graphicData>
        </a:graphic>
      </p:graphicFrame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066F4DAB-708A-484E-9CF0-1013708D6A6A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300310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소형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Roll Map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구축 수평전개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7CC6E99-B6EA-4E52-8CEE-595C63FDBA69}"/>
              </a:ext>
            </a:extLst>
          </p:cNvPr>
          <p:cNvSpPr txBox="1"/>
          <p:nvPr/>
        </p:nvSpPr>
        <p:spPr>
          <a:xfrm>
            <a:off x="5924682" y="587343"/>
            <a:ext cx="227305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-#09,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B30AFF5-700B-436F-98D3-C3A57CA2EFF1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7F1B651-D06A-4EEC-A09C-7F9D9CBFDA37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12/17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16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</p:spTree>
    <p:extLst>
      <p:ext uri="{BB962C8B-B14F-4D97-AF65-F5344CB8AC3E}">
        <p14:creationId xmlns:p14="http://schemas.microsoft.com/office/powerpoint/2010/main" val="19783034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7261709"/>
              </p:ext>
            </p:extLst>
          </p:nvPr>
        </p:nvGraphicFramePr>
        <p:xfrm>
          <a:off x="153168" y="902205"/>
          <a:ext cx="9644174" cy="5912775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68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4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수평전개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오창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2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ML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(Mother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Line)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[W51]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금주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샘플 전극 생산 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기능검증 예정입니다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 일정</a:t>
                      </a: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10/20 ~ 11/20 : ESS(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각형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IM E351A)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시생산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롤프레스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→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→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DNC(OC5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11/24 ~ 12/5   :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자동차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현대차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E67B)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오창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공장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12/10  ~ 12/26 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(Honda E79E)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롤프레스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→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(DNN) →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endParaRPr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주요 진행 현황</a:t>
                      </a: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공정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계측기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및 검사기 위치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Offset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측정을 진행하였고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(9/5), PLC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반영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(9/10).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 MES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상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웹게이지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로딩량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Offset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정상 반영하였고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9/29~30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샘플생산 시 원재료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와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로딩량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간 정합성 확인하였습니다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 11/10~11/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17 6P6L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각형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시생산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대응중이며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MES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 미완료 항목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노칭폐기용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불량보고 등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 대해 모니터링 중입니다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11/14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 양극 롤프레스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및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검증용 샘플 전극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500m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확보하였고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금주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11/19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추가 샘플 전극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확보하였습니다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슬라이딩 및 비전 검사 연동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 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(12/10)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진행하였고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(12/30~12/31)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예정입니다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롤프레스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공정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롤프레스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연동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롤프레스 양극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(8/25~8/26) /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(9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중순 예정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양극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(9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중순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예정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/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(9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중순 예정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 생산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예정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(12/11~12/19)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으로 검사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계측기 연동 항목 모니터링 예정입니다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롤프레스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양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본기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입고 및 셋업 완료되어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기구 및 전장 설치를 위한 실측 진행하였습니다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(9/10).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롤프레스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양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기구 및 전장은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9/29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 입고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10/19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10/25(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전장 설치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호기는 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(12/26)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하였으며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 단동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(12/3)/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 80%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진행으로 미완료 상태입니다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재와인더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점보롤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MES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단동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완료하였고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(7/16),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연동테스트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(9/3)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200m/min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선속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대응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OCR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프로그램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라온피플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하였고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150m/min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이상 선속에서 인식하지 못하여 원인 파악 및 수정 중에 있습니다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공정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양극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PLC →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노칭통합비전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API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적용 및 테스트 완료하였습니다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(10/31)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 12/17(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E79E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 생산 일정 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기능 검증 및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EIF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Test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예정입니다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공정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 12/17(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E79E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 생산 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기능 검증 및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EIF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예정입니다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정재호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안태규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P)</a:t>
                      </a:r>
                      <a:endParaRPr lang="ko-KR" altLang="en-US" sz="9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943F47-EAEA-4391-A2BC-C7C33A8E8CFD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11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CE4A1AF-5D49-43F9-9F31-E88EAE372D41}"/>
              </a:ext>
            </a:extLst>
          </p:cNvPr>
          <p:cNvSpPr txBox="1">
            <a:spLocks/>
          </p:cNvSpPr>
          <p:nvPr/>
        </p:nvSpPr>
        <p:spPr>
          <a:xfrm>
            <a:off x="8914781" y="418066"/>
            <a:ext cx="95539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정재호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P 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066F4DAB-708A-484E-9CF0-1013708D6A6A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45740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자동차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Roll Map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구축 수평전개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1AEF16D4-AAC6-4B2D-9750-87972CA1B025}"/>
              </a:ext>
            </a:extLst>
          </p:cNvPr>
          <p:cNvGraphicFramePr>
            <a:graphicFrameLocks noGrp="1"/>
          </p:cNvGraphicFramePr>
          <p:nvPr/>
        </p:nvGraphicFramePr>
        <p:xfrm>
          <a:off x="1846109" y="1642239"/>
          <a:ext cx="6505413" cy="714375"/>
        </p:xfrm>
        <a:graphic>
          <a:graphicData uri="http://schemas.openxmlformats.org/drawingml/2006/table">
            <a:tbl>
              <a:tblPr/>
              <a:tblGrid>
                <a:gridCol w="458607">
                  <a:extLst>
                    <a:ext uri="{9D8B030D-6E8A-4147-A177-3AD203B41FA5}">
                      <a16:colId xmlns:a16="http://schemas.microsoft.com/office/drawing/2014/main" val="2269728449"/>
                    </a:ext>
                  </a:extLst>
                </a:gridCol>
                <a:gridCol w="951183">
                  <a:extLst>
                    <a:ext uri="{9D8B030D-6E8A-4147-A177-3AD203B41FA5}">
                      <a16:colId xmlns:a16="http://schemas.microsoft.com/office/drawing/2014/main" val="2114204834"/>
                    </a:ext>
                  </a:extLst>
                </a:gridCol>
                <a:gridCol w="772836">
                  <a:extLst>
                    <a:ext uri="{9D8B030D-6E8A-4147-A177-3AD203B41FA5}">
                      <a16:colId xmlns:a16="http://schemas.microsoft.com/office/drawing/2014/main" val="4242932099"/>
                    </a:ext>
                  </a:extLst>
                </a:gridCol>
                <a:gridCol w="772836">
                  <a:extLst>
                    <a:ext uri="{9D8B030D-6E8A-4147-A177-3AD203B41FA5}">
                      <a16:colId xmlns:a16="http://schemas.microsoft.com/office/drawing/2014/main" val="1880084811"/>
                    </a:ext>
                  </a:extLst>
                </a:gridCol>
                <a:gridCol w="458607">
                  <a:extLst>
                    <a:ext uri="{9D8B030D-6E8A-4147-A177-3AD203B41FA5}">
                      <a16:colId xmlns:a16="http://schemas.microsoft.com/office/drawing/2014/main" val="1123890374"/>
                    </a:ext>
                  </a:extLst>
                </a:gridCol>
                <a:gridCol w="772836">
                  <a:extLst>
                    <a:ext uri="{9D8B030D-6E8A-4147-A177-3AD203B41FA5}">
                      <a16:colId xmlns:a16="http://schemas.microsoft.com/office/drawing/2014/main" val="3225053343"/>
                    </a:ext>
                  </a:extLst>
                </a:gridCol>
                <a:gridCol w="772836">
                  <a:extLst>
                    <a:ext uri="{9D8B030D-6E8A-4147-A177-3AD203B41FA5}">
                      <a16:colId xmlns:a16="http://schemas.microsoft.com/office/drawing/2014/main" val="2369976046"/>
                    </a:ext>
                  </a:extLst>
                </a:gridCol>
                <a:gridCol w="772836">
                  <a:extLst>
                    <a:ext uri="{9D8B030D-6E8A-4147-A177-3AD203B41FA5}">
                      <a16:colId xmlns:a16="http://schemas.microsoft.com/office/drawing/2014/main" val="2318319974"/>
                    </a:ext>
                  </a:extLst>
                </a:gridCol>
                <a:gridCol w="772836">
                  <a:extLst>
                    <a:ext uri="{9D8B030D-6E8A-4147-A177-3AD203B41FA5}">
                      <a16:colId xmlns:a16="http://schemas.microsoft.com/office/drawing/2014/main" val="234627501"/>
                    </a:ext>
                  </a:extLst>
                </a:gridCol>
              </a:tblGrid>
              <a:tr h="7159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내용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집행품의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ERRC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구매요청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셋업 및 검증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GMES </a:t>
                      </a: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Rollmap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Open 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SAT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 대응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2514172"/>
                  </a:ext>
                </a:extLst>
              </a:tr>
              <a:tr h="369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24.08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24.11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24.12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25.03~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25.8.31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~25.08.31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~ </a:t>
                      </a:r>
                      <a:r>
                        <a:rPr lang="en-US" altLang="ko-KR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25.10.30</a:t>
                      </a:r>
                      <a:br>
                        <a:rPr lang="en-US" altLang="ko-KR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25.12.26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9448830"/>
                  </a:ext>
                </a:extLst>
              </a:tr>
              <a:tr h="369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담당부서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자동차 생산기획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롤맵기술팀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롤맵기술팀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롤맵기술팀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롤맵기술팀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Pilot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기술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Pilot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기술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3351171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EB8CA5AD-9B7A-4D45-BE3D-592D99459839}"/>
              </a:ext>
            </a:extLst>
          </p:cNvPr>
          <p:cNvSpPr txBox="1"/>
          <p:nvPr/>
        </p:nvSpPr>
        <p:spPr>
          <a:xfrm>
            <a:off x="5924681" y="587343"/>
            <a:ext cx="2273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-#10,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D6216ED6-24C2-4FF5-92CB-83985D02290A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0" name="이등변 삼각형 19">
            <a:extLst>
              <a:ext uri="{FF2B5EF4-FFF2-40B4-BE49-F238E27FC236}">
                <a16:creationId xmlns:a16="http://schemas.microsoft.com/office/drawing/2014/main" id="{214FD80B-9ABB-40EC-8683-9AA4294784F3}"/>
              </a:ext>
            </a:extLst>
          </p:cNvPr>
          <p:cNvSpPr/>
          <p:nvPr/>
        </p:nvSpPr>
        <p:spPr>
          <a:xfrm rot="10800000">
            <a:off x="7658716" y="1514807"/>
            <a:ext cx="144000" cy="127432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020406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4921655"/>
              </p:ext>
            </p:extLst>
          </p:nvPr>
        </p:nvGraphicFramePr>
        <p:xfrm>
          <a:off x="153168" y="902205"/>
          <a:ext cx="9644174" cy="5682030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68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64815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롤맵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 수평전개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오창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1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(2170)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[W51]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금주 특이 사항 없습니다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en-US" altLang="ko-KR" dirty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br>
                        <a:rPr lang="en-US" altLang="ko-KR" dirty="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</a:br>
                      <a:endParaRPr lang="en-US" altLang="ko-KR" dirty="0">
                        <a:solidFill>
                          <a:srgbClr val="000000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1. ESOC 대표호기 전개 진행 현황    . </a:t>
                      </a:r>
                      <a:r>
                        <a:rPr 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양극 6, 음극 3 / 롤프레스 양극 5~8, 음극 3,8 / </a:t>
                      </a:r>
                      <a:r>
                        <a:rPr 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하프슬리터</a:t>
                      </a: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음극 1 / </a:t>
                      </a:r>
                      <a:r>
                        <a:rPr 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슬리터</a:t>
                      </a: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양극 6, 음극 4,9 / </a:t>
                      </a:r>
                      <a:r>
                        <a:rPr 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와인더</a:t>
                      </a: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2(1기), 8(1기)</a:t>
                      </a:r>
                      <a:b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   . 대표호기 셋업 완료하여 MES </a:t>
                      </a:r>
                      <a:r>
                        <a:rPr 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Open</a:t>
                      </a: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하였고, </a:t>
                      </a:r>
                      <a:r>
                        <a:rPr 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양산품</a:t>
                      </a: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마킹을 위해 4M 완료 모델(M50F)</a:t>
                      </a:r>
                      <a:r>
                        <a:rPr 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를</a:t>
                      </a: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대상으로 기준점 마킹 진행(1/2~4) 검증 진행하였습니다.</a:t>
                      </a:r>
                      <a:b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   . 양극 </a:t>
                      </a:r>
                      <a:r>
                        <a:rPr 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불량마킹</a:t>
                      </a: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진행을 위해 </a:t>
                      </a:r>
                      <a:r>
                        <a:rPr 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</a:t>
                      </a: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Head</a:t>
                      </a: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추가 개조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(2/19~21)</a:t>
                      </a: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Edge부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기준점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프로그램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개발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적용하였습니다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.(3/26)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3/31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Edge부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Test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진행하여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정합성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확보하였습니다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양극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샘플생산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.(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양극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4/7,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음극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예정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(4/14)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. 양극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M50F</a:t>
                      </a: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양산품</a:t>
                      </a: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기준점 마킹 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(1/2~4)</a:t>
                      </a: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및 롤프레스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(1/2~1/6),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슬리터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대표호기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6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호기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1/13~24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</a:t>
                      </a: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작업 완료하여 </a:t>
                      </a:r>
                      <a:r>
                        <a:rPr 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생성 확인하였습니다.</a:t>
                      </a:r>
                      <a:b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   . 음극 M50F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양산품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기준점 마킹 진행(1/10~16),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하프슬리터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(1/15~24), 롤프레스(1/20~2/7),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(1/24~2/7)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생성 확인하였습니다.  </a:t>
                      </a:r>
                      <a:br>
                        <a:rPr lang="en-US" dirty="0">
                          <a:solidFill>
                            <a:srgbClr val="000000"/>
                          </a:solidFill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-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대표호기 4호기는 다른 모델(M50L) 생산 중으로 3호기(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미설치호기)에서 작업하여, 금번 양산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대응시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4호기는 추가 검증은 못하였습니다.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. 음극 롤프레스 9호기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셋업(3/11) 진행 하였고, PLC 수정 적용하였습니다.(3/15), 시스템 개발 진행은 투자비 확인 중에 있습니다.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   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와인더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양극(1/13~24), 음극(1/24~2/7) 7호기에서 작업하였습니다.(대표호기 8-10호기는 이설작업으로 검증하지 못하였고 3/10일 이후 검증 가능합니다.)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   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양,음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 대표호기 외 호기에서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과검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이슈가 있어 추가 프로그램 개발 진행 예정입니다.(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비전업체-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엔시스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개발 중으로 3월까지 적용입니다.)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</a:t>
                      </a: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와인더</a:t>
                      </a: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양극 </a:t>
                      </a:r>
                      <a:r>
                        <a:rPr 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과검</a:t>
                      </a: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관련하여 검사기술팀과 협의하여 회피 로직 개발 검토 요청하였습니다.(2/11, 기준점 BCR 위 </a:t>
                      </a:r>
                      <a:r>
                        <a:rPr 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Tab</a:t>
                      </a: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부착으로 회피로직 개발 검토 중)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   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와인더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음극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과검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이슈로 그림社와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과검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회피 로직 보완 완료하였습니다.(로직 보완 2/3, 적용 2/4, 모니터링 완료)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불량마킹을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통한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전공정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사전알람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검증 진행 중입니다.(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IM사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M53F 4M 현장방문(~3/3)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으로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불량마킹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불가로 M50F 다음 생산 일정에 확인 중입니다.)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</a:t>
                      </a:r>
                      <a:b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2. 4M 진행 현황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  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’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24.10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월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IM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社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M50F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대상으로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4M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완료하였고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타모델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확산 전개를 위해 검토 중입니다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Edge부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기준점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마킹하여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슬리터에서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폐기하는 컨셉으로 EC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검토회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진행(3/6)하였고,  폐기 영역 기준점 공차 검증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중입니다.입니다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.(~3/21)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. (4/2) 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셀QA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Edge부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마킹이 내부로 들어올 수 있으므로 보완 요청, (4/23)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유지부-무지부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경계를 활용한 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Edge부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마킹 결과 공유(3회 검증 진행 5/12,13)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. (5/19) 전극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QA에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Raw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Data 전달하여 최종 검토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확인받았고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(5/26) 메일로 생산/품질/QA/PM 각 담당자에 내용 전달, (5/28) 4MCC 등록 진행으로 협의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. (6/2) 4MCC 등록하여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EC검토회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자료 작성 중 (6/9) QA 자료 보완 요청(마킹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인식율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상향 방안 검토) 받아 검토 진행 중입니다.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. (7/1)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EC검토회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완료되어 승인 받아 공정성 평가 자료 준비하여 (7/11이전) 진행 예정입니다.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. 레이저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변경 예정(음극 3호기) 및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대상호기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제각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등으로 소형 패턴 보다는 소형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Tabless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신규라인에 집중하도록 하겠습니다. 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기존에 진행하던 4M은 중단하도록 하겠습니다.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’26.1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안태규P</a:t>
                      </a:r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Malgun Gothic Semilight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정재호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P)</a:t>
                      </a:r>
                      <a:endParaRPr lang="ko-KR" altLang="en-US" sz="9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943F47-EAEA-4391-A2BC-C7C33A8E8CFD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14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CE4A1AF-5D49-43F9-9F31-E88EAE372D41}"/>
              </a:ext>
            </a:extLst>
          </p:cNvPr>
          <p:cNvSpPr txBox="1">
            <a:spLocks/>
          </p:cNvSpPr>
          <p:nvPr/>
        </p:nvSpPr>
        <p:spPr>
          <a:xfrm>
            <a:off x="8978903" y="418066"/>
            <a:ext cx="89127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:안태규P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E3BCE927-4CE5-4C09-A338-E4C302A2B12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300310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소형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Roll Map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구축 수평전개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D5861CE-0B06-4534-9000-8A48ED4AF526}"/>
              </a:ext>
            </a:extLst>
          </p:cNvPr>
          <p:cNvSpPr txBox="1"/>
          <p:nvPr/>
        </p:nvSpPr>
        <p:spPr>
          <a:xfrm>
            <a:off x="5924682" y="587343"/>
            <a:ext cx="227305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-#11,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F4A30AD-4AEE-49A6-A557-C8B5A1674F5F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8DB693C6-DC75-EF30-355F-26C87C89AE3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99103" y="1575157"/>
            <a:ext cx="6620579" cy="915209"/>
          </a:xfrm>
          <a:prstGeom prst="rect">
            <a:avLst/>
          </a:prstGeom>
        </p:spPr>
      </p:pic>
      <p:cxnSp>
        <p:nvCxnSpPr>
          <p:cNvPr id="8" name="직선 화살표 연결선 7">
            <a:extLst>
              <a:ext uri="{FF2B5EF4-FFF2-40B4-BE49-F238E27FC236}">
                <a16:creationId xmlns:a16="http://schemas.microsoft.com/office/drawing/2014/main" id="{9D45E71C-CCB8-61A4-45E9-5F88650D6605}"/>
              </a:ext>
            </a:extLst>
          </p:cNvPr>
          <p:cNvCxnSpPr/>
          <p:nvPr/>
        </p:nvCxnSpPr>
        <p:spPr>
          <a:xfrm>
            <a:off x="4902978" y="1459825"/>
            <a:ext cx="460" cy="673308"/>
          </a:xfrm>
          <a:prstGeom prst="straightConnector1">
            <a:avLst/>
          </a:prstGeom>
          <a:ln w="28575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9023605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4E2753-74F6-653A-E291-7F64D552CD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FD6B18E8-DEC2-01A8-175D-70F1A4B368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4817242"/>
              </p:ext>
            </p:extLst>
          </p:nvPr>
        </p:nvGraphicFramePr>
        <p:xfrm>
          <a:off x="153168" y="902205"/>
          <a:ext cx="9644174" cy="5682030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68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64815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롤맵</a:t>
                      </a:r>
                      <a:endParaRPr lang="en-US" altLang="ko-KR" sz="900" b="0" i="0" u="none" strike="noStrike" baseline="0" err="1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 수평전개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오창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(Tabless)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[W51]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코터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사전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환경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안전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점검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사항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보완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투자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롤프레스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음극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하여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마킹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인식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롤맵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생성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확인하였습니다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1.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소형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Tabless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H52A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투자 진행 현황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  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소형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NFF(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모델명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: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H52A)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대응을 위해 집행 품의 작성(3/18)하였습니다.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. 소형생산센터장님 서면 보고(4/15)시 사양에 대해 생산과 협의 후 후속보고 지시하셔서, 소형 생산/설비팀과 협의(4/16)하였고, 레이저 마킹 컨셉으로 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진행하기로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오창원통형담당님께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답변(4/29) 받았습니다. (6/2)소형생산센터장님 보고, 진행하는 것으로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답변받았습니다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.(양극5신규/음극3개조), 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    . 투자 확정 전 소형 센터에서 NFF 양산 적용 모니터링(마킹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5/7~9,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비전 인식 결과 공유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(5/22))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 확인하였고, 집행 품의 내용 사전 메일 보고 요청을 받아 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작성 중에 있습니다.(기본품의 전극 8.32억에 3.92억원 초과한 12.23억원(초과 비용은 소형 생산기획에서 확보예정)으로 진행하려고 합니다.)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. 집행품의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: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소형전극설비관리팀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와인더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: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롤맵기술팀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 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(6/17),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구매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PR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상신 진행하였습니다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.(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코터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롤프레스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슬리터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와인더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     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: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양극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5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신규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음극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3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롤프레스 양극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8,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음극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신규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양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14,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12)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와인더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신규 2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.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양극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레이저마킹기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fume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집진기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입찰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(8/8),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집진기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설치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(11/4),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외부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집진기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캐노피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설치 예정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(~’25.11)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: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환경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안전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요청사항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추가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검증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.(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사전환경안전점검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보고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준비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중 ~12/12)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: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레이저마킹기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관련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사전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환경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안전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점검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사항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보완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투자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중입니다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.(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집행품의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투자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PO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확정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12/15)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.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보완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투자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일정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협의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중(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생산일정에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따라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21, 28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검토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중)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2.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소형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Tabless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H52A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롤맵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셋업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현황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.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 공정 설비 셋업 완료 이후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환경안전팀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관련 개선 요청 사항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대응중에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있습니다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: 추가 진행 필요사항 견적 받아 ERRC 후 진행 예정입니다.(소형 PJT 투자 비용)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환경안전팀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: Interlock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기능 관련 보완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 Safety PLC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추가 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하부 가림막 제거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Maint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용 별도 버튼 현장 추가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3.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소형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Tabless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H52A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롤맵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검증 현황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-. 11/17(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개발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DV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일정에 맞춰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RollMap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Data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기능 검증 진행중에 있습니다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공정 양극 불량 마킹 및 기준점 마킹 확인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음극의 경우 불량 마킹 관련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PLC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프로그램 수정이 있어 다음 생산 시 확인 예정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-.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코터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음극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기준점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마킹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확인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검사기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연동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중(~'25.12)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롤프레스 공정 양극 기준점 인식 및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전공정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불량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사전알람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기능 확인 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(11/20)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롤프레스 공정 음극 기준점 인식 및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전공정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불량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사전알람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기능 확인 完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(12/11)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공정 양극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음극 기준점 인식 기능 확인 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(11/21)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와인더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공정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EIF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시스템 관련 수정 필요하여 프로그램 수정 1차 완료 추가 수정 내용 진행 중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(~12/19)</a:t>
                      </a:r>
                      <a:endParaRPr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’26.1</a:t>
                      </a:r>
                      <a:endParaRPr lang="en-US"/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안태규P</a:t>
                      </a:r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Malgun Gothic Semilight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정재호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P)</a:t>
                      </a:r>
                      <a:endParaRPr lang="ko-KR" altLang="en-US" sz="9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64" name="제목 1">
            <a:extLst>
              <a:ext uri="{FF2B5EF4-FFF2-40B4-BE49-F238E27FC236}">
                <a16:creationId xmlns:a16="http://schemas.microsoft.com/office/drawing/2014/main" id="{6D5BB302-DC7B-0F03-F599-F1ED48E98F14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891B744-4803-4B69-1352-A6C4DA4EEE93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 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13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81B6855-6ED7-ECB5-4F80-88BB0D845731}"/>
              </a:ext>
            </a:extLst>
          </p:cNvPr>
          <p:cNvSpPr txBox="1">
            <a:spLocks/>
          </p:cNvSpPr>
          <p:nvPr/>
        </p:nvSpPr>
        <p:spPr>
          <a:xfrm>
            <a:off x="8946842" y="418066"/>
            <a:ext cx="92333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안태규P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72204009-8AB3-E7D3-49DC-298A580C4FE1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300310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소형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Roll Map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구축 수평전개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40E4A00-5D2E-3F7C-5A0C-DBDC801CFBA4}"/>
              </a:ext>
            </a:extLst>
          </p:cNvPr>
          <p:cNvSpPr txBox="1"/>
          <p:nvPr/>
        </p:nvSpPr>
        <p:spPr>
          <a:xfrm>
            <a:off x="5924682" y="587343"/>
            <a:ext cx="227305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-#11,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B9E5F16-BB12-95C9-4BDD-2F7C8AB2FC7B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115932683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표 1">
            <a:extLst>
              <a:ext uri="{FF2B5EF4-FFF2-40B4-BE49-F238E27FC236}">
                <a16:creationId xmlns:a16="http://schemas.microsoft.com/office/drawing/2014/main" id="{C66F9B45-D343-4DF8-ABA9-D48571FAC9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414646"/>
              </p:ext>
            </p:extLst>
          </p:nvPr>
        </p:nvGraphicFramePr>
        <p:xfrm>
          <a:off x="153168" y="847920"/>
          <a:ext cx="9644172" cy="5711659"/>
        </p:xfrm>
        <a:graphic>
          <a:graphicData uri="http://schemas.openxmlformats.org/drawingml/2006/table">
            <a:tbl>
              <a:tblPr/>
              <a:tblGrid>
                <a:gridCol w="7782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83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87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62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02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023">
                  <a:extLst>
                    <a:ext uri="{9D8B030D-6E8A-4147-A177-3AD203B41FA5}">
                      <a16:colId xmlns:a16="http://schemas.microsoft.com/office/drawing/2014/main" val="4171785444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900" b="1" i="0" u="none" strike="noStrike" baseline="0">
                        <a:solidFill>
                          <a:schemeClr val="bg1"/>
                        </a:solidFill>
                        <a:effectLst/>
                        <a:latin typeface="Arial Narrow"/>
                        <a:ea typeface="LG스마트체 Regular"/>
                        <a:cs typeface="Malgun Gothic Semilight"/>
                      </a:endParaRPr>
                    </a:p>
                  </a:txBody>
                  <a:tcPr marL="6273" marR="6273" marT="36000" marB="3600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4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롤맵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 수평전개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ESOC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각형  </a:t>
                      </a:r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Pilot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[W51]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금주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특이사항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없습니다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endParaRPr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1.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배경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- OC 5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동 각형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TT(Top Terminal) Pilot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라인 조립라인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DnC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투자 검토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요청받아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통합비전을 활용한 컨셉으로 투자 진행하였습니다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-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각형에 사용 예정인 전극은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’25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년은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NB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 활용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및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’26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년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마더라인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전극을 활용 예정입니다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2.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 현황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- ‘25.4.27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FAT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시 각형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TT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DnC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라인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통합비전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PC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연계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공유폴더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확인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- ‘25.6.14 ~ 20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설비 입고되어 설비 셋업 진행하였고, '25.7.2 EIF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반영 및 배포되어 '25.7.7~7/11 PLC 프로그램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수정진행하였습니다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- '25.7/14~15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노칭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통합비전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(IVW)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로부터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공유폴더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활용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비전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수신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확인하였고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PLC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프로그램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수정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반영하였습니다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- '25.7.16 1차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롤맵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단동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Test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 (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일부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수정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필요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부분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7/17,18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추가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검증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예정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 / '25.7.18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롤맵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단동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Test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- '25.8.4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마더라인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→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각형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조립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공장간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이동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비용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이관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및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CSR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상신하여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중입니다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.(10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월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예정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- '25.8.12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롤맵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연동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Test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진행하였으나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롤인영역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일정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변경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설비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요청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으로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재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연동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Test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예정입니다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- '25.9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마더라인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양산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전까지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NB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전극활용하여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Test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진행으로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NB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기준점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마킹으로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샘플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중입니다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.(9/15~26, 양,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음극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- '25.9.30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마더라인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→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각형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조립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공장간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이동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시스템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준비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되어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마더라인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투입시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('25.12월)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검증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예정입니다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- '25.10.13~22 NB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이송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되어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금주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TT라인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작업시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인식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검증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일부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투입하였으나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통신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이상에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의한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수집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불가로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추가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모니터링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중입니다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.)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3.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특이사항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- `25.2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월 각형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잉크마킹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가능여부 파악을 위한 마킹 위치 검토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초음파 용접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레이저 용접을 회피한 위치에  마킹 가능한 것 확인하였습니다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용접 아래 위치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10mm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이상 확보 가능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-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마더라인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전극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–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각형 조립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DnC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Site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간 전극 이동시 데이터 이동 관련 시스템 구축 필요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.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MI_LS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 →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MI2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조립의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Site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간 전극 이동과 동일한 컨셉으로 해당 내용 개발 중입니다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 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개발된 컨셉으로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오창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확산 전개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IT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투자비 비용 이관하였고, CSR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상신하여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진행 중입니다.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(1,950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만원 이관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10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월까지 진행 예정입니다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-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마더라인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양산 일정 지연에 따른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ESNB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 →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ESOC1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조립 공장간 이동 검토 내용입니다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배경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마더라인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양산일정 기존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(10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대비 지연되면서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IM B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샘플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GM B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샘플에 대해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NB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 빌드로 진행하고 있습니다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따라서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향후에도 지속적으로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NB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전극을 활용하여 조립을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진행시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공장간 이동 필요여부를 검토하였습니다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검토 결과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생산일정 확인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(AR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전극공정개발팀 의견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- ‘25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년 샘플은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NB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에서 생산하여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OC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에서 조립 예정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(IM B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샘플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: 9,10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월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NB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GM B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샘플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: 11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월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NB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- ’26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년 진행 빌드는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ESOC2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마더라인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전극 →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ESOC1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조립으로 진행 예정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검토 결과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2.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시스템 부분 검토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- ESNB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의 경우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MES 1.0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으로 기존 진행한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(MES 2.0)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버전이 달라 신규 개발이 필요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- ESNB ’26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5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월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MES 2.0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으로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변경 후 확산 전개로 진행 가능합니다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* ESMI_LS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 →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ESMI2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조립 공장간 이동 개발 되어 적용하였고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  ESOC2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 →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ESOC1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조립 공장간 이동 확산으로 진행 중입니다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.(‘25.10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월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         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 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`25.12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안태규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P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</a:b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정재호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P)</a:t>
                      </a:r>
                      <a:endParaRPr lang="ko-KR"/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9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Malgun Gothic Semilight"/>
                      </a:endParaRPr>
                    </a:p>
                  </a:txBody>
                  <a:tcPr marL="36000" marR="6273" marT="36000" marB="36000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0">
                      <a:noFill/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341988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각형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Roll Map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구축 진행 현황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943F47-EAEA-4391-A2BC-C7C33A8E8CFD}"/>
              </a:ext>
            </a:extLst>
          </p:cNvPr>
          <p:cNvSpPr txBox="1"/>
          <p:nvPr/>
        </p:nvSpPr>
        <p:spPr>
          <a:xfrm>
            <a:off x="8399758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13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CE4A1AF-5D49-43F9-9F31-E88EAE372D41}"/>
              </a:ext>
            </a:extLst>
          </p:cNvPr>
          <p:cNvSpPr txBox="1">
            <a:spLocks/>
          </p:cNvSpPr>
          <p:nvPr/>
        </p:nvSpPr>
        <p:spPr>
          <a:xfrm>
            <a:off x="8329293" y="408922"/>
            <a:ext cx="1522586" cy="169277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안태규P</a:t>
            </a:r>
            <a:endParaRPr kumimoji="0" lang="en-US" altLang="ko-KR" sz="1100" b="0" i="0" u="none" strike="noStrike" kern="1200" cap="none" spc="0" normalizeH="0" baseline="0" noProof="0" err="1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9293B9B-55F4-42BA-B017-262CAACEE96E}"/>
              </a:ext>
            </a:extLst>
          </p:cNvPr>
          <p:cNvSpPr txBox="1"/>
          <p:nvPr/>
        </p:nvSpPr>
        <p:spPr>
          <a:xfrm>
            <a:off x="5924681" y="587343"/>
            <a:ext cx="2273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-#12,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E26241F-4914-4AE7-8D68-1C126E4AAFC3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9FBBC6D-CEE1-42ED-A52B-5B601F4F3120}"/>
              </a:ext>
            </a:extLst>
          </p:cNvPr>
          <p:cNvSpPr/>
          <p:nvPr/>
        </p:nvSpPr>
        <p:spPr>
          <a:xfrm>
            <a:off x="5726893" y="1533992"/>
            <a:ext cx="852049" cy="30969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" tIns="18000" rIns="18000" bIns="1800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NB : `25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년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마더라인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`26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년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761C19C-7DBC-4375-968D-AFA544EA585E}"/>
              </a:ext>
            </a:extLst>
          </p:cNvPr>
          <p:cNvSpPr/>
          <p:nvPr/>
        </p:nvSpPr>
        <p:spPr>
          <a:xfrm>
            <a:off x="5603975" y="1214225"/>
            <a:ext cx="1173971" cy="36933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&lt;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전극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&gt;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6937845E-62E5-421D-9326-0DB5AA3E34C9}"/>
              </a:ext>
            </a:extLst>
          </p:cNvPr>
          <p:cNvSpPr/>
          <p:nvPr/>
        </p:nvSpPr>
        <p:spPr>
          <a:xfrm>
            <a:off x="6784576" y="1207705"/>
            <a:ext cx="1173971" cy="36933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&lt;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조립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&gt;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82EE3B51-BA95-407B-8548-FCC9F83BAD88}"/>
              </a:ext>
            </a:extLst>
          </p:cNvPr>
          <p:cNvSpPr/>
          <p:nvPr/>
        </p:nvSpPr>
        <p:spPr>
          <a:xfrm>
            <a:off x="6776139" y="1504175"/>
            <a:ext cx="1683188" cy="36933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" tIns="18000" rIns="18000" bIns="1800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DnC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양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2,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음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2)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→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AZS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→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PKG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→활성화</a:t>
            </a:r>
          </a:p>
        </p:txBody>
      </p:sp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116FDE27-4210-4CE4-B126-31208BBAE2F3}"/>
              </a:ext>
            </a:extLst>
          </p:cNvPr>
          <p:cNvGraphicFramePr>
            <a:graphicFrameLocks noGrp="1"/>
          </p:cNvGraphicFramePr>
          <p:nvPr/>
        </p:nvGraphicFramePr>
        <p:xfrm>
          <a:off x="2128312" y="1364307"/>
          <a:ext cx="3322770" cy="419100"/>
        </p:xfrm>
        <a:graphic>
          <a:graphicData uri="http://schemas.openxmlformats.org/drawingml/2006/table">
            <a:tbl>
              <a:tblPr/>
              <a:tblGrid>
                <a:gridCol w="664554">
                  <a:extLst>
                    <a:ext uri="{9D8B030D-6E8A-4147-A177-3AD203B41FA5}">
                      <a16:colId xmlns:a16="http://schemas.microsoft.com/office/drawing/2014/main" val="738660231"/>
                    </a:ext>
                  </a:extLst>
                </a:gridCol>
                <a:gridCol w="664554">
                  <a:extLst>
                    <a:ext uri="{9D8B030D-6E8A-4147-A177-3AD203B41FA5}">
                      <a16:colId xmlns:a16="http://schemas.microsoft.com/office/drawing/2014/main" val="2114204834"/>
                    </a:ext>
                  </a:extLst>
                </a:gridCol>
                <a:gridCol w="664554">
                  <a:extLst>
                    <a:ext uri="{9D8B030D-6E8A-4147-A177-3AD203B41FA5}">
                      <a16:colId xmlns:a16="http://schemas.microsoft.com/office/drawing/2014/main" val="1880084811"/>
                    </a:ext>
                  </a:extLst>
                </a:gridCol>
                <a:gridCol w="664554">
                  <a:extLst>
                    <a:ext uri="{9D8B030D-6E8A-4147-A177-3AD203B41FA5}">
                      <a16:colId xmlns:a16="http://schemas.microsoft.com/office/drawing/2014/main" val="3225053343"/>
                    </a:ext>
                  </a:extLst>
                </a:gridCol>
                <a:gridCol w="664554">
                  <a:extLst>
                    <a:ext uri="{9D8B030D-6E8A-4147-A177-3AD203B41FA5}">
                      <a16:colId xmlns:a16="http://schemas.microsoft.com/office/drawing/2014/main" val="2369976046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 입고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셋업 및 검증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샘플생산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251417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각형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‘24.11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‘25.06.14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25.07.14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9448830"/>
                  </a:ext>
                </a:extLst>
              </a:tr>
            </a:tbl>
          </a:graphicData>
        </a:graphic>
      </p:graphicFrame>
      <p:cxnSp>
        <p:nvCxnSpPr>
          <p:cNvPr id="8" name="직선 화살표 연결선 7">
            <a:extLst>
              <a:ext uri="{FF2B5EF4-FFF2-40B4-BE49-F238E27FC236}">
                <a16:creationId xmlns:a16="http://schemas.microsoft.com/office/drawing/2014/main" id="{2A16C29D-F9DE-49BC-A3A8-228438A7BFB9}"/>
              </a:ext>
            </a:extLst>
          </p:cNvPr>
          <p:cNvCxnSpPr>
            <a:cxnSpLocks/>
          </p:cNvCxnSpPr>
          <p:nvPr/>
        </p:nvCxnSpPr>
        <p:spPr>
          <a:xfrm>
            <a:off x="6578942" y="1688841"/>
            <a:ext cx="197197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" name="그림 6">
            <a:extLst>
              <a:ext uri="{FF2B5EF4-FFF2-40B4-BE49-F238E27FC236}">
                <a16:creationId xmlns:a16="http://schemas.microsoft.com/office/drawing/2014/main" id="{62CE0D19-A682-45FC-946C-9752DDF895B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26893" y="5620228"/>
            <a:ext cx="2859787" cy="8549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5207647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857914"/>
              </p:ext>
            </p:extLst>
          </p:nvPr>
        </p:nvGraphicFramePr>
        <p:xfrm>
          <a:off x="153168" y="902205"/>
          <a:ext cx="9644174" cy="571165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68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4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롤맵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 수평전개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ESWA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[W51]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금주 특이 사항 없으며 전극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동 설치 셋업 일정 법인에서 수립 중 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.(~12/24)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동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조립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동 투자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    ※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미투자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호기에 대한 수평전개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대상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ESS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모델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호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셀호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자동차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AS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모델 생산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투자비 준비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상세 설비 수량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7/4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검토완료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23.5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주요 일정 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1)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집행품의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’25.9/27 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2) PO : ’25.10/30 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3)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부품 제작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‘25.12/31   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장납기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발주 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(10/30), Design Review 11/4,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부품 제작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12/31)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4)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입고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‘26.1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5)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셋업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’26.2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9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NFF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향으로 개조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   ※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파우치 →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NFF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로 모델 형교환으로 인한 부품 개조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및 신작설비 투자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대상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9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호 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투자비 준비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1) 7/21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주차 법인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투자위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진행으로 사전 투자항목 정리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(7/4,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 /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항목별 투자 견적 협력사와 검토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(~7/16)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→ 레이저의 경우 야외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집진기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설치가 필요하여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관련 환경 설비 투자 비용 추가 확인하였고 소형 생산기획팀에 제출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(7/16)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2) 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차 법인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투자위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(7/25,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), 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차 법인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투자위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(8/11,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소형센터장님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투자위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차 진행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(8/26) / 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차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투자위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(9/1,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승인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), CPO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님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투자위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예정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미정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‘25.12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신규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)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전기영</a:t>
                      </a:r>
                      <a:r>
                        <a:rPr 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P</a:t>
                      </a:r>
                      <a:endParaRPr lang="en-US" sz="900" b="0" i="0" u="none" strike="noStrike" baseline="0" noProof="0" dirty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 dirty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한기덕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S</a:t>
                      </a:r>
                      <a:endParaRPr lang="en-US" altLang="ko-KR" sz="900" b="0" i="0" u="none" strike="noStrike" baseline="0" noProof="0" dirty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 dirty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박수완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S</a:t>
                      </a:r>
                      <a:endParaRPr lang="en-US" altLang="ko-KR" sz="900" b="0" i="0" u="none" strike="noStrike" baseline="0" noProof="0" dirty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sz="900" b="0" i="0" u="none" strike="noStrike" baseline="0" noProof="0" dirty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김도원</a:t>
                      </a:r>
                      <a:r>
                        <a:rPr 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A</a:t>
                      </a:r>
                      <a:endParaRPr lang="ko-KR" noProof="0" dirty="0"/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656176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자동차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Roll Map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구축 완료 안정화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943F47-EAEA-4391-A2BC-C7C33A8E8CFD}"/>
              </a:ext>
            </a:extLst>
          </p:cNvPr>
          <p:cNvSpPr txBox="1"/>
          <p:nvPr/>
        </p:nvSpPr>
        <p:spPr>
          <a:xfrm>
            <a:off x="8412672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15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CE4A1AF-5D49-43F9-9F31-E88EAE372D41}"/>
              </a:ext>
            </a:extLst>
          </p:cNvPr>
          <p:cNvSpPr txBox="1">
            <a:spLocks/>
          </p:cNvSpPr>
          <p:nvPr/>
        </p:nvSpPr>
        <p:spPr>
          <a:xfrm>
            <a:off x="8946841" y="418066"/>
            <a:ext cx="92333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전기영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69219E0-83BA-45A6-8A0B-561699B53B35}"/>
              </a:ext>
            </a:extLst>
          </p:cNvPr>
          <p:cNvSpPr txBox="1"/>
          <p:nvPr/>
        </p:nvSpPr>
        <p:spPr>
          <a:xfrm>
            <a:off x="5924681" y="587343"/>
            <a:ext cx="2273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-#13,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0271E7D-47BB-432C-9AE1-30077A5B28BD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0" name="Rectangle 1">
            <a:extLst>
              <a:ext uri="{FF2B5EF4-FFF2-40B4-BE49-F238E27FC236}">
                <a16:creationId xmlns:a16="http://schemas.microsoft.com/office/drawing/2014/main" id="{85DA988E-7B46-4A62-9FEC-FAF169552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1681" y="6113961"/>
            <a:ext cx="9906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br>
              <a:rPr kumimoji="0" lang="ko-KR" altLang="ko-K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LG스마트체 Regular"/>
                <a:cs typeface="+mn-cs"/>
              </a:rPr>
            </a:br>
            <a:endParaRPr kumimoji="0" lang="ko-KR" altLang="ko-K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LG스마트체 Regular"/>
              <a:cs typeface="+mn-cs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189199E8-76E1-405E-B825-6CEE64F6B405}"/>
              </a:ext>
            </a:extLst>
          </p:cNvPr>
          <p:cNvGraphicFramePr>
            <a:graphicFrameLocks noGrp="1"/>
          </p:cNvGraphicFramePr>
          <p:nvPr/>
        </p:nvGraphicFramePr>
        <p:xfrm>
          <a:off x="1790701" y="2558090"/>
          <a:ext cx="1498600" cy="1021080"/>
        </p:xfrm>
        <a:graphic>
          <a:graphicData uri="http://schemas.openxmlformats.org/drawingml/2006/table">
            <a:tbl>
              <a:tblPr/>
              <a:tblGrid>
                <a:gridCol w="1092200">
                  <a:extLst>
                    <a:ext uri="{9D8B030D-6E8A-4147-A177-3AD203B41FA5}">
                      <a16:colId xmlns:a16="http://schemas.microsoft.com/office/drawing/2014/main" val="732613220"/>
                    </a:ext>
                  </a:extLst>
                </a:gridCol>
                <a:gridCol w="406400">
                  <a:extLst>
                    <a:ext uri="{9D8B030D-6E8A-4147-A177-3AD203B41FA5}">
                      <a16:colId xmlns:a16="http://schemas.microsoft.com/office/drawing/2014/main" val="2184009349"/>
                    </a:ext>
                  </a:extLst>
                </a:gridCol>
              </a:tblGrid>
              <a:tr h="6438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설비 수량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1227224"/>
                  </a:ext>
                </a:extLst>
              </a:tr>
              <a:tr h="838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원료실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믹서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463147707"/>
                  </a:ext>
                </a:extLst>
              </a:tr>
              <a:tr h="838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코터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87794941"/>
                  </a:ext>
                </a:extLst>
              </a:tr>
              <a:tr h="838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롤프레스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008198260"/>
                  </a:ext>
                </a:extLst>
              </a:tr>
              <a:tr h="838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슬리터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000754419"/>
                  </a:ext>
                </a:extLst>
              </a:tr>
              <a:tr h="838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sng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노칭 양극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sng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24711407"/>
                  </a:ext>
                </a:extLst>
              </a:tr>
              <a:tr h="838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sng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노칭 음극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sng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77501256"/>
                  </a:ext>
                </a:extLst>
              </a:tr>
              <a:tr h="838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sng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라미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sng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7138341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82BC782A-0C53-4089-A668-29A63F84909B}"/>
              </a:ext>
            </a:extLst>
          </p:cNvPr>
          <p:cNvGraphicFramePr>
            <a:graphicFrameLocks noGrp="1"/>
          </p:cNvGraphicFramePr>
          <p:nvPr/>
        </p:nvGraphicFramePr>
        <p:xfrm>
          <a:off x="2540001" y="5022379"/>
          <a:ext cx="2803086" cy="813435"/>
        </p:xfrm>
        <a:graphic>
          <a:graphicData uri="http://schemas.openxmlformats.org/drawingml/2006/table">
            <a:tbl>
              <a:tblPr/>
              <a:tblGrid>
                <a:gridCol w="416988">
                  <a:extLst>
                    <a:ext uri="{9D8B030D-6E8A-4147-A177-3AD203B41FA5}">
                      <a16:colId xmlns:a16="http://schemas.microsoft.com/office/drawing/2014/main" val="3925818592"/>
                    </a:ext>
                  </a:extLst>
                </a:gridCol>
                <a:gridCol w="416988">
                  <a:extLst>
                    <a:ext uri="{9D8B030D-6E8A-4147-A177-3AD203B41FA5}">
                      <a16:colId xmlns:a16="http://schemas.microsoft.com/office/drawing/2014/main" val="720737244"/>
                    </a:ext>
                  </a:extLst>
                </a:gridCol>
                <a:gridCol w="416988">
                  <a:extLst>
                    <a:ext uri="{9D8B030D-6E8A-4147-A177-3AD203B41FA5}">
                      <a16:colId xmlns:a16="http://schemas.microsoft.com/office/drawing/2014/main" val="2216923104"/>
                    </a:ext>
                  </a:extLst>
                </a:gridCol>
                <a:gridCol w="1552122">
                  <a:extLst>
                    <a:ext uri="{9D8B030D-6E8A-4147-A177-3AD203B41FA5}">
                      <a16:colId xmlns:a16="http://schemas.microsoft.com/office/drawing/2014/main" val="2942698744"/>
                    </a:ext>
                  </a:extLst>
                </a:gridCol>
              </a:tblGrid>
              <a:tr h="1065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설비수량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공사범위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내용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0385363"/>
                  </a:ext>
                </a:extLst>
              </a:tr>
              <a:tr h="1065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코터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잉크 → 레이저로 개조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89138812"/>
                  </a:ext>
                </a:extLst>
              </a:tr>
              <a:tr h="10655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롤프레스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OCR → BCR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 개조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249444981"/>
                  </a:ext>
                </a:extLst>
              </a:tr>
              <a:tr h="1065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롤프레스 신작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대에 신규 투자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65938519"/>
                  </a:ext>
                </a:extLst>
              </a:tr>
              <a:tr h="1065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슬리터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슬리터 신작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대에 신규 투자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190591693"/>
                  </a:ext>
                </a:extLst>
              </a:tr>
              <a:tr h="1065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재와인딩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재와인딩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신작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대에 신규 투자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80569503"/>
                  </a:ext>
                </a:extLst>
              </a:tr>
              <a:tr h="1065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와인더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와인더 신작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대에 신규 투자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27583951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4EDA272A-10A9-465D-868E-66AA09267FE4}"/>
              </a:ext>
            </a:extLst>
          </p:cNvPr>
          <p:cNvGraphicFramePr>
            <a:graphicFrameLocks noGrp="1"/>
          </p:cNvGraphicFramePr>
          <p:nvPr/>
        </p:nvGraphicFramePr>
        <p:xfrm>
          <a:off x="3769468" y="1851712"/>
          <a:ext cx="3282950" cy="2221160"/>
        </p:xfrm>
        <a:graphic>
          <a:graphicData uri="http://schemas.openxmlformats.org/drawingml/2006/table">
            <a:tbl>
              <a:tblPr/>
              <a:tblGrid>
                <a:gridCol w="656590">
                  <a:extLst>
                    <a:ext uri="{9D8B030D-6E8A-4147-A177-3AD203B41FA5}">
                      <a16:colId xmlns:a16="http://schemas.microsoft.com/office/drawing/2014/main" val="4067041372"/>
                    </a:ext>
                  </a:extLst>
                </a:gridCol>
                <a:gridCol w="656590">
                  <a:extLst>
                    <a:ext uri="{9D8B030D-6E8A-4147-A177-3AD203B41FA5}">
                      <a16:colId xmlns:a16="http://schemas.microsoft.com/office/drawing/2014/main" val="3038134959"/>
                    </a:ext>
                  </a:extLst>
                </a:gridCol>
                <a:gridCol w="656590">
                  <a:extLst>
                    <a:ext uri="{9D8B030D-6E8A-4147-A177-3AD203B41FA5}">
                      <a16:colId xmlns:a16="http://schemas.microsoft.com/office/drawing/2014/main" val="3881477093"/>
                    </a:ext>
                  </a:extLst>
                </a:gridCol>
                <a:gridCol w="656590">
                  <a:extLst>
                    <a:ext uri="{9D8B030D-6E8A-4147-A177-3AD203B41FA5}">
                      <a16:colId xmlns:a16="http://schemas.microsoft.com/office/drawing/2014/main" val="2217044362"/>
                    </a:ext>
                  </a:extLst>
                </a:gridCol>
                <a:gridCol w="656590">
                  <a:extLst>
                    <a:ext uri="{9D8B030D-6E8A-4147-A177-3AD203B41FA5}">
                      <a16:colId xmlns:a16="http://schemas.microsoft.com/office/drawing/2014/main" val="2498546261"/>
                    </a:ext>
                  </a:extLst>
                </a:gridCol>
              </a:tblGrid>
              <a:tr h="16399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구분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설비 수량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견적가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ERRC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차이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4370881"/>
                  </a:ext>
                </a:extLst>
              </a:tr>
              <a:tr h="1983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원료실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믹서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                   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743762"/>
                  </a:ext>
                </a:extLst>
              </a:tr>
              <a:tr h="1983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23.2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16.8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▼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6.4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0919409"/>
                  </a:ext>
                </a:extLst>
              </a:tr>
              <a:tr h="1983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롤프레스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10.7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9.0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▼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1.7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8371119"/>
                  </a:ext>
                </a:extLst>
              </a:tr>
              <a:tr h="1983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7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슬리터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9.7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8.4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▼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1.3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02710061"/>
                  </a:ext>
                </a:extLst>
              </a:tr>
              <a:tr h="1983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sng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노칭 양극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sng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sng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3.5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sng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sng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▼</a:t>
                      </a:r>
                      <a:r>
                        <a:rPr lang="en-US" altLang="ko-KR" sz="700" b="0" i="0" u="none" strike="sng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0.9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994911"/>
                  </a:ext>
                </a:extLst>
              </a:tr>
              <a:tr h="1983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sng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노칭 음극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sng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sng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sng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sng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▼</a:t>
                      </a:r>
                      <a:r>
                        <a:rPr lang="en-US" altLang="ko-KR" sz="700" b="0" i="0" u="none" strike="sng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0.5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170985"/>
                  </a:ext>
                </a:extLst>
              </a:tr>
              <a:tr h="1983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sng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라미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sng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sng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3.3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sng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sng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▼</a:t>
                      </a:r>
                      <a:r>
                        <a:rPr lang="en-US" altLang="ko-KR" sz="700" b="0" i="0" u="none" strike="sng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0.7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3424636"/>
                  </a:ext>
                </a:extLst>
              </a:tr>
              <a:tr h="19835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IT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비용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식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4.5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4.5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                   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297725"/>
                  </a:ext>
                </a:extLst>
              </a:tr>
              <a:tr h="19835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Test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비용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                   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0724700"/>
                  </a:ext>
                </a:extLst>
              </a:tr>
              <a:tr h="198359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Sum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58.6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47.0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▼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11.5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36564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4A1C14DC-F269-4AC0-89C7-FBD0AC4D9F20}"/>
              </a:ext>
            </a:extLst>
          </p:cNvPr>
          <p:cNvSpPr txBox="1"/>
          <p:nvPr/>
        </p:nvSpPr>
        <p:spPr>
          <a:xfrm>
            <a:off x="6087366" y="1643140"/>
            <a:ext cx="103184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단위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억원</a:t>
            </a:r>
          </a:p>
        </p:txBody>
      </p:sp>
    </p:spTree>
    <p:extLst>
      <p:ext uri="{BB962C8B-B14F-4D97-AF65-F5344CB8AC3E}">
        <p14:creationId xmlns:p14="http://schemas.microsoft.com/office/powerpoint/2010/main" val="182579365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0250447"/>
              </p:ext>
            </p:extLst>
          </p:nvPr>
        </p:nvGraphicFramePr>
        <p:xfrm>
          <a:off x="153168" y="902205"/>
          <a:ext cx="9621147" cy="571165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8932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0367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446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4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1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Roll Map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1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Data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활용기술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ESWA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[W51]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법인 제조역량강화팀과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12/10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과제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f/up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을 위한 논의하였으며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법인 내부적으로 고도화 과제 수평전개 계획 수립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(~12/31)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예정입니다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[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추가 고도화 과제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검토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1.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롤프레스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Lane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별 불량배출 사양 고도화 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차 시나리오 수립완료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논의 후 사양 확정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1)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사전 논의 완료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(w/ CNS) 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기능 구현에 대한 시나리오 및 요건 사전 논의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(4/1,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 /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개발 범위 검토 요청 상태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2)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법인 논의 예정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(w/ ESWA) 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아래의 초안 시나리오 구체화하여 실제 배출 및 기능에 대한 운영 컨셉 수립하여 설비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Logic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정립 필요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제조역량강화 조경원님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(3/31)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과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차 협의 후 수립한 시나리오이며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명일 현업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 VOE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및 추가 의견 확인 후 최종 개발사양 수립 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3) ESWA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법인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검사기술팀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제조역량강화팀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및 검사기업체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(N-sys)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사양 논의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(4/9)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및 개발사양 수립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(4/10)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-. MES PI &amp;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협력사와 미팅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(4/16)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사양 기준으로 투자 준비 진행 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4)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최종 사양 협의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(7/21)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PI(OC,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법인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 논의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(7/21),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 예가 산출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(7/28),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최종 투자검토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(~8/30)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-. WA MES2.0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으로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 전환 예정으로 올해 투자 시 중복 투자에 대한 효과성 법인 내부적 검토  完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일정수립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개발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9/30),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사전 검증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(DCC, ~10/13),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양산배포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en-US" altLang="ko-KR" sz="900" b="0" i="0" u="none" strike="sng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10/14,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10/21),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검증 및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Test(10/27~11/26),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대표호기 검증완료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(12/30)</a:t>
                      </a:r>
                    </a:p>
                    <a:p>
                      <a:pPr lvl="0" fontAlgn="ctr"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 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10/21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개발완료 전 사전 개발서버에서 검증 및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test(10/15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完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),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 개발 보완 필요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6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건 도출 및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CNS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에 수정 후 배포완료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(10/21)</a:t>
                      </a:r>
                    </a:p>
                    <a:p>
                      <a:pPr marL="0" marR="0" lvl="0" indent="0" algn="l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5)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검증</a:t>
                      </a:r>
                      <a:endParaRPr lang="en-US" altLang="ko-KR" sz="900" strike="noStrike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  -.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사전 준비 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: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① </a:t>
                      </a:r>
                      <a:r>
                        <a:rPr lang="ko-KR" altLang="en-US" sz="900" strike="noStrike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슬리터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불량정보 기반 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NG Tag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부착을 위한 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OCR / PLC BCD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동기화 작업 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TEST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완료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(10/27)</a:t>
                      </a:r>
                    </a:p>
                    <a:p>
                      <a:pPr marL="0" marR="0" lvl="0" indent="0" algn="l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                              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→ 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10ms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주기로 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TCP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통신으로 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OCR PC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▶ 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PLC BCD/</a:t>
                      </a:r>
                      <a:r>
                        <a:rPr lang="ko-KR" altLang="en-US" sz="900" strike="noStrike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엔코더값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전송 확인 완료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데이터 누락 점검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                        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② </a:t>
                      </a:r>
                      <a:r>
                        <a:rPr lang="ko-KR" altLang="en-US" sz="900" strike="noStrike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코터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테스트 샘플 생산 계획 수립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(10/27,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완료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),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품의 후 생산 완료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음극 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11/2,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양극 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11/3)</a:t>
                      </a:r>
                    </a:p>
                    <a:p>
                      <a:pPr marL="0" marR="0" lvl="0" indent="0" algn="l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                        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③ 롤프레스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/</a:t>
                      </a:r>
                      <a:r>
                        <a:rPr lang="ko-KR" altLang="en-US" sz="900" strike="noStrike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슬리터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두께 측정기 프로그램 업데이트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/PLC/HMI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수정을 위한 법인 공유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(10/29)</a:t>
                      </a:r>
                    </a:p>
                    <a:p>
                      <a:pPr marL="0" marR="0" lvl="0" indent="0" algn="l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  -.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검증 항목 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: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① </a:t>
                      </a:r>
                      <a:r>
                        <a:rPr lang="ko-KR" altLang="en-US" sz="900" strike="noStrike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코터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불량 정보 → 롤프레스 완공 후 연신 반영된 불량 정보로 신규 생성하는 것 확인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(11/4)</a:t>
                      </a:r>
                    </a:p>
                    <a:p>
                      <a:pPr marL="0" marR="0" lvl="0" indent="0" algn="l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                        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② 롤프레스 두께 불량 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Lane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별 불량 정보 생성 완료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(11/4)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③ </a:t>
                      </a:r>
                      <a:r>
                        <a:rPr lang="ko-KR" altLang="en-US" sz="900" strike="noStrike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슬리터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정보 기반 불량 배출 기능 테스트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(11/7)</a:t>
                      </a:r>
                    </a:p>
                    <a:p>
                      <a:pPr marL="0" marR="0" lvl="0" indent="0" algn="l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  -.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추가 검증 및 검토 필요 사항 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: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고속 주행 시 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BCD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매칭 틀어짐 확인에 따라 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Logic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보완 및 모니터링 완료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(11/15,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完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6)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기타</a:t>
                      </a:r>
                      <a:endParaRPr lang="en-US" altLang="ko-KR" sz="900" strike="noStrike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 -. </a:t>
                      </a:r>
                      <a:r>
                        <a:rPr lang="ko-KR" altLang="en-US" sz="900" strike="noStrike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에러푸르핑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성공 판정 기준 변경 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오차 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±10 cm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→ 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50cm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로 변경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조경원님 품의 상신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, w/ QA)</a:t>
                      </a:r>
                    </a:p>
                    <a:p>
                      <a:pPr marL="0" marR="0" lvl="0" indent="0" algn="l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 -. </a:t>
                      </a:r>
                      <a:r>
                        <a:rPr lang="ko-KR" altLang="en-US" sz="900" strike="noStrike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에러푸르핑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완료되는 호기 기준으로 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NG Tag </a:t>
                      </a:r>
                      <a:r>
                        <a:rPr lang="ko-KR" altLang="en-US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제거 작업 및 운영 양산 지원 中</a:t>
                      </a:r>
                      <a:r>
                        <a:rPr lang="en-US" altLang="ko-KR" sz="900" strike="noStrike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(11/5 ~)</a:t>
                      </a:r>
                    </a:p>
                    <a:p>
                      <a:pPr marL="0" marR="0" lvl="0" indent="0" algn="l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strike="noStrike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2.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TWS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기반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웹게이지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로딩 불량 배출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1) TWS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기반 불량 검출 확인  및 마킹 진행에 따라 활성화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(11/21,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7,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양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미생성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Lot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수동 생성하는 기능 개발 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1)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목적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불량 배출 활용에 따른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미생성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→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롤프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→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슬리터의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정보 연계가 안되는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Abnormal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경우의 운영방안 수립하고자 함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2)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운영 방안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미생성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Auto Hold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Auto Hold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사유 엔지니어 확인 → 불량 있는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Lot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인 경우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수동 생성 후 정보 확인 →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후공정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투입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3)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개선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미생성되더라도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MES DB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상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raw Data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는 존재하기 때문에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해당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Data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를 호출하는 기능 생성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     Data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호출 후 기본적인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후공정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연계정보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기준점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불량마킹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정보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확인 후 수동 생성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※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원천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Data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자체가 없을 시 수동 기입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4)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컨셉회의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(9/8,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,9/30),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법인 양산적용 및 모니터링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(10/14),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보완사항 점검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(10/30),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최종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(11/30)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▶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개발완료된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것 양산적용 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MES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실전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테스트환경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서버에서 사전 기능 검증 후 수정사항 점검완료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.(10/21)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▶ 현지 출장 시 기능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Open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법인 사용자 관점 및 개선사항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모니터링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(~12/31)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25.4</a:t>
                      </a:r>
                      <a:br>
                        <a:rPr 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</a:b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</a:t>
                      </a:r>
                      <a:r>
                        <a:rPr lang="en-US" sz="9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롤맵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기능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전라인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 </a:t>
                      </a:r>
                      <a:br>
                        <a:rPr 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</a:br>
                      <a:r>
                        <a:rPr lang="en-US" sz="9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전개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완료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)</a:t>
                      </a:r>
                      <a:br>
                        <a:rPr 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</a:br>
                      <a:br>
                        <a:rPr 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</a:b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25.11</a:t>
                      </a:r>
                      <a:endParaRPr lang="en-US" sz="9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</a:t>
                      </a:r>
                      <a:r>
                        <a:rPr lang="en-US" sz="9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전개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 후 </a:t>
                      </a:r>
                      <a:r>
                        <a:rPr lang="en-US" sz="9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안정화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 </a:t>
                      </a:r>
                      <a:br>
                        <a:rPr 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</a:br>
                      <a:r>
                        <a:rPr lang="en-US" sz="9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작업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기간</a:t>
                      </a:r>
                      <a:br>
                        <a:rPr 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</a:b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: 1개월/</a:t>
                      </a:r>
                      <a:r>
                        <a:rPr lang="en-US" sz="9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라인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)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전기영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한기덕S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Malgun Gothic Semilight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박수완S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Malgun Gothic Semilight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김도원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A</a:t>
                      </a:r>
                      <a:endParaRPr lang="ko-KR" altLang="en-US" sz="9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656176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자동차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Roll Map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구축 완료 안정화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943F47-EAEA-4391-A2BC-C7C33A8E8CFD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17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CE4A1AF-5D49-43F9-9F31-E88EAE372D41}"/>
              </a:ext>
            </a:extLst>
          </p:cNvPr>
          <p:cNvSpPr txBox="1">
            <a:spLocks/>
          </p:cNvSpPr>
          <p:nvPr/>
        </p:nvSpPr>
        <p:spPr>
          <a:xfrm>
            <a:off x="8946841" y="418066"/>
            <a:ext cx="92333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전기영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P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Malgun Gothic Semilight" panose="020B0502040204020203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66B7FF1-C153-482F-80E3-038FE3928C45}"/>
              </a:ext>
            </a:extLst>
          </p:cNvPr>
          <p:cNvSpPr txBox="1"/>
          <p:nvPr/>
        </p:nvSpPr>
        <p:spPr>
          <a:xfrm>
            <a:off x="5924681" y="587343"/>
            <a:ext cx="2273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-#13,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B447ED2-F1EC-4A34-BB81-EA5EB5CF945F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A3F8657-BD69-41B3-B4AA-1F3B16F85410}"/>
              </a:ext>
            </a:extLst>
          </p:cNvPr>
          <p:cNvSpPr/>
          <p:nvPr/>
        </p:nvSpPr>
        <p:spPr>
          <a:xfrm>
            <a:off x="2863967" y="1389426"/>
            <a:ext cx="332655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※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대표호기 기능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검증을 위해 출장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(10/24~11/28)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중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(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전기영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P,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안태규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P)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66D7CC28-6ED8-4867-99F9-5DB99B27F16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85459" y="3320100"/>
            <a:ext cx="2520541" cy="19078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1999165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534EE123-7406-4F16-AB1D-7380FC4446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7224398"/>
              </p:ext>
            </p:extLst>
          </p:nvPr>
        </p:nvGraphicFramePr>
        <p:xfrm>
          <a:off x="97716" y="828174"/>
          <a:ext cx="9644174" cy="571165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68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4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1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Roll Map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1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Data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활용기술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ESWA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[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W51]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적용 대상 대표호기 기준으로 선별 투입 이후 불량 발생 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후 비교하였으며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추가적으로 상관관계를 위한 분석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(~12/24)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예정입니다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  <a:endParaRPr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4.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노칭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어깨선 불량 개선 위한 전극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Data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활용</a:t>
                      </a:r>
                      <a:endParaRPr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기술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배경</a:t>
                      </a: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  -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Data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를 활용하여 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어깨선 불량 개선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수율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개선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을 위함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① 안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투입 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코팅부폭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검사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Data)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를 설비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PLC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혹은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APC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로 연동하여 정보 전송에  활용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② 안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설비 투입 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이전 공정의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Data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유사관계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의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Lot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을 묶어서 선별 투입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→ ② 안으로 진행</a:t>
                      </a: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2)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내용</a:t>
                      </a: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   1)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기술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Concept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수립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~8/30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재료교체 시점에 어깨선 불량 다발하는 경우가 많으므로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최대한 유사성을 가지고 있는 투입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    (ex.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동일 설비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동일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TOP/BACK  Mismatch(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슬리터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코터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) 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유사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무지부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폭 등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…)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    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법인 의견은 미스매치 우선으로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투입 요청으로 관련 방안으로 컨셉 최종 진행 중이며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향후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NFF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등 확장성을 위하여 롤프레스 두께 데이터도 추가하여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PI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팀에 개발 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  2) 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목표일정 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개발 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차 협의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(8/19, 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),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개발안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(8/30, 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투자비 및 개발기간 검토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(9/5, PI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팀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개발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(~10/30). 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적용 및 검증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(~10/30 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11/15)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endParaRPr lang="en-US" altLang="ko-KR" sz="9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   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불량선별을 위한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Data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선별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처리 시스템 개발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(MES, SPC)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을 위한 예산 이관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제조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DX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솔루션 → 업무혁신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(9/5)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                                                              /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시스템 개발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(MQ,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MCS)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를 위한 예산 이관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(9/29)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   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개발을 위한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CSR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작성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(9/12)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Abnoraml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투입 전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재와인딩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투입 시나리오 혹은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재투입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고려한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Data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처리 기준 협의 및 논의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(9/22)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→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전극 검사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Data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가 아닌 오버레이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Data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를 활용하여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재와인딩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데이터까지 추적하여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맵핑하도록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협의완료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(9/22) ※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미생성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시 미선별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   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시스템별 일정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: 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MES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기능 배포완료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(9/30), MQ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개발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(10/14), SPC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개발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(10/14) /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배포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en-US" altLang="ko-KR" sz="900" b="0" i="0" u="none" strike="sng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10/28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11/7), MCS (</a:t>
                      </a:r>
                      <a:r>
                        <a:rPr lang="en-US" altLang="ko-KR" sz="900" b="0" i="0" u="none" strike="sng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11/2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11/24,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기능설명회 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(11/17)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     ※ MI/MI_LS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네트워크 이슈로 인해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SPC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배포 일정 지연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   3)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효과 분석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      -.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개선 수준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양품량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생산량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확인 </a:t>
                      </a:r>
                      <a:endParaRPr lang="en-US" altLang="ko-KR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① 양극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13-1 :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▲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0.054%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②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22-1 :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▲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0.126%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-.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추가 분석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예정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,~12/24)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①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연결부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~5m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치수 불량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발생율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미스매치 편차 小 경우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②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연결부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~30m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치수 불량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발생율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미스매치 편차 大 경우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▶ 실제 편차별 어느정도 불량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발샌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수준인지 비교 분석 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’25.10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한기덕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박수완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김도원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A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김지원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A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전기영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P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A7EAB374-F038-4186-875F-6D9CFF634346}"/>
              </a:ext>
            </a:extLst>
          </p:cNvPr>
          <p:cNvSpPr txBox="1">
            <a:spLocks/>
          </p:cNvSpPr>
          <p:nvPr/>
        </p:nvSpPr>
        <p:spPr>
          <a:xfrm>
            <a:off x="206372" y="612730"/>
            <a:ext cx="6594478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[Roll Map Data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활용기술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롤맵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데이터를 활용한 선별투입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4" name="제목 1">
            <a:extLst>
              <a:ext uri="{FF2B5EF4-FFF2-40B4-BE49-F238E27FC236}">
                <a16:creationId xmlns:a16="http://schemas.microsoft.com/office/drawing/2014/main" id="{7DA25C6D-5904-44DF-AD28-49B91146D3DC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BA4416D-28F9-470C-B9CE-A95FA731A2E2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12/1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17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75E3EF6B-3B20-4250-B3E5-23540F9337C9}"/>
              </a:ext>
            </a:extLst>
          </p:cNvPr>
          <p:cNvSpPr txBox="1">
            <a:spLocks/>
          </p:cNvSpPr>
          <p:nvPr/>
        </p:nvSpPr>
        <p:spPr>
          <a:xfrm>
            <a:off x="8946841" y="418066"/>
            <a:ext cx="92333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전기영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P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13E5E04-0D5F-4847-B6B6-B937FEDA1734}"/>
              </a:ext>
            </a:extLst>
          </p:cNvPr>
          <p:cNvSpPr txBox="1"/>
          <p:nvPr/>
        </p:nvSpPr>
        <p:spPr>
          <a:xfrm>
            <a:off x="6067051" y="396633"/>
            <a:ext cx="2273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-#24,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536246E-915A-4909-BCFC-18FA141C4092}"/>
              </a:ext>
            </a:extLst>
          </p:cNvPr>
          <p:cNvSpPr txBox="1"/>
          <p:nvPr/>
        </p:nvSpPr>
        <p:spPr>
          <a:xfrm>
            <a:off x="6620088" y="13532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AFCFF860-624A-1019-BCD3-22C421A6A8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7985119"/>
              </p:ext>
            </p:extLst>
          </p:nvPr>
        </p:nvGraphicFramePr>
        <p:xfrm>
          <a:off x="4673205" y="4090464"/>
          <a:ext cx="4470806" cy="2632212"/>
        </p:xfrm>
        <a:graphic>
          <a:graphicData uri="http://schemas.openxmlformats.org/drawingml/2006/table">
            <a:tbl>
              <a:tblPr/>
              <a:tblGrid>
                <a:gridCol w="376411">
                  <a:extLst>
                    <a:ext uri="{9D8B030D-6E8A-4147-A177-3AD203B41FA5}">
                      <a16:colId xmlns:a16="http://schemas.microsoft.com/office/drawing/2014/main" val="3491371656"/>
                    </a:ext>
                  </a:extLst>
                </a:gridCol>
                <a:gridCol w="420695">
                  <a:extLst>
                    <a:ext uri="{9D8B030D-6E8A-4147-A177-3AD203B41FA5}">
                      <a16:colId xmlns:a16="http://schemas.microsoft.com/office/drawing/2014/main" val="259601789"/>
                    </a:ext>
                  </a:extLst>
                </a:gridCol>
                <a:gridCol w="481585">
                  <a:extLst>
                    <a:ext uri="{9D8B030D-6E8A-4147-A177-3AD203B41FA5}">
                      <a16:colId xmlns:a16="http://schemas.microsoft.com/office/drawing/2014/main" val="3070046331"/>
                    </a:ext>
                  </a:extLst>
                </a:gridCol>
                <a:gridCol w="481585">
                  <a:extLst>
                    <a:ext uri="{9D8B030D-6E8A-4147-A177-3AD203B41FA5}">
                      <a16:colId xmlns:a16="http://schemas.microsoft.com/office/drawing/2014/main" val="484579553"/>
                    </a:ext>
                  </a:extLst>
                </a:gridCol>
                <a:gridCol w="420695">
                  <a:extLst>
                    <a:ext uri="{9D8B030D-6E8A-4147-A177-3AD203B41FA5}">
                      <a16:colId xmlns:a16="http://schemas.microsoft.com/office/drawing/2014/main" val="4210822717"/>
                    </a:ext>
                  </a:extLst>
                </a:gridCol>
                <a:gridCol w="420695">
                  <a:extLst>
                    <a:ext uri="{9D8B030D-6E8A-4147-A177-3AD203B41FA5}">
                      <a16:colId xmlns:a16="http://schemas.microsoft.com/office/drawing/2014/main" val="1071875345"/>
                    </a:ext>
                  </a:extLst>
                </a:gridCol>
                <a:gridCol w="420695">
                  <a:extLst>
                    <a:ext uri="{9D8B030D-6E8A-4147-A177-3AD203B41FA5}">
                      <a16:colId xmlns:a16="http://schemas.microsoft.com/office/drawing/2014/main" val="3543388994"/>
                    </a:ext>
                  </a:extLst>
                </a:gridCol>
                <a:gridCol w="656874">
                  <a:extLst>
                    <a:ext uri="{9D8B030D-6E8A-4147-A177-3AD203B41FA5}">
                      <a16:colId xmlns:a16="http://schemas.microsoft.com/office/drawing/2014/main" val="1960724845"/>
                    </a:ext>
                  </a:extLst>
                </a:gridCol>
                <a:gridCol w="415160">
                  <a:extLst>
                    <a:ext uri="{9D8B030D-6E8A-4147-A177-3AD203B41FA5}">
                      <a16:colId xmlns:a16="http://schemas.microsoft.com/office/drawing/2014/main" val="2207920531"/>
                    </a:ext>
                  </a:extLst>
                </a:gridCol>
                <a:gridCol w="376411">
                  <a:extLst>
                    <a:ext uri="{9D8B030D-6E8A-4147-A177-3AD203B41FA5}">
                      <a16:colId xmlns:a16="http://schemas.microsoft.com/office/drawing/2014/main" val="2603177673"/>
                    </a:ext>
                  </a:extLst>
                </a:gridCol>
              </a:tblGrid>
              <a:tr h="1307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6252" marR="6252" marT="6252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날짜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생산량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양품량</a:t>
                      </a:r>
                      <a:endParaRPr lang="ko-KR" altLang="en-US" sz="5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불량량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Loss</a:t>
                      </a:r>
                      <a: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량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물품청구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수율</a:t>
                      </a:r>
                      <a: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계산식</a:t>
                      </a:r>
                      <a:b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5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양품량</a:t>
                      </a:r>
                      <a:r>
                        <a:rPr lang="en-US" altLang="ko-KR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생산량</a:t>
                      </a:r>
                      <a:r>
                        <a:rPr lang="en-US" altLang="ko-KR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5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 전</a:t>
                      </a:r>
                      <a:r>
                        <a:rPr lang="en-US" altLang="ko-KR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후</a:t>
                      </a:r>
                      <a:b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5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수율</a:t>
                      </a:r>
                      <a: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평균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수율</a:t>
                      </a:r>
                      <a: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차이</a:t>
                      </a:r>
                      <a:b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후</a:t>
                      </a:r>
                      <a:r>
                        <a:rPr lang="en-US" altLang="ko-KR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  <a: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</a:t>
                      </a:r>
                      <a:r>
                        <a:rPr lang="en-US" altLang="ko-KR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2130912"/>
                  </a:ext>
                </a:extLst>
              </a:tr>
              <a:tr h="67539">
                <a:tc rowSpan="14"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 전</a:t>
                      </a:r>
                    </a:p>
                  </a:txBody>
                  <a:tcPr marL="6252" marR="6252" marT="6252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11/14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639,076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637,447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1,138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453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38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99.745%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14"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99.644%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0"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1" i="0" u="none" strike="noStrike" dirty="0">
                          <a:solidFill>
                            <a:srgbClr val="FF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▲</a:t>
                      </a:r>
                      <a:r>
                        <a:rPr lang="en-US" altLang="ko-KR" sz="500" b="1" i="0" u="none" strike="noStrike" dirty="0">
                          <a:solidFill>
                            <a:srgbClr val="FF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0.054%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7551024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11/15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708,524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706,810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1,047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623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44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99.758%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59741223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11/16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604,424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602,306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1,440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642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36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99.650%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57368829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11/17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432,992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431,467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871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628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26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99.648%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87419036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11/18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536,608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535,240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888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448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32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99.745%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12706018"/>
                  </a:ext>
                </a:extLst>
              </a:tr>
              <a:tr h="746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11/19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747,816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746,849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603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318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46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99.871%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09704544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11/20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689,056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687,942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635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430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49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99.838%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43393798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11/21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494,620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491,981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1,406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1,199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34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99.466%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2569942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11/22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504,332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501,366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1,918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1,016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32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99.412%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92376845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11/23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671,432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669,790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1,305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297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99.755%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21103438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11/24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437,372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433,906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2,368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1,070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28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99.208%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7129078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11/25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723,440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721,529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1,248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619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44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99.736%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11737140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11/26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504,524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500,154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2,751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1,587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32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99.134%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57957584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Sum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</a:t>
                      </a:r>
                      <a:r>
                        <a:rPr lang="en-US" altLang="ko-KR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7,694,216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</a:t>
                      </a:r>
                      <a:r>
                        <a:rPr lang="en-US" altLang="ko-KR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7,666,787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</a:t>
                      </a:r>
                      <a:r>
                        <a:rPr lang="en-US" altLang="ko-KR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17,618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9,330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481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99.644%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78652751"/>
                  </a:ext>
                </a:extLst>
              </a:tr>
              <a:tr h="67539">
                <a:tc rowSpan="16"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 후</a:t>
                      </a:r>
                    </a:p>
                  </a:txBody>
                  <a:tcPr marL="6252" marR="6252" marT="6252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11/29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603,656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602,657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420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541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38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99.835%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16"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99.697%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14435421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11/30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790,828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790,068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248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462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99.904%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40114442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12/1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232,856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231,791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954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99.543%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54025148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12/2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528,236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526,607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1,019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578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32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99.692%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64106651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12/3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453,860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453,586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127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119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28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99.940%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5272929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12/4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321,132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320,461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482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154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35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99.791%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60159652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12/5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235,420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234,930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350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122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18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99.792%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80840225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12/6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179,336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179,161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53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99.902%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70114449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12/8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78,808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78,016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400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384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8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98.995%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02961564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12/9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599,636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596,527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1,693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1,380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36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99.482%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0454488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12/10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226,580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225,515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825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224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16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99.530%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346113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12/11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303,612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302,357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876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361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18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99.587%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9395831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12/12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563,820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560,094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2,429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1,263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34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99.339%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84587316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12/13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655,720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654,723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393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564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99.848%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9810806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12/14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405,440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403,749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516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1,147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en-US" altLang="ko-KR" sz="5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28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99.583%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23975257"/>
                  </a:ext>
                </a:extLst>
              </a:tr>
              <a:tr h="67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Sum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6,178,940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6,160,242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9,987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8,306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</a:t>
                      </a:r>
                      <a:r>
                        <a:rPr lang="en-US" altLang="ko-KR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405 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99.697%</a:t>
                      </a:r>
                    </a:p>
                  </a:txBody>
                  <a:tcPr marL="6252" marR="6252" marT="6252" marB="0" anchor="ctr">
                    <a:lnL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46819839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A0FF5060-D01E-A74F-A34C-A0FDA0EB74D1}"/>
              </a:ext>
            </a:extLst>
          </p:cNvPr>
          <p:cNvSpPr txBox="1"/>
          <p:nvPr/>
        </p:nvSpPr>
        <p:spPr>
          <a:xfrm>
            <a:off x="4580711" y="3922794"/>
            <a:ext cx="188976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defTabSz="457200" latinLnBrk="0">
              <a:defRPr/>
            </a:pPr>
            <a:r>
              <a:rPr lang="ko-KR" altLang="en-US" sz="9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양극 </a:t>
            </a:r>
            <a:r>
              <a:rPr lang="en-US" altLang="ko-KR" sz="9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13-1</a:t>
            </a:r>
            <a:r>
              <a:rPr lang="ko-KR" altLang="en-US" sz="9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</a:t>
            </a:r>
            <a:r>
              <a:rPr lang="en-US" altLang="ko-KR" sz="9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전체 </a:t>
            </a:r>
            <a:r>
              <a:rPr lang="ko-KR" altLang="en-US" sz="900" dirty="0" err="1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수율</a:t>
            </a:r>
            <a:r>
              <a:rPr lang="ko-KR" altLang="en-US" sz="9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비교 </a:t>
            </a:r>
            <a:r>
              <a:rPr lang="en-US" altLang="ko-KR" sz="9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(1</a:t>
            </a:r>
            <a:r>
              <a:rPr lang="ko-KR" altLang="en-US" sz="9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개월</a:t>
            </a:r>
            <a:r>
              <a:rPr lang="en-US" altLang="ko-KR" sz="9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FDA72E1A-8512-4761-CAEF-1B4CE29E63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5476690"/>
              </p:ext>
            </p:extLst>
          </p:nvPr>
        </p:nvGraphicFramePr>
        <p:xfrm>
          <a:off x="2098584" y="4700156"/>
          <a:ext cx="2325371" cy="342106"/>
        </p:xfrm>
        <a:graphic>
          <a:graphicData uri="http://schemas.openxmlformats.org/drawingml/2006/table">
            <a:tbl>
              <a:tblPr/>
              <a:tblGrid>
                <a:gridCol w="605678">
                  <a:extLst>
                    <a:ext uri="{9D8B030D-6E8A-4147-A177-3AD203B41FA5}">
                      <a16:colId xmlns:a16="http://schemas.microsoft.com/office/drawing/2014/main" val="3948033462"/>
                    </a:ext>
                  </a:extLst>
                </a:gridCol>
                <a:gridCol w="508337">
                  <a:extLst>
                    <a:ext uri="{9D8B030D-6E8A-4147-A177-3AD203B41FA5}">
                      <a16:colId xmlns:a16="http://schemas.microsoft.com/office/drawing/2014/main" val="1633378789"/>
                    </a:ext>
                  </a:extLst>
                </a:gridCol>
                <a:gridCol w="605678">
                  <a:extLst>
                    <a:ext uri="{9D8B030D-6E8A-4147-A177-3AD203B41FA5}">
                      <a16:colId xmlns:a16="http://schemas.microsoft.com/office/drawing/2014/main" val="1222913096"/>
                    </a:ext>
                  </a:extLst>
                </a:gridCol>
                <a:gridCol w="605678">
                  <a:extLst>
                    <a:ext uri="{9D8B030D-6E8A-4147-A177-3AD203B41FA5}">
                      <a16:colId xmlns:a16="http://schemas.microsoft.com/office/drawing/2014/main" val="1899965060"/>
                    </a:ext>
                  </a:extLst>
                </a:gridCol>
              </a:tblGrid>
              <a:tr h="2123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 전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 후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차이</a:t>
                      </a:r>
                      <a:b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후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2091360"/>
                  </a:ext>
                </a:extLst>
              </a:tr>
              <a:tr h="1297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평균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99.644%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99.697%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▲ </a:t>
                      </a:r>
                      <a:r>
                        <a:rPr lang="en-US" altLang="ko-KR" sz="700" b="0" i="0" u="none" strike="noStrike" dirty="0">
                          <a:solidFill>
                            <a:srgbClr val="0000FF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0.054%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6683705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9A5ABD35-DA9E-73AB-E788-BF62920656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303362"/>
              </p:ext>
            </p:extLst>
          </p:nvPr>
        </p:nvGraphicFramePr>
        <p:xfrm>
          <a:off x="2098584" y="5251510"/>
          <a:ext cx="2325372" cy="443895"/>
        </p:xfrm>
        <a:graphic>
          <a:graphicData uri="http://schemas.openxmlformats.org/drawingml/2006/table">
            <a:tbl>
              <a:tblPr/>
              <a:tblGrid>
                <a:gridCol w="581343">
                  <a:extLst>
                    <a:ext uri="{9D8B030D-6E8A-4147-A177-3AD203B41FA5}">
                      <a16:colId xmlns:a16="http://schemas.microsoft.com/office/drawing/2014/main" val="1979217865"/>
                    </a:ext>
                  </a:extLst>
                </a:gridCol>
                <a:gridCol w="581343">
                  <a:extLst>
                    <a:ext uri="{9D8B030D-6E8A-4147-A177-3AD203B41FA5}">
                      <a16:colId xmlns:a16="http://schemas.microsoft.com/office/drawing/2014/main" val="357416159"/>
                    </a:ext>
                  </a:extLst>
                </a:gridCol>
                <a:gridCol w="581343">
                  <a:extLst>
                    <a:ext uri="{9D8B030D-6E8A-4147-A177-3AD203B41FA5}">
                      <a16:colId xmlns:a16="http://schemas.microsoft.com/office/drawing/2014/main" val="3913089483"/>
                    </a:ext>
                  </a:extLst>
                </a:gridCol>
                <a:gridCol w="581343">
                  <a:extLst>
                    <a:ext uri="{9D8B030D-6E8A-4147-A177-3AD203B41FA5}">
                      <a16:colId xmlns:a16="http://schemas.microsoft.com/office/drawing/2014/main" val="591177426"/>
                    </a:ext>
                  </a:extLst>
                </a:gridCol>
              </a:tblGrid>
              <a:tr h="147965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 전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적용 후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차이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7711914"/>
                  </a:ext>
                </a:extLst>
              </a:tr>
              <a:tr h="1479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후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7746594"/>
                  </a:ext>
                </a:extLst>
              </a:tr>
              <a:tr h="14796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평균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99.534%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99.659%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▲ </a:t>
                      </a:r>
                      <a:r>
                        <a:rPr lang="en-US" altLang="ko-KR" sz="6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0.126%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786541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6996092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4465687"/>
              </p:ext>
            </p:extLst>
          </p:nvPr>
        </p:nvGraphicFramePr>
        <p:xfrm>
          <a:off x="153168" y="902205"/>
          <a:ext cx="9644170" cy="5775615"/>
        </p:xfrm>
        <a:graphic>
          <a:graphicData uri="http://schemas.openxmlformats.org/drawingml/2006/table">
            <a:tbl>
              <a:tblPr/>
              <a:tblGrid>
                <a:gridCol w="7848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998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4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 안정화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ESNB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[W51] 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동 전체 불량 마킹 위치 정합성 검증 및 롤프레스 불량 구간 자동 감속 및 정지 기능 검증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및 출장 복귀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(12/16,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박수완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S,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한기덕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S)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했습니다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 현황</a:t>
                      </a: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 </a:t>
                      </a:r>
                      <a:b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-. 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기준점 양산 적용</a:t>
                      </a: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자동차 모델 적용 완료</a:t>
                      </a: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ESS 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모델 </a:t>
                      </a: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4M 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 및 마킹 적용 완료</a:t>
                      </a: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6/4)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           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-. </a:t>
                      </a:r>
                      <a:r>
                        <a:rPr lang="ko-KR" altLang="en-US" sz="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불량마킹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양산 적용</a:t>
                      </a: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(1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동</a:t>
                      </a: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1)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전체불량마킹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미코팅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포일이음매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 :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불량 마킹 양산 적용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슬러리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미코팅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재료교체 불량 구간에 대한 불량 마킹 양산 검증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(9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월 출장 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78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Lot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검증 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이상 없음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ⓑ 롤프레스 불량 구간  자동 감속 및 정지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9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월 출장 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78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Lot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으로 검증 및 테스트 진행 및 안정화 후 검증 완료 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마지막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주 성공률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100%)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ⓒ 롤프레스 불량 구간 스크랩 자동 감속 및 정지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테스트 진행 및 검증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(9/30)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ⓓ 롤프레스 투입 전극 소진 전 자동 감속 및 정지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테스트 진행 및 검증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(9/30,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세팅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/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실측 오차율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0.5m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이내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2)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검사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계측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불량마킹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: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양극 절연 오버레이 폭 및 음극 슬라이딩 불량에 대한 레인별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불량마킹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ⓐ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음극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슬라이딩 불량 마킹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차 데이터 검증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(9/26,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불량 마킹 검증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 중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ⓑ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양극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절연 오버레이 불량 마킹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프로그램 개발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(9/23,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), 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차 데이터 검증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(9/26,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불량 마킹 검증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(9/28,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ⓒ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Lane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별 불량 마킹 위치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NG Tag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부착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9/29(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검증 완료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*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검증 결과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라벨러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알람 발생 외에 모든 기능 정상 동작 하였으며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Lane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별 불량 라벨 부착 신호 송신 주기 개선 작업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(9/30, 1000ms -&gt; 200ms)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*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송신 주기 개선 사유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설비 고속 진행의 경우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3m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불량 구간임에도 송신 주기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1000ms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로 인해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회만 라벨 부착 신호 발생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-. </a:t>
                      </a:r>
                      <a:r>
                        <a:rPr lang="ko-KR" altLang="en-US" sz="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불량마킹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양산 적용</a:t>
                      </a: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(2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동</a:t>
                      </a: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출장</a:t>
                      </a: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1)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전체불량마킹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미코팅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포일이음매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ⓐ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불량 마킹 진행 및 위치 정합성 검증 진행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(12/11)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ⓑ롤프레스 불량 구간  자동 감속 및 정지 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기능 검증 진행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(12/11)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-. </a:t>
                      </a:r>
                      <a:r>
                        <a:rPr lang="ko-KR" altLang="en-US" sz="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데이터</a:t>
                      </a: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기능 안정화</a:t>
                      </a:r>
                      <a:endParaRPr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1)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믹서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BATCH ID </a:t>
                      </a:r>
                      <a:r>
                        <a:rPr lang="ko-KR" altLang="en-US" sz="900" b="0" i="0" u="none" strike="noStrike" baseline="0" noProof="0" dirty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자동 장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탈착 기능 </a:t>
                      </a:r>
                      <a:endParaRPr lang="en-US" altLang="ko-KR" sz="900" b="0" i="0" u="none" strike="noStrike" baseline="0" noProof="0" dirty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: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현재 </a:t>
                      </a:r>
                      <a:r>
                        <a:rPr lang="ko-KR" altLang="en-US" sz="900" b="0" i="0" u="none" strike="noStrike" baseline="0" noProof="0" dirty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BATCH ID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자동 장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탈착 기능 활성화 시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생산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BATCH ID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의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90%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이상이 </a:t>
                      </a:r>
                      <a:r>
                        <a:rPr lang="ko-KR" altLang="en-US" sz="900" b="0" i="0" u="none" strike="noStrike" baseline="0" noProof="0" dirty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LOT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에 자동 입력되는 수준 확인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  (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작업자 수동 </a:t>
                      </a:r>
                      <a:r>
                        <a:rPr lang="ko-KR" altLang="en-US" sz="900" b="0" i="0" u="none" strike="noStrike" baseline="0" noProof="0" dirty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입력률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27%)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   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*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믹서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BATCH ID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보고 누락 문제 관련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RICH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사에서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PLC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프로그램 수정 지속 대응 진행 중입니다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 </a:t>
                      </a:r>
                      <a:b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    *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자동 장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탈착 기능 양산 적용 관련해서는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MES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소스 문제가 있어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11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월 중으로 수정 배포 완료 후 기능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ON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예정입니다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       (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문제점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baseline="0" noProof="0" dirty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공정진척 화면에서 </a:t>
                      </a:r>
                      <a:r>
                        <a:rPr lang="ko-KR" altLang="en-US" sz="900" b="0" i="0" u="none" strike="noStrike" baseline="0" noProof="0" dirty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장착되있던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BATCH ID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가 갑자기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CLEAR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되는 문제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900" b="0" i="0" u="none" strike="noStrike" baseline="0" noProof="0" dirty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LOT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착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완공 오류 발생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</a:t>
                      </a:r>
                      <a:b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       (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원인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작업자가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BATCH ID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를 수동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장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탈착하면서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버퍼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BATCH ID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가 모두 </a:t>
                      </a:r>
                      <a:r>
                        <a:rPr lang="ko-KR" altLang="en-US" sz="900" b="0" i="0" u="none" strike="noStrike" baseline="0" noProof="0" dirty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삭제처리되어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발생한 문제로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              MES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에서 </a:t>
                      </a:r>
                      <a:r>
                        <a:rPr lang="ko-KR" altLang="en-US" sz="900" b="0" i="0" u="none" strike="noStrike" baseline="0" noProof="0" dirty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인터록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추가 적용 예정입니다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~11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月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-. </a:t>
                      </a:r>
                      <a:r>
                        <a:rPr lang="ko-KR" altLang="en-US" sz="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코터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불량 전극 특정호기 선별 투입 기능</a:t>
                      </a:r>
                      <a:endParaRPr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ⓐ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CS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시스템 개발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(9/23)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기타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ⓐ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엔코더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오차 정합성 확보를 위한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레포트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구축 및 법인 대상 배포 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(12/9) 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방식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Pitch * Tab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QtY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기준으로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RW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엔코더와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비교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엔코더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정합성 체크 후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기준점 간격 기준으로 이전 공정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엔코더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수정 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25.9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한기덕S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김지원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A)</a:t>
                      </a:r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656176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자동차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Roll Map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구축 완료 안정화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943F47-EAEA-4391-A2BC-C7C33A8E8CFD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16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CE4A1AF-5D49-43F9-9F31-E88EAE372D41}"/>
              </a:ext>
            </a:extLst>
          </p:cNvPr>
          <p:cNvSpPr txBox="1">
            <a:spLocks/>
          </p:cNvSpPr>
          <p:nvPr/>
        </p:nvSpPr>
        <p:spPr>
          <a:xfrm>
            <a:off x="8946841" y="418066"/>
            <a:ext cx="92333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김지원</a:t>
            </a:r>
            <a:r>
              <a:rPr lang="en-US" altLang="ko-KR" sz="1100" dirty="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A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9EE3C40B-A13E-4E40-ADBD-4EE1D6CD1C23}"/>
              </a:ext>
            </a:extLst>
          </p:cNvPr>
          <p:cNvGraphicFramePr>
            <a:graphicFrameLocks noGrp="1"/>
          </p:cNvGraphicFramePr>
          <p:nvPr/>
        </p:nvGraphicFramePr>
        <p:xfrm>
          <a:off x="1769939" y="1739922"/>
          <a:ext cx="6895551" cy="8002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">
                  <a:extLst>
                    <a:ext uri="{9D8B030D-6E8A-4147-A177-3AD203B41FA5}">
                      <a16:colId xmlns:a16="http://schemas.microsoft.com/office/drawing/2014/main" val="118316416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335878319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55012431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104484275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978381439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379463404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745944530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823654506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439904056"/>
                    </a:ext>
                  </a:extLst>
                </a:gridCol>
                <a:gridCol w="523551">
                  <a:extLst>
                    <a:ext uri="{9D8B030D-6E8A-4147-A177-3AD203B41FA5}">
                      <a16:colId xmlns:a16="http://schemas.microsoft.com/office/drawing/2014/main" val="30221189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75060989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4088852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708054387"/>
                    </a:ext>
                  </a:extLst>
                </a:gridCol>
                <a:gridCol w="468000">
                  <a:extLst>
                    <a:ext uri="{9D8B030D-6E8A-4147-A177-3AD203B41FA5}">
                      <a16:colId xmlns:a16="http://schemas.microsoft.com/office/drawing/2014/main" val="3708208997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차수</a:t>
                      </a:r>
                    </a:p>
                  </a:txBody>
                  <a:tcPr marT="50292" marB="50292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EC </a:t>
                      </a:r>
                      <a:br>
                        <a:rPr lang="en-US" altLang="ko-KR" sz="700">
                          <a:solidFill>
                            <a:schemeClr val="tx1"/>
                          </a:solidFill>
                        </a:rPr>
                      </a:b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위원회</a:t>
                      </a:r>
                    </a:p>
                  </a:txBody>
                  <a:tcPr marT="50292" marB="50292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변경점 </a:t>
                      </a:r>
                      <a:br>
                        <a:rPr lang="en-US" altLang="ko-KR" sz="700">
                          <a:solidFill>
                            <a:schemeClr val="tx1"/>
                          </a:solidFill>
                        </a:rPr>
                      </a:b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신청</a:t>
                      </a:r>
                    </a:p>
                  </a:txBody>
                  <a:tcPr marT="50292" marB="50292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ctr" latinLnBrk="1"/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생산 계획 일정</a:t>
                      </a:r>
                    </a:p>
                  </a:txBody>
                  <a:tcPr marT="50292" marB="50292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T="50292" marB="50292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T="50292" marB="50292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T="50292" marB="50292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T="50292" marB="50292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T="50292" marB="50292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rgbClr val="0000FF"/>
                        </a:solidFill>
                      </a:endParaRPr>
                    </a:p>
                  </a:txBody>
                  <a:tcPr marT="50292" marB="50292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rgbClr val="0000FF"/>
                        </a:solidFill>
                      </a:endParaRPr>
                    </a:p>
                  </a:txBody>
                  <a:tcPr marT="50292" marB="50292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내부 검증</a:t>
                      </a:r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평가</a:t>
                      </a:r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T="50292" marB="50292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내부 </a:t>
                      </a:r>
                      <a:br>
                        <a:rPr lang="en-US" altLang="ko-KR" sz="700">
                          <a:solidFill>
                            <a:schemeClr val="tx1"/>
                          </a:solidFill>
                        </a:rPr>
                      </a:b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승인</a:t>
                      </a:r>
                    </a:p>
                  </a:txBody>
                  <a:tcPr marT="50292" marB="50292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2000773"/>
                  </a:ext>
                </a:extLst>
              </a:tr>
              <a:tr h="1655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MIX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T="41564" marB="41564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COT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T="41564" marB="41564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ROL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T="41564" marB="41564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SLT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T="41564" marB="41564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NND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T="41564" marB="41564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L&amp;S,</a:t>
                      </a:r>
                      <a:br>
                        <a:rPr lang="en-US" altLang="ko-KR" sz="70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PKG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T="41564" marB="41564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Formation, Degas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T="41564" marB="41564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EOL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T="41564" marB="41564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공정성 </a:t>
                      </a:r>
                      <a:br>
                        <a:rPr lang="en-US" altLang="ko-KR" sz="700">
                          <a:solidFill>
                            <a:schemeClr val="tx1"/>
                          </a:solidFill>
                        </a:rPr>
                      </a:b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검증</a:t>
                      </a:r>
                    </a:p>
                  </a:txBody>
                  <a:tcPr marT="41564" marB="41564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제품</a:t>
                      </a:r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신뢰성 검증</a:t>
                      </a:r>
                    </a:p>
                  </a:txBody>
                  <a:tcPr marT="41564" marB="41564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32864"/>
                  </a:ext>
                </a:extLst>
              </a:tr>
              <a:tr h="16554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2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차</a:t>
                      </a:r>
                    </a:p>
                  </a:txBody>
                  <a:tcPr marT="41564" marB="41564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3/25(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완료</a:t>
                      </a:r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T="41564" marB="41564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3/25(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완료</a:t>
                      </a:r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T="41564" marB="41564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4/6</a:t>
                      </a:r>
                      <a:br>
                        <a:rPr lang="en-US" altLang="ko-KR" sz="70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완료</a:t>
                      </a:r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T="41564" marB="41564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4/7</a:t>
                      </a:r>
                      <a:br>
                        <a:rPr lang="en-US" altLang="ko-KR" sz="70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완료</a:t>
                      </a:r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T="41564" marB="41564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4/17 (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완료</a:t>
                      </a:r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T="41564" marB="41564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완료</a:t>
                      </a:r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(4/17)</a:t>
                      </a:r>
                    </a:p>
                  </a:txBody>
                  <a:tcPr marT="41564" marB="41564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4/23</a:t>
                      </a:r>
                      <a:br>
                        <a:rPr lang="en-US" altLang="ko-KR" sz="70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완료</a:t>
                      </a:r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T="41564" marB="41564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4/24</a:t>
                      </a:r>
                      <a:br>
                        <a:rPr lang="en-US" altLang="ko-KR" sz="70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완료</a:t>
                      </a:r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T="41564" marB="41564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4/26~4/29</a:t>
                      </a:r>
                      <a:b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T="41564" marB="41564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5/7</a:t>
                      </a:r>
                      <a:b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T="41564" marB="41564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trike="noStrike">
                          <a:solidFill>
                            <a:schemeClr val="tx1"/>
                          </a:solidFill>
                        </a:rPr>
                        <a:t>5/9</a:t>
                      </a:r>
                      <a:br>
                        <a:rPr lang="en-US" altLang="ko-KR" sz="700" strike="noStrike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 strike="noStrike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700" strike="noStrike">
                          <a:solidFill>
                            <a:schemeClr val="tx1"/>
                          </a:solidFill>
                        </a:rPr>
                        <a:t>완료</a:t>
                      </a:r>
                      <a:r>
                        <a:rPr lang="en-US" altLang="ko-KR" sz="700" strike="noStrike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700" strike="noStrike">
                        <a:solidFill>
                          <a:schemeClr val="tx1"/>
                        </a:solidFill>
                      </a:endParaRPr>
                    </a:p>
                  </a:txBody>
                  <a:tcPr marT="41564" marB="41564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5/19</a:t>
                      </a:r>
                      <a:br>
                        <a:rPr lang="en-US" altLang="ko-KR" sz="70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완료</a:t>
                      </a:r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T="41564" marB="41564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5/27</a:t>
                      </a:r>
                    </a:p>
                    <a:p>
                      <a:pPr algn="ctr" latinLnBrk="1"/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완료</a:t>
                      </a:r>
                      <a:r>
                        <a:rPr lang="en-US" altLang="ko-KR" sz="70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T="41564" marB="41564" anchor="ctr">
                    <a:lnL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759555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3E318DA9-C26D-435B-84B8-C5126DF556B8}"/>
              </a:ext>
            </a:extLst>
          </p:cNvPr>
          <p:cNvSpPr txBox="1"/>
          <p:nvPr/>
        </p:nvSpPr>
        <p:spPr>
          <a:xfrm>
            <a:off x="5924681" y="587343"/>
            <a:ext cx="2273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-#14,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D8BEF27-9A21-4226-9C75-E7D4CD54A25E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51179735-0357-691B-3C06-6012039AC5C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62802" y="4620987"/>
            <a:ext cx="2416628" cy="1792366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34ED8B0A-A385-4CB1-D4A3-52603E99B679}"/>
              </a:ext>
            </a:extLst>
          </p:cNvPr>
          <p:cNvSpPr txBox="1"/>
          <p:nvPr/>
        </p:nvSpPr>
        <p:spPr>
          <a:xfrm>
            <a:off x="7053778" y="4414218"/>
            <a:ext cx="193765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b="1" u="sng" dirty="0"/>
              <a:t>▼ </a:t>
            </a:r>
            <a:r>
              <a:rPr lang="ko-KR" altLang="en-US" sz="900" b="1" u="sng" dirty="0" err="1"/>
              <a:t>엔코더</a:t>
            </a:r>
            <a:r>
              <a:rPr lang="ko-KR" altLang="en-US" sz="900" b="1" u="sng" dirty="0"/>
              <a:t> 정합성 </a:t>
            </a:r>
            <a:r>
              <a:rPr lang="ko-KR" altLang="en-US" sz="900" b="1" u="sng" dirty="0" err="1"/>
              <a:t>레포트</a:t>
            </a:r>
            <a:endParaRPr lang="ko-KR" altLang="en-US" sz="900" b="1" u="sng" dirty="0"/>
          </a:p>
        </p:txBody>
      </p:sp>
    </p:spTree>
    <p:extLst>
      <p:ext uri="{BB962C8B-B14F-4D97-AF65-F5344CB8AC3E}">
        <p14:creationId xmlns:p14="http://schemas.microsoft.com/office/powerpoint/2010/main" val="121441936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53168" y="902205"/>
          <a:ext cx="9644170" cy="5711659"/>
        </p:xfrm>
        <a:graphic>
          <a:graphicData uri="http://schemas.openxmlformats.org/drawingml/2006/table">
            <a:tbl>
              <a:tblPr/>
              <a:tblGrid>
                <a:gridCol w="7848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998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4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 안정화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ESNB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[W37]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별도 특이사항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 활용 과제 진행 현황</a:t>
                      </a:r>
                      <a:endParaRPr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1)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코터 롤맵 기준점을 활용한 롤프레스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슬리터 엔코더 정합성 확보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추진 배경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접촉식 엔코더의 마모로 인해 엔코더 틀어짐 발생 및 자공정 내 생산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양품 수량 오집계 발생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 현황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① 코터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–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롤프레스 연신율 레포트 제공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② 설비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호기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별 엔코더 조정 필요 수치 법인 설비팀에 내용 공유 및 수정 진행 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(8/6 ~)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2)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롤프레스 투입 전극 재료교체 이전 자동 정지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추진 배경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재료교체 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작업자 수동 감속 및 정지 진행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▶ 모니터링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Loss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발생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       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이에 롤맵 길이 정보를 활용하여 자동 감속 및 정지하고자 함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현황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롤프레스 음극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2/3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 대상 적용 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(8/13 ~)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      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잔여호기의 경우 롤프레스 전공정 사전알람 적용시점에 같이 수평전개 예정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(~8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3)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롤프레스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슬리터 실적 자동화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롤프레스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슬리터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-.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 심의 진행하였으나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기존 투자된 롤맵 기능부터 우선적으로 안정화 한 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 진행하자는 법인 의견으로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 투자 진행 보류되었습니다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FSE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 기존 롤맵 기능 적용 일정 관련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5/23, 6/10 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회 논의 진행하였으며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7/22(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NA/NB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 담당 포함하여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Workshop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 과제 별 내용 및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현황에 대해 리뷰하였으며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 기존 기능을 우선 안정화 하고 실적 자동화는 내년에 투자 검토하기로 협의하였습니다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25.9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한기덕S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김지원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A)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656176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자동차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Roll Map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구축 완료 안정화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943F47-EAEA-4391-A2BC-C7C33A8E8CFD}"/>
              </a:ext>
            </a:extLst>
          </p:cNvPr>
          <p:cNvSpPr txBox="1"/>
          <p:nvPr/>
        </p:nvSpPr>
        <p:spPr>
          <a:xfrm>
            <a:off x="8546091" y="587343"/>
            <a:ext cx="132408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9/3 17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CE4A1AF-5D49-43F9-9F31-E88EAE372D41}"/>
              </a:ext>
            </a:extLst>
          </p:cNvPr>
          <p:cNvSpPr txBox="1">
            <a:spLocks/>
          </p:cNvSpPr>
          <p:nvPr/>
        </p:nvSpPr>
        <p:spPr>
          <a:xfrm>
            <a:off x="8946842" y="418066"/>
            <a:ext cx="92333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전기영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P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E318DA9-C26D-435B-84B8-C5126DF556B8}"/>
              </a:ext>
            </a:extLst>
          </p:cNvPr>
          <p:cNvSpPr txBox="1"/>
          <p:nvPr/>
        </p:nvSpPr>
        <p:spPr>
          <a:xfrm>
            <a:off x="5924681" y="587343"/>
            <a:ext cx="2273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-#14,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D8BEF27-9A21-4226-9C75-E7D4CD54A25E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157826378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0314886"/>
              </p:ext>
            </p:extLst>
          </p:nvPr>
        </p:nvGraphicFramePr>
        <p:xfrm>
          <a:off x="153166" y="902205"/>
          <a:ext cx="9607061" cy="5711659"/>
        </p:xfrm>
        <a:graphic>
          <a:graphicData uri="http://schemas.openxmlformats.org/drawingml/2006/table">
            <a:tbl>
              <a:tblPr/>
              <a:tblGrid>
                <a:gridCol w="8537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805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2648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440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18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4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안정화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ESNA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[W51]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기능 대표라인 검증 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양산 적용 완료 및 출장 복귀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(12/16,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박수완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S,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한기덕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S)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했습니다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현황</a:t>
                      </a: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기준점 마킹 양산 적용</a:t>
                      </a:r>
                      <a:endParaRPr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1)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126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잉크에서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106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잉크로 교체 작업 진행 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음극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H5.5A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모델로 기준점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마킹 양산 적용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(7/16)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*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잉크 모델 교체 사유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소모품 비용 절감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약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30%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저렴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2) 8/5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 양산 중 기준점 마킹 적용 완료 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</a:t>
                      </a:r>
                      <a:r>
                        <a:rPr lang="ko-KR" altLang="en-US" sz="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불량마킹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양산 적용</a:t>
                      </a:r>
                      <a:endParaRPr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1)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전체불량마킹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미코팅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포일이음매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: L10D Model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 중인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양극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대상으로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11/21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부터 기능 활성화 후 양산 검증 중입니다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                                                         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마킹 위치 오차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± 0.1m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이내로 문제 없음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                                                        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음극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(LV15)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대상으로 불량 마킹 기능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ON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및 기본 기능 검증 진행 중입니다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2)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롤프레스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전공정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사전알람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기능 검증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: L10D Model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생산 중인 롤프레스 양극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3, 4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호 대상으로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11/21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부터 기능 활성화 후 양산 검증 중입니다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                                                 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아래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가지 기능 위주로 검증 진행 중이며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특이 사항 없습니다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 (11/26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기준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37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Lot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검증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                                                                 1) NG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마킹 위치 도달 전 서행 및 정지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                                                                 2) NG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마킹 구간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Scrap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종료 전 감속 및 정지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                                                                 3) NG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마킹 유출 시 설비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Alarm(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정지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및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Auto Hold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2-1)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잔건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  1) NG Marking End ~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종료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Label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간 편차 일부 오차 존재하여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프로그램 수정 이후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H5.5A Model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생산 시 확인 예정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  2) Scrap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자동 종료 위치 롤프레스 양극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4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호기 일부 편차 존재하여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End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엔지 마킹 검출 시 정지하는 기능 추가하였으며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H5.5A Model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생산 시 확인 예정 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                                                                   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3)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레인별불량마킹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(Normal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: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양극 절연 오버레이 폭 불량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미스매치 불량에 대한 레인 별 불량 마킹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                                                       -. L10D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모델 대상으로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미스매치 불량에 대한 레인별 불량 마킹 기능 활성화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(11/23)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                                                    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미스매치 불량 발생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Lot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레인 불량 마킹 확인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(11/25)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및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투입 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NG Tag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부착까지 정상 확인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(11/26)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                                                           (Y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마킹 위치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– NG Tag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부착 위치 편차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0.1m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수준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                                                       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음극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호기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(LV15)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대상 강제 미스매치 불량 발생 및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“Y”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마킹 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(12/5)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하였으며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                                           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위치 정합성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Check(12/8)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시 차이가 존재하여 이에 대해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분석중입니다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 12/12(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금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라인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H5.5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대상으로 추가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TEST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예정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25.9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dirty="0"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김지원</a:t>
                      </a:r>
                      <a:r>
                        <a:rPr lang="en-US" altLang="ko-KR" sz="900" dirty="0"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A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한기덕S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박수완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S)</a:t>
                      </a:r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656176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자동차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Roll Map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구축 완료 안정화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943F47-EAEA-4391-A2BC-C7C33A8E8CFD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16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CE4A1AF-5D49-43F9-9F31-E88EAE372D41}"/>
              </a:ext>
            </a:extLst>
          </p:cNvPr>
          <p:cNvSpPr txBox="1">
            <a:spLocks/>
          </p:cNvSpPr>
          <p:nvPr/>
        </p:nvSpPr>
        <p:spPr>
          <a:xfrm>
            <a:off x="8907368" y="418066"/>
            <a:ext cx="92333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김지원</a:t>
            </a:r>
            <a:r>
              <a:rPr lang="en-US" altLang="ko-KR" sz="1100" dirty="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A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027398D-7CCD-451C-96C3-3CB8AB5FA205}"/>
              </a:ext>
            </a:extLst>
          </p:cNvPr>
          <p:cNvSpPr txBox="1"/>
          <p:nvPr/>
        </p:nvSpPr>
        <p:spPr>
          <a:xfrm>
            <a:off x="5924681" y="587343"/>
            <a:ext cx="2273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-#15,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02A31B7-103A-47FA-A6F1-C359E6B8176A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6750C4B-CE5F-4C67-BB94-4C5F0E43F304}"/>
              </a:ext>
            </a:extLst>
          </p:cNvPr>
          <p:cNvSpPr txBox="1"/>
          <p:nvPr/>
        </p:nvSpPr>
        <p:spPr>
          <a:xfrm>
            <a:off x="7978372" y="6596389"/>
            <a:ext cx="126765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&lt;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설비별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연신률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&gt;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6225213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656176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자동차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Roll Map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구축 완료 안정화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943F47-EAEA-4391-A2BC-C7C33A8E8CFD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17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CE4A1AF-5D49-43F9-9F31-E88EAE372D41}"/>
              </a:ext>
            </a:extLst>
          </p:cNvPr>
          <p:cNvSpPr txBox="1">
            <a:spLocks/>
          </p:cNvSpPr>
          <p:nvPr/>
        </p:nvSpPr>
        <p:spPr>
          <a:xfrm>
            <a:off x="8946841" y="418066"/>
            <a:ext cx="92333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김도원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A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9293B9B-55F4-42BA-B017-262CAACEE96E}"/>
              </a:ext>
            </a:extLst>
          </p:cNvPr>
          <p:cNvSpPr txBox="1"/>
          <p:nvPr/>
        </p:nvSpPr>
        <p:spPr>
          <a:xfrm>
            <a:off x="5924681" y="587343"/>
            <a:ext cx="2273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-#16,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E26241F-4914-4AE7-8D68-1C126E4AAFC3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graphicFrame>
        <p:nvGraphicFramePr>
          <p:cNvPr id="11" name="표 1">
            <a:extLst>
              <a:ext uri="{FF2B5EF4-FFF2-40B4-BE49-F238E27FC236}">
                <a16:creationId xmlns:a16="http://schemas.microsoft.com/office/drawing/2014/main" id="{C66F9B45-D343-4DF8-ABA9-D48571FAC9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991931"/>
              </p:ext>
            </p:extLst>
          </p:nvPr>
        </p:nvGraphicFramePr>
        <p:xfrm>
          <a:off x="153168" y="902205"/>
          <a:ext cx="9644174" cy="5775615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68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4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롤맵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 안정화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ESHM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[W51]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금주 특이사항 없습니다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[주요 진행 현황]</a:t>
                      </a:r>
                      <a:endParaRPr lang="ko-KR" dirty="0">
                        <a:solidFill>
                          <a:schemeClr val="tx1"/>
                        </a:solidFill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1.원격 프로그램 보안 문제로 인해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NQVM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대신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Remote View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설치 완료 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.(4/11)</a:t>
                      </a:r>
                      <a:endParaRPr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-. NQVM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사용 시 중계서버 개설이 필요한데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HM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롤맵의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경우 중계 서버를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구성할만큼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PC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가 많지 않아 법인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IT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팀에 남은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Remote View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를 사용하고자 합니다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2.New ERP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및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MES 2.0Ver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전환에 따라 롤프레스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/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실적자동화 진행 여부와 진행 시 적용 시점 관련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5/27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법인과 미팅하였고 시스템 변경 견적 및 설비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변경점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(PLC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프로그램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법인에 전달 후 최종 논의 예정입니다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.(w/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법인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PI,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전극생산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T,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제조역량강화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T) 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3.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롤맵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–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실물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간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불일치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건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이슈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    -.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현상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: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간헐적으로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코터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실물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상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슬러리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발리지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않았으나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롤맵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상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슬러리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발렸다고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표시되는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건. (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실적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집계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시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왜곡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발생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-.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원인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현상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: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슬러리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코팅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Bit ON/OFF 는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정상적으로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진행됐으나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On/Off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좌표값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미갱신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-.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상세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원인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재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파악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(6/26~,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실시간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모니터링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로깅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기록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추가를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위해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EIF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기능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수정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필요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부동시점에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예정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))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7/10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양극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호기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(Lot ID : GCEG91B3C1, GCEG91B4C1)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에서 재발하였고 모니터링 결과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Trigger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발생 시점에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EIF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에서 가지고 있는 좌표 값이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이전 좌표 값이라서 발생한 문제였습니다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 Trigger Delay Time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0.5S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2S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로 변경하였고 재차 모니터링 중입니다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현재까지 이상 없습니다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4.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데이터 정합성 업무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양극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1-2,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음극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1-1 OCR Vision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Offset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이 잘못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입력되어있어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수정하였습니다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.(7/30)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공정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동시접합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진행 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권경센서가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초기 셋업 당시에 비해 정확도가 떨어지는 것 같아 호기 별로 확인하였습니다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 (8/6)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※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동시 접합의 경우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권경센서가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언와인더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척에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UW ~ RW Offset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만큼 잔량이 남으면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Bit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를 살리며 이를 통해 투입 전극 변경 시점을 확인합니다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→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양극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호기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Offset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이 잘못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입력되어있어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수정 요청하였습니다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→ 그 외 호기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Offset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은 정상적으로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설정되어있으나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권경센서가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잔량 측정하는 정확도가 떨어지는 것 같아 법인에 확인 요청하였습니다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.(~8/14)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양극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7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호기 투입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Lot ID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수신 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8Word(=16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글자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로 수신 중인데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Lot ID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를 수신하는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1Word ~ 5Word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영역 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6Word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부분에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“1”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값이 들어가 있는 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상황에서 해당 영역이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클리어되지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않아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투입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Lot ID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가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오수집되어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데이터 수집이 저하되었습니다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법인 설비기술팀에 전 호기 수평전개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→ 투입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Lot ID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오수집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시 이전 공정의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Lot ID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를 시스템이 찾지 못해 전극 데이터 추적성 저하가 발생합니다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롤프레스 두께측정기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Iot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Data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좌표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중복값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수신으로 딜레이 추가 및 데이터 모니터링 진행중에 있습니다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(9/19 ~)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5. 26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년도 업무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-. 26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년도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투자 필요 항목 관련 법인 카운터 파트너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조성환 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에게 상세 내용 및 사양서 전달하였습니다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6.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신규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VOE </a:t>
                      </a:r>
                    </a:p>
                    <a:p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1) </a:t>
                      </a:r>
                      <a:r>
                        <a:rPr lang="ko-KR" altLang="en-US" sz="9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웹게이지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프리징에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따른 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Risk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확인 시 유량계를 활용요청</a:t>
                      </a:r>
                    </a:p>
                    <a:p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 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-.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요청 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유량계 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data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를 </a:t>
                      </a:r>
                      <a:r>
                        <a:rPr lang="ko-KR" altLang="en-US" sz="9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좌표화하여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MES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롤맵에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반영</a:t>
                      </a:r>
                      <a:endParaRPr lang="en-US" altLang="ko-KR" sz="900" b="0" i="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 -.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사유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웹게이지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경우 스윙타입이다 보니 유량 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data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보다 분해능이 낮아 정확한 로딩불량 선별 시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</a:p>
                    <a:p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                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결국 유량 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data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를 확인 중으로 </a:t>
                      </a:r>
                      <a:r>
                        <a:rPr lang="ko-KR" altLang="en-US" sz="9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롤맵에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좌표화하여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선별 고도화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진행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: 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차 검토 방향 법인에 회신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(9/24)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후 대기 → 법인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구민석님과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차 논의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(10/14)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Needs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확인 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불량배출을 위한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위치값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불량구간으로 마킹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                                                                         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상세 사양 검토완료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(10/17),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업체 사양 배포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(10/21),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개발 공수 및 기간 협의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(11/14)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’25.2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(노칭 적용 완료)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</a:b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‘25.6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(잔여 사항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안정화)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김도원A</a:t>
                      </a:r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Malgun Gothic Semilight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</a:t>
                      </a:r>
                      <a:r>
                        <a:rPr lang="en-US" altLang="ko-KR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박수완S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)</a:t>
                      </a:r>
                      <a:endParaRPr lang="ko-KR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9482008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53168" y="902205"/>
          <a:ext cx="9644174" cy="5912775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68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4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Roll Map</a:t>
                      </a:r>
                    </a:p>
                    <a:p>
                      <a:pPr lvl="0" algn="ctr"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추가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Data</a:t>
                      </a:r>
                    </a:p>
                    <a:p>
                      <a:pPr lvl="0" algn="ctr"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수집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  <a:cs typeface="Malgun Gothic Semilight"/>
                        </a:rPr>
                        <a:t>ESWA,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  <a:cs typeface="Malgun Gothic Semilight"/>
                        </a:rPr>
                        <a:t>ESGM1,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  <a:cs typeface="Malgun Gothic Semilight"/>
                        </a:rPr>
                        <a:t>ESGM2,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  <a:cs typeface="Malgun Gothic Semilight"/>
                        </a:rPr>
                        <a:t>ESHM,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  <a:cs typeface="Malgun Gothic Semilight"/>
                        </a:rPr>
                        <a:t>ESNB,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  <a:cs typeface="Malgun Gothic Semilight"/>
                        </a:rPr>
                        <a:t>ESNA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[W40]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양극 다빈치에 대표호기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15-1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호기 데이터 연계까지 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(9/30)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하였고 잔여호기 수평전개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(~10/30)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까지 진행 목표입니다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전극 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FDC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데이터 좌표 연계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 :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전극 공정에서 수집되는 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FDC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데이터를 </a:t>
                      </a:r>
                      <a:r>
                        <a:rPr lang="ko-KR" altLang="en-US" sz="900" b="1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좌표와 연계 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대상 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Site : NA/NB/WA/GM1/GM2/HM)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1. FDC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수집 데이터의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수집 위치 등록 관련 요건 협의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(3/12,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2. FDC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데이터 추가 수집 등록 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수집 위치 반드시 등록 가능하도록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FDC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분과위 협의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          * NA/NB : 4/2(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분과위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), GM : 4/3(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분과위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), WA : 4/3(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분과위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), HM : 4/9(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분과위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기술센터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: 4/2(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메일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3. FDC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데이터 항목 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수집 위치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’, ‘CTP/CTE/CTQ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여부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’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칼럼 추가 위한 시스템 개발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(4/24,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4. FDC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데이터 항목 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‘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수집 위치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’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등록 작업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(5/13,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- FDC Data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정상 수집 여부 모니터링 중에 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WA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소수점 자릿수 변경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0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sym typeface="Wingdings" panose="05000000000000000000" pitchFamily="2" charset="2"/>
                        </a:rPr>
                        <a:t>1,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sym typeface="Wingdings" panose="05000000000000000000" pitchFamily="2" charset="2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sym typeface="Wingdings" panose="05000000000000000000" pitchFamily="2" charset="2"/>
                        </a:rPr>
                        <a:t> 좌표 어드레스 수정 진행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5. DAVINCI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시스템에서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FDC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데이터의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수집 위치 정보 추가 수집 및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정보과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연동 완료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(7/23)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- AZS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설비 양극 공정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FDC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데이터 다빈치 로직 오류로 인해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미수집하여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수정 요청하였습니다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.(~9/2)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</a:rPr>
                        <a:t>      - Lot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</a:rPr>
                        <a:t>ID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</a:rPr>
                        <a:t> 수집 中 일부 시간에 수집 누락이 발생하여 초기화 시점에 맞춰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</a:rPr>
                        <a:t>Lot ID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</a:rPr>
                        <a:t>가 존재하면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</a:rPr>
                        <a:t>해당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</a:rPr>
                        <a:t>Lot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</a:rPr>
                        <a:t>에 매핑할 수 있도록 로직 개선 요청하였습니다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</a:rPr>
                        <a:t>.(~9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전극 설비 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Alarm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데이터 좌표 연계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 :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전극 공정에서 발생하는 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Alarm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데이터를 </a:t>
                      </a:r>
                      <a:r>
                        <a:rPr lang="ko-KR" altLang="en-US" sz="900" b="1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좌표와 연계 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대상 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Site : NA/NB/WA/GM1/GM2/HM)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 1. FDC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시스템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‘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설비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Alarm ID’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추가 수집하기 위한 등록 작업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진행 중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, ~ </a:t>
                      </a:r>
                      <a:r>
                        <a:rPr lang="en-US" altLang="ko-KR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5/23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6/4,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공정제어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DX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팀 진행 중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 2. DAVINCI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시스템에서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FDC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데이터의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‘Alarm ID‘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정보를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 좌표와 연계 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, Alarm ID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에 해당하는 알람 정보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MMD I/F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위한 시스템 개발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(6/30)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- 7/23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운영 이관 완료하였으며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FDC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데이터 정상 수집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연계됨을 확인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정합성 검증 및 모니터링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  <a:endParaRPr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1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노칭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양극 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FDC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데이터 좌표 연계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 : </a:t>
                      </a:r>
                      <a:r>
                        <a:rPr lang="ko-KR" altLang="en-US" sz="900" b="1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노칭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양극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에서 수집되는 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FDC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데이터를 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EDC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통해 수집 및 </a:t>
                      </a:r>
                      <a:r>
                        <a:rPr lang="ko-KR" altLang="en-US" sz="900" b="1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좌표와 연계 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대상 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Site : WA)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 1.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 양극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FDC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설비 데이터를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EDC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로 수집하는 방향으로 요건 정의하였습니다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 2. EDC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시스템과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노칭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양극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) DTC PLC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통신하기 위한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, EDC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시스템 셋업 작업 진행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. 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작업 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, 5/28)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 3. EDC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시스템으로 수집될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FDC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데이터 항목 선정 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(5/28)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이며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선정 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PLC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프로그램 준비 및 적용 완료하였습니다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(7/7)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      * EDC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시스템에서 수집할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FDC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데이터 항목은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셀추적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 음극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과 같은 항목으로 선정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</a:t>
                      </a:r>
                      <a:r>
                        <a:rPr lang="ko-KR" altLang="en-US" sz="900" b="1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노칭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양극 설비 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Alarm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데이터 좌표 연계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] : </a:t>
                      </a:r>
                      <a:r>
                        <a:rPr lang="ko-KR" altLang="en-US" sz="900" b="1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노칭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양극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에서 발생하는 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Alarm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데이터를 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EDC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통해 수집 및 </a:t>
                      </a:r>
                      <a:r>
                        <a:rPr lang="ko-KR" altLang="en-US" sz="900" b="1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좌표와 연계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(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대상 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Site : WA)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 1. EDC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시스템과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노칭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양극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) DTC PLC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통신하기 위한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, EDC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시스템 셋업 작업 진행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. (~8/15)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2. EDC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시스템으로 수집될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설비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Alarm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항목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’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선정 작업 진행 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.(~8/30,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수집 대상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Alarm : Dryer, Laser Unit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관련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Alarm)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-.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대표호기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15-1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호기에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ECS/PLC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사양 셋업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(8/25,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),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잔여호기 수평전개 투자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(9/3,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 3. EDC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→ 다빈치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I/F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연계개발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: EDC 9/11(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다빈치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Table report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구성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(9/17,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및 데이터 검증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(9/30)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 4.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잔여호기 수평전개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: ~10/30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  <a:cs typeface="Malgun Gothic Semilight"/>
                        </a:rPr>
                        <a:t>’25.9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전기영P</a:t>
                      </a:r>
                      <a:br>
                        <a:rPr lang="ko-KR" altLang="en-US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한기덕</a:t>
                      </a: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박수완A</a:t>
                      </a:r>
                      <a:br>
                        <a:rPr lang="ko-KR" altLang="en-US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김도원A</a:t>
                      </a:r>
                      <a:endParaRPr lang="ko-KR" altLang="en-US" sz="900" b="0" i="0" u="none" strike="noStrike" kern="1200" baseline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  <a:ea typeface="LG스마트체 Regular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70747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[Roll Map Data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수집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추가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Data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수집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943F47-EAEA-4391-A2BC-C7C33A8E8CFD}"/>
              </a:ext>
            </a:extLst>
          </p:cNvPr>
          <p:cNvSpPr txBox="1"/>
          <p:nvPr/>
        </p:nvSpPr>
        <p:spPr>
          <a:xfrm>
            <a:off x="8481971" y="587343"/>
            <a:ext cx="138820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10/1 17시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CE4A1AF-5D49-43F9-9F31-E88EAE372D41}"/>
              </a:ext>
            </a:extLst>
          </p:cNvPr>
          <p:cNvSpPr txBox="1">
            <a:spLocks/>
          </p:cNvSpPr>
          <p:nvPr/>
        </p:nvSpPr>
        <p:spPr>
          <a:xfrm>
            <a:off x="8946841" y="418066"/>
            <a:ext cx="92333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전기영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P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ADDE76C-996B-4114-7094-F4F8358B83C7}"/>
              </a:ext>
            </a:extLst>
          </p:cNvPr>
          <p:cNvGraphicFramePr>
            <a:graphicFrameLocks noGrp="1"/>
          </p:cNvGraphicFramePr>
          <p:nvPr/>
        </p:nvGraphicFramePr>
        <p:xfrm>
          <a:off x="1850091" y="1601442"/>
          <a:ext cx="6444000" cy="29337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836000">
                  <a:extLst>
                    <a:ext uri="{9D8B030D-6E8A-4147-A177-3AD203B41FA5}">
                      <a16:colId xmlns:a16="http://schemas.microsoft.com/office/drawing/2014/main" val="3363293373"/>
                    </a:ext>
                  </a:extLst>
                </a:gridCol>
                <a:gridCol w="1152000">
                  <a:extLst>
                    <a:ext uri="{9D8B030D-6E8A-4147-A177-3AD203B41FA5}">
                      <a16:colId xmlns:a16="http://schemas.microsoft.com/office/drawing/2014/main" val="3327777803"/>
                    </a:ext>
                  </a:extLst>
                </a:gridCol>
                <a:gridCol w="1152000">
                  <a:extLst>
                    <a:ext uri="{9D8B030D-6E8A-4147-A177-3AD203B41FA5}">
                      <a16:colId xmlns:a16="http://schemas.microsoft.com/office/drawing/2014/main" val="3221956964"/>
                    </a:ext>
                  </a:extLst>
                </a:gridCol>
                <a:gridCol w="1152000">
                  <a:extLst>
                    <a:ext uri="{9D8B030D-6E8A-4147-A177-3AD203B41FA5}">
                      <a16:colId xmlns:a16="http://schemas.microsoft.com/office/drawing/2014/main" val="3133957144"/>
                    </a:ext>
                  </a:extLst>
                </a:gridCol>
                <a:gridCol w="1152000">
                  <a:extLst>
                    <a:ext uri="{9D8B030D-6E8A-4147-A177-3AD203B41FA5}">
                      <a16:colId xmlns:a16="http://schemas.microsoft.com/office/drawing/2014/main" val="3111278576"/>
                    </a:ext>
                  </a:extLst>
                </a:gridCol>
              </a:tblGrid>
              <a:tr h="1080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과제명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요건 수립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FDC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시스템 개발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DAVINCI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시스템 개발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 검증 및 안정화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4631674"/>
                  </a:ext>
                </a:extLst>
              </a:tr>
              <a:tr h="10783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전극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FDC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데이터 좌표 연계</a:t>
                      </a:r>
                      <a:endParaRPr lang="en-US" altLang="ko-KR" sz="9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3/12(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sz="900" b="0" i="0" u="none" strike="noStrike" kern="1200" spc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/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4/24(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/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7/23(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~9/30</a:t>
                      </a:r>
                      <a:endParaRPr lang="en-US" altLang="ko-KR" sz="900" b="0" i="0" u="none" strike="noStrike" kern="1200" spc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79556965"/>
                  </a:ext>
                </a:extLst>
              </a:tr>
            </a:tbl>
          </a:graphicData>
        </a:graphic>
      </p:graphicFrame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40FABA92-B365-486D-BEBE-08B983E75A0D}"/>
              </a:ext>
            </a:extLst>
          </p:cNvPr>
          <p:cNvSpPr/>
          <p:nvPr/>
        </p:nvSpPr>
        <p:spPr>
          <a:xfrm>
            <a:off x="626197" y="1173688"/>
            <a:ext cx="413911" cy="202499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DE556C14-47BE-4CC6-BD7A-A8086E5AD8D1}"/>
              </a:ext>
            </a:extLst>
          </p:cNvPr>
          <p:cNvSpPr/>
          <p:nvPr/>
        </p:nvSpPr>
        <p:spPr>
          <a:xfrm>
            <a:off x="197572" y="1173688"/>
            <a:ext cx="413911" cy="202499"/>
          </a:xfrm>
          <a:prstGeom prst="round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그룹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CB91633-9520-44EB-B1B2-BC4CE78F1C49}"/>
              </a:ext>
            </a:extLst>
          </p:cNvPr>
          <p:cNvSpPr txBox="1"/>
          <p:nvPr/>
        </p:nvSpPr>
        <p:spPr>
          <a:xfrm>
            <a:off x="5924681" y="587343"/>
            <a:ext cx="2273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-#17,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66AAC59-8E1B-4C3C-BE47-477373E421B5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C1647FDC-2A05-43BD-A5CA-218456FD5964}"/>
              </a:ext>
            </a:extLst>
          </p:cNvPr>
          <p:cNvGraphicFramePr>
            <a:graphicFrameLocks noGrp="1"/>
          </p:cNvGraphicFramePr>
          <p:nvPr/>
        </p:nvGraphicFramePr>
        <p:xfrm>
          <a:off x="1850091" y="3374269"/>
          <a:ext cx="6444000" cy="330962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836000">
                  <a:extLst>
                    <a:ext uri="{9D8B030D-6E8A-4147-A177-3AD203B41FA5}">
                      <a16:colId xmlns:a16="http://schemas.microsoft.com/office/drawing/2014/main" val="3363293373"/>
                    </a:ext>
                  </a:extLst>
                </a:gridCol>
                <a:gridCol w="1152000">
                  <a:extLst>
                    <a:ext uri="{9D8B030D-6E8A-4147-A177-3AD203B41FA5}">
                      <a16:colId xmlns:a16="http://schemas.microsoft.com/office/drawing/2014/main" val="3327777803"/>
                    </a:ext>
                  </a:extLst>
                </a:gridCol>
                <a:gridCol w="1152000">
                  <a:extLst>
                    <a:ext uri="{9D8B030D-6E8A-4147-A177-3AD203B41FA5}">
                      <a16:colId xmlns:a16="http://schemas.microsoft.com/office/drawing/2014/main" val="3221956964"/>
                    </a:ext>
                  </a:extLst>
                </a:gridCol>
                <a:gridCol w="1152000">
                  <a:extLst>
                    <a:ext uri="{9D8B030D-6E8A-4147-A177-3AD203B41FA5}">
                      <a16:colId xmlns:a16="http://schemas.microsoft.com/office/drawing/2014/main" val="3133957144"/>
                    </a:ext>
                  </a:extLst>
                </a:gridCol>
                <a:gridCol w="1152000">
                  <a:extLst>
                    <a:ext uri="{9D8B030D-6E8A-4147-A177-3AD203B41FA5}">
                      <a16:colId xmlns:a16="http://schemas.microsoft.com/office/drawing/2014/main" val="3111278576"/>
                    </a:ext>
                  </a:extLst>
                </a:gridCol>
              </a:tblGrid>
              <a:tr h="1080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과제명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요건 수립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FDC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시스템 개발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DAVINCI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시스템 개발</a:t>
                      </a:r>
                      <a:endParaRPr lang="ko-KR" altLang="en-US" sz="1800" b="0" i="0" u="none" strike="noStrike" baseline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 검증 및 안정화</a:t>
                      </a:r>
                      <a:endParaRPr lang="ko-KR" altLang="en-US" sz="1800" b="0" i="0" u="none" strike="noStrike" baseline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4631674"/>
                  </a:ext>
                </a:extLst>
              </a:tr>
              <a:tr h="18427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전극 설비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Alarm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데이터 좌표 연계</a:t>
                      </a:r>
                      <a:endParaRPr lang="en-US" altLang="ko-KR" sz="9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3/12(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sz="900" b="0" i="0" u="none" strike="noStrike" kern="1200" spc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/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4/24(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/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7/23(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~9/30</a:t>
                      </a:r>
                      <a:endParaRPr lang="en-US" altLang="ko-KR" sz="900" b="0" i="0" u="none" strike="noStrike" kern="1200" spc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79556965"/>
                  </a:ext>
                </a:extLst>
              </a:tr>
            </a:tbl>
          </a:graphicData>
        </a:graphic>
      </p:graphicFrame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67A7A213-9A86-4D26-B125-CF68490F8B7B}"/>
              </a:ext>
            </a:extLst>
          </p:cNvPr>
          <p:cNvGraphicFramePr>
            <a:graphicFrameLocks noGrp="1"/>
          </p:cNvGraphicFramePr>
          <p:nvPr/>
        </p:nvGraphicFramePr>
        <p:xfrm>
          <a:off x="1850091" y="4494355"/>
          <a:ext cx="6444000" cy="330962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836000">
                  <a:extLst>
                    <a:ext uri="{9D8B030D-6E8A-4147-A177-3AD203B41FA5}">
                      <a16:colId xmlns:a16="http://schemas.microsoft.com/office/drawing/2014/main" val="3363293373"/>
                    </a:ext>
                  </a:extLst>
                </a:gridCol>
                <a:gridCol w="1152000">
                  <a:extLst>
                    <a:ext uri="{9D8B030D-6E8A-4147-A177-3AD203B41FA5}">
                      <a16:colId xmlns:a16="http://schemas.microsoft.com/office/drawing/2014/main" val="3327777803"/>
                    </a:ext>
                  </a:extLst>
                </a:gridCol>
                <a:gridCol w="1152000">
                  <a:extLst>
                    <a:ext uri="{9D8B030D-6E8A-4147-A177-3AD203B41FA5}">
                      <a16:colId xmlns:a16="http://schemas.microsoft.com/office/drawing/2014/main" val="3221956964"/>
                    </a:ext>
                  </a:extLst>
                </a:gridCol>
                <a:gridCol w="1152000">
                  <a:extLst>
                    <a:ext uri="{9D8B030D-6E8A-4147-A177-3AD203B41FA5}">
                      <a16:colId xmlns:a16="http://schemas.microsoft.com/office/drawing/2014/main" val="3133957144"/>
                    </a:ext>
                  </a:extLst>
                </a:gridCol>
                <a:gridCol w="1152000">
                  <a:extLst>
                    <a:ext uri="{9D8B030D-6E8A-4147-A177-3AD203B41FA5}">
                      <a16:colId xmlns:a16="http://schemas.microsoft.com/office/drawing/2014/main" val="3111278576"/>
                    </a:ext>
                  </a:extLst>
                </a:gridCol>
              </a:tblGrid>
              <a:tr h="1080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과제명</a:t>
                      </a:r>
                      <a:endParaRPr lang="en-US" altLang="ko-KR" sz="9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요건 수립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EDC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시스템 셋업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PLC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프로그램 작업</a:t>
                      </a:r>
                      <a:endParaRPr lang="ko-KR" altLang="en-US" sz="1800" b="0" i="0" u="none" strike="noStrike" baseline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 검증 및 안정화</a:t>
                      </a:r>
                      <a:endParaRPr lang="ko-KR" altLang="en-US" sz="1800" b="0" i="0" u="none" strike="noStrike" baseline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4631674"/>
                  </a:ext>
                </a:extLst>
              </a:tr>
              <a:tr h="18427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노칭 양극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FDC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데이터 좌표 연계</a:t>
                      </a:r>
                      <a:endParaRPr lang="en-US" altLang="ko-KR" sz="9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’24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sz="900" b="0" i="0" u="none" strike="noStrike" kern="1200" spc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/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5/28(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/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7/7(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~9/30</a:t>
                      </a:r>
                      <a:endParaRPr lang="en-US" altLang="ko-KR" sz="900" b="0" i="0" u="none" strike="noStrike" kern="1200" spc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79556965"/>
                  </a:ext>
                </a:extLst>
              </a:tr>
            </a:tbl>
          </a:graphicData>
        </a:graphic>
      </p:graphicFrame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C0CB2BDC-1AC7-410D-9A1B-2922891D2B56}"/>
              </a:ext>
            </a:extLst>
          </p:cNvPr>
          <p:cNvGraphicFramePr>
            <a:graphicFrameLocks noGrp="1"/>
          </p:cNvGraphicFramePr>
          <p:nvPr/>
        </p:nvGraphicFramePr>
        <p:xfrm>
          <a:off x="1850091" y="5735616"/>
          <a:ext cx="6696032" cy="330962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836000">
                  <a:extLst>
                    <a:ext uri="{9D8B030D-6E8A-4147-A177-3AD203B41FA5}">
                      <a16:colId xmlns:a16="http://schemas.microsoft.com/office/drawing/2014/main" val="336329337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332777780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2779316672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3221956964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3133957144"/>
                    </a:ext>
                  </a:extLst>
                </a:gridCol>
                <a:gridCol w="1404032">
                  <a:extLst>
                    <a:ext uri="{9D8B030D-6E8A-4147-A177-3AD203B41FA5}">
                      <a16:colId xmlns:a16="http://schemas.microsoft.com/office/drawing/2014/main" val="3111278576"/>
                    </a:ext>
                  </a:extLst>
                </a:gridCol>
              </a:tblGrid>
              <a:tr h="1080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과제명</a:t>
                      </a:r>
                      <a:endParaRPr lang="en-US" altLang="ko-KR" sz="9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요건 수립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 심의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ECS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시스템 셋업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PLC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프로그램 작업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EDC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다빈치 연계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4631674"/>
                  </a:ext>
                </a:extLst>
              </a:tr>
              <a:tr h="18427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노칭 양극 설비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Alarm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데이터 좌표 연계</a:t>
                      </a:r>
                      <a:endParaRPr lang="en-US" altLang="ko-KR" sz="9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4/30(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sz="900" b="0" i="0" u="none" strike="noStrike" kern="1200" spc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/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7/16(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/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8/25, 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endParaRPr lang="en-US" altLang="ko-KR" sz="900" b="0" i="0" u="none" strike="noStrike" kern="1200" spc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/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8/25, 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endParaRPr lang="en-US" altLang="ko-KR" sz="900" b="0" i="0" u="none" strike="noStrike" kern="1200" spc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/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9/11(EDC,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), 9/17(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다빈치</a:t>
                      </a:r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7955696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01325517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6423198"/>
              </p:ext>
            </p:extLst>
          </p:nvPr>
        </p:nvGraphicFramePr>
        <p:xfrm>
          <a:off x="153168" y="902205"/>
          <a:ext cx="9644174" cy="5729504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68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165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52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코터 공정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로딩량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불량 배출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기술 개발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및 적용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ESHD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MILS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[W51]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금주 특이사항 없습니다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en-US" altLang="ko-KR" sz="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개요</a:t>
                      </a: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 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웹게이지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로딩량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불량 배출 기술 사양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 As-Is : </a:t>
                      </a:r>
                      <a:r>
                        <a:rPr lang="ko-KR" altLang="en-US" sz="900" b="0" dirty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재조건조정 시</a:t>
                      </a:r>
                      <a:r>
                        <a:rPr lang="en-US" altLang="ko-KR" sz="900" b="0" dirty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  <a:r>
                        <a:rPr lang="ko-KR" altLang="en-US" sz="900" b="0" dirty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불량 구간을 고정 </a:t>
                      </a:r>
                      <a:r>
                        <a:rPr lang="ko-KR" altLang="en-US" sz="900" b="0" dirty="0" err="1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길이값으로</a:t>
                      </a:r>
                      <a:r>
                        <a:rPr lang="ko-KR" altLang="en-US" sz="900" b="0" dirty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설정하여 불량 폐기 진행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To-Be : </a:t>
                      </a:r>
                      <a:r>
                        <a:rPr lang="ko-KR" altLang="en-US" sz="900" b="0" dirty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재조건조정 시</a:t>
                      </a:r>
                      <a:r>
                        <a:rPr lang="en-US" altLang="ko-KR" sz="900" b="0" dirty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  <a:r>
                        <a:rPr lang="ko-KR" altLang="en-US" sz="900" b="0" dirty="0" err="1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로딩량</a:t>
                      </a:r>
                      <a:r>
                        <a:rPr lang="ko-KR" altLang="en-US" sz="900" b="0" dirty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판정 기준에 따라서 불량 폐기 진행</a:t>
                      </a:r>
                      <a:endParaRPr lang="en-US" altLang="ko-KR" sz="900" b="0" dirty="0">
                        <a:solidFill>
                          <a:prstClr val="black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진행현황</a:t>
                      </a: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검증 </a:t>
                      </a:r>
                      <a:endParaRPr lang="en-US" altLang="ko-KR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-. ESHD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 생산 데이터 모니터링 결과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3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6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샘플 생산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Lot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미코팅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이후 안정화 구간 데이터 검증하였고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기존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고정값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(50m)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대비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로딩량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기준 </a:t>
                      </a:r>
                      <a:endParaRPr lang="en-US" altLang="ko-KR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빨리 안정화 되고 있으며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전체 샘플 기준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23.9m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안정화되었고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개선율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음극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0.87%,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양극예상됩니다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-. ESHD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 담당자에게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미코팅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이후 로딩 불량 마킹 실물 검증 방안 설명하였고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(7/11), E79C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 진행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(7/11~)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중 실물 취득하여 검증하였습니다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생산이 많은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ESMI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사이트에 동일 기능 추가하여 모니터링 진행했고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모니터링 간 특이사항 있어서 추가 사양 논의하였습니다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 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①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미코팅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시작 구간과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웹게이지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스캔구간이 겹치는 시점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예외로직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②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웹게이지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계측 불량 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회피 로직 ③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웹게이지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PC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불량 시 회피 로직 </a:t>
                      </a:r>
                      <a:endParaRPr lang="en-US" altLang="ko-KR" sz="900" kern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-. MILS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로딩 계산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PC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 프로그램 업데이트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(7/1)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하였고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샘플 기간 중 로딩 데이터 기반 모니터링하였습니다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(7/30)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-. MILS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대상으로 로딩 불량 배출 기능 적용하여 데이터 기반 검증 완료하였습니다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-. MILS </a:t>
                      </a:r>
                      <a:r>
                        <a:rPr lang="en-US" altLang="ko-KR" sz="9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Trainning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Run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기간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(9/30 ~ 10/10)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 불량 프로그램 실물 정합성 검증 및 최종 업데이트 완료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(10/10)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회 실물 정합성 검증하였으며 마킹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End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지점 이후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로딩량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Spec In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확인하였고 기존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고정값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대비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Lot Loss 1.38%(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길이 기준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34.5m)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개선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확인하였음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-. MILS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Stress Run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기간 생산한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LOT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기존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미코팅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안정화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LOSS(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고정값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40m)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대비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LOT Loss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2.36,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2.78%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개선 확인하였습니다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’25.9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‘26.2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박재기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P</a:t>
                      </a:r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윤성렬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A)</a:t>
                      </a:r>
                      <a:endParaRPr lang="ko-KR" altLang="en-US" sz="9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35082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[Roll Map Data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활용 과제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코터 공정 로딩량 불량 배출 기술 개발 및 적용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943F47-EAEA-4391-A2BC-C7C33A8E8CFD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12/16 17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CE4A1AF-5D49-43F9-9F31-E88EAE372D41}"/>
              </a:ext>
            </a:extLst>
          </p:cNvPr>
          <p:cNvSpPr txBox="1">
            <a:spLocks/>
          </p:cNvSpPr>
          <p:nvPr/>
        </p:nvSpPr>
        <p:spPr>
          <a:xfrm>
            <a:off x="8946842" y="418066"/>
            <a:ext cx="92333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박재기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P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68AF9FD-5345-488B-A1FA-20146558A795}"/>
              </a:ext>
            </a:extLst>
          </p:cNvPr>
          <p:cNvSpPr/>
          <p:nvPr/>
        </p:nvSpPr>
        <p:spPr>
          <a:xfrm>
            <a:off x="183570" y="1173688"/>
            <a:ext cx="413911" cy="202499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1F97CA7-08C1-429E-BE05-795E0E8EB23D}"/>
              </a:ext>
            </a:extLst>
          </p:cNvPr>
          <p:cNvGraphicFramePr>
            <a:graphicFrameLocks noGrp="1"/>
          </p:cNvGraphicFramePr>
          <p:nvPr/>
        </p:nvGraphicFramePr>
        <p:xfrm>
          <a:off x="1837710" y="1620784"/>
          <a:ext cx="6502400" cy="440055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927100">
                  <a:extLst>
                    <a:ext uri="{9D8B030D-6E8A-4147-A177-3AD203B41FA5}">
                      <a16:colId xmlns:a16="http://schemas.microsoft.com/office/drawing/2014/main" val="3327777803"/>
                    </a:ext>
                  </a:extLst>
                </a:gridCol>
                <a:gridCol w="927100">
                  <a:extLst>
                    <a:ext uri="{9D8B030D-6E8A-4147-A177-3AD203B41FA5}">
                      <a16:colId xmlns:a16="http://schemas.microsoft.com/office/drawing/2014/main" val="84867530"/>
                    </a:ext>
                  </a:extLst>
                </a:gridCol>
                <a:gridCol w="927100">
                  <a:extLst>
                    <a:ext uri="{9D8B030D-6E8A-4147-A177-3AD203B41FA5}">
                      <a16:colId xmlns:a16="http://schemas.microsoft.com/office/drawing/2014/main" val="3221956964"/>
                    </a:ext>
                  </a:extLst>
                </a:gridCol>
                <a:gridCol w="927100">
                  <a:extLst>
                    <a:ext uri="{9D8B030D-6E8A-4147-A177-3AD203B41FA5}">
                      <a16:colId xmlns:a16="http://schemas.microsoft.com/office/drawing/2014/main" val="1951399266"/>
                    </a:ext>
                  </a:extLst>
                </a:gridCol>
                <a:gridCol w="927100">
                  <a:extLst>
                    <a:ext uri="{9D8B030D-6E8A-4147-A177-3AD203B41FA5}">
                      <a16:colId xmlns:a16="http://schemas.microsoft.com/office/drawing/2014/main" val="3133957144"/>
                    </a:ext>
                  </a:extLst>
                </a:gridCol>
                <a:gridCol w="1041400">
                  <a:extLst>
                    <a:ext uri="{9D8B030D-6E8A-4147-A177-3AD203B41FA5}">
                      <a16:colId xmlns:a16="http://schemas.microsoft.com/office/drawing/2014/main" val="3111278576"/>
                    </a:ext>
                  </a:extLst>
                </a:gridCol>
                <a:gridCol w="825500">
                  <a:extLst>
                    <a:ext uri="{9D8B030D-6E8A-4147-A177-3AD203B41FA5}">
                      <a16:colId xmlns:a16="http://schemas.microsoft.com/office/drawing/2014/main" val="1411009353"/>
                    </a:ext>
                  </a:extLst>
                </a:gridCol>
              </a:tblGrid>
              <a:tr h="0">
                <a:tc gridSpan="7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대일정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42358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컨셉 확정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투자집행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기술 개발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대표호기 적용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디버깅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검증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모니터링 및 보완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수평전개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46316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’24.12 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‘24.12, 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‘25.2 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’25.2 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‘25.3 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‘25.4 ~</a:t>
                      </a:r>
                      <a:endParaRPr lang="en-US" altLang="ko-KR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’26.2</a:t>
                      </a:r>
                      <a:endParaRPr lang="en-US" altLang="ko-KR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79556965"/>
                  </a:ext>
                </a:extLst>
              </a:tr>
            </a:tbl>
          </a:graphicData>
        </a:graphic>
      </p:graphicFrame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06BDDFAD-011B-4C9E-AF8A-8572D1E1B9B9}"/>
              </a:ext>
            </a:extLst>
          </p:cNvPr>
          <p:cNvSpPr/>
          <p:nvPr/>
        </p:nvSpPr>
        <p:spPr>
          <a:xfrm>
            <a:off x="1837710" y="2560914"/>
            <a:ext cx="3400307" cy="1183474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40E75D4-AE08-4574-906D-FE1858370CCF}"/>
              </a:ext>
            </a:extLst>
          </p:cNvPr>
          <p:cNvSpPr txBox="1"/>
          <p:nvPr/>
        </p:nvSpPr>
        <p:spPr>
          <a:xfrm>
            <a:off x="4829731" y="2566851"/>
            <a:ext cx="407484" cy="215444"/>
          </a:xfrm>
          <a:prstGeom prst="rect">
            <a:avLst/>
          </a:prstGeom>
          <a:solidFill>
            <a:schemeClr val="tx1"/>
          </a:solidFill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As-is</a:t>
            </a:r>
            <a:endParaRPr kumimoji="0" lang="ko-KR" altLang="en-US" sz="8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A844B697-E18B-4DBD-86A7-21116947C0CB}"/>
              </a:ext>
            </a:extLst>
          </p:cNvPr>
          <p:cNvSpPr/>
          <p:nvPr/>
        </p:nvSpPr>
        <p:spPr>
          <a:xfrm>
            <a:off x="5246917" y="2560914"/>
            <a:ext cx="3400307" cy="1183474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BA35F1E9-1D13-4F43-8315-8F1449049943}"/>
              </a:ext>
            </a:extLst>
          </p:cNvPr>
          <p:cNvSpPr txBox="1"/>
          <p:nvPr/>
        </p:nvSpPr>
        <p:spPr>
          <a:xfrm>
            <a:off x="8212427" y="2566851"/>
            <a:ext cx="442750" cy="215444"/>
          </a:xfrm>
          <a:prstGeom prst="rect">
            <a:avLst/>
          </a:prstGeom>
          <a:solidFill>
            <a:schemeClr val="tx1"/>
          </a:solidFill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To-be</a:t>
            </a:r>
            <a:endParaRPr kumimoji="0" lang="ko-KR" altLang="en-US" sz="8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1A7006D-0C66-4ECB-9078-994FBE781CAD}"/>
              </a:ext>
            </a:extLst>
          </p:cNvPr>
          <p:cNvSpPr txBox="1"/>
          <p:nvPr/>
        </p:nvSpPr>
        <p:spPr>
          <a:xfrm>
            <a:off x="5924681" y="587343"/>
            <a:ext cx="2273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-#20,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DD62771B-E986-4C2E-B536-270FFD4E5F64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4362097C-F700-40D3-8C33-88D6933BD1BF}"/>
              </a:ext>
            </a:extLst>
          </p:cNvPr>
          <p:cNvGrpSpPr/>
          <p:nvPr/>
        </p:nvGrpSpPr>
        <p:grpSpPr>
          <a:xfrm>
            <a:off x="7451050" y="1506677"/>
            <a:ext cx="144000" cy="554162"/>
            <a:chOff x="4125711" y="1365644"/>
            <a:chExt cx="144000" cy="889464"/>
          </a:xfrm>
        </p:grpSpPr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9D2D15E5-00DB-438A-91DA-E5FE3BF423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196665" y="1465048"/>
              <a:ext cx="1" cy="790060"/>
            </a:xfrm>
            <a:prstGeom prst="line">
              <a:avLst/>
            </a:prstGeom>
            <a:ln w="158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이등변 삼각형 48">
              <a:extLst>
                <a:ext uri="{FF2B5EF4-FFF2-40B4-BE49-F238E27FC236}">
                  <a16:creationId xmlns:a16="http://schemas.microsoft.com/office/drawing/2014/main" id="{773D708E-A0AC-407D-A5A2-8E88EE566DD9}"/>
                </a:ext>
              </a:extLst>
            </p:cNvPr>
            <p:cNvSpPr/>
            <p:nvPr/>
          </p:nvSpPr>
          <p:spPr>
            <a:xfrm rot="10800000">
              <a:off x="4125711" y="1365644"/>
              <a:ext cx="144000" cy="108000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F812BAD5-AF81-47BD-9926-8DA5E8B96598}"/>
              </a:ext>
            </a:extLst>
          </p:cNvPr>
          <p:cNvGrpSpPr/>
          <p:nvPr/>
        </p:nvGrpSpPr>
        <p:grpSpPr>
          <a:xfrm>
            <a:off x="1891807" y="2886348"/>
            <a:ext cx="3299916" cy="863549"/>
            <a:chOff x="10262543" y="705636"/>
            <a:chExt cx="3888432" cy="1280851"/>
          </a:xfrm>
        </p:grpSpPr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C7E21B84-D059-4C6F-AC7D-9B0F99276036}"/>
                </a:ext>
              </a:extLst>
            </p:cNvPr>
            <p:cNvSpPr/>
            <p:nvPr/>
          </p:nvSpPr>
          <p:spPr>
            <a:xfrm>
              <a:off x="10262543" y="849652"/>
              <a:ext cx="3888432" cy="648072"/>
            </a:xfrm>
            <a:prstGeom prst="rect">
              <a:avLst/>
            </a:prstGeom>
            <a:solidFill>
              <a:srgbClr val="FFC000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FB8B5BA5-E9A4-451F-B0F4-3BE965F64883}"/>
                </a:ext>
              </a:extLst>
            </p:cNvPr>
            <p:cNvSpPr/>
            <p:nvPr/>
          </p:nvSpPr>
          <p:spPr>
            <a:xfrm>
              <a:off x="10262543" y="921660"/>
              <a:ext cx="1739868" cy="50405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94FDA8C3-FE39-4AAD-89CF-D6BF617D8CAB}"/>
                </a:ext>
              </a:extLst>
            </p:cNvPr>
            <p:cNvSpPr/>
            <p:nvPr/>
          </p:nvSpPr>
          <p:spPr>
            <a:xfrm>
              <a:off x="12710815" y="921660"/>
              <a:ext cx="1440160" cy="50405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A55AC543-D667-44C2-B3D5-6A93C7DEB620}"/>
                </a:ext>
              </a:extLst>
            </p:cNvPr>
            <p:cNvSpPr/>
            <p:nvPr/>
          </p:nvSpPr>
          <p:spPr>
            <a:xfrm>
              <a:off x="10909948" y="1555829"/>
              <a:ext cx="145349" cy="14250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txBody>
            <a:bodyPr rtlCol="0" anchor="ctr">
              <a:noAutofit/>
            </a:bodyPr>
            <a:lstStyle/>
            <a:p>
              <a:pPr marL="0" marR="0" lvl="0" indent="0" algn="ctr" defTabSz="914400" rtl="0" eaLnBrk="1" fontAlgn="b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E</a:t>
              </a:r>
              <a:endPara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17234829-4A52-409C-B12C-90724EC4660B}"/>
                </a:ext>
              </a:extLst>
            </p:cNvPr>
            <p:cNvSpPr/>
            <p:nvPr/>
          </p:nvSpPr>
          <p:spPr>
            <a:xfrm>
              <a:off x="12660737" y="1544728"/>
              <a:ext cx="145349" cy="14250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txBody>
            <a:bodyPr rtlCol="0" anchor="ctr">
              <a:noAutofit/>
            </a:bodyPr>
            <a:lstStyle/>
            <a:p>
              <a:pPr marL="0" marR="0" lvl="0" indent="0" algn="ctr" defTabSz="914400" rtl="0" eaLnBrk="1" fontAlgn="b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S</a:t>
              </a:r>
              <a:endPara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F47F82B-B00B-4D36-9FEB-FD7EB5960D12}"/>
                </a:ext>
              </a:extLst>
            </p:cNvPr>
            <p:cNvCxnSpPr>
              <a:cxnSpLocks/>
              <a:stCxn id="53" idx="0"/>
            </p:cNvCxnSpPr>
            <p:nvPr/>
          </p:nvCxnSpPr>
          <p:spPr>
            <a:xfrm flipV="1">
              <a:off x="10982623" y="705636"/>
              <a:ext cx="0" cy="850193"/>
            </a:xfrm>
            <a:prstGeom prst="line">
              <a:avLst/>
            </a:prstGeom>
            <a:ln w="19050"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7EAB53C7-FFC3-4ADD-ACB5-EBEBCB02B5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002411" y="705636"/>
              <a:ext cx="0" cy="981601"/>
            </a:xfrm>
            <a:prstGeom prst="line">
              <a:avLst/>
            </a:prstGeom>
            <a:ln w="19050"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화살표 연결선 56">
              <a:extLst>
                <a:ext uri="{FF2B5EF4-FFF2-40B4-BE49-F238E27FC236}">
                  <a16:creationId xmlns:a16="http://schemas.microsoft.com/office/drawing/2014/main" id="{52D8A8A9-E117-4D65-BCAB-E078922D489B}"/>
                </a:ext>
              </a:extLst>
            </p:cNvPr>
            <p:cNvCxnSpPr>
              <a:cxnSpLocks/>
            </p:cNvCxnSpPr>
            <p:nvPr/>
          </p:nvCxnSpPr>
          <p:spPr>
            <a:xfrm>
              <a:off x="10964867" y="1741368"/>
              <a:ext cx="1037544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43FF5450-374E-46F3-9145-55FD9F06C708}"/>
                </a:ext>
              </a:extLst>
            </p:cNvPr>
            <p:cNvSpPr txBox="1"/>
            <p:nvPr/>
          </p:nvSpPr>
          <p:spPr>
            <a:xfrm>
              <a:off x="11078793" y="1714670"/>
              <a:ext cx="868163" cy="27181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고정 </a:t>
              </a:r>
              <a:r>
                <a:rPr kumimoji="0" lang="ko-KR" altLang="en-US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길이값</a:t>
              </a:r>
              <a:endPara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DB98CE13-79D9-4E7D-9DD7-0010C881DFBF}"/>
              </a:ext>
            </a:extLst>
          </p:cNvPr>
          <p:cNvGrpSpPr/>
          <p:nvPr/>
        </p:nvGrpSpPr>
        <p:grpSpPr>
          <a:xfrm>
            <a:off x="5312159" y="2839796"/>
            <a:ext cx="3269822" cy="894801"/>
            <a:chOff x="10246469" y="3392222"/>
            <a:chExt cx="3269822" cy="894801"/>
          </a:xfrm>
        </p:grpSpPr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E991F28C-98EA-442D-8819-5516973F8202}"/>
                </a:ext>
              </a:extLst>
            </p:cNvPr>
            <p:cNvSpPr/>
            <p:nvPr/>
          </p:nvSpPr>
          <p:spPr>
            <a:xfrm>
              <a:off x="10246469" y="3534351"/>
              <a:ext cx="3269822" cy="432390"/>
            </a:xfrm>
            <a:prstGeom prst="rect">
              <a:avLst/>
            </a:prstGeom>
            <a:solidFill>
              <a:srgbClr val="FFC000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87EAB1E5-B873-450F-980B-B072B09D032A}"/>
                </a:ext>
              </a:extLst>
            </p:cNvPr>
            <p:cNvSpPr/>
            <p:nvPr/>
          </p:nvSpPr>
          <p:spPr>
            <a:xfrm>
              <a:off x="10246469" y="3582394"/>
              <a:ext cx="1463073" cy="33630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165C4FA3-4284-47DD-A9DA-BE5E6B6F8728}"/>
                </a:ext>
              </a:extLst>
            </p:cNvPr>
            <p:cNvSpPr/>
            <p:nvPr/>
          </p:nvSpPr>
          <p:spPr>
            <a:xfrm>
              <a:off x="12305246" y="3582394"/>
              <a:ext cx="1211045" cy="33630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69212DB3-65E4-45DD-8453-86E9CE70AE74}"/>
                </a:ext>
              </a:extLst>
            </p:cNvPr>
            <p:cNvSpPr/>
            <p:nvPr/>
          </p:nvSpPr>
          <p:spPr>
            <a:xfrm>
              <a:off x="12263135" y="3998101"/>
              <a:ext cx="122225" cy="9508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txBody>
            <a:bodyPr rtlCol="0" anchor="ctr">
              <a:noAutofit/>
            </a:bodyPr>
            <a:lstStyle/>
            <a:p>
              <a:pPr marL="0" marR="0" lvl="0" indent="0" algn="ctr" defTabSz="914400" rtl="0" eaLnBrk="1" fontAlgn="b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S</a:t>
              </a:r>
              <a:endPara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09B2AA7C-0889-4CAC-AA83-C75D2F3EFDD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395101" y="3438265"/>
              <a:ext cx="0" cy="587460"/>
            </a:xfrm>
            <a:prstGeom prst="line">
              <a:avLst/>
            </a:prstGeom>
            <a:ln w="19050"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103BE73F-E570-4D1F-86D4-855A60336BB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1384672" y="3543627"/>
              <a:ext cx="304333" cy="431502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2084701B-2ECD-47C7-86FD-5608B467E23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065811" y="3551035"/>
              <a:ext cx="318861" cy="423113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2BB9138-3AE5-4CFA-BE2C-8C3DB7FE471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731792" y="3551035"/>
              <a:ext cx="347766" cy="424094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5AC8662C-216D-4FB4-923B-C4B673D2DEA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418145" y="3551035"/>
              <a:ext cx="318861" cy="423113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5A5D5B15-4802-4E13-90D4-D1D84859520C}"/>
                </a:ext>
              </a:extLst>
            </p:cNvPr>
            <p:cNvSpPr/>
            <p:nvPr/>
          </p:nvSpPr>
          <p:spPr>
            <a:xfrm>
              <a:off x="11384672" y="3536245"/>
              <a:ext cx="327080" cy="434393"/>
            </a:xfrm>
            <a:prstGeom prst="rect">
              <a:avLst/>
            </a:prstGeom>
            <a:solidFill>
              <a:srgbClr val="FF0000">
                <a:alpha val="30000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B19C492F-BABA-40CD-AD1F-ABC6D096A28E}"/>
                </a:ext>
              </a:extLst>
            </p:cNvPr>
            <p:cNvSpPr/>
            <p:nvPr/>
          </p:nvSpPr>
          <p:spPr>
            <a:xfrm>
              <a:off x="11068021" y="3536245"/>
              <a:ext cx="327080" cy="430495"/>
            </a:xfrm>
            <a:prstGeom prst="rect">
              <a:avLst/>
            </a:prstGeom>
            <a:solidFill>
              <a:srgbClr val="00B050">
                <a:alpha val="30000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E537FD12-0E35-42A6-9A82-07E1DDB4C950}"/>
                </a:ext>
              </a:extLst>
            </p:cNvPr>
            <p:cNvSpPr/>
            <p:nvPr/>
          </p:nvSpPr>
          <p:spPr>
            <a:xfrm>
              <a:off x="10737625" y="3534351"/>
              <a:ext cx="327080" cy="430495"/>
            </a:xfrm>
            <a:prstGeom prst="rect">
              <a:avLst/>
            </a:prstGeom>
            <a:solidFill>
              <a:srgbClr val="00B050">
                <a:alpha val="30000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C50F409F-6830-4B05-BC26-951A1DAFE97B}"/>
                </a:ext>
              </a:extLst>
            </p:cNvPr>
            <p:cNvSpPr/>
            <p:nvPr/>
          </p:nvSpPr>
          <p:spPr>
            <a:xfrm>
              <a:off x="10419074" y="3536245"/>
              <a:ext cx="327080" cy="430495"/>
            </a:xfrm>
            <a:prstGeom prst="rect">
              <a:avLst/>
            </a:prstGeom>
            <a:solidFill>
              <a:srgbClr val="00B050">
                <a:alpha val="30000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68C6C2C3-D2D7-48E9-B33B-FA2AE018EDB4}"/>
                </a:ext>
              </a:extLst>
            </p:cNvPr>
            <p:cNvSpPr/>
            <p:nvPr/>
          </p:nvSpPr>
          <p:spPr>
            <a:xfrm>
              <a:off x="11347687" y="4006603"/>
              <a:ext cx="122225" cy="9508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txBody>
            <a:bodyPr rtlCol="0" anchor="ctr">
              <a:noAutofit/>
            </a:bodyPr>
            <a:lstStyle/>
            <a:p>
              <a:pPr marL="0" marR="0" lvl="0" indent="0" algn="ctr" defTabSz="914400" rtl="0" eaLnBrk="1" fontAlgn="b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E</a:t>
              </a:r>
              <a:endPara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BA9FCC07-6C1E-405B-9248-A5BF96BA34C0}"/>
                </a:ext>
              </a:extLst>
            </p:cNvPr>
            <p:cNvSpPr txBox="1"/>
            <p:nvPr/>
          </p:nvSpPr>
          <p:spPr>
            <a:xfrm>
              <a:off x="11337813" y="3392222"/>
              <a:ext cx="369883" cy="148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NG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36EB3224-6366-4B11-8176-37FEBE8A1E36}"/>
                </a:ext>
              </a:extLst>
            </p:cNvPr>
            <p:cNvSpPr txBox="1"/>
            <p:nvPr/>
          </p:nvSpPr>
          <p:spPr>
            <a:xfrm>
              <a:off x="11008944" y="3392222"/>
              <a:ext cx="369883" cy="148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OK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63873224-E03D-4A96-9916-E88D5EC11BD1}"/>
                </a:ext>
              </a:extLst>
            </p:cNvPr>
            <p:cNvSpPr txBox="1"/>
            <p:nvPr/>
          </p:nvSpPr>
          <p:spPr>
            <a:xfrm>
              <a:off x="10689396" y="3392222"/>
              <a:ext cx="369883" cy="148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OK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3E651234-43B0-496D-8E31-C25733F7EB44}"/>
                </a:ext>
              </a:extLst>
            </p:cNvPr>
            <p:cNvSpPr txBox="1"/>
            <p:nvPr/>
          </p:nvSpPr>
          <p:spPr>
            <a:xfrm>
              <a:off x="10361528" y="3392222"/>
              <a:ext cx="369883" cy="148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OK</a:t>
              </a:r>
            </a:p>
          </p:txBody>
        </p: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54459195-7587-452D-8F6D-08FA2DA125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721629" y="3446978"/>
              <a:ext cx="0" cy="654918"/>
            </a:xfrm>
            <a:prstGeom prst="line">
              <a:avLst/>
            </a:prstGeom>
            <a:ln w="19050"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화살표 연결선 78">
              <a:extLst>
                <a:ext uri="{FF2B5EF4-FFF2-40B4-BE49-F238E27FC236}">
                  <a16:creationId xmlns:a16="http://schemas.microsoft.com/office/drawing/2014/main" id="{73945ED1-6E87-4B74-9C4B-5B5DEA1D8370}"/>
                </a:ext>
              </a:extLst>
            </p:cNvPr>
            <p:cNvCxnSpPr>
              <a:cxnSpLocks/>
            </p:cNvCxnSpPr>
            <p:nvPr/>
          </p:nvCxnSpPr>
          <p:spPr>
            <a:xfrm>
              <a:off x="11408800" y="4138001"/>
              <a:ext cx="333313" cy="11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54C1DF9F-696B-47F7-927B-AEFF9F9C64F5}"/>
                </a:ext>
              </a:extLst>
            </p:cNvPr>
            <p:cNvSpPr txBox="1"/>
            <p:nvPr/>
          </p:nvSpPr>
          <p:spPr>
            <a:xfrm>
              <a:off x="10881606" y="4114321"/>
              <a:ext cx="1423640" cy="17270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로딩 판정 기준 불량구간</a:t>
              </a:r>
              <a:endPara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</p:grpSp>
      <p:sp>
        <p:nvSpPr>
          <p:cNvPr id="81" name="TextBox 80">
            <a:extLst>
              <a:ext uri="{FF2B5EF4-FFF2-40B4-BE49-F238E27FC236}">
                <a16:creationId xmlns:a16="http://schemas.microsoft.com/office/drawing/2014/main" id="{ED1F3BF2-9A7B-466A-B3C6-E1DDBD4D79D1}"/>
              </a:ext>
            </a:extLst>
          </p:cNvPr>
          <p:cNvSpPr txBox="1"/>
          <p:nvPr/>
        </p:nvSpPr>
        <p:spPr>
          <a:xfrm>
            <a:off x="1791864" y="2556313"/>
            <a:ext cx="303703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불량구간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Start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미코팅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 시작 구간 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/ 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불량구간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End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코팅 시작 구간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+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FFFF00"/>
                </a:highlight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고정 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highlight>
                  <a:srgbClr val="FFFF00"/>
                </a:highlight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길이값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highlight>
                <a:srgbClr val="FFFF00"/>
              </a:highlight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E60AE24C-209F-4EC2-ADEF-BE8BFBF8E45D}"/>
              </a:ext>
            </a:extLst>
          </p:cNvPr>
          <p:cNvSpPr txBox="1"/>
          <p:nvPr/>
        </p:nvSpPr>
        <p:spPr>
          <a:xfrm>
            <a:off x="5196920" y="2556313"/>
            <a:ext cx="303703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불량구간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Start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미코팅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시작 구간 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불량구간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End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코팅 시작 구간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+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FFFF00"/>
                </a:highlight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로딩 안정화 지점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FFFF00"/>
                </a:highlight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 </a:t>
            </a:r>
          </a:p>
        </p:txBody>
      </p:sp>
      <p:graphicFrame>
        <p:nvGraphicFramePr>
          <p:cNvPr id="82" name="표 81">
            <a:extLst>
              <a:ext uri="{FF2B5EF4-FFF2-40B4-BE49-F238E27FC236}">
                <a16:creationId xmlns:a16="http://schemas.microsoft.com/office/drawing/2014/main" id="{1111F0FC-D041-4587-B18A-F774D1F8F690}"/>
              </a:ext>
            </a:extLst>
          </p:cNvPr>
          <p:cNvGraphicFramePr>
            <a:graphicFrameLocks noGrp="1"/>
          </p:cNvGraphicFramePr>
          <p:nvPr/>
        </p:nvGraphicFramePr>
        <p:xfrm>
          <a:off x="1842254" y="4562749"/>
          <a:ext cx="6789921" cy="887605"/>
        </p:xfrm>
        <a:graphic>
          <a:graphicData uri="http://schemas.openxmlformats.org/drawingml/2006/table">
            <a:tbl>
              <a:tblPr/>
              <a:tblGrid>
                <a:gridCol w="635732">
                  <a:extLst>
                    <a:ext uri="{9D8B030D-6E8A-4147-A177-3AD203B41FA5}">
                      <a16:colId xmlns:a16="http://schemas.microsoft.com/office/drawing/2014/main" val="799034856"/>
                    </a:ext>
                  </a:extLst>
                </a:gridCol>
                <a:gridCol w="569343">
                  <a:extLst>
                    <a:ext uri="{9D8B030D-6E8A-4147-A177-3AD203B41FA5}">
                      <a16:colId xmlns:a16="http://schemas.microsoft.com/office/drawing/2014/main" val="3825944535"/>
                    </a:ext>
                  </a:extLst>
                </a:gridCol>
                <a:gridCol w="785004">
                  <a:extLst>
                    <a:ext uri="{9D8B030D-6E8A-4147-A177-3AD203B41FA5}">
                      <a16:colId xmlns:a16="http://schemas.microsoft.com/office/drawing/2014/main" val="4050205593"/>
                    </a:ext>
                  </a:extLst>
                </a:gridCol>
                <a:gridCol w="836762">
                  <a:extLst>
                    <a:ext uri="{9D8B030D-6E8A-4147-A177-3AD203B41FA5}">
                      <a16:colId xmlns:a16="http://schemas.microsoft.com/office/drawing/2014/main" val="830960884"/>
                    </a:ext>
                  </a:extLst>
                </a:gridCol>
                <a:gridCol w="621102">
                  <a:extLst>
                    <a:ext uri="{9D8B030D-6E8A-4147-A177-3AD203B41FA5}">
                      <a16:colId xmlns:a16="http://schemas.microsoft.com/office/drawing/2014/main" val="683560888"/>
                    </a:ext>
                  </a:extLst>
                </a:gridCol>
                <a:gridCol w="759124">
                  <a:extLst>
                    <a:ext uri="{9D8B030D-6E8A-4147-A177-3AD203B41FA5}">
                      <a16:colId xmlns:a16="http://schemas.microsoft.com/office/drawing/2014/main" val="1405008966"/>
                    </a:ext>
                  </a:extLst>
                </a:gridCol>
                <a:gridCol w="966159">
                  <a:extLst>
                    <a:ext uri="{9D8B030D-6E8A-4147-A177-3AD203B41FA5}">
                      <a16:colId xmlns:a16="http://schemas.microsoft.com/office/drawing/2014/main" val="1375222565"/>
                    </a:ext>
                  </a:extLst>
                </a:gridCol>
                <a:gridCol w="966158">
                  <a:extLst>
                    <a:ext uri="{9D8B030D-6E8A-4147-A177-3AD203B41FA5}">
                      <a16:colId xmlns:a16="http://schemas.microsoft.com/office/drawing/2014/main" val="1755518549"/>
                    </a:ext>
                  </a:extLst>
                </a:gridCol>
                <a:gridCol w="650537">
                  <a:extLst>
                    <a:ext uri="{9D8B030D-6E8A-4147-A177-3AD203B41FA5}">
                      <a16:colId xmlns:a16="http://schemas.microsoft.com/office/drawing/2014/main" val="4220105710"/>
                    </a:ext>
                  </a:extLst>
                </a:gridCol>
              </a:tblGrid>
              <a:tr h="295869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ESHD</a:t>
                      </a:r>
                    </a:p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호기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LOT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수량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고정값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기준 길이</a:t>
                      </a:r>
                      <a:b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[A]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로딩량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기준 길이</a:t>
                      </a:r>
                      <a:b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[B]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개선 길이</a:t>
                      </a:r>
                      <a:b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A-B]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생산 길이</a:t>
                      </a:r>
                      <a:b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[C]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고정값 기준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Loss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율</a:t>
                      </a:r>
                      <a:b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[A/C]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로딩량 기준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Loss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율</a:t>
                      </a:r>
                      <a:b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[B/C]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개선율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96055"/>
                  </a:ext>
                </a:extLst>
              </a:tr>
              <a:tr h="147934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COT #1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49.8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25.9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23.9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2500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1.99%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1.04%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1.00%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1564308"/>
                  </a:ext>
                </a:extLst>
              </a:tr>
              <a:tr h="147934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└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 샘플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48.0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15.5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32.5 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1.92%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0.62%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1.30%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5622713"/>
                  </a:ext>
                </a:extLst>
              </a:tr>
              <a:tr h="147934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└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 샘플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50.7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27.2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23.6 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2.03%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1.09%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0.94%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7490357"/>
                  </a:ext>
                </a:extLst>
              </a:tr>
              <a:tr h="147934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└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 샘플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50.0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29.1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20.9 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2.00%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1.16%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0.84%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285776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5083438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72F230-3F55-8F49-0DBF-AD930DF770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688BD945-555D-E069-F619-02973A6A48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9836411"/>
              </p:ext>
            </p:extLst>
          </p:nvPr>
        </p:nvGraphicFramePr>
        <p:xfrm>
          <a:off x="97716" y="828174"/>
          <a:ext cx="9644174" cy="5775615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68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4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코터 공정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Roll Map</a:t>
                      </a:r>
                    </a:p>
                    <a:p>
                      <a:pPr lvl="0" algn="ctr"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PC S/W</a:t>
                      </a:r>
                    </a:p>
                    <a:p>
                      <a:pPr lvl="0" algn="ctr"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표준화 및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내재화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오창1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Malgun Gothic Semilight"/>
                      </a:endParaRP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[W51]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개발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및 NFF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적용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진행하여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투자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1. </a:t>
                      </a:r>
                      <a:r>
                        <a:rPr lang="en-US" sz="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배경</a:t>
                      </a:r>
                      <a:br>
                        <a:rPr 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  -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공정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안정적인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운영을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위하여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S/W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자사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취득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및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S/W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프로그램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표준화가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필요합니다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(S/W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관련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협력사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대응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불가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등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비정상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상황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대비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  - 각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Site별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PC S/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W의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버전이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상이하여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신규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Site별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개조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비용이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발생하여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표준화를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통한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자체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배포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검증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가능한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기반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구축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필요</a:t>
                      </a: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  -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투자비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: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계약금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(70%, 1.01억 24년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제조DX솔루션담당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유지보수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잔여예산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내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지급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完),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잔금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(30%, 0.44억은 ’25년말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후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지급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예정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2. </a:t>
                      </a:r>
                      <a:r>
                        <a:rPr lang="en-US" sz="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</a:t>
                      </a:r>
                      <a:r>
                        <a:rPr 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내용</a:t>
                      </a:r>
                      <a:br>
                        <a:rPr 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   ①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공정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S/W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자사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취득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: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S/W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외주업체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매크로머신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에서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설계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/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셋업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진행한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S/W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소스코드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확보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및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교육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(’25.1월)</a:t>
                      </a: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-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로딩량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정보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상위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보고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관련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프로그램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교육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웹게이지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PC –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PLC -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PC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송수신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체계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확인하였습니다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      -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기존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S/W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소스코드에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대한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주석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작업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(~’25.1.15),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소스코드에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대한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기본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세부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기능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교육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 ~’25.1~2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월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회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주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  <a:br>
                        <a:rPr lang="en-US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-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웹게이지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데이터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수집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상위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보고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소스코드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확보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학습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('25.1.14)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-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프로그램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사용하여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소스코드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수정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원점이동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시퀀스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학습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('25.1.22),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메인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시퀀스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화면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구성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관련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내용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학습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('25.2.11)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-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기준점 마킹 시퀀스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NG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 시퀀스 학습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(’25.2.26)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및 정리 예정입니다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        -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불량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시퀀스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좌표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체크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시퀀스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사행보정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시퀀스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불량정보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보고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시퀀스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등)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학습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(3/20)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하였습니다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-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사행보정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시퀀스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로직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추가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개발시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방법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학습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(4/8)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   ② S/W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통합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및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표준화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     -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법인별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旣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개발된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자동차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및 NFF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프로그램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통합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및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표준화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작업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각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Site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S/W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구조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파악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기준점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불량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알고리즘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통합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사이트별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기능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통합 등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      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-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로딩량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S/W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통합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및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표준화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작업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실시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: 각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Site별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S/W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구조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파악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미쯔비시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키엔스별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구분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작업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인터페이스맵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구분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작업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등</a:t>
                      </a: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- S/W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통합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표준화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작업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관련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방향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차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협의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(1/7)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하였습니다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      -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S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W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통합 표준화 UI 관련 진행방향 협의(2/4)하였습니다.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- 1Q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내용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담당님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보고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(4/1)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진행하였고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UI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화면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추가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(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모델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설정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화면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설정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화면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샷보드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UI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화면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PLC Info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화면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), 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-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통합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UI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개발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: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그룹별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설정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UI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동적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생성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파라미터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컨트롤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개발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Property Grid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사용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화면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설정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화면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등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통합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개발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(5/2)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- PLC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통합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작업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 : Keyence, Mitsubishi PLC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통신용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클래스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상속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받는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방식으로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변경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Interface Map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통합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작업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(5/28)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→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현재까지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개발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버전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(UI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개발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PLC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개발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자동차동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미사용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PC에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셋업하여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비교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분석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(5/29) 후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추가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보완사항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요청하였습니다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-  2Q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내용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담당님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보고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(6/10)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진행하였고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담당님께서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지시하신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Pain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Point와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신규법인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구축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유지보수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측면에서의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효과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파악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보완하였습니다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      -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샷보드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시퀀스 및 모션 처리 시퀀스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(7/1)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시퀀스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on/Off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시퀀스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완료(~7/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16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)하였고, 기준점/불량 알고리즘 통합(7/30) 완료하였습니다.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- 마킹 시퀀스 중 백그라운드 시퀀스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전환시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보고하는 로직 통합 진행하였고, 시뮬레이션 작업 진행하였습니다.(8/12, 시뮬레이션으로 모델 정합성 검토)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-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웹게이지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PC SW 통합 진행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(7월 인터페이스 완료, 8월 상위보고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알고리즘 프로그램 수정 완료)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- 3Q 진행 내용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담당님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보고(8/12) 진행(진행 내용 및 검증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Process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보고)하였고, NFF SW 표준화 적용 컨셉(8/21, 견적 받아 진행 검토 중) 검토 중입니다.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- OC5동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미사용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PC 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활용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시뮬레이션 진행하였고, 정상 작동 확인하였습니다. 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- 9/15~17 NFF 적용하여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생성 모니터링 실시하였습니다.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Interface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연결,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I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O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연결 진행하였고,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생성 확인하였습니다.(정합성 추가 모니터링 중)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- 9/22~24 NFF 2차 적용하여 추가 모니터링 중입니다.(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생성 확인하였고, 일부 이상 사항 검증 중)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- 9/24~26 NFF 적용 하여 정상 작동 확인하고, 특이사항 수정 및 추가 모니터링(10/15~28) 중 입니다.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- 11/초 ~12/5 ESAZ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키엔스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레이저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적용사양 추가 반영하여 개발 완료하였습니다.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- 12/10 SW 개발 완료하여 투자  완료 진행 중이고, 향후 적용 방안 검토 예정입니다.(12/11)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’25.10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안태규P</a:t>
                      </a:r>
                      <a:endParaRPr lang="ko-KR" dirty="0"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</a:t>
                      </a:r>
                      <a:r>
                        <a:rPr lang="en-US" altLang="ko-KR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전기영P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)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13F3585C-F727-7A35-A455-D60B72570CB4}"/>
              </a:ext>
            </a:extLst>
          </p:cNvPr>
          <p:cNvSpPr txBox="1">
            <a:spLocks/>
          </p:cNvSpPr>
          <p:nvPr/>
        </p:nvSpPr>
        <p:spPr>
          <a:xfrm>
            <a:off x="206372" y="612730"/>
            <a:ext cx="515044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[Roll Map Data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활용 과제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코터 공정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Roll Map PC S/W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표준화 및 내재화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>
            <a:extLst>
              <a:ext uri="{FF2B5EF4-FFF2-40B4-BE49-F238E27FC236}">
                <a16:creationId xmlns:a16="http://schemas.microsoft.com/office/drawing/2014/main" id="{1467D527-CA70-42A6-8BED-B5B2D7A3A640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7F473DF-C875-A323-6679-F5CA881CD9C4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14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81BB3BC-BAA3-4609-4FF8-2AC6178B2FD9}"/>
              </a:ext>
            </a:extLst>
          </p:cNvPr>
          <p:cNvSpPr txBox="1">
            <a:spLocks/>
          </p:cNvSpPr>
          <p:nvPr/>
        </p:nvSpPr>
        <p:spPr>
          <a:xfrm>
            <a:off x="8946842" y="418066"/>
            <a:ext cx="92333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안태규P</a:t>
            </a:r>
            <a:endParaRPr kumimoji="0" lang="ko-KR" altLang="en-US" sz="1100" b="0" i="0" u="none" strike="noStrike" kern="1200" cap="none" spc="0" normalizeH="0" baseline="0" noProof="0" err="1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AF52D927-D9F3-D666-6F2C-381354363BB6}"/>
              </a:ext>
            </a:extLst>
          </p:cNvPr>
          <p:cNvGraphicFramePr>
            <a:graphicFrameLocks noGrp="1"/>
          </p:cNvGraphicFramePr>
          <p:nvPr/>
        </p:nvGraphicFramePr>
        <p:xfrm>
          <a:off x="2104772" y="1278172"/>
          <a:ext cx="6421552" cy="625112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915573">
                  <a:extLst>
                    <a:ext uri="{9D8B030D-6E8A-4147-A177-3AD203B41FA5}">
                      <a16:colId xmlns:a16="http://schemas.microsoft.com/office/drawing/2014/main" val="922530707"/>
                    </a:ext>
                  </a:extLst>
                </a:gridCol>
                <a:gridCol w="915573">
                  <a:extLst>
                    <a:ext uri="{9D8B030D-6E8A-4147-A177-3AD203B41FA5}">
                      <a16:colId xmlns:a16="http://schemas.microsoft.com/office/drawing/2014/main" val="283113678"/>
                    </a:ext>
                  </a:extLst>
                </a:gridCol>
                <a:gridCol w="915573">
                  <a:extLst>
                    <a:ext uri="{9D8B030D-6E8A-4147-A177-3AD203B41FA5}">
                      <a16:colId xmlns:a16="http://schemas.microsoft.com/office/drawing/2014/main" val="3540438113"/>
                    </a:ext>
                  </a:extLst>
                </a:gridCol>
                <a:gridCol w="915573">
                  <a:extLst>
                    <a:ext uri="{9D8B030D-6E8A-4147-A177-3AD203B41FA5}">
                      <a16:colId xmlns:a16="http://schemas.microsoft.com/office/drawing/2014/main" val="883809021"/>
                    </a:ext>
                  </a:extLst>
                </a:gridCol>
                <a:gridCol w="915573">
                  <a:extLst>
                    <a:ext uri="{9D8B030D-6E8A-4147-A177-3AD203B41FA5}">
                      <a16:colId xmlns:a16="http://schemas.microsoft.com/office/drawing/2014/main" val="959736980"/>
                    </a:ext>
                  </a:extLst>
                </a:gridCol>
                <a:gridCol w="1028452">
                  <a:extLst>
                    <a:ext uri="{9D8B030D-6E8A-4147-A177-3AD203B41FA5}">
                      <a16:colId xmlns:a16="http://schemas.microsoft.com/office/drawing/2014/main" val="2756421080"/>
                    </a:ext>
                  </a:extLst>
                </a:gridCol>
                <a:gridCol w="815235">
                  <a:extLst>
                    <a:ext uri="{9D8B030D-6E8A-4147-A177-3AD203B41FA5}">
                      <a16:colId xmlns:a16="http://schemas.microsoft.com/office/drawing/2014/main" val="2078926678"/>
                    </a:ext>
                  </a:extLst>
                </a:gridCol>
              </a:tblGrid>
              <a:tr h="184277">
                <a:tc gridSpan="7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대일정</a:t>
                      </a:r>
                      <a:endParaRPr lang="ko-KR" altLang="en-US" sz="1800" b="0" i="0" u="none" strike="noStrike" baseline="0"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mpd="sng">
                      <a:noFill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mpd="sng">
                      <a:noFill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1311865"/>
                  </a:ext>
                </a:extLst>
              </a:tr>
              <a:tr h="184277"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투자 심의</a:t>
                      </a:r>
                      <a:endParaRPr lang="ko-KR" altLang="en-US" sz="1800" b="0" i="0" u="none" strike="noStrike" baseline="0">
                        <a:effectLst/>
                        <a:latin typeface="Arial Narrow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구매 계약</a:t>
                      </a:r>
                      <a:endParaRPr lang="ko-KR" altLang="en-US" sz="1800" b="0" i="0" u="none" strike="noStrike" baseline="0">
                        <a:effectLst/>
                        <a:latin typeface="Arial Narrow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SW 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교육 및 취득</a:t>
                      </a:r>
                      <a:endParaRPr lang="ko-KR" altLang="en-US" sz="1800" b="0" i="0" u="none" strike="noStrike" baseline="0">
                        <a:effectLst/>
                        <a:latin typeface="Arial Narrow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표준화 개발 착수</a:t>
                      </a:r>
                      <a:endParaRPr lang="ko-KR" altLang="en-US" sz="1800" b="0" i="0" u="none" strike="noStrike" baseline="0">
                        <a:effectLst/>
                        <a:latin typeface="Arial Narrow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개발 진행</a:t>
                      </a:r>
                      <a:endParaRPr lang="ko-KR" altLang="en-US" sz="1800" b="0" i="0" u="none" strike="noStrike" baseline="0">
                        <a:effectLst/>
                        <a:latin typeface="Arial Narrow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설비 검증</a:t>
                      </a:r>
                      <a:endParaRPr lang="ko-KR" altLang="en-US" sz="1800" b="0" i="0" u="none" strike="noStrike" baseline="0">
                        <a:effectLst/>
                        <a:latin typeface="Arial Narrow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최종 평가</a:t>
                      </a:r>
                      <a:endParaRPr lang="ko-KR" altLang="en-US" sz="1800" b="0" i="0" u="none" strike="noStrike" baseline="0">
                        <a:effectLst/>
                        <a:latin typeface="Arial Narrow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69319"/>
                  </a:ext>
                </a:extLst>
              </a:tr>
              <a:tr h="256558"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900" b="0" i="0" u="none" strike="noStrike" kern="1200" spc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’24.12</a:t>
                      </a:r>
                      <a:endParaRPr lang="en-US" altLang="ko-KR" sz="1800" b="0" i="0" u="none" strike="noStrike" baseline="0" dirty="0">
                        <a:effectLst/>
                        <a:latin typeface="Arial Narrow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‘24.12</a:t>
                      </a:r>
                      <a:endParaRPr lang="en-US" altLang="ko-KR" sz="1800" b="0" i="0" u="none" strike="noStrike" baseline="0">
                        <a:effectLst/>
                        <a:latin typeface="Arial Narrow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‘25.1</a:t>
                      </a:r>
                      <a:endParaRPr lang="en-US" altLang="ko-KR" sz="1800" b="0" i="0" u="none" strike="noStrike" baseline="0">
                        <a:effectLst/>
                        <a:latin typeface="Arial Narrow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‘25.1</a:t>
                      </a:r>
                      <a:endParaRPr lang="en-US" altLang="ko-KR" sz="1800" b="0" i="0" u="none" strike="noStrike" baseline="0">
                        <a:effectLst/>
                        <a:latin typeface="Arial Narrow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‘25.9</a:t>
                      </a:r>
                      <a:endParaRPr lang="en-US" altLang="ko-KR" sz="1800" b="0" i="0" u="none" strike="noStrike" baseline="0">
                        <a:effectLst/>
                        <a:latin typeface="Arial Narrow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‘25.10</a:t>
                      </a:r>
                      <a:endParaRPr lang="en-US" altLang="ko-KR" sz="1800" b="0" i="0" u="none" strike="noStrike" baseline="0">
                        <a:effectLst/>
                        <a:latin typeface="Arial Narrow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0" i="0" u="none" strike="noStrike" kern="1200" baseline="0" dirty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‘25.11</a:t>
                      </a:r>
                      <a:endParaRPr lang="en-US" altLang="ko-KR" sz="1800" b="0" i="0" u="none" strike="noStrike" baseline="0" dirty="0">
                        <a:effectLst/>
                        <a:latin typeface="Arial Narrow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3455638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3FE71C81-5290-4977-53A6-BC2729D9CEEA}"/>
              </a:ext>
            </a:extLst>
          </p:cNvPr>
          <p:cNvSpPr txBox="1"/>
          <p:nvPr/>
        </p:nvSpPr>
        <p:spPr>
          <a:xfrm>
            <a:off x="5924681" y="587343"/>
            <a:ext cx="2273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-#21,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00149CE-A693-DF09-E7A6-3C77CCBD6114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162303564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72F230-3F55-8F49-0DBF-AD930DF770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688BD945-555D-E069-F619-02973A6A48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5978628"/>
              </p:ext>
            </p:extLst>
          </p:nvPr>
        </p:nvGraphicFramePr>
        <p:xfrm>
          <a:off x="97716" y="828174"/>
          <a:ext cx="9644174" cy="5775615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68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4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OCR S/W</a:t>
                      </a:r>
                    </a:p>
                    <a:p>
                      <a:pPr lvl="0" algn="ctr"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표준화 및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내재화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ESMI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[W51]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금주 특이사항 없습니다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endParaRPr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228600" lvl="0" indent="-22860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AutoNum type="arabicPeriod"/>
                      </a:pPr>
                      <a:r>
                        <a:rPr lang="en-US" sz="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배경</a:t>
                      </a:r>
                      <a:br>
                        <a:rPr 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  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노칭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라미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호기별로 공정 및 비전 셋업 상태에 따라 인식률 저하될 경우 지속적인 재학습이 필요한데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OCR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내재화 프로그램의 경우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수동으로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라벨링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필요함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※ 100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장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Hr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소요되며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인식률 저하 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1000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장 이상의 학습 필요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2. </a:t>
                      </a:r>
                      <a:r>
                        <a:rPr lang="en-US" sz="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</a:t>
                      </a:r>
                      <a:r>
                        <a:rPr 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내용</a:t>
                      </a:r>
                      <a:br>
                        <a:rPr 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   ①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과제 요건 정의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: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노칭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라미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호기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OCR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프로그램 라벨링을 수기로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직접하는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방식에서 자동으로 하는 방식으로 전환하고자 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→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OCR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인식률은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99%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이상으로 관리하는데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비전 셋업 상태 및 공정 상태에 따라 인식률 저하가 지속적으로 발생함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엔지니어는 인식률 저하 발생 기간 동안의 이미지를 취득하여 수동 라벨링을 하고 학습 모델을 생성하게 되는데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수동 라벨링에 필요한 작업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LOSS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를 제거하기 위하여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오토라벨링이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필요함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    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②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OCR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모델 선정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: OCR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모델 선정은 기준점 형태가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DOT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형식이기 때문에 이에 적합한 모델을 선정하기 위해 여러 모델을 검토하였고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그 중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 Type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을 선정하였음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.(’25.6)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안의 경우 사내에서 학습이 불가하여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방화벽에 제한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 3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안으로 변경하였음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3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안은 기준점 형태 자체를 그대로 학습하는 방식으로 상용 인식 모델인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   Yolo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를 활용함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-. 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안은 각 문자를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그리드화하여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인식하는 방식임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상용 모델을 사용하지 않고 인식 모델은 직접 모델링하였음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-. 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안은 각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DOT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을 확장하여 연결해 문자 형태로 전처리한 후 인식하는 방식임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상용 인식 모델인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Pytesseract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를 활용하였음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        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-. 3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안은 기준점 문자 형태를 그대로 학습하는 방식임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상용 모델인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yolo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를 활용하였음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안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문자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그리드화하는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방식                        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안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DOT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확장 변환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Pytesseract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                     3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안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문자 형태 그대로 학습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(Yolo)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③ 각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모델별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성능 평가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안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3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안에 대해 성능평가 하였으며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3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안이 신뢰도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90%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수준에서 성능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99%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확보하였음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’25.10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윤성렬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A</a:t>
                      </a:r>
                      <a:endParaRPr lang="ko-KR" dirty="0"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김석중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A)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13F3585C-F727-7A35-A455-D60B72570CB4}"/>
              </a:ext>
            </a:extLst>
          </p:cNvPr>
          <p:cNvSpPr txBox="1">
            <a:spLocks/>
          </p:cNvSpPr>
          <p:nvPr/>
        </p:nvSpPr>
        <p:spPr>
          <a:xfrm>
            <a:off x="206372" y="612730"/>
            <a:ext cx="4368183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[Roll Map Data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활용 과제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OCR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오토라벨링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프로그램 내재화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>
            <a:extLst>
              <a:ext uri="{FF2B5EF4-FFF2-40B4-BE49-F238E27FC236}">
                <a16:creationId xmlns:a16="http://schemas.microsoft.com/office/drawing/2014/main" id="{1467D527-CA70-42A6-8BED-B5B2D7A3A640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7F473DF-C875-A323-6679-F5CA881CD9C4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14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81BB3BC-BAA3-4609-4FF8-2AC6178B2FD9}"/>
              </a:ext>
            </a:extLst>
          </p:cNvPr>
          <p:cNvSpPr txBox="1">
            <a:spLocks/>
          </p:cNvSpPr>
          <p:nvPr/>
        </p:nvSpPr>
        <p:spPr>
          <a:xfrm>
            <a:off x="8946841" y="418066"/>
            <a:ext cx="92333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윤성렬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A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AF52D927-D9F3-D666-6F2C-381354363BB6}"/>
              </a:ext>
            </a:extLst>
          </p:cNvPr>
          <p:cNvGraphicFramePr>
            <a:graphicFrameLocks noGrp="1"/>
          </p:cNvGraphicFramePr>
          <p:nvPr/>
        </p:nvGraphicFramePr>
        <p:xfrm>
          <a:off x="2026116" y="1278172"/>
          <a:ext cx="6377200" cy="423808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275440">
                  <a:extLst>
                    <a:ext uri="{9D8B030D-6E8A-4147-A177-3AD203B41FA5}">
                      <a16:colId xmlns:a16="http://schemas.microsoft.com/office/drawing/2014/main" val="922530707"/>
                    </a:ext>
                  </a:extLst>
                </a:gridCol>
                <a:gridCol w="1275440">
                  <a:extLst>
                    <a:ext uri="{9D8B030D-6E8A-4147-A177-3AD203B41FA5}">
                      <a16:colId xmlns:a16="http://schemas.microsoft.com/office/drawing/2014/main" val="283113678"/>
                    </a:ext>
                  </a:extLst>
                </a:gridCol>
                <a:gridCol w="1275440">
                  <a:extLst>
                    <a:ext uri="{9D8B030D-6E8A-4147-A177-3AD203B41FA5}">
                      <a16:colId xmlns:a16="http://schemas.microsoft.com/office/drawing/2014/main" val="3540438113"/>
                    </a:ext>
                  </a:extLst>
                </a:gridCol>
                <a:gridCol w="1275440">
                  <a:extLst>
                    <a:ext uri="{9D8B030D-6E8A-4147-A177-3AD203B41FA5}">
                      <a16:colId xmlns:a16="http://schemas.microsoft.com/office/drawing/2014/main" val="883809021"/>
                    </a:ext>
                  </a:extLst>
                </a:gridCol>
                <a:gridCol w="1275440">
                  <a:extLst>
                    <a:ext uri="{9D8B030D-6E8A-4147-A177-3AD203B41FA5}">
                      <a16:colId xmlns:a16="http://schemas.microsoft.com/office/drawing/2014/main" val="959736980"/>
                    </a:ext>
                  </a:extLst>
                </a:gridCol>
              </a:tblGrid>
              <a:tr h="105655">
                <a:tc gridSpan="5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800" b="1" i="0" u="none" strike="noStrike" kern="1200" baseline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대일정</a:t>
                      </a:r>
                      <a:endParaRPr lang="ko-KR" altLang="en-US" sz="800" b="1" i="0" u="none" strike="noStrike" baseline="0"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mpd="sng">
                      <a:noFill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mpd="sng">
                      <a:noFill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51311865"/>
                  </a:ext>
                </a:extLst>
              </a:tr>
              <a:tr h="145266"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과제요건 정의</a:t>
                      </a:r>
                      <a:endParaRPr lang="ko-KR" altLang="en-US" sz="800" b="1" i="0" u="none" strike="noStrike" baseline="0"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프로그램 개발</a:t>
                      </a:r>
                      <a:endParaRPr lang="en-US" altLang="ko-KR" sz="800" b="1" i="0" u="none" strike="noStrike" kern="1200" baseline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인식 정합성 향상</a:t>
                      </a:r>
                      <a:endParaRPr lang="ko-KR" altLang="en-US" sz="800" b="1" i="0" u="none" strike="noStrike" baseline="0"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800" b="1" i="0" u="none" strike="noStrike" baseline="0">
                          <a:effectLst/>
                          <a:latin typeface="+mn-ea"/>
                          <a:ea typeface="+mn-ea"/>
                        </a:rPr>
                        <a:t>기능 검증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대표호기 적용</a:t>
                      </a:r>
                      <a:endParaRPr lang="ko-KR" altLang="en-US" sz="800" b="1" i="0" u="none" strike="noStrike" baseline="0"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69319"/>
                  </a:ext>
                </a:extLst>
              </a:tr>
              <a:tr h="147097"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8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’25.1</a:t>
                      </a:r>
                      <a:endParaRPr lang="en-US" altLang="ko-KR" sz="800" b="0" i="0" u="none" strike="noStrike" baseline="0"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8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‘24.8</a:t>
                      </a:r>
                      <a:endParaRPr lang="en-US" altLang="ko-KR" sz="800" b="0" i="0" u="none" strike="noStrike" baseline="0"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8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‘25.9</a:t>
                      </a:r>
                      <a:endParaRPr lang="en-US" altLang="ko-KR" sz="800" b="0" i="0" u="none" strike="noStrike" baseline="0"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8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‘25.9</a:t>
                      </a:r>
                      <a:endParaRPr lang="en-US" altLang="ko-KR" sz="800" b="0" i="0" u="none" strike="noStrike" baseline="0"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8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‘25.10</a:t>
                      </a:r>
                      <a:endParaRPr lang="en-US" altLang="ko-KR" sz="800" b="0" i="0" u="none" strike="noStrike" baseline="0"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3455638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3FE71C81-5290-4977-53A6-BC2729D9CEEA}"/>
              </a:ext>
            </a:extLst>
          </p:cNvPr>
          <p:cNvSpPr txBox="1"/>
          <p:nvPr/>
        </p:nvSpPr>
        <p:spPr>
          <a:xfrm>
            <a:off x="5924681" y="587343"/>
            <a:ext cx="2273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-#21,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00149CE-A693-DF09-E7A6-3C77CCBD6114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7456E34-96FB-454A-BCF5-94E15F466850}"/>
              </a:ext>
            </a:extLst>
          </p:cNvPr>
          <p:cNvSpPr/>
          <p:nvPr/>
        </p:nvSpPr>
        <p:spPr>
          <a:xfrm>
            <a:off x="2935001" y="3214184"/>
            <a:ext cx="856623" cy="234021"/>
          </a:xfrm>
          <a:prstGeom prst="rect">
            <a:avLst/>
          </a:prstGeom>
          <a:noFill/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LG스마트체 Regular" panose="020B0600000101010101" pitchFamily="50" charset="-127"/>
                <a:cs typeface="+mn-cs"/>
              </a:rPr>
              <a:t>이미지 취득</a:t>
            </a: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BF264145-B1DC-49A6-A360-6DF6F71C9053}"/>
              </a:ext>
            </a:extLst>
          </p:cNvPr>
          <p:cNvCxnSpPr>
            <a:cxnSpLocks/>
            <a:stCxn id="12" idx="3"/>
          </p:cNvCxnSpPr>
          <p:nvPr/>
        </p:nvCxnSpPr>
        <p:spPr>
          <a:xfrm>
            <a:off x="3791624" y="3331195"/>
            <a:ext cx="408141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2BDDBC9C-3C21-40C6-BC59-9B27DCB0974F}"/>
              </a:ext>
            </a:extLst>
          </p:cNvPr>
          <p:cNvSpPr/>
          <p:nvPr/>
        </p:nvSpPr>
        <p:spPr>
          <a:xfrm>
            <a:off x="2157368" y="3214184"/>
            <a:ext cx="558351" cy="215444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As-Is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5AC870B1-678D-4461-BF4F-335B46FA8169}"/>
              </a:ext>
            </a:extLst>
          </p:cNvPr>
          <p:cNvSpPr/>
          <p:nvPr/>
        </p:nvSpPr>
        <p:spPr>
          <a:xfrm>
            <a:off x="2163884" y="3852214"/>
            <a:ext cx="558351" cy="215444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To-Be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EF7211F-6B8E-4DE3-A378-D7616A4A900A}"/>
              </a:ext>
            </a:extLst>
          </p:cNvPr>
          <p:cNvSpPr/>
          <p:nvPr/>
        </p:nvSpPr>
        <p:spPr>
          <a:xfrm>
            <a:off x="4199765" y="3214172"/>
            <a:ext cx="856623" cy="234021"/>
          </a:xfrm>
          <a:prstGeom prst="rect">
            <a:avLst/>
          </a:prstGeom>
          <a:noFill/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LG스마트체 Regular" panose="020B0600000101010101" pitchFamily="50" charset="-127"/>
                <a:cs typeface="+mn-cs"/>
              </a:rPr>
              <a:t>수동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LG스마트체 Regular" panose="020B0600000101010101" pitchFamily="50" charset="-127"/>
                <a:cs typeface="+mn-cs"/>
              </a:rPr>
              <a:t>라벨링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FE8EB76E-B79D-40DB-8365-90F95F4F66B9}"/>
              </a:ext>
            </a:extLst>
          </p:cNvPr>
          <p:cNvSpPr/>
          <p:nvPr/>
        </p:nvSpPr>
        <p:spPr>
          <a:xfrm>
            <a:off x="5528927" y="3214172"/>
            <a:ext cx="993691" cy="234021"/>
          </a:xfrm>
          <a:prstGeom prst="rect">
            <a:avLst/>
          </a:prstGeom>
          <a:noFill/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LG스마트체 Regular" panose="020B0600000101010101" pitchFamily="50" charset="-127"/>
                <a:cs typeface="+mn-cs"/>
              </a:rPr>
              <a:t>학습모델 생성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CD2BC33-EACD-425A-B85C-E2A2BC90D1B2}"/>
              </a:ext>
            </a:extLst>
          </p:cNvPr>
          <p:cNvSpPr/>
          <p:nvPr/>
        </p:nvSpPr>
        <p:spPr>
          <a:xfrm>
            <a:off x="6976351" y="3215171"/>
            <a:ext cx="993691" cy="234021"/>
          </a:xfrm>
          <a:prstGeom prst="rect">
            <a:avLst/>
          </a:prstGeom>
          <a:noFill/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LG스마트체 Regular" panose="020B0600000101010101" pitchFamily="50" charset="-127"/>
                <a:cs typeface="+mn-cs"/>
              </a:rPr>
              <a:t>인식률 확인</a:t>
            </a:r>
          </a:p>
        </p:txBody>
      </p:sp>
      <p:cxnSp>
        <p:nvCxnSpPr>
          <p:cNvPr id="42" name="연결선: 꺾임 41">
            <a:extLst>
              <a:ext uri="{FF2B5EF4-FFF2-40B4-BE49-F238E27FC236}">
                <a16:creationId xmlns:a16="http://schemas.microsoft.com/office/drawing/2014/main" id="{4AFA2D3E-5B10-4F21-81AC-D3337F0342A1}"/>
              </a:ext>
            </a:extLst>
          </p:cNvPr>
          <p:cNvCxnSpPr>
            <a:stCxn id="41" idx="2"/>
            <a:endCxn id="12" idx="2"/>
          </p:cNvCxnSpPr>
          <p:nvPr/>
        </p:nvCxnSpPr>
        <p:spPr>
          <a:xfrm rot="5400000" flipH="1">
            <a:off x="5417761" y="1393757"/>
            <a:ext cx="987" cy="4109884"/>
          </a:xfrm>
          <a:prstGeom prst="bentConnector3">
            <a:avLst>
              <a:gd name="adj1" fmla="val -23161094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5D971ED2-F2CF-4CDE-BC6D-E308907A5F8F}"/>
              </a:ext>
            </a:extLst>
          </p:cNvPr>
          <p:cNvSpPr txBox="1"/>
          <p:nvPr/>
        </p:nvSpPr>
        <p:spPr>
          <a:xfrm>
            <a:off x="4720476" y="3449762"/>
            <a:ext cx="116525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인식률 저하 발생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BA591E1-7005-4639-B0B0-19C29FFF8546}"/>
              </a:ext>
            </a:extLst>
          </p:cNvPr>
          <p:cNvSpPr/>
          <p:nvPr/>
        </p:nvSpPr>
        <p:spPr>
          <a:xfrm>
            <a:off x="2935001" y="3833650"/>
            <a:ext cx="856623" cy="234021"/>
          </a:xfrm>
          <a:prstGeom prst="rect">
            <a:avLst/>
          </a:prstGeom>
          <a:noFill/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LG스마트체 Regular" panose="020B0600000101010101" pitchFamily="50" charset="-127"/>
                <a:cs typeface="+mn-cs"/>
              </a:rPr>
              <a:t>이미지 취득</a:t>
            </a:r>
          </a:p>
        </p:txBody>
      </p: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F286663B-3C8F-451B-81FF-BEFE25A37787}"/>
              </a:ext>
            </a:extLst>
          </p:cNvPr>
          <p:cNvCxnSpPr>
            <a:cxnSpLocks/>
            <a:stCxn id="46" idx="3"/>
            <a:endCxn id="48" idx="1"/>
          </p:cNvCxnSpPr>
          <p:nvPr/>
        </p:nvCxnSpPr>
        <p:spPr>
          <a:xfrm flipV="1">
            <a:off x="3791624" y="3950648"/>
            <a:ext cx="408141" cy="13"/>
          </a:xfrm>
          <a:prstGeom prst="straightConnector1">
            <a:avLst/>
          </a:prstGeom>
          <a:ln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3384C1DE-11C7-4ACD-9EC9-A91B80620BC6}"/>
              </a:ext>
            </a:extLst>
          </p:cNvPr>
          <p:cNvSpPr/>
          <p:nvPr/>
        </p:nvSpPr>
        <p:spPr>
          <a:xfrm>
            <a:off x="4199765" y="3833637"/>
            <a:ext cx="856623" cy="234021"/>
          </a:xfrm>
          <a:prstGeom prst="rect">
            <a:avLst/>
          </a:prstGeom>
          <a:noFill/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LG스마트체 Regular" panose="020B0600000101010101" pitchFamily="50" charset="-127"/>
                <a:cs typeface="+mn-cs"/>
              </a:rPr>
              <a:t>수동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LG스마트체 Regular" panose="020B0600000101010101" pitchFamily="50" charset="-127"/>
                <a:cs typeface="+mn-cs"/>
              </a:rPr>
              <a:t>라벨링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11E410EE-B940-4870-AF03-96004F1390BE}"/>
              </a:ext>
            </a:extLst>
          </p:cNvPr>
          <p:cNvSpPr/>
          <p:nvPr/>
        </p:nvSpPr>
        <p:spPr>
          <a:xfrm>
            <a:off x="5530995" y="3833637"/>
            <a:ext cx="993691" cy="234021"/>
          </a:xfrm>
          <a:prstGeom prst="rect">
            <a:avLst/>
          </a:prstGeom>
          <a:noFill/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LG스마트체 Regular" panose="020B0600000101010101" pitchFamily="50" charset="-127"/>
                <a:cs typeface="+mn-cs"/>
              </a:rPr>
              <a:t>학습모델 생성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CC9C46EA-A69C-4AA4-9385-BBAE38A34F08}"/>
              </a:ext>
            </a:extLst>
          </p:cNvPr>
          <p:cNvSpPr/>
          <p:nvPr/>
        </p:nvSpPr>
        <p:spPr>
          <a:xfrm>
            <a:off x="6976350" y="3833636"/>
            <a:ext cx="993691" cy="234021"/>
          </a:xfrm>
          <a:prstGeom prst="rect">
            <a:avLst/>
          </a:prstGeom>
          <a:noFill/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LG스마트체 Regular" panose="020B0600000101010101" pitchFamily="50" charset="-127"/>
                <a:cs typeface="+mn-cs"/>
              </a:rPr>
              <a:t>인식률 확인</a:t>
            </a:r>
          </a:p>
        </p:txBody>
      </p:sp>
      <p:cxnSp>
        <p:nvCxnSpPr>
          <p:cNvPr id="51" name="연결선: 꺾임 50">
            <a:extLst>
              <a:ext uri="{FF2B5EF4-FFF2-40B4-BE49-F238E27FC236}">
                <a16:creationId xmlns:a16="http://schemas.microsoft.com/office/drawing/2014/main" id="{B93EF33A-736E-46DE-91BB-F9434B6062A9}"/>
              </a:ext>
            </a:extLst>
          </p:cNvPr>
          <p:cNvCxnSpPr>
            <a:cxnSpLocks/>
            <a:stCxn id="50" idx="2"/>
            <a:endCxn id="71" idx="3"/>
          </p:cNvCxnSpPr>
          <p:nvPr/>
        </p:nvCxnSpPr>
        <p:spPr>
          <a:xfrm rot="5400000">
            <a:off x="6831473" y="3758798"/>
            <a:ext cx="332864" cy="950582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TextBox 51">
            <a:extLst>
              <a:ext uri="{FF2B5EF4-FFF2-40B4-BE49-F238E27FC236}">
                <a16:creationId xmlns:a16="http://schemas.microsoft.com/office/drawing/2014/main" id="{373736C9-1E7E-4D4C-8BA0-0A60BF1C2DCB}"/>
              </a:ext>
            </a:extLst>
          </p:cNvPr>
          <p:cNvSpPr txBox="1"/>
          <p:nvPr/>
        </p:nvSpPr>
        <p:spPr>
          <a:xfrm>
            <a:off x="7442289" y="4103284"/>
            <a:ext cx="116525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인식률 저하 발생</a:t>
            </a:r>
          </a:p>
        </p:txBody>
      </p:sp>
      <p:cxnSp>
        <p:nvCxnSpPr>
          <p:cNvPr id="55" name="직선 화살표 연결선 54">
            <a:extLst>
              <a:ext uri="{FF2B5EF4-FFF2-40B4-BE49-F238E27FC236}">
                <a16:creationId xmlns:a16="http://schemas.microsoft.com/office/drawing/2014/main" id="{296B469A-C289-4313-A1A3-FBB901CE778D}"/>
              </a:ext>
            </a:extLst>
          </p:cNvPr>
          <p:cNvCxnSpPr>
            <a:cxnSpLocks/>
            <a:stCxn id="39" idx="3"/>
            <a:endCxn id="40" idx="1"/>
          </p:cNvCxnSpPr>
          <p:nvPr/>
        </p:nvCxnSpPr>
        <p:spPr>
          <a:xfrm>
            <a:off x="5056388" y="3331183"/>
            <a:ext cx="472539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직선 화살표 연결선 57">
            <a:extLst>
              <a:ext uri="{FF2B5EF4-FFF2-40B4-BE49-F238E27FC236}">
                <a16:creationId xmlns:a16="http://schemas.microsoft.com/office/drawing/2014/main" id="{4D110D1F-5BD8-42C9-9304-500A9810DC9C}"/>
              </a:ext>
            </a:extLst>
          </p:cNvPr>
          <p:cNvCxnSpPr>
            <a:cxnSpLocks/>
            <a:stCxn id="40" idx="3"/>
            <a:endCxn id="41" idx="1"/>
          </p:cNvCxnSpPr>
          <p:nvPr/>
        </p:nvCxnSpPr>
        <p:spPr>
          <a:xfrm>
            <a:off x="6522618" y="3331183"/>
            <a:ext cx="453733" cy="99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화살표 연결선 62">
            <a:extLst>
              <a:ext uri="{FF2B5EF4-FFF2-40B4-BE49-F238E27FC236}">
                <a16:creationId xmlns:a16="http://schemas.microsoft.com/office/drawing/2014/main" id="{EF41316B-8D2C-4314-965A-F769860E9904}"/>
              </a:ext>
            </a:extLst>
          </p:cNvPr>
          <p:cNvCxnSpPr>
            <a:cxnSpLocks/>
            <a:stCxn id="48" idx="3"/>
            <a:endCxn id="49" idx="1"/>
          </p:cNvCxnSpPr>
          <p:nvPr/>
        </p:nvCxnSpPr>
        <p:spPr>
          <a:xfrm>
            <a:off x="5056388" y="3950648"/>
            <a:ext cx="474607" cy="0"/>
          </a:xfrm>
          <a:prstGeom prst="straightConnector1">
            <a:avLst/>
          </a:prstGeom>
          <a:ln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직선 화살표 연결선 66">
            <a:extLst>
              <a:ext uri="{FF2B5EF4-FFF2-40B4-BE49-F238E27FC236}">
                <a16:creationId xmlns:a16="http://schemas.microsoft.com/office/drawing/2014/main" id="{EC37B2A4-8BB7-4BE5-B399-FE0F87BB07C0}"/>
              </a:ext>
            </a:extLst>
          </p:cNvPr>
          <p:cNvCxnSpPr>
            <a:cxnSpLocks/>
            <a:stCxn id="49" idx="3"/>
            <a:endCxn id="50" idx="1"/>
          </p:cNvCxnSpPr>
          <p:nvPr/>
        </p:nvCxnSpPr>
        <p:spPr>
          <a:xfrm flipV="1">
            <a:off x="6524686" y="3950647"/>
            <a:ext cx="451664" cy="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22B5BEF9-9E5C-4668-9DA4-BA3E3966C878}"/>
              </a:ext>
            </a:extLst>
          </p:cNvPr>
          <p:cNvSpPr/>
          <p:nvPr/>
        </p:nvSpPr>
        <p:spPr>
          <a:xfrm>
            <a:off x="5528927" y="4283510"/>
            <a:ext cx="993687" cy="234021"/>
          </a:xfrm>
          <a:prstGeom prst="rect">
            <a:avLst/>
          </a:prstGeom>
          <a:noFill/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LG스마트체 Regular" panose="020B0600000101010101" pitchFamily="50" charset="-127"/>
                <a:cs typeface="+mn-cs"/>
              </a:rPr>
              <a:t>자동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LG스마트체 Regular" panose="020B0600000101010101" pitchFamily="50" charset="-127"/>
                <a:cs typeface="+mn-cs"/>
              </a:rPr>
              <a:t>라벨링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75" name="직선 화살표 연결선 74">
            <a:extLst>
              <a:ext uri="{FF2B5EF4-FFF2-40B4-BE49-F238E27FC236}">
                <a16:creationId xmlns:a16="http://schemas.microsoft.com/office/drawing/2014/main" id="{EF2BE30E-FB45-4E44-A272-6F2B2AEFCD9B}"/>
              </a:ext>
            </a:extLst>
          </p:cNvPr>
          <p:cNvCxnSpPr>
            <a:cxnSpLocks/>
            <a:stCxn id="71" idx="0"/>
            <a:endCxn id="49" idx="2"/>
          </p:cNvCxnSpPr>
          <p:nvPr/>
        </p:nvCxnSpPr>
        <p:spPr>
          <a:xfrm flipV="1">
            <a:off x="6025771" y="4067658"/>
            <a:ext cx="2070" cy="21585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TextBox 77">
            <a:extLst>
              <a:ext uri="{FF2B5EF4-FFF2-40B4-BE49-F238E27FC236}">
                <a16:creationId xmlns:a16="http://schemas.microsoft.com/office/drawing/2014/main" id="{1F8D2901-22BE-449F-9522-85AD0D9E4451}"/>
              </a:ext>
            </a:extLst>
          </p:cNvPr>
          <p:cNvSpPr txBox="1"/>
          <p:nvPr/>
        </p:nvSpPr>
        <p:spPr>
          <a:xfrm>
            <a:off x="4346828" y="4053864"/>
            <a:ext cx="70662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최초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1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회</a:t>
            </a:r>
          </a:p>
        </p:txBody>
      </p:sp>
      <p:pic>
        <p:nvPicPr>
          <p:cNvPr id="80" name="그림 79">
            <a:extLst>
              <a:ext uri="{FF2B5EF4-FFF2-40B4-BE49-F238E27FC236}">
                <a16:creationId xmlns:a16="http://schemas.microsoft.com/office/drawing/2014/main" id="{592B80ED-A466-49BB-B856-F763C2FE943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04772" y="5855622"/>
            <a:ext cx="143891" cy="417522"/>
          </a:xfrm>
          <a:prstGeom prst="rect">
            <a:avLst/>
          </a:prstGeom>
        </p:spPr>
      </p:pic>
      <p:sp>
        <p:nvSpPr>
          <p:cNvPr id="81" name="화살표: 오른쪽 80">
            <a:extLst>
              <a:ext uri="{FF2B5EF4-FFF2-40B4-BE49-F238E27FC236}">
                <a16:creationId xmlns:a16="http://schemas.microsoft.com/office/drawing/2014/main" id="{EA767B30-D375-4C78-A1BA-155FAF8499E1}"/>
              </a:ext>
            </a:extLst>
          </p:cNvPr>
          <p:cNvSpPr/>
          <p:nvPr/>
        </p:nvSpPr>
        <p:spPr>
          <a:xfrm>
            <a:off x="2352186" y="5985690"/>
            <a:ext cx="189680" cy="140633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pic>
        <p:nvPicPr>
          <p:cNvPr id="82" name="그림 81">
            <a:extLst>
              <a:ext uri="{FF2B5EF4-FFF2-40B4-BE49-F238E27FC236}">
                <a16:creationId xmlns:a16="http://schemas.microsoft.com/office/drawing/2014/main" id="{0F7C7E1B-926A-42E2-9FF6-D68F17B39BF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34847" y="5802514"/>
            <a:ext cx="185116" cy="508984"/>
          </a:xfrm>
          <a:prstGeom prst="rect">
            <a:avLst/>
          </a:prstGeom>
        </p:spPr>
      </p:pic>
      <p:pic>
        <p:nvPicPr>
          <p:cNvPr id="85" name="그림 84">
            <a:extLst>
              <a:ext uri="{FF2B5EF4-FFF2-40B4-BE49-F238E27FC236}">
                <a16:creationId xmlns:a16="http://schemas.microsoft.com/office/drawing/2014/main" id="{576451AF-073A-4E98-91F3-70DCD96BB40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724352" y="5812612"/>
            <a:ext cx="189680" cy="496677"/>
          </a:xfrm>
          <a:prstGeom prst="rect">
            <a:avLst/>
          </a:prstGeom>
          <a:ln>
            <a:solidFill>
              <a:srgbClr val="FF0D0D"/>
            </a:solidFill>
          </a:ln>
        </p:spPr>
      </p:pic>
      <p:pic>
        <p:nvPicPr>
          <p:cNvPr id="86" name="그림 85">
            <a:extLst>
              <a:ext uri="{FF2B5EF4-FFF2-40B4-BE49-F238E27FC236}">
                <a16:creationId xmlns:a16="http://schemas.microsoft.com/office/drawing/2014/main" id="{12D68E0E-6F37-402A-A0D3-2123605AF185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41437" y="5861902"/>
            <a:ext cx="143891" cy="417522"/>
          </a:xfrm>
          <a:prstGeom prst="rect">
            <a:avLst/>
          </a:prstGeom>
        </p:spPr>
      </p:pic>
      <p:sp>
        <p:nvSpPr>
          <p:cNvPr id="89" name="화살표: 오른쪽 88">
            <a:extLst>
              <a:ext uri="{FF2B5EF4-FFF2-40B4-BE49-F238E27FC236}">
                <a16:creationId xmlns:a16="http://schemas.microsoft.com/office/drawing/2014/main" id="{DD003870-B043-4197-BF8F-38AE49F90614}"/>
              </a:ext>
            </a:extLst>
          </p:cNvPr>
          <p:cNvSpPr/>
          <p:nvPr/>
        </p:nvSpPr>
        <p:spPr>
          <a:xfrm>
            <a:off x="4400185" y="5984324"/>
            <a:ext cx="189680" cy="140633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pic>
        <p:nvPicPr>
          <p:cNvPr id="91" name="그림 90">
            <a:extLst>
              <a:ext uri="{FF2B5EF4-FFF2-40B4-BE49-F238E27FC236}">
                <a16:creationId xmlns:a16="http://schemas.microsoft.com/office/drawing/2014/main" id="{F9C84455-CB2C-436C-BED9-0928EEA26DB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87017" y="5879796"/>
            <a:ext cx="143891" cy="417522"/>
          </a:xfrm>
          <a:prstGeom prst="rect">
            <a:avLst/>
          </a:prstGeom>
        </p:spPr>
      </p:pic>
      <p:sp>
        <p:nvSpPr>
          <p:cNvPr id="93" name="화살표: 오른쪽 92">
            <a:extLst>
              <a:ext uri="{FF2B5EF4-FFF2-40B4-BE49-F238E27FC236}">
                <a16:creationId xmlns:a16="http://schemas.microsoft.com/office/drawing/2014/main" id="{1FD4B58E-CA31-43CD-8305-2F5228477EE8}"/>
              </a:ext>
            </a:extLst>
          </p:cNvPr>
          <p:cNvSpPr/>
          <p:nvPr/>
        </p:nvSpPr>
        <p:spPr>
          <a:xfrm>
            <a:off x="6445765" y="6002218"/>
            <a:ext cx="189680" cy="140633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pic>
        <p:nvPicPr>
          <p:cNvPr id="94" name="그림 93">
            <a:extLst>
              <a:ext uri="{FF2B5EF4-FFF2-40B4-BE49-F238E27FC236}">
                <a16:creationId xmlns:a16="http://schemas.microsoft.com/office/drawing/2014/main" id="{61723352-D00D-49C0-A66A-B7127A7494B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785873" y="5810913"/>
            <a:ext cx="209333" cy="624275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ADDA507-133A-45A9-8C71-397AF5A5080B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52841" y="5973771"/>
            <a:ext cx="1749340" cy="593771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0F2F8E92-FAC4-4E6F-AEC8-99D857387654}"/>
              </a:ext>
            </a:extLst>
          </p:cNvPr>
          <p:cNvSpPr txBox="1"/>
          <p:nvPr/>
        </p:nvSpPr>
        <p:spPr>
          <a:xfrm>
            <a:off x="7779260" y="5740608"/>
            <a:ext cx="127718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※ 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성능 평가 결과</a:t>
            </a:r>
          </a:p>
        </p:txBody>
      </p:sp>
    </p:spTree>
    <p:extLst>
      <p:ext uri="{BB962C8B-B14F-4D97-AF65-F5344CB8AC3E}">
        <p14:creationId xmlns:p14="http://schemas.microsoft.com/office/powerpoint/2010/main" val="24529797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AA655E7B-33D1-41F9-B470-4F20832661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1893305"/>
              </p:ext>
            </p:extLst>
          </p:nvPr>
        </p:nvGraphicFramePr>
        <p:xfrm>
          <a:off x="97716" y="828174"/>
          <a:ext cx="9644174" cy="5775615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68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4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1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Roll Map Data </a:t>
                      </a: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사양 고도화 및 기타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NB/NA/WA/UC1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[W51]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금주 특이사항 없습니다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endParaRPr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1. 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기술</a:t>
                      </a:r>
                      <a:r>
                        <a:rPr 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배경</a:t>
                      </a:r>
                      <a:br>
                        <a:rPr 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  -  UC1 Site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잉크 유출로 인해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Tab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부 오염 발생 및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리드탭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용접 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소착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발생하여 탭 찢김 발생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- 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코터의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구간성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불량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NG Marking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구간이 롤프레스에서 전량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폐기되지않고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후공정으로 유출되는 경우 간헐적으로 존재함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2. </a:t>
                      </a:r>
                      <a:r>
                        <a:rPr lang="en-US" sz="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</a:t>
                      </a:r>
                      <a:r>
                        <a:rPr 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내용</a:t>
                      </a:r>
                      <a:br>
                        <a:rPr 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 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2-1.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잉크 유출 방지 및 유출 시 정보화를 통한 유출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Lot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에 대한 자동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Hold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기능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기술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Concept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수립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1)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잉크 유출 방지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미진행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상태 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차폐막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동작을 통한 유출 방지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Ready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상태 아닐 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Maint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Mode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동작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(Home Pos.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로 자동 이동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Ready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상태이나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Overflow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검출 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Maint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Mode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동작</a:t>
                      </a:r>
                      <a:endParaRPr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투자 진행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1)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Site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대상 집행 품의 작성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(9/5)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PC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프로그램 개발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(9/24,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라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ESNB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대상 검증 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(9/27,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  <a:endParaRPr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ⓐ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Overflow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발생 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발생 구간 좌표 상위 보고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검증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(9/27)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ⓑ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Overflow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발생 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MES Auto Hold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처리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검증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(9/27)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ⓒ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Overflow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발생 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알람 발생 및 문제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대기 위치 이동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검증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(9/27)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프로그램 디버깅 및 개선 진행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1)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정합성 향상을 위해 출장간 유출이 큰 이미지를 추가 수집 및 학습 예정입니다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(11/16 ~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박수완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S,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한기덕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출장 예정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      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2-2.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불량 마킹 유출 정보화 및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Hold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기술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Concept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수립 및 사양 확정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1)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롤프레스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OCR Vision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활용하여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Vision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에서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NG Marking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검출 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설비 알람 발생 및 상위 보고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해당 정보 바탕으로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MES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Hold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기술 검증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1)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ESWA : (6/28)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롤프레스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NG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 유출 시 설비 알람 발생 및 정보 상위 보고 검증 완료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                (6/30)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NG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 유출 구간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라벨러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부착 기능 검증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(Lane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별 불량 마킹 기능 활용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2) ESNB : (7/30)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NG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마킹 유출 시 설비 알람 및 상위 보고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NG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Tag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부착 검증 완료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  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롤프레스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: OCR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카메라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NG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마킹 유출 감지 → 설비 정지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중알람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 / MES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정보 보고 확인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(9/5)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     -.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슬리터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: OCR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카메라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NG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마킹 유출 감지 →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NG Tag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부착 확인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(9/5)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         * NG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마킹 유출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Lot MES Auto Hold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기능은 </a:t>
                      </a:r>
                      <a:r>
                        <a:rPr lang="en-US" altLang="ko-KR" sz="900" b="0" i="0" u="none" strike="sng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9/17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9/23(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배포 완료되어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NB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검증 및 정상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Hold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됨을 확인하였습니다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     </a:t>
                      </a:r>
                      <a:endParaRPr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’25.10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한기덕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박수완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김도원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A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김지원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A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6E6FD837-33D9-4882-8385-AD2C38AA4EA6}"/>
              </a:ext>
            </a:extLst>
          </p:cNvPr>
          <p:cNvSpPr txBox="1">
            <a:spLocks/>
          </p:cNvSpPr>
          <p:nvPr/>
        </p:nvSpPr>
        <p:spPr>
          <a:xfrm>
            <a:off x="206372" y="612730"/>
            <a:ext cx="519372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[Roll Map Data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사양 고도화 및 기타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코터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잉크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/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마킹 유출 방지 기능 구현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5" name="제목 1">
            <a:extLst>
              <a:ext uri="{FF2B5EF4-FFF2-40B4-BE49-F238E27FC236}">
                <a16:creationId xmlns:a16="http://schemas.microsoft.com/office/drawing/2014/main" id="{28EEF805-E0F7-489C-907B-7EBFECEEE0A3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E1F1638-F2C5-4E2F-ABED-94997FF8C926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14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7" name="내용 개체 틀 20">
            <a:extLst>
              <a:ext uri="{FF2B5EF4-FFF2-40B4-BE49-F238E27FC236}">
                <a16:creationId xmlns:a16="http://schemas.microsoft.com/office/drawing/2014/main" id="{4A76422D-F7C5-4990-8AAA-BCD55EFB3085}"/>
              </a:ext>
            </a:extLst>
          </p:cNvPr>
          <p:cNvSpPr txBox="1">
            <a:spLocks/>
          </p:cNvSpPr>
          <p:nvPr/>
        </p:nvSpPr>
        <p:spPr>
          <a:xfrm>
            <a:off x="8978902" y="418066"/>
            <a:ext cx="89127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김도원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A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0134AD1-383C-415D-9427-7C84FB26E653}"/>
              </a:ext>
            </a:extLst>
          </p:cNvPr>
          <p:cNvSpPr txBox="1"/>
          <p:nvPr/>
        </p:nvSpPr>
        <p:spPr>
          <a:xfrm>
            <a:off x="5924681" y="587343"/>
            <a:ext cx="2273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-#22,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65D0D7E-ADD6-47E5-B6BF-BE625FD72780}"/>
              </a:ext>
            </a:extLst>
          </p:cNvPr>
          <p:cNvSpPr txBox="1"/>
          <p:nvPr/>
        </p:nvSpPr>
        <p:spPr>
          <a:xfrm>
            <a:off x="6477718" y="32603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16DC7CFD-27E8-43DE-92F1-5645A7678495}"/>
              </a:ext>
            </a:extLst>
          </p:cNvPr>
          <p:cNvGraphicFramePr>
            <a:graphicFrameLocks noGrp="1"/>
          </p:cNvGraphicFramePr>
          <p:nvPr/>
        </p:nvGraphicFramePr>
        <p:xfrm>
          <a:off x="1837710" y="1366475"/>
          <a:ext cx="6502400" cy="440055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927100">
                  <a:extLst>
                    <a:ext uri="{9D8B030D-6E8A-4147-A177-3AD203B41FA5}">
                      <a16:colId xmlns:a16="http://schemas.microsoft.com/office/drawing/2014/main" val="3327777803"/>
                    </a:ext>
                  </a:extLst>
                </a:gridCol>
                <a:gridCol w="927100">
                  <a:extLst>
                    <a:ext uri="{9D8B030D-6E8A-4147-A177-3AD203B41FA5}">
                      <a16:colId xmlns:a16="http://schemas.microsoft.com/office/drawing/2014/main" val="84867530"/>
                    </a:ext>
                  </a:extLst>
                </a:gridCol>
                <a:gridCol w="927100">
                  <a:extLst>
                    <a:ext uri="{9D8B030D-6E8A-4147-A177-3AD203B41FA5}">
                      <a16:colId xmlns:a16="http://schemas.microsoft.com/office/drawing/2014/main" val="3221956964"/>
                    </a:ext>
                  </a:extLst>
                </a:gridCol>
                <a:gridCol w="927100">
                  <a:extLst>
                    <a:ext uri="{9D8B030D-6E8A-4147-A177-3AD203B41FA5}">
                      <a16:colId xmlns:a16="http://schemas.microsoft.com/office/drawing/2014/main" val="1951399266"/>
                    </a:ext>
                  </a:extLst>
                </a:gridCol>
                <a:gridCol w="927100">
                  <a:extLst>
                    <a:ext uri="{9D8B030D-6E8A-4147-A177-3AD203B41FA5}">
                      <a16:colId xmlns:a16="http://schemas.microsoft.com/office/drawing/2014/main" val="3133957144"/>
                    </a:ext>
                  </a:extLst>
                </a:gridCol>
                <a:gridCol w="1041400">
                  <a:extLst>
                    <a:ext uri="{9D8B030D-6E8A-4147-A177-3AD203B41FA5}">
                      <a16:colId xmlns:a16="http://schemas.microsoft.com/office/drawing/2014/main" val="3111278576"/>
                    </a:ext>
                  </a:extLst>
                </a:gridCol>
                <a:gridCol w="825500">
                  <a:extLst>
                    <a:ext uri="{9D8B030D-6E8A-4147-A177-3AD203B41FA5}">
                      <a16:colId xmlns:a16="http://schemas.microsoft.com/office/drawing/2014/main" val="1411009353"/>
                    </a:ext>
                  </a:extLst>
                </a:gridCol>
              </a:tblGrid>
              <a:tr h="0">
                <a:tc gridSpan="7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대일정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42358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컨셉 확정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투자집행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기술 개발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검증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대표호기 적용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디버깅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검증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모니터링 및 보완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수평전개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46316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’25.5 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‘24.5 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‘25.7 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中</a:t>
                      </a:r>
                      <a:endParaRPr lang="en-US" altLang="ko-KR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’25.8 </a:t>
                      </a:r>
                      <a:endParaRPr lang="en-US" altLang="ko-KR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‘25.9 </a:t>
                      </a:r>
                      <a:endParaRPr lang="en-US" altLang="ko-KR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‘25.9 ~</a:t>
                      </a:r>
                      <a:endParaRPr lang="en-US" altLang="ko-KR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’25.10</a:t>
                      </a:r>
                      <a:endParaRPr lang="en-US" altLang="ko-KR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7955696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5500483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BF944F8E-1F62-4F7E-B1C6-632F29AA10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6023149"/>
              </p:ext>
            </p:extLst>
          </p:nvPr>
        </p:nvGraphicFramePr>
        <p:xfrm>
          <a:off x="97716" y="828174"/>
          <a:ext cx="9644174" cy="571165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68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4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2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4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1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Roll Map Data </a:t>
                      </a: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정합성 확보 및 수집영역 확대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전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Site</a:t>
                      </a:r>
                    </a:p>
                  </a:txBody>
                  <a:tcPr marL="6273" marR="6273" marT="6273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[W51]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NB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법인 불량 마킹 관련 모니터링 진행 중에 있습니다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.(~12/19)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endParaRPr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1. 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기술</a:t>
                      </a:r>
                      <a:r>
                        <a:rPr 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sz="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배경</a:t>
                      </a:r>
                      <a:br>
                        <a:rPr 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  -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불량 구간이 후공정에 유출되었는지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분석 서비스를 통해 알 수 없음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해당 정보를 알기 위해서 작업자가 별도 수작업 매칭 필요함</a:t>
                      </a: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2. </a:t>
                      </a:r>
                      <a:r>
                        <a:rPr lang="en-US" sz="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</a:t>
                      </a:r>
                      <a:r>
                        <a:rPr 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내용</a:t>
                      </a:r>
                      <a:br>
                        <a:rPr 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 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기술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Concept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수립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(~’25. 6.)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1) SPC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상 전극 공정의 불량구간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레인 불량구간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단발성 불량구간 수집 및 후공정으로 유출된 위치 정보를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Pitch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단위로 찢어서 좌표에 매칭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2)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좌표 기준으로 다빈치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Cell ID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와 연결 및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Column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으로 별도 구성하여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분석 서비스 조회 시 개별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Cell ID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와 전극의 불량 여부를 묶음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3)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분석 서비스 외 유출만을 모니터링 하기 위한 별도 분석 서비스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OPEN(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∵ 분석 서비스의 경우 로딩 시간 소요 多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투자 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(’25. 6.)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1) SPC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투자 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(6.27,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기술 개발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(~’25. 8)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1) SPC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개발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(7/8,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 6/30 ~ 7/1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배포 전 기술 검증 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(w/ CNS/PI)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하였으며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이상 없음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개선사항 정리하여 추가 전달 예정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(7/10)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① 라벨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비전 외관 불량에 대한 배출 여부 추가 예정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② 다량의 데이터 수집 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SPC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과부하 우려로 방안 수립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→ 기준정보 활용하여 데이터 수집양이 몇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%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이상일 때 불량 생성하지 않도록 로직 구성하였습니다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.(7/10)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     ③ 불량 항목 별 불량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Code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매핑 및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코터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공정 기준 레인 데이터 추가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(8/19)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2)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다빈치 개발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 SPC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배포 이후 개발 상세 요건 수립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(7/15)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나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상세 요건 관련 미팅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(7/11)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완료하였고 다빈치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PI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팀 검토 이후 개발 가능 일자 수립 예정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→ 현재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데이터 관련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잔건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처리 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월 개발 착수하여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월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레포트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화면 운영 서버 배포 목표로 개발 예정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(~12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화면 개발 이전 자체적으로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Workflow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구성하여 불량 데이터 폐기 정합성 여부 확인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대표 법인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GM1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으로 데이터 확인 중이고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GM2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법인에 확대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(9/16)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우측의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Report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와 같이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table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로 우선 구성하여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Data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의 정상적인 로딩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(9./30)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확인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   /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향후 정합성 개선을 위한 고도화 검토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(~10/31)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를 순차 진행 예정입니다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유출된 불량 명칭 추가 및 전체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Cell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대상 유출 비율과 호기별 유출 비율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확인 가능하도록 수정하였습니다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.(10/28)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-.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패키징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Cell ID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연계하여 유출된 패키징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Cell ID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가 몇 개인지 확인 가능하도록 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수정하였습니다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.(11/2)</a:t>
                      </a:r>
                      <a:endParaRPr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’25.10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김도원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A</a:t>
                      </a:r>
                      <a:endParaRPr lang="en-US" altLang="ko-KR" sz="9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Malgun Gothic Semilight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한기덕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박수완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김지원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A</a:t>
                      </a:r>
                    </a:p>
                  </a:txBody>
                  <a:tcPr marL="36000" marR="6273" marT="36000" marB="36000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2859005"/>
                  </a:ext>
                </a:extLst>
              </a:tr>
            </a:tbl>
          </a:graphicData>
        </a:graphic>
      </p:graphicFrame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702E1771-DEB0-41AA-9DC8-52098380C92D}"/>
              </a:ext>
            </a:extLst>
          </p:cNvPr>
          <p:cNvSpPr txBox="1">
            <a:spLocks/>
          </p:cNvSpPr>
          <p:nvPr/>
        </p:nvSpPr>
        <p:spPr>
          <a:xfrm>
            <a:off x="206372" y="612730"/>
            <a:ext cx="6594478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[Roll Map Data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정합성 확보 및 수집영역 확대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]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전극 공정 불량 유출 모니터링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Report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4" name="제목 1">
            <a:extLst>
              <a:ext uri="{FF2B5EF4-FFF2-40B4-BE49-F238E27FC236}">
                <a16:creationId xmlns:a16="http://schemas.microsoft.com/office/drawing/2014/main" id="{F87C9319-17E1-45F1-A266-EC3180B6A7EA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82962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롤맵기술팀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18B8649-3C81-4EDD-A9C5-061A9DC39666}"/>
              </a:ext>
            </a:extLst>
          </p:cNvPr>
          <p:cNvSpPr txBox="1"/>
          <p:nvPr/>
        </p:nvSpPr>
        <p:spPr>
          <a:xfrm>
            <a:off x="8417851" y="58734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17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01F01B84-6248-45A0-A7D4-53428CE9587B}"/>
              </a:ext>
            </a:extLst>
          </p:cNvPr>
          <p:cNvSpPr txBox="1">
            <a:spLocks/>
          </p:cNvSpPr>
          <p:nvPr/>
        </p:nvSpPr>
        <p:spPr>
          <a:xfrm>
            <a:off x="8946841" y="418066"/>
            <a:ext cx="92333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김도원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  <a:cs typeface="Malgun Gothic Semilight"/>
              </a:rPr>
              <a:t>A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A5ADC27-A5D4-4EDC-A790-54D863EC997A}"/>
              </a:ext>
            </a:extLst>
          </p:cNvPr>
          <p:cNvSpPr txBox="1"/>
          <p:nvPr/>
        </p:nvSpPr>
        <p:spPr>
          <a:xfrm>
            <a:off x="6067051" y="396633"/>
            <a:ext cx="2273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-#23,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549B805-A500-4EB2-9C50-AF2B37AF950C}"/>
              </a:ext>
            </a:extLst>
          </p:cNvPr>
          <p:cNvSpPr txBox="1"/>
          <p:nvPr/>
        </p:nvSpPr>
        <p:spPr>
          <a:xfrm>
            <a:off x="6620088" y="135324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89B2C896-A183-48B4-BA3C-1462C5917963}"/>
              </a:ext>
            </a:extLst>
          </p:cNvPr>
          <p:cNvGraphicFramePr>
            <a:graphicFrameLocks noGrp="1"/>
          </p:cNvGraphicFramePr>
          <p:nvPr/>
        </p:nvGraphicFramePr>
        <p:xfrm>
          <a:off x="1802198" y="1351710"/>
          <a:ext cx="6502400" cy="440055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927100">
                  <a:extLst>
                    <a:ext uri="{9D8B030D-6E8A-4147-A177-3AD203B41FA5}">
                      <a16:colId xmlns:a16="http://schemas.microsoft.com/office/drawing/2014/main" val="3327777803"/>
                    </a:ext>
                  </a:extLst>
                </a:gridCol>
                <a:gridCol w="927100">
                  <a:extLst>
                    <a:ext uri="{9D8B030D-6E8A-4147-A177-3AD203B41FA5}">
                      <a16:colId xmlns:a16="http://schemas.microsoft.com/office/drawing/2014/main" val="84867530"/>
                    </a:ext>
                  </a:extLst>
                </a:gridCol>
                <a:gridCol w="927100">
                  <a:extLst>
                    <a:ext uri="{9D8B030D-6E8A-4147-A177-3AD203B41FA5}">
                      <a16:colId xmlns:a16="http://schemas.microsoft.com/office/drawing/2014/main" val="3221956964"/>
                    </a:ext>
                  </a:extLst>
                </a:gridCol>
                <a:gridCol w="927100">
                  <a:extLst>
                    <a:ext uri="{9D8B030D-6E8A-4147-A177-3AD203B41FA5}">
                      <a16:colId xmlns:a16="http://schemas.microsoft.com/office/drawing/2014/main" val="1951399266"/>
                    </a:ext>
                  </a:extLst>
                </a:gridCol>
                <a:gridCol w="927100">
                  <a:extLst>
                    <a:ext uri="{9D8B030D-6E8A-4147-A177-3AD203B41FA5}">
                      <a16:colId xmlns:a16="http://schemas.microsoft.com/office/drawing/2014/main" val="3133957144"/>
                    </a:ext>
                  </a:extLst>
                </a:gridCol>
                <a:gridCol w="1041400">
                  <a:extLst>
                    <a:ext uri="{9D8B030D-6E8A-4147-A177-3AD203B41FA5}">
                      <a16:colId xmlns:a16="http://schemas.microsoft.com/office/drawing/2014/main" val="3111278576"/>
                    </a:ext>
                  </a:extLst>
                </a:gridCol>
                <a:gridCol w="825500">
                  <a:extLst>
                    <a:ext uri="{9D8B030D-6E8A-4147-A177-3AD203B41FA5}">
                      <a16:colId xmlns:a16="http://schemas.microsoft.com/office/drawing/2014/main" val="1411009353"/>
                    </a:ext>
                  </a:extLst>
                </a:gridCol>
              </a:tblGrid>
              <a:tr h="0">
                <a:tc gridSpan="7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대일정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42358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컨셉 확정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투자집행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기술 개발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대표호기 적용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디버깅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검증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화면 개발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수평전개</a:t>
                      </a:r>
                      <a:endParaRPr lang="ko-KR" altLang="en-US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46316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’25.6 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‘24.6 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endParaRPr lang="en-US" altLang="ko-KR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‘25.8 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(W/F)</a:t>
                      </a:r>
                      <a:endParaRPr lang="en-US" altLang="ko-KR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’25.9 </a:t>
                      </a:r>
                      <a:r>
                        <a:rPr lang="ko-KR" alt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中 </a:t>
                      </a:r>
                      <a:r>
                        <a:rPr lang="en-US" altLang="ko-KR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(GM1)</a:t>
                      </a:r>
                      <a:endParaRPr lang="en-US" altLang="ko-KR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‘25.10</a:t>
                      </a:r>
                      <a:endParaRPr lang="en-US" altLang="ko-KR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‘25.11 ~</a:t>
                      </a:r>
                      <a:endParaRPr lang="en-US" altLang="ko-KR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’25.12</a:t>
                      </a:r>
                      <a:endParaRPr lang="en-US" altLang="ko-KR" sz="1800" b="0" i="0" u="none" strike="noStrike" baseline="0">
                        <a:effectLst/>
                        <a:latin typeface="Arial" panose="020B060402020202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79556965"/>
                  </a:ext>
                </a:extLst>
              </a:tr>
            </a:tbl>
          </a:graphicData>
        </a:graphic>
      </p:graphicFrame>
      <p:grpSp>
        <p:nvGrpSpPr>
          <p:cNvPr id="10" name="그룹 9">
            <a:extLst>
              <a:ext uri="{FF2B5EF4-FFF2-40B4-BE49-F238E27FC236}">
                <a16:creationId xmlns:a16="http://schemas.microsoft.com/office/drawing/2014/main" id="{50B7DF9D-644F-4AE4-9111-F5C8A9551911}"/>
              </a:ext>
            </a:extLst>
          </p:cNvPr>
          <p:cNvGrpSpPr/>
          <p:nvPr/>
        </p:nvGrpSpPr>
        <p:grpSpPr>
          <a:xfrm>
            <a:off x="6285789" y="1293173"/>
            <a:ext cx="144000" cy="554162"/>
            <a:chOff x="4125711" y="1365644"/>
            <a:chExt cx="144000" cy="889464"/>
          </a:xfrm>
        </p:grpSpPr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92B64361-52DB-446F-A18A-77D0C0D271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196665" y="1465048"/>
              <a:ext cx="1" cy="790060"/>
            </a:xfrm>
            <a:prstGeom prst="line">
              <a:avLst/>
            </a:prstGeom>
            <a:ln w="158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이등변 삼각형 11">
              <a:extLst>
                <a:ext uri="{FF2B5EF4-FFF2-40B4-BE49-F238E27FC236}">
                  <a16:creationId xmlns:a16="http://schemas.microsoft.com/office/drawing/2014/main" id="{4F381906-C1A0-425E-A107-63B948C87B6F}"/>
                </a:ext>
              </a:extLst>
            </p:cNvPr>
            <p:cNvSpPr/>
            <p:nvPr/>
          </p:nvSpPr>
          <p:spPr>
            <a:xfrm rot="10800000">
              <a:off x="4125711" y="1365644"/>
              <a:ext cx="144000" cy="108000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</p:grp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804E3FD-57ED-4EDB-A60F-216F6BBE62DC}"/>
              </a:ext>
            </a:extLst>
          </p:cNvPr>
          <p:cNvGraphicFramePr>
            <a:graphicFrameLocks noGrp="1"/>
          </p:cNvGraphicFramePr>
          <p:nvPr/>
        </p:nvGraphicFramePr>
        <p:xfrm>
          <a:off x="6664952" y="3379377"/>
          <a:ext cx="3076938" cy="903469"/>
        </p:xfrm>
        <a:graphic>
          <a:graphicData uri="http://schemas.openxmlformats.org/drawingml/2006/table">
            <a:tbl>
              <a:tblPr/>
              <a:tblGrid>
                <a:gridCol w="720104">
                  <a:extLst>
                    <a:ext uri="{9D8B030D-6E8A-4147-A177-3AD203B41FA5}">
                      <a16:colId xmlns:a16="http://schemas.microsoft.com/office/drawing/2014/main" val="1184980861"/>
                    </a:ext>
                  </a:extLst>
                </a:gridCol>
                <a:gridCol w="857250">
                  <a:extLst>
                    <a:ext uri="{9D8B030D-6E8A-4147-A177-3AD203B41FA5}">
                      <a16:colId xmlns:a16="http://schemas.microsoft.com/office/drawing/2014/main" val="2462133913"/>
                    </a:ext>
                  </a:extLst>
                </a:gridCol>
                <a:gridCol w="1499584">
                  <a:extLst>
                    <a:ext uri="{9D8B030D-6E8A-4147-A177-3AD203B41FA5}">
                      <a16:colId xmlns:a16="http://schemas.microsoft.com/office/drawing/2014/main" val="4238905842"/>
                    </a:ext>
                  </a:extLst>
                </a:gridCol>
              </a:tblGrid>
              <a:tr h="16252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Cell ID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전극 불량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비고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8414059"/>
                  </a:ext>
                </a:extLst>
              </a:tr>
              <a:tr h="16252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OK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016823"/>
                  </a:ext>
                </a:extLst>
              </a:tr>
              <a:tr h="16252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OK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9550100"/>
                  </a:ext>
                </a:extLst>
              </a:tr>
              <a:tr h="16252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FF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C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FF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NG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FF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실물 불량 유출</a:t>
                      </a:r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FF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여부 </a:t>
                      </a:r>
                      <a:endParaRPr lang="en-US" altLang="ko-KR" sz="800" b="0" i="0" u="none" strike="noStrike">
                        <a:solidFill>
                          <a:srgbClr val="FF0000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FF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확인 필요 </a:t>
                      </a:r>
                      <a:r>
                        <a:rPr lang="en-US" altLang="ko-KR" sz="800" b="0" i="0" u="none" strike="noStrike">
                          <a:solidFill>
                            <a:srgbClr val="FF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Cell</a:t>
                      </a:r>
                      <a:endParaRPr lang="en-US" sz="800" b="0" i="0" u="none" strike="noStrike">
                        <a:solidFill>
                          <a:srgbClr val="FF0000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5890950"/>
                  </a:ext>
                </a:extLst>
              </a:tr>
              <a:tr h="16252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OK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8216475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235D9190-1EE1-4B1E-957A-D6D091FE1ABC}"/>
              </a:ext>
            </a:extLst>
          </p:cNvPr>
          <p:cNvSpPr txBox="1"/>
          <p:nvPr/>
        </p:nvSpPr>
        <p:spPr>
          <a:xfrm>
            <a:off x="7521670" y="3201367"/>
            <a:ext cx="81810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※ </a:t>
            </a: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신규 </a:t>
            </a: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Column</a:t>
            </a:r>
            <a:endParaRPr kumimoji="0" lang="ko-KR" altLang="en-US" sz="8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B42B62F8-05B5-4A0C-8E42-00ED5D67534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654783" y="5470142"/>
            <a:ext cx="4087107" cy="1311597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6BC78862-DD04-42C0-979A-589D2E234439}"/>
              </a:ext>
            </a:extLst>
          </p:cNvPr>
          <p:cNvSpPr/>
          <p:nvPr/>
        </p:nvSpPr>
        <p:spPr>
          <a:xfrm>
            <a:off x="6285789" y="6580181"/>
            <a:ext cx="475496" cy="201558"/>
          </a:xfrm>
          <a:prstGeom prst="rect">
            <a:avLst/>
          </a:prstGeom>
          <a:solidFill>
            <a:srgbClr val="FFFF0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일자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453B110-4B73-4AE3-8FCC-E6DBEA90630E}"/>
              </a:ext>
            </a:extLst>
          </p:cNvPr>
          <p:cNvSpPr/>
          <p:nvPr/>
        </p:nvSpPr>
        <p:spPr>
          <a:xfrm>
            <a:off x="6800850" y="6580181"/>
            <a:ext cx="475496" cy="201558"/>
          </a:xfrm>
          <a:prstGeom prst="rect">
            <a:avLst/>
          </a:prstGeom>
          <a:solidFill>
            <a:srgbClr val="FFFF0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Lot ID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C4C7763-EC8B-4C8B-8CF7-E88912D986EF}"/>
              </a:ext>
            </a:extLst>
          </p:cNvPr>
          <p:cNvSpPr/>
          <p:nvPr/>
        </p:nvSpPr>
        <p:spPr>
          <a:xfrm>
            <a:off x="7315911" y="6580181"/>
            <a:ext cx="475496" cy="201558"/>
          </a:xfrm>
          <a:prstGeom prst="rect">
            <a:avLst/>
          </a:prstGeom>
          <a:solidFill>
            <a:srgbClr val="FFFF0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불량</a:t>
            </a:r>
            <a:endParaRPr kumimoji="0" lang="en-US" altLang="ko-KR" sz="7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길이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49F39825-3560-4467-93D9-379C14ABC4A3}"/>
              </a:ext>
            </a:extLst>
          </p:cNvPr>
          <p:cNvSpPr/>
          <p:nvPr/>
        </p:nvSpPr>
        <p:spPr>
          <a:xfrm>
            <a:off x="7830972" y="6580181"/>
            <a:ext cx="475496" cy="201558"/>
          </a:xfrm>
          <a:prstGeom prst="rect">
            <a:avLst/>
          </a:prstGeom>
          <a:solidFill>
            <a:srgbClr val="FFFF0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유출</a:t>
            </a:r>
            <a:endParaRPr kumimoji="0" lang="en-US" altLang="ko-KR" sz="7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Cell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71C9FCC9-8C9A-468D-AF0B-AB6E16D42E55}"/>
              </a:ext>
            </a:extLst>
          </p:cNvPr>
          <p:cNvSpPr/>
          <p:nvPr/>
        </p:nvSpPr>
        <p:spPr>
          <a:xfrm>
            <a:off x="8471345" y="6580181"/>
            <a:ext cx="475496" cy="201558"/>
          </a:xfrm>
          <a:prstGeom prst="rect">
            <a:avLst/>
          </a:prstGeom>
          <a:solidFill>
            <a:srgbClr val="FFFF00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유출</a:t>
            </a:r>
            <a:endParaRPr kumimoji="0" lang="en-US" altLang="ko-KR" sz="7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Cell id</a:t>
            </a:r>
          </a:p>
        </p:txBody>
      </p:sp>
    </p:spTree>
    <p:extLst>
      <p:ext uri="{BB962C8B-B14F-4D97-AF65-F5344CB8AC3E}">
        <p14:creationId xmlns:p14="http://schemas.microsoft.com/office/powerpoint/2010/main" val="148091423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CC691555-EA8B-4F8C-BACD-A124D5C4FD92}"/>
              </a:ext>
            </a:extLst>
          </p:cNvPr>
          <p:cNvSpPr txBox="1"/>
          <p:nvPr/>
        </p:nvSpPr>
        <p:spPr>
          <a:xfrm>
            <a:off x="5558040" y="6584791"/>
            <a:ext cx="435568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MI, HD, MI_LS, ST, HM, WA, NA, NB, NFF, 2170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지표 저하 요인은 다음 페이지에 있습니다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99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30" name="표 29">
            <a:extLst>
              <a:ext uri="{FF2B5EF4-FFF2-40B4-BE49-F238E27FC236}">
                <a16:creationId xmlns:a16="http://schemas.microsoft.com/office/drawing/2014/main" id="{FD723AF4-8C6A-45D2-91AF-E831F6E1C5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8159788"/>
              </p:ext>
            </p:extLst>
          </p:nvPr>
        </p:nvGraphicFramePr>
        <p:xfrm>
          <a:off x="316003" y="4246604"/>
          <a:ext cx="9273993" cy="2382802"/>
        </p:xfrm>
        <a:graphic>
          <a:graphicData uri="http://schemas.openxmlformats.org/drawingml/2006/table">
            <a:tbl>
              <a:tblPr/>
              <a:tblGrid>
                <a:gridCol w="752611">
                  <a:extLst>
                    <a:ext uri="{9D8B030D-6E8A-4147-A177-3AD203B41FA5}">
                      <a16:colId xmlns:a16="http://schemas.microsoft.com/office/drawing/2014/main" val="290643950"/>
                    </a:ext>
                  </a:extLst>
                </a:gridCol>
                <a:gridCol w="8521382">
                  <a:extLst>
                    <a:ext uri="{9D8B030D-6E8A-4147-A177-3AD203B41FA5}">
                      <a16:colId xmlns:a16="http://schemas.microsoft.com/office/drawing/2014/main" val="4266296177"/>
                    </a:ext>
                  </a:extLst>
                </a:gridCol>
              </a:tblGrid>
              <a:tr h="25231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저하 요인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597928"/>
                  </a:ext>
                </a:extLst>
              </a:tr>
              <a:tr h="105424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GM1</a:t>
                      </a:r>
                      <a:endParaRPr lang="ko-KR" altLang="en-US" sz="12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lang="en-US" altLang="ko-KR" sz="10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9038397"/>
                  </a:ext>
                </a:extLst>
              </a:tr>
              <a:tr h="105424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GM2</a:t>
                      </a:r>
                      <a:endParaRPr lang="ko-KR" altLang="en-US" sz="1200" b="1" baseline="0" dirty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lang="en-US" altLang="ko-KR" sz="10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8685930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AF0B2EF-E0A9-4EBE-8B41-8BAD7EC3E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2086084"/>
              </p:ext>
            </p:extLst>
          </p:nvPr>
        </p:nvGraphicFramePr>
        <p:xfrm>
          <a:off x="318841" y="806419"/>
          <a:ext cx="9273853" cy="3354659"/>
        </p:xfrm>
        <a:graphic>
          <a:graphicData uri="http://schemas.openxmlformats.org/drawingml/2006/table">
            <a:tbl>
              <a:tblPr/>
              <a:tblGrid>
                <a:gridCol w="750757">
                  <a:extLst>
                    <a:ext uri="{9D8B030D-6E8A-4147-A177-3AD203B41FA5}">
                      <a16:colId xmlns:a16="http://schemas.microsoft.com/office/drawing/2014/main" val="290643950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4266296177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3731858589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2186639089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605306161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1538337532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2053242084"/>
                    </a:ext>
                  </a:extLst>
                </a:gridCol>
              </a:tblGrid>
              <a:tr h="26624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생성률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OCR 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인식률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추적률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로딩률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계측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검사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로딩률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설비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보정률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597928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GM1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5975610"/>
                  </a:ext>
                </a:extLst>
              </a:tr>
              <a:tr h="25243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GM2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4245861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MI2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95.5%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92.3%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3635072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MI_LS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6702769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HD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6737516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ST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99.6%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98.5%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64.9%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2123412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HM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98.3%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91.7%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7025427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WA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99.2%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91.9%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94.0%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98.6%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85.8%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84.7%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937356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NA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99.6%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96.4%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581011"/>
                  </a:ext>
                </a:extLst>
              </a:tr>
              <a:tr h="24777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NB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98.4%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85.4%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97.3%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98.1%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90.7%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4549131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OC2 NFF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89.29%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9384130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OC1 2170</a:t>
                      </a:r>
                    </a:p>
                  </a:txBody>
                  <a:tcPr marL="45720" marR="45720" anchor="ctr">
                    <a:lnL w="0">
                      <a:noFill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0"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5877478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31F0486F-90D3-4585-836E-7C0457CCA182}"/>
              </a:ext>
            </a:extLst>
          </p:cNvPr>
          <p:cNvSpPr/>
          <p:nvPr/>
        </p:nvSpPr>
        <p:spPr>
          <a:xfrm>
            <a:off x="7550115" y="568719"/>
            <a:ext cx="180155" cy="180375"/>
          </a:xfrm>
          <a:prstGeom prst="rect">
            <a:avLst/>
          </a:prstGeom>
          <a:solidFill>
            <a:srgbClr val="92D050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289E15CF-A8E5-4FEF-B132-323157673F81}"/>
              </a:ext>
            </a:extLst>
          </p:cNvPr>
          <p:cNvSpPr/>
          <p:nvPr/>
        </p:nvSpPr>
        <p:spPr>
          <a:xfrm>
            <a:off x="773027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99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이상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713C703E-D7BC-4F44-9CFF-D97E15B4A16B}"/>
              </a:ext>
            </a:extLst>
          </p:cNvPr>
          <p:cNvSpPr/>
          <p:nvPr/>
        </p:nvSpPr>
        <p:spPr>
          <a:xfrm>
            <a:off x="8253965" y="568719"/>
            <a:ext cx="180155" cy="180375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DB4C9DCD-EEBA-40BE-A8DC-D4CDA03FA4BA}"/>
              </a:ext>
            </a:extLst>
          </p:cNvPr>
          <p:cNvSpPr/>
          <p:nvPr/>
        </p:nvSpPr>
        <p:spPr>
          <a:xfrm>
            <a:off x="843412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이상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D73341BA-B17B-4F38-A641-A1841F3EFDB4}"/>
              </a:ext>
            </a:extLst>
          </p:cNvPr>
          <p:cNvSpPr/>
          <p:nvPr/>
        </p:nvSpPr>
        <p:spPr>
          <a:xfrm>
            <a:off x="8957815" y="568719"/>
            <a:ext cx="180155" cy="180375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5E012589-70D8-47A8-A6F3-AA43F5C07906}"/>
              </a:ext>
            </a:extLst>
          </p:cNvPr>
          <p:cNvSpPr/>
          <p:nvPr/>
        </p:nvSpPr>
        <p:spPr>
          <a:xfrm>
            <a:off x="913797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미만</a:t>
            </a:r>
          </a:p>
        </p:txBody>
      </p:sp>
      <p:sp>
        <p:nvSpPr>
          <p:cNvPr id="26" name="내용 개체 틀 20">
            <a:extLst>
              <a:ext uri="{FF2B5EF4-FFF2-40B4-BE49-F238E27FC236}">
                <a16:creationId xmlns:a16="http://schemas.microsoft.com/office/drawing/2014/main" id="{134FB4CF-1011-4ABE-96B5-04DC9396EB6E}"/>
              </a:ext>
            </a:extLst>
          </p:cNvPr>
          <p:cNvSpPr txBox="1">
            <a:spLocks/>
          </p:cNvSpPr>
          <p:nvPr/>
        </p:nvSpPr>
        <p:spPr>
          <a:xfrm>
            <a:off x="8938583" y="42377"/>
            <a:ext cx="92333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김지원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AA3DAD0-268A-41C0-9009-DCF8DDB56C9A}"/>
              </a:ext>
            </a:extLst>
          </p:cNvPr>
          <p:cNvSpPr txBox="1"/>
          <p:nvPr/>
        </p:nvSpPr>
        <p:spPr>
          <a:xfrm>
            <a:off x="8417850" y="25060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17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28" name="제목 1">
            <a:extLst>
              <a:ext uri="{FF2B5EF4-FFF2-40B4-BE49-F238E27FC236}">
                <a16:creationId xmlns:a16="http://schemas.microsoft.com/office/drawing/2014/main" id="{823C6CAA-FC35-4FA6-AFC6-BC3AADE3FFD5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395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8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롤맵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지표 현황 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Summary_’25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년 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W51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0A0EE4FD-3288-43CB-A002-14D44EEF3B82}"/>
              </a:ext>
            </a:extLst>
          </p:cNvPr>
          <p:cNvSpPr/>
          <p:nvPr/>
        </p:nvSpPr>
        <p:spPr>
          <a:xfrm>
            <a:off x="318704" y="549441"/>
            <a:ext cx="413911" cy="202499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637939AB-39F7-4E12-B406-1B2A0DF47C90}"/>
              </a:ext>
            </a:extLst>
          </p:cNvPr>
          <p:cNvSpPr txBox="1"/>
          <p:nvPr/>
        </p:nvSpPr>
        <p:spPr>
          <a:xfrm>
            <a:off x="5924681" y="336328"/>
            <a:ext cx="2273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-#25,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7ED2413B-041F-4305-B136-EC324040E025}"/>
              </a:ext>
            </a:extLst>
          </p:cNvPr>
          <p:cNvSpPr txBox="1"/>
          <p:nvPr/>
        </p:nvSpPr>
        <p:spPr>
          <a:xfrm>
            <a:off x="6477718" y="75019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321844601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CC691555-EA8B-4F8C-BACD-A124D5C4FD92}"/>
              </a:ext>
            </a:extLst>
          </p:cNvPr>
          <p:cNvSpPr txBox="1"/>
          <p:nvPr/>
        </p:nvSpPr>
        <p:spPr>
          <a:xfrm>
            <a:off x="5787269" y="6584791"/>
            <a:ext cx="412645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HD, MI_LS, ST, HM, WA, NA, NB, NFF, 2170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지표 저하 요인은 다음 페이지에 있습니다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99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30" name="표 29">
            <a:extLst>
              <a:ext uri="{FF2B5EF4-FFF2-40B4-BE49-F238E27FC236}">
                <a16:creationId xmlns:a16="http://schemas.microsoft.com/office/drawing/2014/main" id="{FD723AF4-8C6A-45D2-91AF-E831F6E1C5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6593671"/>
              </p:ext>
            </p:extLst>
          </p:nvPr>
        </p:nvGraphicFramePr>
        <p:xfrm>
          <a:off x="316003" y="4246604"/>
          <a:ext cx="9273993" cy="2382802"/>
        </p:xfrm>
        <a:graphic>
          <a:graphicData uri="http://schemas.openxmlformats.org/drawingml/2006/table">
            <a:tbl>
              <a:tblPr/>
              <a:tblGrid>
                <a:gridCol w="752611">
                  <a:extLst>
                    <a:ext uri="{9D8B030D-6E8A-4147-A177-3AD203B41FA5}">
                      <a16:colId xmlns:a16="http://schemas.microsoft.com/office/drawing/2014/main" val="290643950"/>
                    </a:ext>
                  </a:extLst>
                </a:gridCol>
                <a:gridCol w="8521382">
                  <a:extLst>
                    <a:ext uri="{9D8B030D-6E8A-4147-A177-3AD203B41FA5}">
                      <a16:colId xmlns:a16="http://schemas.microsoft.com/office/drawing/2014/main" val="4266296177"/>
                    </a:ext>
                  </a:extLst>
                </a:gridCol>
              </a:tblGrid>
              <a:tr h="25231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저하 요인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597928"/>
                  </a:ext>
                </a:extLst>
              </a:tr>
              <a:tr h="210848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baseline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MI2</a:t>
                      </a:r>
                      <a:endParaRPr lang="ko-KR" altLang="en-US" sz="1200" b="1" baseline="0" dirty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MI/MIL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네트워크 이슈로 인해 다빈치 복구 작업중으로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추적률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로딩률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레포트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복구 작업 진행 중</a:t>
                      </a:r>
                      <a:endParaRPr lang="en-US" altLang="ko-KR" sz="10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※OCR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인식률 저하 요인</a:t>
                      </a:r>
                      <a:endParaRPr lang="en-US" altLang="ko-KR" sz="10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-.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롤프레스 음극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4/5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호기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미인식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발생하여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인식률 저하하였습니다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프리스틴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인원통해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미인식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이미지 분류 및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재학습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작업 진행 중입니다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.(~12/19)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보정률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저하 요인</a:t>
                      </a:r>
                      <a:endParaRPr lang="en-US" altLang="ko-KR" sz="10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-.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노칭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공정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재와인더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투입으로 인해 실물 전극 좌우 반전되어 보정 오류 발생 → 시스템 상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노칭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재와인더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공정 투입 시 시스템 상 좌우 반전 여부 검토 중입니다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en-US" altLang="ko-KR" sz="10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9038397"/>
                  </a:ext>
                </a:extLst>
              </a:tr>
            </a:tbl>
          </a:graphicData>
        </a:graphic>
      </p:graphicFrame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D195382E-B745-7546-3648-DEE88079E7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5248457"/>
              </p:ext>
            </p:extLst>
          </p:nvPr>
        </p:nvGraphicFramePr>
        <p:xfrm>
          <a:off x="318841" y="806419"/>
          <a:ext cx="9273853" cy="3354659"/>
        </p:xfrm>
        <a:graphic>
          <a:graphicData uri="http://schemas.openxmlformats.org/drawingml/2006/table">
            <a:tbl>
              <a:tblPr/>
              <a:tblGrid>
                <a:gridCol w="750757">
                  <a:extLst>
                    <a:ext uri="{9D8B030D-6E8A-4147-A177-3AD203B41FA5}">
                      <a16:colId xmlns:a16="http://schemas.microsoft.com/office/drawing/2014/main" val="290643950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4266296177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3731858589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2186639089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605306161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1538337532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2053242084"/>
                    </a:ext>
                  </a:extLst>
                </a:gridCol>
              </a:tblGrid>
              <a:tr h="26624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생성률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OCR 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인식률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추적률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로딩률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계측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검사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로딩률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설비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보정률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597928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GM1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5975610"/>
                  </a:ext>
                </a:extLst>
              </a:tr>
              <a:tr h="25243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GM2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4245861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MI2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95.5%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92.3%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3635072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MI_LS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6702769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HD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6737516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ST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99.6%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98.5%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64.9%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2123412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HM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98.3%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91.7%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7025427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WA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99.2%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91.9%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94.0%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98.6%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85.8%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84.7%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937356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NA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99.6%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96.4%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581011"/>
                  </a:ext>
                </a:extLst>
              </a:tr>
              <a:tr h="24777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NB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85.4%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97.3%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98.1%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90.7%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4549131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OC2 NFF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89.29%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9384130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OC1 2170</a:t>
                      </a:r>
                    </a:p>
                  </a:txBody>
                  <a:tcPr marL="45720" marR="45720" anchor="ctr">
                    <a:lnL w="0">
                      <a:noFill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0"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5877478"/>
                  </a:ext>
                </a:extLst>
              </a:tr>
            </a:tbl>
          </a:graphicData>
        </a:graphic>
      </p:graphicFrame>
      <p:sp>
        <p:nvSpPr>
          <p:cNvPr id="44" name="직사각형 43">
            <a:extLst>
              <a:ext uri="{FF2B5EF4-FFF2-40B4-BE49-F238E27FC236}">
                <a16:creationId xmlns:a16="http://schemas.microsoft.com/office/drawing/2014/main" id="{AA9A20EB-001D-50C2-F3A1-AB64A432E8B2}"/>
              </a:ext>
            </a:extLst>
          </p:cNvPr>
          <p:cNvSpPr/>
          <p:nvPr/>
        </p:nvSpPr>
        <p:spPr>
          <a:xfrm>
            <a:off x="7550115" y="568719"/>
            <a:ext cx="180155" cy="180375"/>
          </a:xfrm>
          <a:prstGeom prst="rect">
            <a:avLst/>
          </a:prstGeom>
          <a:solidFill>
            <a:srgbClr val="92D050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971F37D6-695F-7BCC-65E0-4340651C122F}"/>
              </a:ext>
            </a:extLst>
          </p:cNvPr>
          <p:cNvSpPr/>
          <p:nvPr/>
        </p:nvSpPr>
        <p:spPr>
          <a:xfrm>
            <a:off x="773027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99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이상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C25738BC-484F-5FDF-FCB6-25B2733DCCCA}"/>
              </a:ext>
            </a:extLst>
          </p:cNvPr>
          <p:cNvSpPr/>
          <p:nvPr/>
        </p:nvSpPr>
        <p:spPr>
          <a:xfrm>
            <a:off x="8253965" y="568719"/>
            <a:ext cx="180155" cy="180375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1E1F3A84-B32D-5499-7357-741AC120BE43}"/>
              </a:ext>
            </a:extLst>
          </p:cNvPr>
          <p:cNvSpPr/>
          <p:nvPr/>
        </p:nvSpPr>
        <p:spPr>
          <a:xfrm>
            <a:off x="843412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이상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0F8D70EF-E9E7-B966-B1D3-2F5AD0B9197F}"/>
              </a:ext>
            </a:extLst>
          </p:cNvPr>
          <p:cNvSpPr/>
          <p:nvPr/>
        </p:nvSpPr>
        <p:spPr>
          <a:xfrm>
            <a:off x="8957815" y="568719"/>
            <a:ext cx="180155" cy="180375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A2309617-BCF5-07F9-42CF-9C310BA223D2}"/>
              </a:ext>
            </a:extLst>
          </p:cNvPr>
          <p:cNvSpPr/>
          <p:nvPr/>
        </p:nvSpPr>
        <p:spPr>
          <a:xfrm>
            <a:off x="913797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미만</a:t>
            </a:r>
          </a:p>
        </p:txBody>
      </p:sp>
      <p:sp>
        <p:nvSpPr>
          <p:cNvPr id="50" name="내용 개체 틀 20">
            <a:extLst>
              <a:ext uri="{FF2B5EF4-FFF2-40B4-BE49-F238E27FC236}">
                <a16:creationId xmlns:a16="http://schemas.microsoft.com/office/drawing/2014/main" id="{CBBCF7F4-128A-DB08-037A-A6CD52D9EC75}"/>
              </a:ext>
            </a:extLst>
          </p:cNvPr>
          <p:cNvSpPr txBox="1">
            <a:spLocks/>
          </p:cNvSpPr>
          <p:nvPr/>
        </p:nvSpPr>
        <p:spPr>
          <a:xfrm>
            <a:off x="8938583" y="42377"/>
            <a:ext cx="92333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김지원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7A3B7D2A-F89F-677A-F218-7BFD1B3AFA13}"/>
              </a:ext>
            </a:extLst>
          </p:cNvPr>
          <p:cNvSpPr txBox="1"/>
          <p:nvPr/>
        </p:nvSpPr>
        <p:spPr>
          <a:xfrm>
            <a:off x="8417850" y="25060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12/16 17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52" name="제목 1">
            <a:extLst>
              <a:ext uri="{FF2B5EF4-FFF2-40B4-BE49-F238E27FC236}">
                <a16:creationId xmlns:a16="http://schemas.microsoft.com/office/drawing/2014/main" id="{D1B55520-BE3F-C24A-8E05-F70357898AF4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395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8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롤맵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지표 현황 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Summary_’25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년 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W51</a:t>
            </a:r>
            <a:endParaRPr kumimoji="1" lang="ko-KR" altLang="en-US" sz="1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A77B2292-120F-50B7-F20B-FE6E85A02C7E}"/>
              </a:ext>
            </a:extLst>
          </p:cNvPr>
          <p:cNvSpPr/>
          <p:nvPr/>
        </p:nvSpPr>
        <p:spPr>
          <a:xfrm>
            <a:off x="318704" y="549441"/>
            <a:ext cx="413911" cy="202499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2B59E032-95D9-CA7B-A652-90B57DA430DE}"/>
              </a:ext>
            </a:extLst>
          </p:cNvPr>
          <p:cNvSpPr txBox="1"/>
          <p:nvPr/>
        </p:nvSpPr>
        <p:spPr>
          <a:xfrm>
            <a:off x="5924681" y="336328"/>
            <a:ext cx="2273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-#25,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241786B7-559F-5CE9-90A5-C33C0121915D}"/>
              </a:ext>
            </a:extLst>
          </p:cNvPr>
          <p:cNvSpPr txBox="1"/>
          <p:nvPr/>
        </p:nvSpPr>
        <p:spPr>
          <a:xfrm>
            <a:off x="6477718" y="75019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719476191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CC691555-EA8B-4F8C-BACD-A124D5C4FD92}"/>
              </a:ext>
            </a:extLst>
          </p:cNvPr>
          <p:cNvSpPr txBox="1"/>
          <p:nvPr/>
        </p:nvSpPr>
        <p:spPr>
          <a:xfrm>
            <a:off x="6300230" y="6584791"/>
            <a:ext cx="361349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ST, HM, WA, NA, NB, NFF, 2170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지표 저하 요인은 다음 페이지에 있습니다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99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30" name="표 29">
            <a:extLst>
              <a:ext uri="{FF2B5EF4-FFF2-40B4-BE49-F238E27FC236}">
                <a16:creationId xmlns:a16="http://schemas.microsoft.com/office/drawing/2014/main" id="{C0F93F35-42AD-20F8-E91F-7F9106DB2E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3306958"/>
              </p:ext>
            </p:extLst>
          </p:nvPr>
        </p:nvGraphicFramePr>
        <p:xfrm>
          <a:off x="316003" y="4246604"/>
          <a:ext cx="9273993" cy="2382802"/>
        </p:xfrm>
        <a:graphic>
          <a:graphicData uri="http://schemas.openxmlformats.org/drawingml/2006/table">
            <a:tbl>
              <a:tblPr/>
              <a:tblGrid>
                <a:gridCol w="752611">
                  <a:extLst>
                    <a:ext uri="{9D8B030D-6E8A-4147-A177-3AD203B41FA5}">
                      <a16:colId xmlns:a16="http://schemas.microsoft.com/office/drawing/2014/main" val="290643950"/>
                    </a:ext>
                  </a:extLst>
                </a:gridCol>
                <a:gridCol w="8521382">
                  <a:extLst>
                    <a:ext uri="{9D8B030D-6E8A-4147-A177-3AD203B41FA5}">
                      <a16:colId xmlns:a16="http://schemas.microsoft.com/office/drawing/2014/main" val="4266296177"/>
                    </a:ext>
                  </a:extLst>
                </a:gridCol>
              </a:tblGrid>
              <a:tr h="25231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저하 요인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597928"/>
                  </a:ext>
                </a:extLst>
              </a:tr>
              <a:tr h="105424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baseline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MI_LS</a:t>
                      </a:r>
                      <a:endParaRPr lang="ko-KR" altLang="en-US" sz="1200" b="1" baseline="0" dirty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(W51)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특이사항 없습니다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9038397"/>
                  </a:ext>
                </a:extLst>
              </a:tr>
              <a:tr h="105424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HD</a:t>
                      </a:r>
                      <a:endParaRPr lang="ko-KR" altLang="en-US" sz="12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(W51)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설비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Test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중으로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정상 생산 없습니다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8685930"/>
                  </a:ext>
                </a:extLst>
              </a:tr>
            </a:tbl>
          </a:graphicData>
        </a:graphic>
      </p:graphicFrame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F5146031-6FE6-E3F0-67EF-7CE174CB73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5589351"/>
              </p:ext>
            </p:extLst>
          </p:nvPr>
        </p:nvGraphicFramePr>
        <p:xfrm>
          <a:off x="318841" y="806419"/>
          <a:ext cx="9273853" cy="3354659"/>
        </p:xfrm>
        <a:graphic>
          <a:graphicData uri="http://schemas.openxmlformats.org/drawingml/2006/table">
            <a:tbl>
              <a:tblPr/>
              <a:tblGrid>
                <a:gridCol w="750757">
                  <a:extLst>
                    <a:ext uri="{9D8B030D-6E8A-4147-A177-3AD203B41FA5}">
                      <a16:colId xmlns:a16="http://schemas.microsoft.com/office/drawing/2014/main" val="290643950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4266296177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3731858589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2186639089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605306161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1538337532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2053242084"/>
                    </a:ext>
                  </a:extLst>
                </a:gridCol>
              </a:tblGrid>
              <a:tr h="26624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생성률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OCR 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인식률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추적률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로딩률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계측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검사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로딩률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설비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보정률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597928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GM1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5975610"/>
                  </a:ext>
                </a:extLst>
              </a:tr>
              <a:tr h="25243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GM2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4245861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MI2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95.5%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92.3%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3635072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MI_LS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6702769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HD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6737516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ST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99.6%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98.5%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64.9%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2123412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HM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98.3%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91.7%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7025427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WA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99.2%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91.9%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94.0%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98.6%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85.8%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84.7%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937356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NA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99.6%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96.4%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581011"/>
                  </a:ext>
                </a:extLst>
              </a:tr>
              <a:tr h="24777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NB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85.4%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97.3%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98.1%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90.7%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4549131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OC2 NFF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89.29%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9384130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OC1 2170</a:t>
                      </a:r>
                    </a:p>
                  </a:txBody>
                  <a:tcPr marL="45720" marR="45720" anchor="ctr">
                    <a:lnL w="0">
                      <a:noFill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0"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5877478"/>
                  </a:ext>
                </a:extLst>
              </a:tr>
            </a:tbl>
          </a:graphicData>
        </a:graphic>
      </p:graphicFrame>
      <p:sp>
        <p:nvSpPr>
          <p:cNvPr id="44" name="직사각형 43">
            <a:extLst>
              <a:ext uri="{FF2B5EF4-FFF2-40B4-BE49-F238E27FC236}">
                <a16:creationId xmlns:a16="http://schemas.microsoft.com/office/drawing/2014/main" id="{BDC77832-966F-75BE-625D-2A30E8A27017}"/>
              </a:ext>
            </a:extLst>
          </p:cNvPr>
          <p:cNvSpPr/>
          <p:nvPr/>
        </p:nvSpPr>
        <p:spPr>
          <a:xfrm>
            <a:off x="7550115" y="568719"/>
            <a:ext cx="180155" cy="180375"/>
          </a:xfrm>
          <a:prstGeom prst="rect">
            <a:avLst/>
          </a:prstGeom>
          <a:solidFill>
            <a:srgbClr val="92D050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4A1D8AD0-9B57-9BBB-C364-2D756E3C5128}"/>
              </a:ext>
            </a:extLst>
          </p:cNvPr>
          <p:cNvSpPr/>
          <p:nvPr/>
        </p:nvSpPr>
        <p:spPr>
          <a:xfrm>
            <a:off x="773027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99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이상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0F4E4E8-AB7E-7348-9772-A5DAD541791C}"/>
              </a:ext>
            </a:extLst>
          </p:cNvPr>
          <p:cNvSpPr/>
          <p:nvPr/>
        </p:nvSpPr>
        <p:spPr>
          <a:xfrm>
            <a:off x="8253965" y="568719"/>
            <a:ext cx="180155" cy="180375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97041CA-0C39-0CF4-EFE1-0B6D80DED4E8}"/>
              </a:ext>
            </a:extLst>
          </p:cNvPr>
          <p:cNvSpPr/>
          <p:nvPr/>
        </p:nvSpPr>
        <p:spPr>
          <a:xfrm>
            <a:off x="843412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이상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B2479C8E-6904-54A4-A536-E51911688601}"/>
              </a:ext>
            </a:extLst>
          </p:cNvPr>
          <p:cNvSpPr/>
          <p:nvPr/>
        </p:nvSpPr>
        <p:spPr>
          <a:xfrm>
            <a:off x="8957815" y="568719"/>
            <a:ext cx="180155" cy="180375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6EDECFB-17DD-EDA6-7F7C-8AC1C71047CB}"/>
              </a:ext>
            </a:extLst>
          </p:cNvPr>
          <p:cNvSpPr/>
          <p:nvPr/>
        </p:nvSpPr>
        <p:spPr>
          <a:xfrm>
            <a:off x="913797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미만</a:t>
            </a:r>
          </a:p>
        </p:txBody>
      </p:sp>
      <p:sp>
        <p:nvSpPr>
          <p:cNvPr id="50" name="내용 개체 틀 20">
            <a:extLst>
              <a:ext uri="{FF2B5EF4-FFF2-40B4-BE49-F238E27FC236}">
                <a16:creationId xmlns:a16="http://schemas.microsoft.com/office/drawing/2014/main" id="{A31E5D93-F757-0A09-594B-261875C30AE2}"/>
              </a:ext>
            </a:extLst>
          </p:cNvPr>
          <p:cNvSpPr txBox="1">
            <a:spLocks/>
          </p:cNvSpPr>
          <p:nvPr/>
        </p:nvSpPr>
        <p:spPr>
          <a:xfrm>
            <a:off x="8938583" y="42377"/>
            <a:ext cx="92333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김지원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56684C24-DD18-C8AF-E2BB-A976E3300579}"/>
              </a:ext>
            </a:extLst>
          </p:cNvPr>
          <p:cNvSpPr txBox="1"/>
          <p:nvPr/>
        </p:nvSpPr>
        <p:spPr>
          <a:xfrm>
            <a:off x="8417850" y="25060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12/16 17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52" name="제목 1">
            <a:extLst>
              <a:ext uri="{FF2B5EF4-FFF2-40B4-BE49-F238E27FC236}">
                <a16:creationId xmlns:a16="http://schemas.microsoft.com/office/drawing/2014/main" id="{1F16BEF7-260B-E48F-245E-6F874DB9C8D5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395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8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롤맵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지표 현황 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Summary_’25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년 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W51</a:t>
            </a:r>
            <a:endParaRPr kumimoji="1" lang="ko-KR" altLang="en-US" sz="1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914CFFE6-8883-70D0-B69E-A2B7F4D7A7A6}"/>
              </a:ext>
            </a:extLst>
          </p:cNvPr>
          <p:cNvSpPr/>
          <p:nvPr/>
        </p:nvSpPr>
        <p:spPr>
          <a:xfrm>
            <a:off x="318704" y="549441"/>
            <a:ext cx="413911" cy="202499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46DBF5BE-B36D-3F8C-D89A-54CB55CF357F}"/>
              </a:ext>
            </a:extLst>
          </p:cNvPr>
          <p:cNvSpPr txBox="1"/>
          <p:nvPr/>
        </p:nvSpPr>
        <p:spPr>
          <a:xfrm>
            <a:off x="5924681" y="336328"/>
            <a:ext cx="2273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-#25,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C4110F83-3318-5515-4454-A11DC98B2A89}"/>
              </a:ext>
            </a:extLst>
          </p:cNvPr>
          <p:cNvSpPr txBox="1"/>
          <p:nvPr/>
        </p:nvSpPr>
        <p:spPr>
          <a:xfrm>
            <a:off x="6477718" y="75019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1357361098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CC691555-EA8B-4F8C-BACD-A124D5C4FD92}"/>
              </a:ext>
            </a:extLst>
          </p:cNvPr>
          <p:cNvSpPr txBox="1"/>
          <p:nvPr/>
        </p:nvSpPr>
        <p:spPr>
          <a:xfrm>
            <a:off x="6471752" y="6584791"/>
            <a:ext cx="344196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HM, WA, NA, NB, NFF, 2170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지표 저하 요인은 다음 페이지에 있습니다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99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30" name="표 29">
            <a:extLst>
              <a:ext uri="{FF2B5EF4-FFF2-40B4-BE49-F238E27FC236}">
                <a16:creationId xmlns:a16="http://schemas.microsoft.com/office/drawing/2014/main" id="{FD723AF4-8C6A-45D2-91AF-E831F6E1C5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1876316"/>
              </p:ext>
            </p:extLst>
          </p:nvPr>
        </p:nvGraphicFramePr>
        <p:xfrm>
          <a:off x="316003" y="4246604"/>
          <a:ext cx="9273993" cy="2382802"/>
        </p:xfrm>
        <a:graphic>
          <a:graphicData uri="http://schemas.openxmlformats.org/drawingml/2006/table">
            <a:tbl>
              <a:tblPr/>
              <a:tblGrid>
                <a:gridCol w="752611">
                  <a:extLst>
                    <a:ext uri="{9D8B030D-6E8A-4147-A177-3AD203B41FA5}">
                      <a16:colId xmlns:a16="http://schemas.microsoft.com/office/drawing/2014/main" val="290643950"/>
                    </a:ext>
                  </a:extLst>
                </a:gridCol>
                <a:gridCol w="8521382">
                  <a:extLst>
                    <a:ext uri="{9D8B030D-6E8A-4147-A177-3AD203B41FA5}">
                      <a16:colId xmlns:a16="http://schemas.microsoft.com/office/drawing/2014/main" val="4266296177"/>
                    </a:ext>
                  </a:extLst>
                </a:gridCol>
              </a:tblGrid>
              <a:tr h="25231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저하 요인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597928"/>
                  </a:ext>
                </a:extLst>
              </a:tr>
              <a:tr h="210848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baseline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ST</a:t>
                      </a:r>
                      <a:endParaRPr lang="ko-KR" altLang="en-US" sz="1200" b="1" baseline="0" dirty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※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보정률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저하 요인</a:t>
                      </a:r>
                      <a:endParaRPr lang="en-US" altLang="ko-KR" sz="10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1.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라미공정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기준점 인식좌표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0.3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이상으로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보정률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저하하였습니다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</a:p>
                    <a:p>
                      <a:pPr marL="0" marR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(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라미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1-3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호 특히 하락하여 집중 모니터링 중입니다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※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추적률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로딩률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저하요인</a:t>
                      </a:r>
                      <a:endParaRPr lang="en-US" altLang="ko-KR" sz="10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1.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로딩률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설비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코터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설비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Data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보고 다빈치상 누락 발생하고 있어 </a:t>
                      </a:r>
                      <a:r>
                        <a:rPr lang="en-US" altLang="ko-KR" sz="10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eIoT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→ 다빈치 보고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Table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 중입니다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.(~12/26)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2.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추적률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오버레이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오생성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된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Lot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라미공정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투입되어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추적률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저하하였습니다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9038397"/>
                  </a:ext>
                </a:extLst>
              </a:tr>
            </a:tbl>
          </a:graphicData>
        </a:graphic>
      </p:graphicFrame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0392B92C-4665-6FFE-582D-8022116186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5127794"/>
              </p:ext>
            </p:extLst>
          </p:nvPr>
        </p:nvGraphicFramePr>
        <p:xfrm>
          <a:off x="318841" y="806419"/>
          <a:ext cx="9273853" cy="3354659"/>
        </p:xfrm>
        <a:graphic>
          <a:graphicData uri="http://schemas.openxmlformats.org/drawingml/2006/table">
            <a:tbl>
              <a:tblPr/>
              <a:tblGrid>
                <a:gridCol w="750757">
                  <a:extLst>
                    <a:ext uri="{9D8B030D-6E8A-4147-A177-3AD203B41FA5}">
                      <a16:colId xmlns:a16="http://schemas.microsoft.com/office/drawing/2014/main" val="290643950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4266296177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3731858589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2186639089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605306161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1538337532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2053242084"/>
                    </a:ext>
                  </a:extLst>
                </a:gridCol>
              </a:tblGrid>
              <a:tr h="26624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생성률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OCR 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인식률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추적률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로딩률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계측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검사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로딩률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설비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보정률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597928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GM1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5975610"/>
                  </a:ext>
                </a:extLst>
              </a:tr>
              <a:tr h="25243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GM2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4245861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MI2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95.5%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92.3%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3635072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MI_LS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6702769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HD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6737516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ST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99.6%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98.5%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64.9%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2123412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HM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98.3%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91.7%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7025427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WA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99.2%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91.9%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94.0%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98.6%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85.8%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84.7%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937356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NA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99.6%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96.4%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581011"/>
                  </a:ext>
                </a:extLst>
              </a:tr>
              <a:tr h="24777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NB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85.4%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97.3%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98.1%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90.7%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4549131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OC2 NFF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89.29%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9384130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OC1 2170</a:t>
                      </a:r>
                    </a:p>
                  </a:txBody>
                  <a:tcPr marL="45720" marR="45720" anchor="ctr">
                    <a:lnL w="0">
                      <a:noFill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0"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5877478"/>
                  </a:ext>
                </a:extLst>
              </a:tr>
            </a:tbl>
          </a:graphicData>
        </a:graphic>
      </p:graphicFrame>
      <p:sp>
        <p:nvSpPr>
          <p:cNvPr id="44" name="직사각형 43">
            <a:extLst>
              <a:ext uri="{FF2B5EF4-FFF2-40B4-BE49-F238E27FC236}">
                <a16:creationId xmlns:a16="http://schemas.microsoft.com/office/drawing/2014/main" id="{671A06FE-1383-7AB1-4283-F0204D207055}"/>
              </a:ext>
            </a:extLst>
          </p:cNvPr>
          <p:cNvSpPr/>
          <p:nvPr/>
        </p:nvSpPr>
        <p:spPr>
          <a:xfrm>
            <a:off x="7550115" y="568719"/>
            <a:ext cx="180155" cy="180375"/>
          </a:xfrm>
          <a:prstGeom prst="rect">
            <a:avLst/>
          </a:prstGeom>
          <a:solidFill>
            <a:srgbClr val="92D050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BBDE49F-A51B-DFCD-A296-625A7881E08F}"/>
              </a:ext>
            </a:extLst>
          </p:cNvPr>
          <p:cNvSpPr/>
          <p:nvPr/>
        </p:nvSpPr>
        <p:spPr>
          <a:xfrm>
            <a:off x="773027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99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이상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A89A54A-7305-1875-CD92-BD1DE56987FB}"/>
              </a:ext>
            </a:extLst>
          </p:cNvPr>
          <p:cNvSpPr/>
          <p:nvPr/>
        </p:nvSpPr>
        <p:spPr>
          <a:xfrm>
            <a:off x="8253965" y="568719"/>
            <a:ext cx="180155" cy="180375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CB876849-AEA2-8A83-E846-C76A8954D6BB}"/>
              </a:ext>
            </a:extLst>
          </p:cNvPr>
          <p:cNvSpPr/>
          <p:nvPr/>
        </p:nvSpPr>
        <p:spPr>
          <a:xfrm>
            <a:off x="843412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이상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4A3546F6-6BE0-D507-B232-ED9DF891A8E2}"/>
              </a:ext>
            </a:extLst>
          </p:cNvPr>
          <p:cNvSpPr/>
          <p:nvPr/>
        </p:nvSpPr>
        <p:spPr>
          <a:xfrm>
            <a:off x="8957815" y="568719"/>
            <a:ext cx="180155" cy="180375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8C39DDA-FABA-FDC3-C8FA-8C0419158321}"/>
              </a:ext>
            </a:extLst>
          </p:cNvPr>
          <p:cNvSpPr/>
          <p:nvPr/>
        </p:nvSpPr>
        <p:spPr>
          <a:xfrm>
            <a:off x="913797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미만</a:t>
            </a:r>
          </a:p>
        </p:txBody>
      </p:sp>
      <p:sp>
        <p:nvSpPr>
          <p:cNvPr id="50" name="내용 개체 틀 20">
            <a:extLst>
              <a:ext uri="{FF2B5EF4-FFF2-40B4-BE49-F238E27FC236}">
                <a16:creationId xmlns:a16="http://schemas.microsoft.com/office/drawing/2014/main" id="{B935A662-78DE-BF47-6999-064ACDD7F275}"/>
              </a:ext>
            </a:extLst>
          </p:cNvPr>
          <p:cNvSpPr txBox="1">
            <a:spLocks/>
          </p:cNvSpPr>
          <p:nvPr/>
        </p:nvSpPr>
        <p:spPr>
          <a:xfrm>
            <a:off x="8938583" y="42377"/>
            <a:ext cx="92333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김지원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19F0D650-B596-B86B-2349-C2133667EB94}"/>
              </a:ext>
            </a:extLst>
          </p:cNvPr>
          <p:cNvSpPr txBox="1"/>
          <p:nvPr/>
        </p:nvSpPr>
        <p:spPr>
          <a:xfrm>
            <a:off x="8417850" y="25060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12/16 17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52" name="제목 1">
            <a:extLst>
              <a:ext uri="{FF2B5EF4-FFF2-40B4-BE49-F238E27FC236}">
                <a16:creationId xmlns:a16="http://schemas.microsoft.com/office/drawing/2014/main" id="{523C32CC-4CF8-F3ED-9382-6C916696B3B7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395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8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롤맵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지표 현황 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Summary_’25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년 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W51</a:t>
            </a:r>
            <a:endParaRPr kumimoji="1" lang="ko-KR" altLang="en-US" sz="1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A0722E1D-C54B-0F2D-F650-7F9F4F140CEC}"/>
              </a:ext>
            </a:extLst>
          </p:cNvPr>
          <p:cNvSpPr/>
          <p:nvPr/>
        </p:nvSpPr>
        <p:spPr>
          <a:xfrm>
            <a:off x="318704" y="549441"/>
            <a:ext cx="413911" cy="202499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7DEA936D-510A-E804-E5CC-7CC33AD275E3}"/>
              </a:ext>
            </a:extLst>
          </p:cNvPr>
          <p:cNvSpPr txBox="1"/>
          <p:nvPr/>
        </p:nvSpPr>
        <p:spPr>
          <a:xfrm>
            <a:off x="5924681" y="336328"/>
            <a:ext cx="2273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-#25,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ED468257-41DE-49EA-C504-96118E3389E5}"/>
              </a:ext>
            </a:extLst>
          </p:cNvPr>
          <p:cNvSpPr txBox="1"/>
          <p:nvPr/>
        </p:nvSpPr>
        <p:spPr>
          <a:xfrm>
            <a:off x="6477718" y="75019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275654207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CC691555-EA8B-4F8C-BACD-A124D5C4FD92}"/>
              </a:ext>
            </a:extLst>
          </p:cNvPr>
          <p:cNvSpPr txBox="1"/>
          <p:nvPr/>
        </p:nvSpPr>
        <p:spPr>
          <a:xfrm>
            <a:off x="6670524" y="6584791"/>
            <a:ext cx="324319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WA, NA, NB, NFF, 2170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지표 저하 요인은 다음 페이지에 있습니다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99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7FFF4CDA-4E52-5355-C1C4-035B2B6F19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2745311"/>
              </p:ext>
            </p:extLst>
          </p:nvPr>
        </p:nvGraphicFramePr>
        <p:xfrm>
          <a:off x="316003" y="4246604"/>
          <a:ext cx="9273993" cy="2382802"/>
        </p:xfrm>
        <a:graphic>
          <a:graphicData uri="http://schemas.openxmlformats.org/drawingml/2006/table">
            <a:tbl>
              <a:tblPr/>
              <a:tblGrid>
                <a:gridCol w="752611">
                  <a:extLst>
                    <a:ext uri="{9D8B030D-6E8A-4147-A177-3AD203B41FA5}">
                      <a16:colId xmlns:a16="http://schemas.microsoft.com/office/drawing/2014/main" val="290643950"/>
                    </a:ext>
                  </a:extLst>
                </a:gridCol>
                <a:gridCol w="8521382">
                  <a:extLst>
                    <a:ext uri="{9D8B030D-6E8A-4147-A177-3AD203B41FA5}">
                      <a16:colId xmlns:a16="http://schemas.microsoft.com/office/drawing/2014/main" val="4266296177"/>
                    </a:ext>
                  </a:extLst>
                </a:gridCol>
              </a:tblGrid>
              <a:tr h="25231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저하 요인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597928"/>
                  </a:ext>
                </a:extLst>
              </a:tr>
              <a:tr h="210848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HM</a:t>
                      </a:r>
                      <a:endParaRPr lang="ko-KR" altLang="en-US" sz="1200" b="1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※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추적률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&amp;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보정률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 저하 요인</a:t>
                      </a:r>
                      <a:b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1. SPC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시스템 內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최외각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구간 연신 로직 오류로 인해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보정이 정상적으로 이루어지지 않고 있어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보정률이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저하되었습니다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.(10/28 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수정 배포 완료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2. PET 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길이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과보고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시 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MES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에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삭제 로직이 존재하는데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동시접합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(=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언와인더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리와인더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컷이 동일한 생산 방식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인 경우 해당 로직이 적용되지 않아 배포 요청하였습니다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   (~’25.12)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3. 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시스템 배포 시간 차이로 인해 롤프레스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슬리터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공정 투입 정보 오류가 발생하여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노칭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공정에서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롤맵이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생성되지 않아 시스템 팀 통해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재적재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진행하였습니다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.(11/24)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9038397"/>
                  </a:ext>
                </a:extLst>
              </a:tr>
            </a:tbl>
          </a:graphicData>
        </a:graphic>
      </p:graphicFrame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7AF46187-A097-6E2C-D8CB-A4D55A7CB7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0527899"/>
              </p:ext>
            </p:extLst>
          </p:nvPr>
        </p:nvGraphicFramePr>
        <p:xfrm>
          <a:off x="318841" y="806419"/>
          <a:ext cx="9273853" cy="3354659"/>
        </p:xfrm>
        <a:graphic>
          <a:graphicData uri="http://schemas.openxmlformats.org/drawingml/2006/table">
            <a:tbl>
              <a:tblPr/>
              <a:tblGrid>
                <a:gridCol w="750757">
                  <a:extLst>
                    <a:ext uri="{9D8B030D-6E8A-4147-A177-3AD203B41FA5}">
                      <a16:colId xmlns:a16="http://schemas.microsoft.com/office/drawing/2014/main" val="290643950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4266296177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3731858589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2186639089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605306161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1538337532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2053242084"/>
                    </a:ext>
                  </a:extLst>
                </a:gridCol>
              </a:tblGrid>
              <a:tr h="26624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생성률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OCR 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인식률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추적률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로딩률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계측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검사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로딩률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설비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보정률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597928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GM1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5975610"/>
                  </a:ext>
                </a:extLst>
              </a:tr>
              <a:tr h="25243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GM2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4245861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MI2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95.5%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92.3%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3635072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MI_LS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6702769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HD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6737516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ST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99.6%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98.5%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64.9%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2123412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HM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98.3%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91.7%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7025427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WA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99.2%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91.9%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94.0%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98.6%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85.8%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84.7%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937356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NA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99.6%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96.4%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581011"/>
                  </a:ext>
                </a:extLst>
              </a:tr>
              <a:tr h="24777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NB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85.4%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97.3%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98.1%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90.7%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4549131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OC2 NFF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89.29%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9384130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OC1 2170</a:t>
                      </a:r>
                    </a:p>
                  </a:txBody>
                  <a:tcPr marL="45720" marR="45720" anchor="ctr">
                    <a:lnL w="0">
                      <a:noFill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0"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5877478"/>
                  </a:ext>
                </a:extLst>
              </a:tr>
            </a:tbl>
          </a:graphicData>
        </a:graphic>
      </p:graphicFrame>
      <p:sp>
        <p:nvSpPr>
          <p:cNvPr id="44" name="직사각형 43">
            <a:extLst>
              <a:ext uri="{FF2B5EF4-FFF2-40B4-BE49-F238E27FC236}">
                <a16:creationId xmlns:a16="http://schemas.microsoft.com/office/drawing/2014/main" id="{57FC2362-930A-8274-369B-2F893E736A26}"/>
              </a:ext>
            </a:extLst>
          </p:cNvPr>
          <p:cNvSpPr/>
          <p:nvPr/>
        </p:nvSpPr>
        <p:spPr>
          <a:xfrm>
            <a:off x="7550115" y="568719"/>
            <a:ext cx="180155" cy="180375"/>
          </a:xfrm>
          <a:prstGeom prst="rect">
            <a:avLst/>
          </a:prstGeom>
          <a:solidFill>
            <a:srgbClr val="92D050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A3C48B57-A063-D663-5755-52663E09A5B4}"/>
              </a:ext>
            </a:extLst>
          </p:cNvPr>
          <p:cNvSpPr/>
          <p:nvPr/>
        </p:nvSpPr>
        <p:spPr>
          <a:xfrm>
            <a:off x="773027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99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이상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94F36B69-A183-220F-3097-87978EF4B556}"/>
              </a:ext>
            </a:extLst>
          </p:cNvPr>
          <p:cNvSpPr/>
          <p:nvPr/>
        </p:nvSpPr>
        <p:spPr>
          <a:xfrm>
            <a:off x="8253965" y="568719"/>
            <a:ext cx="180155" cy="180375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B41911F-BF49-8882-B7C5-F5A3320EF46A}"/>
              </a:ext>
            </a:extLst>
          </p:cNvPr>
          <p:cNvSpPr/>
          <p:nvPr/>
        </p:nvSpPr>
        <p:spPr>
          <a:xfrm>
            <a:off x="843412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이상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3F64C190-45FD-D864-56AA-22FED29C91DB}"/>
              </a:ext>
            </a:extLst>
          </p:cNvPr>
          <p:cNvSpPr/>
          <p:nvPr/>
        </p:nvSpPr>
        <p:spPr>
          <a:xfrm>
            <a:off x="8957815" y="568719"/>
            <a:ext cx="180155" cy="180375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FA3A4C44-09C4-4605-97D6-99B48AA48003}"/>
              </a:ext>
            </a:extLst>
          </p:cNvPr>
          <p:cNvSpPr/>
          <p:nvPr/>
        </p:nvSpPr>
        <p:spPr>
          <a:xfrm>
            <a:off x="913797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미만</a:t>
            </a:r>
          </a:p>
        </p:txBody>
      </p:sp>
      <p:sp>
        <p:nvSpPr>
          <p:cNvPr id="50" name="내용 개체 틀 20">
            <a:extLst>
              <a:ext uri="{FF2B5EF4-FFF2-40B4-BE49-F238E27FC236}">
                <a16:creationId xmlns:a16="http://schemas.microsoft.com/office/drawing/2014/main" id="{60011845-C1DE-72BE-E3F1-F3131A4CFF08}"/>
              </a:ext>
            </a:extLst>
          </p:cNvPr>
          <p:cNvSpPr txBox="1">
            <a:spLocks/>
          </p:cNvSpPr>
          <p:nvPr/>
        </p:nvSpPr>
        <p:spPr>
          <a:xfrm>
            <a:off x="8938583" y="42377"/>
            <a:ext cx="92333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김지원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510A6AD5-D2AF-3292-F493-9BD39CD200E5}"/>
              </a:ext>
            </a:extLst>
          </p:cNvPr>
          <p:cNvSpPr txBox="1"/>
          <p:nvPr/>
        </p:nvSpPr>
        <p:spPr>
          <a:xfrm>
            <a:off x="8417850" y="25060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12/16 17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52" name="제목 1">
            <a:extLst>
              <a:ext uri="{FF2B5EF4-FFF2-40B4-BE49-F238E27FC236}">
                <a16:creationId xmlns:a16="http://schemas.microsoft.com/office/drawing/2014/main" id="{434F6BE1-DC92-F094-944F-478B1821C3AE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395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8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롤맵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지표 현황 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Summary_’25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년 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W51</a:t>
            </a:r>
            <a:endParaRPr kumimoji="1" lang="ko-KR" altLang="en-US" sz="1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6045A5CB-7F4F-63D6-04D0-F781E7EB11A4}"/>
              </a:ext>
            </a:extLst>
          </p:cNvPr>
          <p:cNvSpPr/>
          <p:nvPr/>
        </p:nvSpPr>
        <p:spPr>
          <a:xfrm>
            <a:off x="318704" y="549441"/>
            <a:ext cx="413911" cy="202499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9DE11E1B-4125-2FC1-0ADB-39D76652A5FB}"/>
              </a:ext>
            </a:extLst>
          </p:cNvPr>
          <p:cNvSpPr txBox="1"/>
          <p:nvPr/>
        </p:nvSpPr>
        <p:spPr>
          <a:xfrm>
            <a:off x="5924681" y="336328"/>
            <a:ext cx="2273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-#25,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170203EE-834C-6001-0F34-F2C7FCC8F2A4}"/>
              </a:ext>
            </a:extLst>
          </p:cNvPr>
          <p:cNvSpPr txBox="1"/>
          <p:nvPr/>
        </p:nvSpPr>
        <p:spPr>
          <a:xfrm>
            <a:off x="6477718" y="75019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1685760430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CC691555-EA8B-4F8C-BACD-A124D5C4FD92}"/>
              </a:ext>
            </a:extLst>
          </p:cNvPr>
          <p:cNvSpPr txBox="1"/>
          <p:nvPr/>
        </p:nvSpPr>
        <p:spPr>
          <a:xfrm>
            <a:off x="6874105" y="6593669"/>
            <a:ext cx="303961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NA, NB, NFF, 2170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지표 저하 요인은 다음 페이지에 있습니다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99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6DAA28A2-120D-B4E0-EC0F-990857EFD2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5680649"/>
              </p:ext>
            </p:extLst>
          </p:nvPr>
        </p:nvGraphicFramePr>
        <p:xfrm>
          <a:off x="316003" y="4246604"/>
          <a:ext cx="9273993" cy="2382802"/>
        </p:xfrm>
        <a:graphic>
          <a:graphicData uri="http://schemas.openxmlformats.org/drawingml/2006/table">
            <a:tbl>
              <a:tblPr/>
              <a:tblGrid>
                <a:gridCol w="752611">
                  <a:extLst>
                    <a:ext uri="{9D8B030D-6E8A-4147-A177-3AD203B41FA5}">
                      <a16:colId xmlns:a16="http://schemas.microsoft.com/office/drawing/2014/main" val="290643950"/>
                    </a:ext>
                  </a:extLst>
                </a:gridCol>
                <a:gridCol w="8521382">
                  <a:extLst>
                    <a:ext uri="{9D8B030D-6E8A-4147-A177-3AD203B41FA5}">
                      <a16:colId xmlns:a16="http://schemas.microsoft.com/office/drawing/2014/main" val="4266296177"/>
                    </a:ext>
                  </a:extLst>
                </a:gridCol>
              </a:tblGrid>
              <a:tr h="25231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저하 요인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597928"/>
                  </a:ext>
                </a:extLst>
              </a:tr>
              <a:tr h="210848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WA</a:t>
                      </a:r>
                      <a:endParaRPr lang="ko-KR" altLang="en-US" sz="12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5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※ Data </a:t>
                      </a:r>
                      <a:r>
                        <a:rPr lang="ko-KR" altLang="en-US" sz="95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부하 문제로 </a:t>
                      </a:r>
                      <a:r>
                        <a:rPr lang="en-US" altLang="ko-KR" sz="95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25</a:t>
                      </a:r>
                      <a:r>
                        <a:rPr lang="ko-KR" altLang="en-US" sz="95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라인 대상으로 </a:t>
                      </a:r>
                      <a:r>
                        <a:rPr lang="en-US" altLang="ko-KR" sz="95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Sampling</a:t>
                      </a:r>
                      <a:r>
                        <a:rPr lang="ko-KR" altLang="en-US" sz="95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하여 지표 산출하였습니다</a:t>
                      </a:r>
                      <a:r>
                        <a:rPr lang="en-US" altLang="ko-KR" sz="950" b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5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※ OCR </a:t>
                      </a:r>
                      <a:r>
                        <a:rPr lang="ko-KR" altLang="en-US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인식률 저하 요인</a:t>
                      </a:r>
                      <a:endParaRPr lang="en-US" altLang="ko-KR" sz="95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1. </a:t>
                      </a:r>
                      <a:r>
                        <a:rPr lang="ko-KR" altLang="en-US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롤프레스 </a:t>
                      </a: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 </a:t>
                      </a:r>
                      <a:r>
                        <a:rPr lang="ko-KR" altLang="en-US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슬리터</a:t>
                      </a: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공정</a:t>
                      </a: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96~98%</a:t>
                      </a:r>
                      <a:r>
                        <a:rPr lang="ko-KR" altLang="en-US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까지 개선 이후</a:t>
                      </a: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모니터링 진행 중이며</a:t>
                      </a: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노칭 </a:t>
                      </a: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 </a:t>
                      </a:r>
                      <a:r>
                        <a:rPr lang="ko-KR" altLang="en-US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라미 공정 평균 인식률 </a:t>
                      </a: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85~90% </a:t>
                      </a:r>
                      <a:r>
                        <a:rPr lang="ko-KR" altLang="en-US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수준으로 저조한 설비 개선 진행 중입니다</a:t>
                      </a: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(</a:t>
                      </a:r>
                      <a:r>
                        <a:rPr lang="ko-KR" altLang="en-US" sz="950" u="sng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매주</a:t>
                      </a: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5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※ </a:t>
                      </a:r>
                      <a:r>
                        <a:rPr lang="ko-KR" altLang="en-US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추적률 저하 요인</a:t>
                      </a:r>
                      <a:endParaRPr lang="en-US" altLang="ko-KR" sz="95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1. </a:t>
                      </a:r>
                      <a:r>
                        <a:rPr lang="ko-KR" altLang="en-US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노칭 투입 이후 재와인딩에 투입되면서 좌표의 순서가 반전되어 기준점 비정상 보정되었습니다</a:t>
                      </a: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95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노칭 투입 이후 재와인딩도 보정에 반영될 수 있도록 시스템 개선 예정 </a:t>
                      </a:r>
                      <a:r>
                        <a:rPr lang="en-US" altLang="ko-KR" sz="95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(~’26</a:t>
                      </a:r>
                      <a:r>
                        <a:rPr lang="ko-KR" altLang="en-US" sz="95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년</a:t>
                      </a:r>
                      <a:r>
                        <a:rPr lang="en-US" altLang="ko-KR" sz="95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5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※ </a:t>
                      </a:r>
                      <a:r>
                        <a:rPr lang="ko-KR" altLang="en-US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로딩률 저하 요인</a:t>
                      </a:r>
                      <a:endParaRPr lang="en-US" altLang="ko-KR" sz="95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1. WA </a:t>
                      </a:r>
                      <a:r>
                        <a:rPr lang="ko-KR" altLang="en-US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적재 시 실시간으로 데이터를 적재하여 </a:t>
                      </a: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MES </a:t>
                      </a:r>
                      <a:r>
                        <a:rPr lang="ko-KR" altLang="en-US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완공이 되기 전에 수집된 데이터들이 매핑되지 않아 누락되는 현상이 있었습니다</a:t>
                      </a: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</a:t>
                      </a:r>
                      <a:r>
                        <a:rPr lang="ko-KR" altLang="en-US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개선 방안 관련 다빈치 팀과 논의 중에 있습니다</a:t>
                      </a: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.(Eiot</a:t>
                      </a:r>
                      <a:r>
                        <a:rPr lang="ko-KR" altLang="en-US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의 경우 </a:t>
                      </a: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Lot ID</a:t>
                      </a:r>
                      <a:r>
                        <a:rPr lang="ko-KR" altLang="en-US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가 없어 </a:t>
                      </a: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MES </a:t>
                      </a:r>
                      <a:r>
                        <a:rPr lang="ko-KR" altLang="en-US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완공 시 시간 </a:t>
                      </a: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Base</a:t>
                      </a:r>
                      <a:r>
                        <a:rPr lang="ko-KR" altLang="en-US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 </a:t>
                      </a: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Lot ID</a:t>
                      </a:r>
                      <a:r>
                        <a:rPr lang="ko-KR" altLang="en-US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를 </a:t>
                      </a: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Load</a:t>
                      </a:r>
                      <a:r>
                        <a:rPr lang="ko-KR" altLang="en-US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함</a:t>
                      </a: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 (~12</a:t>
                      </a:r>
                      <a:r>
                        <a:rPr lang="ko-KR" altLang="en-US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月</a:t>
                      </a:r>
                      <a:r>
                        <a:rPr lang="en-US" altLang="ko-KR" sz="9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endParaRPr lang="en-US" altLang="ko-KR" sz="95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9038397"/>
                  </a:ext>
                </a:extLst>
              </a:tr>
            </a:tbl>
          </a:graphicData>
        </a:graphic>
      </p:graphicFrame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3D71574A-9DFC-FB76-7BB1-03E1207451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9401804"/>
              </p:ext>
            </p:extLst>
          </p:nvPr>
        </p:nvGraphicFramePr>
        <p:xfrm>
          <a:off x="318841" y="806419"/>
          <a:ext cx="9273853" cy="3354659"/>
        </p:xfrm>
        <a:graphic>
          <a:graphicData uri="http://schemas.openxmlformats.org/drawingml/2006/table">
            <a:tbl>
              <a:tblPr/>
              <a:tblGrid>
                <a:gridCol w="750757">
                  <a:extLst>
                    <a:ext uri="{9D8B030D-6E8A-4147-A177-3AD203B41FA5}">
                      <a16:colId xmlns:a16="http://schemas.microsoft.com/office/drawing/2014/main" val="290643950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4266296177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3731858589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2186639089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605306161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1538337532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2053242084"/>
                    </a:ext>
                  </a:extLst>
                </a:gridCol>
              </a:tblGrid>
              <a:tr h="26624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생성률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OCR 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인식률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추적률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로딩률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계측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검사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로딩률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설비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보정률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597928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GM1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5975610"/>
                  </a:ext>
                </a:extLst>
              </a:tr>
              <a:tr h="25243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GM2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4245861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MI2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95.5%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92.3%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3635072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MI_LS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6702769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HD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6737516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ST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99.6%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98.5%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64.9%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2123412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HM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98.3%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91.7%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7025427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WA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99.2%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91.9%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94.0%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98.6%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85.8%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84.7%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937356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NA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99.6%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96.4%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581011"/>
                  </a:ext>
                </a:extLst>
              </a:tr>
              <a:tr h="24777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NB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85.4%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97.3%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98.1%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90.7%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4549131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OC2 NFF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89.29%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9384130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OC1 2170</a:t>
                      </a:r>
                    </a:p>
                  </a:txBody>
                  <a:tcPr marL="45720" marR="45720" anchor="ctr">
                    <a:lnL w="0">
                      <a:noFill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0"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5877478"/>
                  </a:ext>
                </a:extLst>
              </a:tr>
            </a:tbl>
          </a:graphicData>
        </a:graphic>
      </p:graphicFrame>
      <p:sp>
        <p:nvSpPr>
          <p:cNvPr id="44" name="직사각형 43">
            <a:extLst>
              <a:ext uri="{FF2B5EF4-FFF2-40B4-BE49-F238E27FC236}">
                <a16:creationId xmlns:a16="http://schemas.microsoft.com/office/drawing/2014/main" id="{8E88F45C-BCA3-B082-5DB7-447ED66108DF}"/>
              </a:ext>
            </a:extLst>
          </p:cNvPr>
          <p:cNvSpPr/>
          <p:nvPr/>
        </p:nvSpPr>
        <p:spPr>
          <a:xfrm>
            <a:off x="7550115" y="568719"/>
            <a:ext cx="180155" cy="180375"/>
          </a:xfrm>
          <a:prstGeom prst="rect">
            <a:avLst/>
          </a:prstGeom>
          <a:solidFill>
            <a:srgbClr val="92D050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46F24494-3E00-D7DE-DA93-20B45C4B6FB1}"/>
              </a:ext>
            </a:extLst>
          </p:cNvPr>
          <p:cNvSpPr/>
          <p:nvPr/>
        </p:nvSpPr>
        <p:spPr>
          <a:xfrm>
            <a:off x="773027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99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이상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C06D018-2E0D-19A4-CFF6-6DAF1B68885A}"/>
              </a:ext>
            </a:extLst>
          </p:cNvPr>
          <p:cNvSpPr/>
          <p:nvPr/>
        </p:nvSpPr>
        <p:spPr>
          <a:xfrm>
            <a:off x="8253965" y="568719"/>
            <a:ext cx="180155" cy="180375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6EF79B5-B37E-D432-7294-A64DA12FEC24}"/>
              </a:ext>
            </a:extLst>
          </p:cNvPr>
          <p:cNvSpPr/>
          <p:nvPr/>
        </p:nvSpPr>
        <p:spPr>
          <a:xfrm>
            <a:off x="843412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이상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B64CF4DA-1D75-1BA0-5799-4E69B032AFC6}"/>
              </a:ext>
            </a:extLst>
          </p:cNvPr>
          <p:cNvSpPr/>
          <p:nvPr/>
        </p:nvSpPr>
        <p:spPr>
          <a:xfrm>
            <a:off x="8957815" y="568719"/>
            <a:ext cx="180155" cy="180375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0FBAD46-D83C-32E7-83FF-4112E7440F91}"/>
              </a:ext>
            </a:extLst>
          </p:cNvPr>
          <p:cNvSpPr/>
          <p:nvPr/>
        </p:nvSpPr>
        <p:spPr>
          <a:xfrm>
            <a:off x="913797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미만</a:t>
            </a:r>
          </a:p>
        </p:txBody>
      </p:sp>
      <p:sp>
        <p:nvSpPr>
          <p:cNvPr id="50" name="내용 개체 틀 20">
            <a:extLst>
              <a:ext uri="{FF2B5EF4-FFF2-40B4-BE49-F238E27FC236}">
                <a16:creationId xmlns:a16="http://schemas.microsoft.com/office/drawing/2014/main" id="{4CCD3D91-BA89-E876-26E2-7BB6D4AA0016}"/>
              </a:ext>
            </a:extLst>
          </p:cNvPr>
          <p:cNvSpPr txBox="1">
            <a:spLocks/>
          </p:cNvSpPr>
          <p:nvPr/>
        </p:nvSpPr>
        <p:spPr>
          <a:xfrm>
            <a:off x="8938583" y="42377"/>
            <a:ext cx="92333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김지원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9AD3AE04-EFA3-CDC1-67EB-5DC2EC91E714}"/>
              </a:ext>
            </a:extLst>
          </p:cNvPr>
          <p:cNvSpPr txBox="1"/>
          <p:nvPr/>
        </p:nvSpPr>
        <p:spPr>
          <a:xfrm>
            <a:off x="8417850" y="25060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12/16 17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52" name="제목 1">
            <a:extLst>
              <a:ext uri="{FF2B5EF4-FFF2-40B4-BE49-F238E27FC236}">
                <a16:creationId xmlns:a16="http://schemas.microsoft.com/office/drawing/2014/main" id="{2F8C39F4-E3DC-86C2-E631-1CE48FE3AA0F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395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8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롤맵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지표 현황 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Summary_’25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년 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W51</a:t>
            </a:r>
            <a:endParaRPr kumimoji="1" lang="ko-KR" altLang="en-US" sz="1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7C976C82-8BAF-EC92-5ACC-BB46EC2450B6}"/>
              </a:ext>
            </a:extLst>
          </p:cNvPr>
          <p:cNvSpPr/>
          <p:nvPr/>
        </p:nvSpPr>
        <p:spPr>
          <a:xfrm>
            <a:off x="318704" y="549441"/>
            <a:ext cx="413911" cy="202499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9AB76D90-DB7F-505B-436B-1FA7B92759C4}"/>
              </a:ext>
            </a:extLst>
          </p:cNvPr>
          <p:cNvSpPr txBox="1"/>
          <p:nvPr/>
        </p:nvSpPr>
        <p:spPr>
          <a:xfrm>
            <a:off x="5924681" y="336328"/>
            <a:ext cx="2273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-#25,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37784040-664E-E927-326F-F901A13C4761}"/>
              </a:ext>
            </a:extLst>
          </p:cNvPr>
          <p:cNvSpPr txBox="1"/>
          <p:nvPr/>
        </p:nvSpPr>
        <p:spPr>
          <a:xfrm>
            <a:off x="6477718" y="75019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127071238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CC691555-EA8B-4F8C-BACD-A124D5C4FD92}"/>
              </a:ext>
            </a:extLst>
          </p:cNvPr>
          <p:cNvSpPr txBox="1"/>
          <p:nvPr/>
        </p:nvSpPr>
        <p:spPr>
          <a:xfrm>
            <a:off x="7056848" y="6584791"/>
            <a:ext cx="285687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NB, NFF, 2170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지표 저하 요인은 다음 페이지에 있습니다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99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30" name="표 29">
            <a:extLst>
              <a:ext uri="{FF2B5EF4-FFF2-40B4-BE49-F238E27FC236}">
                <a16:creationId xmlns:a16="http://schemas.microsoft.com/office/drawing/2014/main" id="{FD723AF4-8C6A-45D2-91AF-E831F6E1C5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0967142"/>
              </p:ext>
            </p:extLst>
          </p:nvPr>
        </p:nvGraphicFramePr>
        <p:xfrm>
          <a:off x="316003" y="4246604"/>
          <a:ext cx="9273993" cy="2382802"/>
        </p:xfrm>
        <a:graphic>
          <a:graphicData uri="http://schemas.openxmlformats.org/drawingml/2006/table">
            <a:tbl>
              <a:tblPr/>
              <a:tblGrid>
                <a:gridCol w="752611">
                  <a:extLst>
                    <a:ext uri="{9D8B030D-6E8A-4147-A177-3AD203B41FA5}">
                      <a16:colId xmlns:a16="http://schemas.microsoft.com/office/drawing/2014/main" val="290643950"/>
                    </a:ext>
                  </a:extLst>
                </a:gridCol>
                <a:gridCol w="8521382">
                  <a:extLst>
                    <a:ext uri="{9D8B030D-6E8A-4147-A177-3AD203B41FA5}">
                      <a16:colId xmlns:a16="http://schemas.microsoft.com/office/drawing/2014/main" val="4266296177"/>
                    </a:ext>
                  </a:extLst>
                </a:gridCol>
              </a:tblGrid>
              <a:tr h="25231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저하 요인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597928"/>
                  </a:ext>
                </a:extLst>
              </a:tr>
              <a:tr h="210848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NA</a:t>
                      </a:r>
                      <a:endParaRPr lang="ko-KR" altLang="en-US" sz="1200" b="1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spc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1000" b="1" spc="0" baseline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추적률</a:t>
                      </a:r>
                      <a:r>
                        <a:rPr lang="ko-KR" altLang="en-US" sz="1000" b="1" spc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저하 요인</a:t>
                      </a:r>
                      <a:r>
                        <a:rPr lang="en-US" altLang="ko-KR" sz="1000" b="1" spc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pc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 </a:t>
                      </a:r>
                      <a:r>
                        <a:rPr lang="ko-KR" altLang="en-US" sz="1000" b="0" spc="0" baseline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en-US" altLang="ko-KR" sz="1000" b="0" spc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spc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</a:t>
                      </a:r>
                      <a:r>
                        <a:rPr lang="en-US" altLang="ko-KR" sz="1000" b="0" spc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 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코어 자재 교체 시 바로 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Pancake ID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가 입력되지 않아 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RW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엔코더값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오수집되어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추적률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저하</a:t>
                      </a:r>
                      <a:endParaRPr lang="en-US" altLang="ko-KR" sz="1000" b="0" i="0" u="none" strike="noStrike" kern="1200" spc="0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* 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생산 시 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Left/Right Core 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중에 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Left Core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만 사용 중이며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이에 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Pancake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가 변경된 후 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Pancake ID Reading 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하지 않아도 설비가 가동되어서 문제 발생</a:t>
                      </a:r>
                      <a:endParaRPr lang="en-US" altLang="ko-KR" sz="1000" b="0" i="0" u="none" strike="noStrike" kern="1200" spc="0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( 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생산 재료 특수성으로 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Right Core 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사용 시 전극 균열 발생 가능성이 높아 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Left Core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만 사용 중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 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개선 관련하여 법인과 논의 중 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(~12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月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입니다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spc="0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1000" b="1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로딩률</a:t>
                      </a:r>
                      <a:r>
                        <a:rPr lang="ko-KR" altLang="en-US" sz="1000" b="1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저하 요인</a:t>
                      </a:r>
                      <a:r>
                        <a:rPr lang="en-US" altLang="ko-KR" sz="1000" b="1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슬리터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양극 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#5,6,7 : 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설비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엔코더값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튀어서 수집되는 문제로 치수 검사 항목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로딩률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저하되었습니다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관련해서 법인에서 수정 진행 중입니다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(~12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月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코터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양극 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#2 : 11/12 ~ 14 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기간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롤맵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웹게이지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PC 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전원 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OFF 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웹게이지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데이터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로딩률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저하되었습니다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               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이후 정상 수집되는 것 확인했으며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해당 기간 생산된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코터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랏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투입 중으로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로딩률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저하되었습니다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코터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양극 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#3 : LV15A-001 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모델 레인 정보 잘못 등록되어 계측 데이터 </a:t>
                      </a:r>
                      <a:r>
                        <a:rPr lang="ko-KR" altLang="en-US" sz="1000" b="0" i="0" u="none" strike="noStrike" kern="1200" spc="0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로딩률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저하되었습니다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(12/5~12/9), 12/9</a:t>
                      </a:r>
                      <a:r>
                        <a:rPr lang="ko-KR" altLang="en-US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 이후 수정 및 정상 수집 확인했습니다</a:t>
                      </a:r>
                      <a:r>
                        <a:rPr lang="en-US" altLang="ko-KR" sz="1000" b="0" i="0" u="none" strike="noStrike" kern="1200" spc="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9038397"/>
                  </a:ext>
                </a:extLst>
              </a:tr>
            </a:tbl>
          </a:graphicData>
        </a:graphic>
      </p:graphicFrame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70E473C2-96C7-0887-DF4C-37B51C985E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869940"/>
              </p:ext>
            </p:extLst>
          </p:nvPr>
        </p:nvGraphicFramePr>
        <p:xfrm>
          <a:off x="318841" y="806419"/>
          <a:ext cx="9273853" cy="3354659"/>
        </p:xfrm>
        <a:graphic>
          <a:graphicData uri="http://schemas.openxmlformats.org/drawingml/2006/table">
            <a:tbl>
              <a:tblPr/>
              <a:tblGrid>
                <a:gridCol w="750757">
                  <a:extLst>
                    <a:ext uri="{9D8B030D-6E8A-4147-A177-3AD203B41FA5}">
                      <a16:colId xmlns:a16="http://schemas.microsoft.com/office/drawing/2014/main" val="290643950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4266296177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3731858589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2186639089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605306161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1538337532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2053242084"/>
                    </a:ext>
                  </a:extLst>
                </a:gridCol>
              </a:tblGrid>
              <a:tr h="26624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생성률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OCR 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인식률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추적률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로딩률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계측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검사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로딩률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설비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보정률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597928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GM1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5975610"/>
                  </a:ext>
                </a:extLst>
              </a:tr>
              <a:tr h="25243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GM2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4245861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MI2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95.5%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92.3%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3635072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MI_LS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6702769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HD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6737516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ST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99.6%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98.5%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64.9%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2123412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HM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98.3%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91.7%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7025427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WA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99.2%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91.9%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94.0%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98.6%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85.8%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84.7%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937356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NA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99.6%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96.4%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581011"/>
                  </a:ext>
                </a:extLst>
              </a:tr>
              <a:tr h="24777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NB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85.4%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97.3%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98.1%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90.7%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4549131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OC2 NFF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89.29%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9384130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OC1 2170</a:t>
                      </a:r>
                    </a:p>
                  </a:txBody>
                  <a:tcPr marL="45720" marR="45720" anchor="ctr">
                    <a:lnL w="0">
                      <a:noFill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0"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5877478"/>
                  </a:ext>
                </a:extLst>
              </a:tr>
            </a:tbl>
          </a:graphicData>
        </a:graphic>
      </p:graphicFrame>
      <p:sp>
        <p:nvSpPr>
          <p:cNvPr id="44" name="직사각형 43">
            <a:extLst>
              <a:ext uri="{FF2B5EF4-FFF2-40B4-BE49-F238E27FC236}">
                <a16:creationId xmlns:a16="http://schemas.microsoft.com/office/drawing/2014/main" id="{3C644A71-5F1B-E083-3530-C935EEB67B2E}"/>
              </a:ext>
            </a:extLst>
          </p:cNvPr>
          <p:cNvSpPr/>
          <p:nvPr/>
        </p:nvSpPr>
        <p:spPr>
          <a:xfrm>
            <a:off x="7550115" y="568719"/>
            <a:ext cx="180155" cy="180375"/>
          </a:xfrm>
          <a:prstGeom prst="rect">
            <a:avLst/>
          </a:prstGeom>
          <a:solidFill>
            <a:srgbClr val="92D050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F3104FD-720B-5B82-1012-48CCBC0BCF13}"/>
              </a:ext>
            </a:extLst>
          </p:cNvPr>
          <p:cNvSpPr/>
          <p:nvPr/>
        </p:nvSpPr>
        <p:spPr>
          <a:xfrm>
            <a:off x="773027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99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이상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B32B05B-D1E7-F008-7F0A-CA5C4ED32F80}"/>
              </a:ext>
            </a:extLst>
          </p:cNvPr>
          <p:cNvSpPr/>
          <p:nvPr/>
        </p:nvSpPr>
        <p:spPr>
          <a:xfrm>
            <a:off x="8253965" y="568719"/>
            <a:ext cx="180155" cy="180375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89E9BA8-9DBE-E483-C91E-23F591437BF8}"/>
              </a:ext>
            </a:extLst>
          </p:cNvPr>
          <p:cNvSpPr/>
          <p:nvPr/>
        </p:nvSpPr>
        <p:spPr>
          <a:xfrm>
            <a:off x="843412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이상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D1E3F591-4A9C-A90C-0841-E6B5A5224056}"/>
              </a:ext>
            </a:extLst>
          </p:cNvPr>
          <p:cNvSpPr/>
          <p:nvPr/>
        </p:nvSpPr>
        <p:spPr>
          <a:xfrm>
            <a:off x="8957815" y="568719"/>
            <a:ext cx="180155" cy="180375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244D5979-1365-4BFD-2FA2-2E61F750A38C}"/>
              </a:ext>
            </a:extLst>
          </p:cNvPr>
          <p:cNvSpPr/>
          <p:nvPr/>
        </p:nvSpPr>
        <p:spPr>
          <a:xfrm>
            <a:off x="913797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미만</a:t>
            </a:r>
          </a:p>
        </p:txBody>
      </p:sp>
      <p:sp>
        <p:nvSpPr>
          <p:cNvPr id="50" name="내용 개체 틀 20">
            <a:extLst>
              <a:ext uri="{FF2B5EF4-FFF2-40B4-BE49-F238E27FC236}">
                <a16:creationId xmlns:a16="http://schemas.microsoft.com/office/drawing/2014/main" id="{D06ED96B-68D1-A495-2DDE-44FC11F82C7A}"/>
              </a:ext>
            </a:extLst>
          </p:cNvPr>
          <p:cNvSpPr txBox="1">
            <a:spLocks/>
          </p:cNvSpPr>
          <p:nvPr/>
        </p:nvSpPr>
        <p:spPr>
          <a:xfrm>
            <a:off x="8938583" y="42377"/>
            <a:ext cx="92333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김지원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1169CC92-508C-081D-CB74-6A312DA8C3C2}"/>
              </a:ext>
            </a:extLst>
          </p:cNvPr>
          <p:cNvSpPr txBox="1"/>
          <p:nvPr/>
        </p:nvSpPr>
        <p:spPr>
          <a:xfrm>
            <a:off x="8417850" y="25060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12/16 17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52" name="제목 1">
            <a:extLst>
              <a:ext uri="{FF2B5EF4-FFF2-40B4-BE49-F238E27FC236}">
                <a16:creationId xmlns:a16="http://schemas.microsoft.com/office/drawing/2014/main" id="{1937B01B-6561-33D0-13EC-D84FFA38749F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395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8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롤맵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지표 현황 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Summary_’25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년 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W51</a:t>
            </a:r>
            <a:endParaRPr kumimoji="1" lang="ko-KR" altLang="en-US" sz="1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D5C715A7-9532-2DBC-0089-B2D31D1CDA1D}"/>
              </a:ext>
            </a:extLst>
          </p:cNvPr>
          <p:cNvSpPr/>
          <p:nvPr/>
        </p:nvSpPr>
        <p:spPr>
          <a:xfrm>
            <a:off x="318704" y="549441"/>
            <a:ext cx="413911" cy="202499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1A605808-4246-EDB1-0F0D-5D2AB7030CD6}"/>
              </a:ext>
            </a:extLst>
          </p:cNvPr>
          <p:cNvSpPr txBox="1"/>
          <p:nvPr/>
        </p:nvSpPr>
        <p:spPr>
          <a:xfrm>
            <a:off x="5924681" y="336328"/>
            <a:ext cx="2273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-#25,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0862C5EE-6032-4685-FE0E-5CB5684F6C8D}"/>
              </a:ext>
            </a:extLst>
          </p:cNvPr>
          <p:cNvSpPr txBox="1"/>
          <p:nvPr/>
        </p:nvSpPr>
        <p:spPr>
          <a:xfrm>
            <a:off x="6477718" y="75019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346852400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CC691555-EA8B-4F8C-BACD-A124D5C4FD92}"/>
              </a:ext>
            </a:extLst>
          </p:cNvPr>
          <p:cNvSpPr txBox="1"/>
          <p:nvPr/>
        </p:nvSpPr>
        <p:spPr>
          <a:xfrm>
            <a:off x="7239590" y="6584791"/>
            <a:ext cx="267413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NFF, 2170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지표 저하 요인은 다음 페이지에 있습니다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99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30" name="표 29">
            <a:extLst>
              <a:ext uri="{FF2B5EF4-FFF2-40B4-BE49-F238E27FC236}">
                <a16:creationId xmlns:a16="http://schemas.microsoft.com/office/drawing/2014/main" id="{FD723AF4-8C6A-45D2-91AF-E831F6E1C5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5817010"/>
              </p:ext>
            </p:extLst>
          </p:nvPr>
        </p:nvGraphicFramePr>
        <p:xfrm>
          <a:off x="316003" y="4246604"/>
          <a:ext cx="9273993" cy="2382802"/>
        </p:xfrm>
        <a:graphic>
          <a:graphicData uri="http://schemas.openxmlformats.org/drawingml/2006/table">
            <a:tbl>
              <a:tblPr/>
              <a:tblGrid>
                <a:gridCol w="752611">
                  <a:extLst>
                    <a:ext uri="{9D8B030D-6E8A-4147-A177-3AD203B41FA5}">
                      <a16:colId xmlns:a16="http://schemas.microsoft.com/office/drawing/2014/main" val="290643950"/>
                    </a:ext>
                  </a:extLst>
                </a:gridCol>
                <a:gridCol w="8521382">
                  <a:extLst>
                    <a:ext uri="{9D8B030D-6E8A-4147-A177-3AD203B41FA5}">
                      <a16:colId xmlns:a16="http://schemas.microsoft.com/office/drawing/2014/main" val="4266296177"/>
                    </a:ext>
                  </a:extLst>
                </a:gridCol>
              </a:tblGrid>
              <a:tr h="25231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저하 요인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597928"/>
                  </a:ext>
                </a:extLst>
              </a:tr>
              <a:tr h="210848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NB</a:t>
                      </a:r>
                      <a:endParaRPr lang="ko-KR" altLang="en-US" sz="1200" b="1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※ </a:t>
                      </a:r>
                      <a:r>
                        <a:rPr lang="ko-KR" altLang="en-US" sz="900" b="0" spc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생성률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저하 요인</a:t>
                      </a:r>
                      <a:endParaRPr lang="en-US" altLang="ko-KR" sz="900" b="0" spc="0" baseline="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1. 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롤프레스 음극 </a:t>
                      </a: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9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호기 </a:t>
                      </a: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12/11~12/15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일 </a:t>
                      </a: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UW 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</a:t>
                      </a: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END 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좌표 수집 안되어 </a:t>
                      </a:r>
                      <a:r>
                        <a:rPr lang="ko-KR" altLang="en-US" sz="900" b="0" spc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생성률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저하 되었습니다</a:t>
                      </a: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12/16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일 이후로 </a:t>
                      </a: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UW 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정상 수집되는 것 확인했습니다</a:t>
                      </a: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(</a:t>
                      </a:r>
                      <a:r>
                        <a:rPr lang="ko-KR" altLang="en-US" sz="900" b="0" spc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롤맵은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생성되었으나</a:t>
                      </a: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다빈치 리포트 상 </a:t>
                      </a:r>
                      <a:r>
                        <a:rPr lang="ko-KR" altLang="en-US" sz="900" b="0" spc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미집계</a:t>
                      </a: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spc="0" baseline="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※ </a:t>
                      </a:r>
                      <a:r>
                        <a:rPr lang="ko-KR" altLang="en-US" sz="900" b="0" spc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추적률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 </a:t>
                      </a:r>
                      <a:r>
                        <a:rPr lang="ko-KR" altLang="en-US" sz="900" b="0" spc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보정률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저하 요인 </a:t>
                      </a: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  <a:br>
                        <a:rPr lang="en-US" altLang="ko-KR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1. </a:t>
                      </a:r>
                      <a:r>
                        <a:rPr lang="ko-KR" altLang="en-US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수동 </a:t>
                      </a:r>
                      <a:r>
                        <a:rPr lang="ko-KR" altLang="en-US" sz="900" b="0" kern="1200" spc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합권취</a:t>
                      </a:r>
                      <a:r>
                        <a:rPr lang="ko-KR" altLang="en-US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 </a:t>
                      </a:r>
                      <a:r>
                        <a:rPr lang="ko-KR" altLang="en-US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수동 </a:t>
                      </a:r>
                      <a:r>
                        <a:rPr lang="ko-KR" altLang="en-US" sz="900" b="0" kern="1200" spc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재와인딩기</a:t>
                      </a:r>
                      <a:r>
                        <a:rPr lang="ko-KR" altLang="en-US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투입으로 인한 </a:t>
                      </a:r>
                      <a:r>
                        <a:rPr lang="ko-KR" altLang="en-US" sz="900" b="0" kern="1200" spc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추적률</a:t>
                      </a:r>
                      <a:r>
                        <a:rPr lang="ko-KR" altLang="en-US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저하 발생</a:t>
                      </a:r>
                      <a:endParaRPr lang="en-US" altLang="ko-KR" sz="900" b="0" kern="1200" spc="0" baseline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2. </a:t>
                      </a:r>
                      <a:r>
                        <a:rPr lang="ko-KR" altLang="en-US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기준점 오인식으로 인한 </a:t>
                      </a:r>
                      <a:r>
                        <a:rPr lang="ko-KR" altLang="en-US" sz="900" b="0" kern="1200" spc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보정률</a:t>
                      </a:r>
                      <a:r>
                        <a:rPr lang="ko-KR" altLang="en-US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저하 발생 </a:t>
                      </a:r>
                      <a:r>
                        <a:rPr lang="en-US" altLang="ko-KR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900" b="0" kern="1200" spc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대곤코퍼레이션</a:t>
                      </a:r>
                      <a:r>
                        <a:rPr lang="ko-KR" altLang="en-US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OCR </a:t>
                      </a:r>
                      <a:r>
                        <a:rPr lang="ko-KR" altLang="en-US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프로그램 개선 작업 진행 및 적용 완료 </a:t>
                      </a:r>
                      <a:r>
                        <a:rPr lang="en-US" altLang="ko-KR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(9/26), </a:t>
                      </a:r>
                      <a:r>
                        <a:rPr lang="ko-KR" altLang="en-US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이후 모니터링 시 인식률 상승 및 </a:t>
                      </a:r>
                      <a:r>
                        <a:rPr lang="ko-KR" altLang="en-US" sz="900" b="0" kern="1200" spc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오인식률</a:t>
                      </a:r>
                      <a:r>
                        <a:rPr lang="ko-KR" altLang="en-US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감소 확인</a:t>
                      </a:r>
                      <a:br>
                        <a:rPr lang="en-US" altLang="ko-KR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                                                                               * </a:t>
                      </a:r>
                      <a:r>
                        <a:rPr lang="ko-KR" altLang="en-US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필터 이미지로 학습 적용 및 다 </a:t>
                      </a:r>
                      <a:r>
                        <a:rPr lang="en-US" altLang="ko-KR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Frame </a:t>
                      </a:r>
                      <a:r>
                        <a:rPr lang="ko-KR" altLang="en-US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인식 후 </a:t>
                      </a:r>
                      <a:r>
                        <a:rPr lang="ko-KR" altLang="en-US" sz="900" b="0" kern="1200" spc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최빈값</a:t>
                      </a:r>
                      <a:r>
                        <a:rPr lang="ko-KR" altLang="en-US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보고하도록 개선 완료</a:t>
                      </a:r>
                      <a:r>
                        <a:rPr lang="en-US" altLang="ko-KR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                 </a:t>
                      </a:r>
                      <a:r>
                        <a:rPr lang="ko-KR" altLang="en-US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lang="ko-KR" altLang="en-US" sz="900" b="0" kern="1200" spc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미인식</a:t>
                      </a:r>
                      <a:r>
                        <a:rPr lang="ko-KR" altLang="en-US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기준점과 오인식 기준점만 존재하는 경우</a:t>
                      </a:r>
                      <a:r>
                        <a:rPr lang="en-US" altLang="ko-KR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kern="1200" spc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최빈값</a:t>
                      </a:r>
                      <a:r>
                        <a:rPr lang="ko-KR" altLang="en-US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선정 시 </a:t>
                      </a:r>
                      <a:r>
                        <a:rPr lang="ko-KR" altLang="en-US" sz="900" b="0" kern="1200" spc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미인식</a:t>
                      </a:r>
                      <a:r>
                        <a:rPr lang="ko-KR" altLang="en-US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기준점은 포함 안되어서 잘못 인식된 기준점으로 보고되어 </a:t>
                      </a:r>
                      <a:r>
                        <a:rPr lang="ko-KR" altLang="en-US" sz="900" b="0" kern="1200" spc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보정률</a:t>
                      </a:r>
                      <a:r>
                        <a:rPr lang="ko-KR" altLang="en-US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저하 발생했습니다</a:t>
                      </a:r>
                      <a:r>
                        <a:rPr lang="en-US" altLang="ko-KR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                 </a:t>
                      </a:r>
                      <a:r>
                        <a:rPr lang="ko-KR" altLang="en-US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→ 미인식을 </a:t>
                      </a:r>
                      <a:r>
                        <a:rPr lang="ko-KR" altLang="en-US" sz="900" b="0" kern="1200" spc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최빈값에</a:t>
                      </a:r>
                      <a:r>
                        <a:rPr lang="ko-KR" altLang="en-US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포함하여 계산하는 기능 </a:t>
                      </a:r>
                      <a:r>
                        <a:rPr lang="en-US" altLang="ko-KR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OCR </a:t>
                      </a:r>
                      <a:r>
                        <a:rPr lang="ko-KR" altLang="en-US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프로그램에 추가하여 개선 完 </a:t>
                      </a:r>
                      <a:r>
                        <a:rPr lang="en-US" altLang="ko-KR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(11/18), </a:t>
                      </a:r>
                      <a:r>
                        <a:rPr lang="ko-KR" altLang="en-US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지속 모니터링 진행 중입니다</a:t>
                      </a:r>
                      <a:r>
                        <a:rPr lang="en-US" altLang="ko-KR" sz="900" b="0" kern="120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 (~12/24)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spc="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※ </a:t>
                      </a:r>
                      <a:r>
                        <a:rPr lang="ko-KR" altLang="en-US" sz="900" b="0" spc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로딩률</a:t>
                      </a: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계측</a:t>
                      </a: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검사</a:t>
                      </a: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설비</a:t>
                      </a: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저하 요인 </a:t>
                      </a: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1. DAVINCI :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DAVINCI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에서 </a:t>
                      </a: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FDC/</a:t>
                      </a:r>
                      <a:r>
                        <a:rPr lang="en-US" altLang="ko-KR" sz="900" b="0" spc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eIOT</a:t>
                      </a: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설비 데이터 </a:t>
                      </a:r>
                      <a:r>
                        <a:rPr lang="ko-KR" altLang="en-US" sz="900" b="0" spc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롤맵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좌표 매칭 로직이 정상적으로 처리되지 않는 특정 </a:t>
                      </a: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Abnormal Case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가 있어서 </a:t>
                      </a: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DAVINCI 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로직 수정 진행 중입니다</a:t>
                      </a: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(~12</a:t>
                      </a:r>
                      <a:r>
                        <a:rPr lang="ko-KR" altLang="en-US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月</a:t>
                      </a:r>
                      <a:r>
                        <a:rPr lang="en-US" altLang="ko-KR" sz="900" b="0" spc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9038397"/>
                  </a:ext>
                </a:extLst>
              </a:tr>
            </a:tbl>
          </a:graphicData>
        </a:graphic>
      </p:graphicFrame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74F993CF-83C0-F5EC-D222-B8C59783A9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7282496"/>
              </p:ext>
            </p:extLst>
          </p:nvPr>
        </p:nvGraphicFramePr>
        <p:xfrm>
          <a:off x="318841" y="806419"/>
          <a:ext cx="9273853" cy="3354659"/>
        </p:xfrm>
        <a:graphic>
          <a:graphicData uri="http://schemas.openxmlformats.org/drawingml/2006/table">
            <a:tbl>
              <a:tblPr/>
              <a:tblGrid>
                <a:gridCol w="750757">
                  <a:extLst>
                    <a:ext uri="{9D8B030D-6E8A-4147-A177-3AD203B41FA5}">
                      <a16:colId xmlns:a16="http://schemas.microsoft.com/office/drawing/2014/main" val="290643950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4266296177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3731858589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2186639089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605306161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1538337532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2053242084"/>
                    </a:ext>
                  </a:extLst>
                </a:gridCol>
              </a:tblGrid>
              <a:tr h="26624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생성률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OCR 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인식률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추적률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로딩률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계측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검사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로딩률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설비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보정률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597928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GM1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5975610"/>
                  </a:ext>
                </a:extLst>
              </a:tr>
              <a:tr h="25243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GM2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4245861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MI2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95.5%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92.3%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3635072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MI_LS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6702769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HD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6737516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ST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99.6%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98.5%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64.9%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2123412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HM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98.3%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91.7%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7025427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WA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99.2%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91.9%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94.0%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98.6%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85.8%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84.7%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937356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NA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99.6%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96.4%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581011"/>
                  </a:ext>
                </a:extLst>
              </a:tr>
              <a:tr h="24777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NB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85.4%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97.3%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98.1%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90.7%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4549131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OC2 NFF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89.29%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9384130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OC1 2170</a:t>
                      </a:r>
                    </a:p>
                  </a:txBody>
                  <a:tcPr marL="45720" marR="45720" anchor="ctr">
                    <a:lnL w="0">
                      <a:noFill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0"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5877478"/>
                  </a:ext>
                </a:extLst>
              </a:tr>
            </a:tbl>
          </a:graphicData>
        </a:graphic>
      </p:graphicFrame>
      <p:sp>
        <p:nvSpPr>
          <p:cNvPr id="44" name="직사각형 43">
            <a:extLst>
              <a:ext uri="{FF2B5EF4-FFF2-40B4-BE49-F238E27FC236}">
                <a16:creationId xmlns:a16="http://schemas.microsoft.com/office/drawing/2014/main" id="{3DEB0968-FA05-B0D9-7B5A-F6E5AFC78418}"/>
              </a:ext>
            </a:extLst>
          </p:cNvPr>
          <p:cNvSpPr/>
          <p:nvPr/>
        </p:nvSpPr>
        <p:spPr>
          <a:xfrm>
            <a:off x="7550115" y="568719"/>
            <a:ext cx="180155" cy="180375"/>
          </a:xfrm>
          <a:prstGeom prst="rect">
            <a:avLst/>
          </a:prstGeom>
          <a:solidFill>
            <a:srgbClr val="92D050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8B63321-293F-1576-3F04-16C2387F4D99}"/>
              </a:ext>
            </a:extLst>
          </p:cNvPr>
          <p:cNvSpPr/>
          <p:nvPr/>
        </p:nvSpPr>
        <p:spPr>
          <a:xfrm>
            <a:off x="773027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99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이상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9FA96A32-9129-5161-CD70-0F735DB66025}"/>
              </a:ext>
            </a:extLst>
          </p:cNvPr>
          <p:cNvSpPr/>
          <p:nvPr/>
        </p:nvSpPr>
        <p:spPr>
          <a:xfrm>
            <a:off x="8253965" y="568719"/>
            <a:ext cx="180155" cy="180375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EA472BF0-575D-7A4B-D600-0C8C48E8B4E6}"/>
              </a:ext>
            </a:extLst>
          </p:cNvPr>
          <p:cNvSpPr/>
          <p:nvPr/>
        </p:nvSpPr>
        <p:spPr>
          <a:xfrm>
            <a:off x="843412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이상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1D38ABEA-8E67-2E5F-FE03-2B98E19410AA}"/>
              </a:ext>
            </a:extLst>
          </p:cNvPr>
          <p:cNvSpPr/>
          <p:nvPr/>
        </p:nvSpPr>
        <p:spPr>
          <a:xfrm>
            <a:off x="8957815" y="568719"/>
            <a:ext cx="180155" cy="180375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AD95116F-8947-45B0-0244-6CB33CB248C8}"/>
              </a:ext>
            </a:extLst>
          </p:cNvPr>
          <p:cNvSpPr/>
          <p:nvPr/>
        </p:nvSpPr>
        <p:spPr>
          <a:xfrm>
            <a:off x="913797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미만</a:t>
            </a:r>
          </a:p>
        </p:txBody>
      </p:sp>
      <p:sp>
        <p:nvSpPr>
          <p:cNvPr id="50" name="내용 개체 틀 20">
            <a:extLst>
              <a:ext uri="{FF2B5EF4-FFF2-40B4-BE49-F238E27FC236}">
                <a16:creationId xmlns:a16="http://schemas.microsoft.com/office/drawing/2014/main" id="{6CF039C1-23BB-FEE2-3F72-37273B7F3ECE}"/>
              </a:ext>
            </a:extLst>
          </p:cNvPr>
          <p:cNvSpPr txBox="1">
            <a:spLocks/>
          </p:cNvSpPr>
          <p:nvPr/>
        </p:nvSpPr>
        <p:spPr>
          <a:xfrm>
            <a:off x="8938583" y="42377"/>
            <a:ext cx="92333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김지원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9C12F619-3ADA-F073-6B76-08D01BA68A9F}"/>
              </a:ext>
            </a:extLst>
          </p:cNvPr>
          <p:cNvSpPr txBox="1"/>
          <p:nvPr/>
        </p:nvSpPr>
        <p:spPr>
          <a:xfrm>
            <a:off x="8417850" y="25060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12/16 17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52" name="제목 1">
            <a:extLst>
              <a:ext uri="{FF2B5EF4-FFF2-40B4-BE49-F238E27FC236}">
                <a16:creationId xmlns:a16="http://schemas.microsoft.com/office/drawing/2014/main" id="{89EFAC9E-C88E-10D2-F233-627CDEC913B8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395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8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롤맵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지표 현황 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Summary_’25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년 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W51</a:t>
            </a:r>
            <a:endParaRPr kumimoji="1" lang="ko-KR" altLang="en-US" sz="1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6D59CC2B-6A38-8138-729C-35D1118EB220}"/>
              </a:ext>
            </a:extLst>
          </p:cNvPr>
          <p:cNvSpPr/>
          <p:nvPr/>
        </p:nvSpPr>
        <p:spPr>
          <a:xfrm>
            <a:off x="318704" y="549441"/>
            <a:ext cx="413911" cy="202499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5751FA03-39CF-3413-25EE-00BF0601C813}"/>
              </a:ext>
            </a:extLst>
          </p:cNvPr>
          <p:cNvSpPr txBox="1"/>
          <p:nvPr/>
        </p:nvSpPr>
        <p:spPr>
          <a:xfrm>
            <a:off x="5924681" y="336328"/>
            <a:ext cx="2273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-#25,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9F166816-3C11-6AE5-B5FB-7802ED58F888}"/>
              </a:ext>
            </a:extLst>
          </p:cNvPr>
          <p:cNvSpPr txBox="1"/>
          <p:nvPr/>
        </p:nvSpPr>
        <p:spPr>
          <a:xfrm>
            <a:off x="6477718" y="75019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3982393149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BCABA3FE-8801-9852-57C5-2A72341879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7618328"/>
              </p:ext>
            </p:extLst>
          </p:nvPr>
        </p:nvGraphicFramePr>
        <p:xfrm>
          <a:off x="316003" y="4246604"/>
          <a:ext cx="9273993" cy="2382802"/>
        </p:xfrm>
        <a:graphic>
          <a:graphicData uri="http://schemas.openxmlformats.org/drawingml/2006/table">
            <a:tbl>
              <a:tblPr/>
              <a:tblGrid>
                <a:gridCol w="752611">
                  <a:extLst>
                    <a:ext uri="{9D8B030D-6E8A-4147-A177-3AD203B41FA5}">
                      <a16:colId xmlns:a16="http://schemas.microsoft.com/office/drawing/2014/main" val="290643950"/>
                    </a:ext>
                  </a:extLst>
                </a:gridCol>
                <a:gridCol w="8521382">
                  <a:extLst>
                    <a:ext uri="{9D8B030D-6E8A-4147-A177-3AD203B41FA5}">
                      <a16:colId xmlns:a16="http://schemas.microsoft.com/office/drawing/2014/main" val="4266296177"/>
                    </a:ext>
                  </a:extLst>
                </a:gridCol>
              </a:tblGrid>
              <a:tr h="25231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저하 요인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597928"/>
                  </a:ext>
                </a:extLst>
              </a:tr>
              <a:tr h="105424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NFF</a:t>
                      </a:r>
                      <a:endParaRPr lang="ko-KR" altLang="en-US" sz="12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코터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롤프레스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슬리터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이상 없음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i="0" u="none" strike="noStrike" kern="1200" baseline="0" dirty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와인더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35.36% (122/345 Lot),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조건조정 및 불량 발생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55 Lot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                                           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동일 양극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랏에서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음극 투입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Lot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이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변경시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UW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좌표가 매칭되지 않음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168 Lot ( SPC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에서 음극 오버레이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롤맵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조회 가능함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9038397"/>
                  </a:ext>
                </a:extLst>
              </a:tr>
              <a:tr h="1054241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2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2170</a:t>
                      </a: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금주 생산 없었습니다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8685930"/>
                  </a:ext>
                </a:extLst>
              </a:tr>
            </a:tbl>
          </a:graphicData>
        </a:graphic>
      </p:graphicFrame>
      <p:graphicFrame>
        <p:nvGraphicFramePr>
          <p:cNvPr id="42" name="표 41">
            <a:extLst>
              <a:ext uri="{FF2B5EF4-FFF2-40B4-BE49-F238E27FC236}">
                <a16:creationId xmlns:a16="http://schemas.microsoft.com/office/drawing/2014/main" id="{F601C799-4B8F-4B21-9D7B-0193409296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6688501"/>
              </p:ext>
            </p:extLst>
          </p:nvPr>
        </p:nvGraphicFramePr>
        <p:xfrm>
          <a:off x="318841" y="806419"/>
          <a:ext cx="9273853" cy="3354659"/>
        </p:xfrm>
        <a:graphic>
          <a:graphicData uri="http://schemas.openxmlformats.org/drawingml/2006/table">
            <a:tbl>
              <a:tblPr/>
              <a:tblGrid>
                <a:gridCol w="750757">
                  <a:extLst>
                    <a:ext uri="{9D8B030D-6E8A-4147-A177-3AD203B41FA5}">
                      <a16:colId xmlns:a16="http://schemas.microsoft.com/office/drawing/2014/main" val="290643950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4266296177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3731858589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2186639089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605306161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1538337532"/>
                    </a:ext>
                  </a:extLst>
                </a:gridCol>
                <a:gridCol w="1420516">
                  <a:extLst>
                    <a:ext uri="{9D8B030D-6E8A-4147-A177-3AD203B41FA5}">
                      <a16:colId xmlns:a16="http://schemas.microsoft.com/office/drawing/2014/main" val="2053242084"/>
                    </a:ext>
                  </a:extLst>
                </a:gridCol>
              </a:tblGrid>
              <a:tr h="26624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Site</a:t>
                      </a: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롤맵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생성률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OCR 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인식률</a:t>
                      </a:r>
                      <a:endParaRPr lang="en-US" altLang="ko-KR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추적률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로딩률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계측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검사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로딩률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설비</a:t>
                      </a:r>
                      <a:r>
                        <a:rPr lang="en-US" altLang="ko-KR" sz="12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12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보정률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597928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GM1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5975610"/>
                  </a:ext>
                </a:extLst>
              </a:tr>
              <a:tr h="25243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GM2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4245861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MI2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95.5%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92.3%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3635072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MI_LS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조회 불가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6702769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HD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*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333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생산 없음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333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6737516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ST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99.6%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98.5%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64.9%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97.4%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2123412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HM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98.3%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91.7%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7025427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WA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99.2%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91.9%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94.0%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98.6%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85.8%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84.7%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937356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NA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99.6%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96.4%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581011"/>
                  </a:ext>
                </a:extLst>
              </a:tr>
              <a:tr h="24777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NB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85.4%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97.3%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98.1%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90.7%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4549131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OC2 NFF</a:t>
                      </a:r>
                      <a:endParaRPr lang="ko-KR" altLang="en-US" sz="1000" b="1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45720" marR="457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89.29%</a:t>
                      </a: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7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9384130"/>
                  </a:ext>
                </a:extLst>
              </a:tr>
              <a:tr h="258013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OC1 2170</a:t>
                      </a:r>
                    </a:p>
                  </a:txBody>
                  <a:tcPr marL="45720" marR="45720" anchor="ctr">
                    <a:lnL w="0">
                      <a:noFill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5720" marR="45720" anchor="ctr">
                    <a:lnL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L>
                    <a:lnR w="0"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5877478"/>
                  </a:ext>
                </a:extLst>
              </a:tr>
            </a:tbl>
          </a:graphicData>
        </a:graphic>
      </p:graphicFrame>
      <p:sp>
        <p:nvSpPr>
          <p:cNvPr id="43" name="직사각형 42">
            <a:extLst>
              <a:ext uri="{FF2B5EF4-FFF2-40B4-BE49-F238E27FC236}">
                <a16:creationId xmlns:a16="http://schemas.microsoft.com/office/drawing/2014/main" id="{98AA9C9F-0715-5FD3-AF97-3D41D9C02031}"/>
              </a:ext>
            </a:extLst>
          </p:cNvPr>
          <p:cNvSpPr/>
          <p:nvPr/>
        </p:nvSpPr>
        <p:spPr>
          <a:xfrm>
            <a:off x="7550115" y="568719"/>
            <a:ext cx="180155" cy="180375"/>
          </a:xfrm>
          <a:prstGeom prst="rect">
            <a:avLst/>
          </a:prstGeom>
          <a:solidFill>
            <a:srgbClr val="92D050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AB0938F8-F197-98C9-8786-C3212913E51A}"/>
              </a:ext>
            </a:extLst>
          </p:cNvPr>
          <p:cNvSpPr/>
          <p:nvPr/>
        </p:nvSpPr>
        <p:spPr>
          <a:xfrm>
            <a:off x="773027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99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이상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1DDC407-BAC1-8653-6D18-344EDDBA31E2}"/>
              </a:ext>
            </a:extLst>
          </p:cNvPr>
          <p:cNvSpPr/>
          <p:nvPr/>
        </p:nvSpPr>
        <p:spPr>
          <a:xfrm>
            <a:off x="8253965" y="568719"/>
            <a:ext cx="180155" cy="180375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285B012-1E58-6E11-B5CE-A79FC85F4065}"/>
              </a:ext>
            </a:extLst>
          </p:cNvPr>
          <p:cNvSpPr/>
          <p:nvPr/>
        </p:nvSpPr>
        <p:spPr>
          <a:xfrm>
            <a:off x="843412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이상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99739B26-D660-2533-3FD2-6E04E3A4FBF3}"/>
              </a:ext>
            </a:extLst>
          </p:cNvPr>
          <p:cNvSpPr/>
          <p:nvPr/>
        </p:nvSpPr>
        <p:spPr>
          <a:xfrm>
            <a:off x="8957815" y="568719"/>
            <a:ext cx="180155" cy="180375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6087DA7E-C952-DB7A-23CF-4944F7A50095}"/>
              </a:ext>
            </a:extLst>
          </p:cNvPr>
          <p:cNvSpPr/>
          <p:nvPr/>
        </p:nvSpPr>
        <p:spPr>
          <a:xfrm>
            <a:off x="9137970" y="568719"/>
            <a:ext cx="523695" cy="18037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미만</a:t>
            </a:r>
          </a:p>
        </p:txBody>
      </p:sp>
      <p:sp>
        <p:nvSpPr>
          <p:cNvPr id="49" name="내용 개체 틀 20">
            <a:extLst>
              <a:ext uri="{FF2B5EF4-FFF2-40B4-BE49-F238E27FC236}">
                <a16:creationId xmlns:a16="http://schemas.microsoft.com/office/drawing/2014/main" id="{2FE97BDE-7E9D-45CA-4CDA-8FFBDC924A7A}"/>
              </a:ext>
            </a:extLst>
          </p:cNvPr>
          <p:cNvSpPr txBox="1">
            <a:spLocks/>
          </p:cNvSpPr>
          <p:nvPr/>
        </p:nvSpPr>
        <p:spPr>
          <a:xfrm>
            <a:off x="8938583" y="42377"/>
            <a:ext cx="92333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김지원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689059D4-4395-53FB-D087-54EED4E64DFF}"/>
              </a:ext>
            </a:extLst>
          </p:cNvPr>
          <p:cNvSpPr txBox="1"/>
          <p:nvPr/>
        </p:nvSpPr>
        <p:spPr>
          <a:xfrm>
            <a:off x="8417850" y="250603"/>
            <a:ext cx="145232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12/16 17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51" name="제목 1">
            <a:extLst>
              <a:ext uri="{FF2B5EF4-FFF2-40B4-BE49-F238E27FC236}">
                <a16:creationId xmlns:a16="http://schemas.microsoft.com/office/drawing/2014/main" id="{6EF4F204-52A5-EEA9-25BB-9D76368C5760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3395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8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롤맵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지표 현황 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Summary_’25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년 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W51</a:t>
            </a:r>
            <a:endParaRPr kumimoji="1" lang="ko-KR" altLang="en-US" sz="1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55CAEC15-25F4-748D-788D-3D7DB3CFE08C}"/>
              </a:ext>
            </a:extLst>
          </p:cNvPr>
          <p:cNvSpPr/>
          <p:nvPr/>
        </p:nvSpPr>
        <p:spPr>
          <a:xfrm>
            <a:off x="318704" y="549441"/>
            <a:ext cx="413911" cy="202499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5BFC7C0C-839E-7EF2-9EB4-6C04F441947C}"/>
              </a:ext>
            </a:extLst>
          </p:cNvPr>
          <p:cNvSpPr txBox="1"/>
          <p:nvPr/>
        </p:nvSpPr>
        <p:spPr>
          <a:xfrm>
            <a:off x="5924681" y="336328"/>
            <a:ext cx="2273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롤맵기술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-#25,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BFC5C3A8-BFB5-197E-49CA-7A895BC4FA52}"/>
              </a:ext>
            </a:extLst>
          </p:cNvPr>
          <p:cNvSpPr txBox="1"/>
          <p:nvPr/>
        </p:nvSpPr>
        <p:spPr>
          <a:xfrm>
            <a:off x="6477718" y="75019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4127400384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E1CABA7C-EBDB-86A3-DE32-35D940F39AB3}"/>
              </a:ext>
            </a:extLst>
          </p:cNvPr>
          <p:cNvSpPr/>
          <p:nvPr/>
        </p:nvSpPr>
        <p:spPr>
          <a:xfrm>
            <a:off x="10037491" y="0"/>
            <a:ext cx="334417" cy="400593"/>
          </a:xfrm>
          <a:prstGeom prst="rect">
            <a:avLst/>
          </a:prstGeom>
          <a:solidFill>
            <a:srgbClr val="FFFF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5A89E83-6FD7-14F9-B06F-B4BF96EC1B02}"/>
              </a:ext>
            </a:extLst>
          </p:cNvPr>
          <p:cNvSpPr txBox="1"/>
          <p:nvPr/>
        </p:nvSpPr>
        <p:spPr>
          <a:xfrm>
            <a:off x="38529" y="484437"/>
            <a:ext cx="9843520" cy="629403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>
              <a:defRPr/>
            </a:pPr>
            <a:r>
              <a:rPr lang="en-US" altLang="ko-KR" sz="1000" b="1" dirty="0">
                <a:solidFill>
                  <a:prstClr val="black"/>
                </a:solidFill>
                <a:latin typeface="Arial Narrow"/>
                <a:ea typeface="LG스마트체 Regular"/>
              </a:rPr>
              <a:t>[</a:t>
            </a:r>
            <a:r>
              <a:rPr kumimoji="1" lang="en-US" altLang="ko-KR" sz="1000" b="1" kern="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Data </a:t>
            </a:r>
            <a:r>
              <a:rPr kumimoji="1" lang="ko-KR" altLang="en-US" sz="1000" b="1" kern="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활용 기술개발</a:t>
            </a:r>
            <a:r>
              <a:rPr lang="en-US" altLang="ko-KR" sz="1000" b="1" dirty="0">
                <a:solidFill>
                  <a:prstClr val="black"/>
                </a:solidFill>
                <a:latin typeface="Arial Narrow"/>
                <a:ea typeface="LG스마트체 Regular"/>
              </a:rPr>
              <a:t>] </a:t>
            </a:r>
            <a:r>
              <a:rPr lang="ko-KR" altLang="en-US" sz="1000" b="1" dirty="0">
                <a:latin typeface="Arial Narrow"/>
                <a:ea typeface="LG스마트체 Regular"/>
              </a:rPr>
              <a:t>설비동작 신호 및 </a:t>
            </a:r>
            <a:r>
              <a:rPr lang="en-US" altLang="ko-KR" sz="1000" b="1" dirty="0">
                <a:latin typeface="Arial Narrow"/>
                <a:ea typeface="LG스마트체 Regular"/>
              </a:rPr>
              <a:t>Data</a:t>
            </a:r>
            <a:r>
              <a:rPr lang="ko-KR" altLang="en-US" sz="1000" b="1" dirty="0">
                <a:latin typeface="Arial Narrow"/>
                <a:ea typeface="LG스마트체 Regular"/>
              </a:rPr>
              <a:t>를 활용한 셀 단위 분석 기술 개발</a:t>
            </a:r>
            <a:endParaRPr lang="en-US" altLang="ko-KR" sz="500" dirty="0">
              <a:latin typeface="Arial Narrow"/>
              <a:ea typeface="LG스마트체 Regular"/>
            </a:endParaRPr>
          </a:p>
          <a:p>
            <a:pPr>
              <a:defRPr/>
            </a:pPr>
            <a:endParaRPr lang="en-US" altLang="ko-KR" sz="500" dirty="0">
              <a:latin typeface="Arial Narrow" panose="020B0606020202030204" pitchFamily="34" charset="0"/>
              <a:ea typeface="LG스마트체 Regular"/>
            </a:endParaRPr>
          </a:p>
          <a:p>
            <a:pPr>
              <a:defRPr/>
            </a:pP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※ DX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기반 공정운영 고도화 일환으로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(CPO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협업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), Global Site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공통적용 가능하고 수평전개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 Impact(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성과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)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가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큰 공통특성 과제를 선정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,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추진 하고자 합니다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. (WA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협업 성과 입증 후 수평전개 추진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)</a:t>
            </a:r>
            <a:br>
              <a:rPr lang="en-US" altLang="ko-KR" sz="500" dirty="0">
                <a:latin typeface="Arial Narrow" panose="020B0606020202030204" pitchFamily="34" charset="0"/>
                <a:ea typeface="LG스마트체 Regular"/>
              </a:rPr>
            </a:br>
            <a:endParaRPr lang="en-US" altLang="ko-KR" sz="500" dirty="0">
              <a:latin typeface="Arial Narrow" panose="020B0606020202030204" pitchFamily="34" charset="0"/>
              <a:ea typeface="LG스마트체 Regular"/>
            </a:endParaRPr>
          </a:p>
          <a:p>
            <a:pPr>
              <a:defRPr/>
            </a:pPr>
            <a:r>
              <a:rPr lang="en-US" altLang="ko-KR" sz="1000" b="1" dirty="0">
                <a:latin typeface="Arial Narrow" panose="020B0606020202030204" pitchFamily="34" charset="0"/>
                <a:ea typeface="LG스마트체 Regular"/>
              </a:rPr>
              <a:t> -. STK</a:t>
            </a:r>
            <a:endParaRPr lang="en-US" altLang="ko-KR" sz="300" b="1" dirty="0">
              <a:latin typeface="Arial Narrow" panose="020B0606020202030204" pitchFamily="34" charset="0"/>
              <a:ea typeface="LG스마트체 Regular"/>
            </a:endParaRPr>
          </a:p>
          <a:p>
            <a:pPr fontAlgn="ctr"/>
            <a:r>
              <a:rPr lang="en-US" altLang="ko-KR" sz="1000" dirty="0">
                <a:latin typeface="Arial Narrow"/>
                <a:ea typeface="LG스마트체 Regular"/>
              </a:rPr>
              <a:t>   - WA 18</a:t>
            </a:r>
            <a:r>
              <a:rPr lang="ko-KR" altLang="en-US" sz="1000" dirty="0">
                <a:latin typeface="Arial Narrow"/>
                <a:ea typeface="LG스마트체 Regular"/>
              </a:rPr>
              <a:t>호 </a:t>
            </a:r>
            <a:r>
              <a:rPr lang="en-US" altLang="ko-KR" sz="1000" dirty="0">
                <a:latin typeface="Arial Narrow"/>
                <a:ea typeface="LG스마트체 Regular"/>
              </a:rPr>
              <a:t>STK(G-STK)</a:t>
            </a:r>
            <a:r>
              <a:rPr lang="ko-KR" altLang="en-US" sz="1000" dirty="0">
                <a:latin typeface="Arial Narrow"/>
                <a:ea typeface="LG스마트체 Regular"/>
              </a:rPr>
              <a:t>에서 업무를 시작하고 있습니다</a:t>
            </a:r>
            <a:r>
              <a:rPr lang="en-US" altLang="ko-KR" sz="1000" dirty="0">
                <a:latin typeface="Arial Narrow"/>
                <a:ea typeface="LG스마트체 Regular"/>
              </a:rPr>
              <a:t>. </a:t>
            </a:r>
            <a:r>
              <a:rPr lang="ko-KR" altLang="en-US" sz="1000" dirty="0">
                <a:latin typeface="Arial Narrow"/>
                <a:ea typeface="LG스마트체 Regular"/>
              </a:rPr>
              <a:t>설비동작 신호 및 </a:t>
            </a:r>
            <a:r>
              <a:rPr lang="en-US" altLang="ko-KR" sz="1000" dirty="0">
                <a:latin typeface="Arial Narrow"/>
                <a:ea typeface="LG스마트체 Regular"/>
              </a:rPr>
              <a:t>Data</a:t>
            </a:r>
            <a:r>
              <a:rPr lang="ko-KR" altLang="en-US" sz="1000" dirty="0">
                <a:latin typeface="Arial Narrow"/>
                <a:ea typeface="LG스마트체 Regular"/>
              </a:rPr>
              <a:t>를 셀</a:t>
            </a:r>
            <a:r>
              <a:rPr lang="en-US" altLang="ko-KR" sz="1000" dirty="0">
                <a:latin typeface="Arial Narrow"/>
                <a:ea typeface="LG스마트체 Regular"/>
              </a:rPr>
              <a:t>ID</a:t>
            </a:r>
            <a:r>
              <a:rPr lang="ko-KR" altLang="en-US" sz="1000" dirty="0">
                <a:latin typeface="Arial Narrow"/>
                <a:ea typeface="LG스마트체 Regular"/>
              </a:rPr>
              <a:t>와 연계</a:t>
            </a:r>
            <a:r>
              <a:rPr lang="en-US" altLang="ko-KR" sz="1000" dirty="0">
                <a:latin typeface="Arial Narrow"/>
                <a:ea typeface="LG스마트체 Regular"/>
              </a:rPr>
              <a:t>, Data</a:t>
            </a:r>
            <a:r>
              <a:rPr lang="ko-KR" altLang="en-US" sz="1000" dirty="0">
                <a:latin typeface="Arial Narrow"/>
                <a:ea typeface="LG스마트체 Regular"/>
              </a:rPr>
              <a:t> 수집하여</a:t>
            </a:r>
            <a:r>
              <a:rPr lang="en-US" altLang="ko-KR" sz="1000" dirty="0">
                <a:latin typeface="Arial Narrow"/>
                <a:ea typeface="LG스마트체 Regular"/>
              </a:rPr>
              <a:t> Align </a:t>
            </a:r>
            <a:r>
              <a:rPr lang="ko-KR" altLang="en-US" sz="1000" dirty="0">
                <a:latin typeface="Arial Narrow"/>
                <a:ea typeface="LG스마트체 Regular"/>
              </a:rPr>
              <a:t>및 </a:t>
            </a:r>
            <a:r>
              <a:rPr lang="en-US" altLang="ko-KR" sz="1000" dirty="0">
                <a:latin typeface="Arial Narrow"/>
                <a:ea typeface="LG스마트체 Regular"/>
              </a:rPr>
              <a:t>Stack NG</a:t>
            </a:r>
            <a:r>
              <a:rPr lang="ko-KR" altLang="en-US" sz="1000" dirty="0">
                <a:latin typeface="Arial Narrow"/>
                <a:ea typeface="LG스마트체 Regular"/>
              </a:rPr>
              <a:t> 관련 특이점을 확인 하였고 지속 업무진행 중 입니다</a:t>
            </a:r>
            <a:r>
              <a:rPr lang="en-US" altLang="ko-KR" sz="1000" dirty="0">
                <a:latin typeface="Arial Narrow"/>
                <a:ea typeface="LG스마트체 Regular"/>
              </a:rPr>
              <a:t>.</a:t>
            </a:r>
            <a:endParaRPr lang="en-US" altLang="ko-KR" sz="500" dirty="0">
              <a:latin typeface="Arial Narrow"/>
              <a:ea typeface="LG스마트체 Regular"/>
            </a:endParaRPr>
          </a:p>
          <a:p>
            <a:pPr fontAlgn="ctr"/>
            <a:r>
              <a:rPr lang="en-US" altLang="ko-KR" sz="1000" dirty="0">
                <a:latin typeface="Arial Narrow"/>
                <a:ea typeface="LG스마트체 Regular"/>
              </a:rPr>
              <a:t>   - </a:t>
            </a:r>
            <a:r>
              <a:rPr lang="ko-KR" altLang="en-US" sz="1000" dirty="0">
                <a:latin typeface="Arial Narrow"/>
                <a:ea typeface="LG스마트체 Regular"/>
              </a:rPr>
              <a:t>보정값 누락</a:t>
            </a:r>
            <a:r>
              <a:rPr lang="en-US" altLang="ko-KR" sz="900" dirty="0">
                <a:latin typeface="Arial Narrow"/>
                <a:ea typeface="LG스마트체 Regular"/>
              </a:rPr>
              <a:t>(HMI</a:t>
            </a:r>
            <a:r>
              <a:rPr lang="ko-KR" altLang="en-US" sz="900" dirty="0">
                <a:latin typeface="Arial Narrow"/>
                <a:ea typeface="LG스마트체 Regular"/>
              </a:rPr>
              <a:t>입력하는 티칭 옵셋값 간헐누락</a:t>
            </a:r>
            <a:r>
              <a:rPr lang="en-US" altLang="ko-KR" sz="900" dirty="0">
                <a:latin typeface="Arial Narrow"/>
                <a:ea typeface="LG스마트체 Regular"/>
              </a:rPr>
              <a:t>)</a:t>
            </a:r>
            <a:r>
              <a:rPr lang="ko-KR" altLang="en-US" sz="1000" dirty="0">
                <a:latin typeface="Arial Narrow"/>
                <a:ea typeface="LG스마트체 Regular"/>
              </a:rPr>
              <a:t>을 확인하였고</a:t>
            </a:r>
            <a:r>
              <a:rPr lang="en-US" altLang="ko-KR" sz="1000" dirty="0">
                <a:latin typeface="Arial Narrow"/>
                <a:ea typeface="LG스마트체 Regular"/>
              </a:rPr>
              <a:t>, WA 18-3</a:t>
            </a:r>
            <a:r>
              <a:rPr lang="ko-KR" altLang="en-US" sz="1000" dirty="0">
                <a:latin typeface="Arial Narrow"/>
                <a:ea typeface="LG스마트체 Regular"/>
              </a:rPr>
              <a:t>호 </a:t>
            </a:r>
            <a:r>
              <a:rPr lang="en-US" altLang="ko-KR" sz="1000" dirty="0">
                <a:latin typeface="Arial Narrow"/>
                <a:ea typeface="LG스마트체 Regular"/>
              </a:rPr>
              <a:t>UMAC </a:t>
            </a:r>
            <a:r>
              <a:rPr lang="ko-KR" altLang="en-US" sz="1000" dirty="0">
                <a:latin typeface="Arial Narrow"/>
                <a:ea typeface="LG스마트체 Regular"/>
              </a:rPr>
              <a:t>제어 수정 후 개선 확인되어</a:t>
            </a:r>
            <a:r>
              <a:rPr lang="en-US" altLang="ko-KR" sz="900" dirty="0">
                <a:latin typeface="Arial Narrow"/>
                <a:ea typeface="LG스마트체 Regular"/>
              </a:rPr>
              <a:t>(</a:t>
            </a:r>
            <a:r>
              <a:rPr lang="ko-KR" altLang="en-US" sz="900" dirty="0">
                <a:latin typeface="Arial Narrow"/>
                <a:ea typeface="LG스마트체 Regular"/>
              </a:rPr>
              <a:t>수율 </a:t>
            </a:r>
            <a:r>
              <a:rPr kumimoji="1"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98.84(11/7~13)→99.17%(11/13~18), 0.33%↑) </a:t>
            </a:r>
            <a:r>
              <a:rPr lang="ko-KR" altLang="en-US" sz="1000" dirty="0">
                <a:latin typeface="Arial Narrow"/>
                <a:ea typeface="LG스마트체 Regular"/>
              </a:rPr>
              <a:t>수평전개 중 입니다</a:t>
            </a:r>
            <a:r>
              <a:rPr lang="en-US" altLang="ko-KR" sz="1000" dirty="0">
                <a:latin typeface="Arial Narrow"/>
                <a:ea typeface="LG스마트체 Regular"/>
              </a:rPr>
              <a:t>.(WA</a:t>
            </a:r>
            <a:r>
              <a:rPr lang="ko-KR" altLang="en-US" sz="1000" dirty="0">
                <a:latin typeface="Arial Narrow"/>
                <a:ea typeface="LG스마트체 Regular"/>
              </a:rPr>
              <a:t>제어팀</a:t>
            </a:r>
            <a:r>
              <a:rPr lang="en-US" altLang="ko-KR" sz="1000" dirty="0">
                <a:latin typeface="Arial Narrow"/>
                <a:ea typeface="LG스마트체 Regular"/>
              </a:rPr>
              <a:t>)</a:t>
            </a:r>
            <a:br>
              <a:rPr lang="en-US" altLang="ko-KR" sz="1000" dirty="0">
                <a:latin typeface="Arial Narrow"/>
                <a:ea typeface="LG스마트체 Regular"/>
              </a:rPr>
            </a:br>
            <a:r>
              <a:rPr lang="en-US" altLang="ko-KR" sz="1000" dirty="0">
                <a:latin typeface="Arial Narrow"/>
                <a:ea typeface="LG스마트체 Regular"/>
              </a:rPr>
              <a:t>     </a:t>
            </a:r>
            <a:r>
              <a:rPr lang="ko-KR" altLang="en-US" sz="1000" dirty="0">
                <a:latin typeface="Arial Narrow"/>
                <a:ea typeface="LG스마트체 Regular"/>
              </a:rPr>
              <a:t>→</a:t>
            </a:r>
            <a:r>
              <a:rPr lang="en-US" altLang="ko-KR" sz="1000" dirty="0">
                <a:latin typeface="Arial Narrow"/>
                <a:ea typeface="LG스마트체 Regular"/>
              </a:rPr>
              <a:t> WA </a:t>
            </a:r>
            <a:r>
              <a:rPr lang="ko-KR" altLang="en-US" sz="1000" dirty="0">
                <a:latin typeface="Arial Narrow"/>
                <a:ea typeface="LG스마트체 Regular"/>
              </a:rPr>
              <a:t>제어팀과 개선 수평전개 협업 중으로</a:t>
            </a:r>
            <a:r>
              <a:rPr lang="en-US" altLang="ko-KR" sz="900" dirty="0">
                <a:latin typeface="Arial Narrow"/>
                <a:ea typeface="LG스마트체 Regular"/>
              </a:rPr>
              <a:t>(G-STK </a:t>
            </a:r>
            <a:r>
              <a:rPr lang="ko-KR" altLang="en-US" sz="900" dirty="0">
                <a:latin typeface="Arial Narrow"/>
                <a:ea typeface="LG스마트체 Regular"/>
              </a:rPr>
              <a:t>≒ 일반</a:t>
            </a:r>
            <a:r>
              <a:rPr lang="en-US" altLang="ko-KR" sz="900" dirty="0">
                <a:latin typeface="Arial Narrow"/>
                <a:ea typeface="LG스마트체 Regular"/>
              </a:rPr>
              <a:t>L&amp;S, 39</a:t>
            </a:r>
            <a:r>
              <a:rPr lang="ko-KR" altLang="en-US" sz="900" dirty="0">
                <a:latin typeface="Arial Narrow"/>
                <a:ea typeface="LG스마트체 Regular"/>
              </a:rPr>
              <a:t>대 </a:t>
            </a:r>
            <a:r>
              <a:rPr lang="en-US" altLang="ko-KR" sz="900" dirty="0">
                <a:latin typeface="Arial Narrow"/>
                <a:ea typeface="LG스마트체 Regular"/>
              </a:rPr>
              <a:t>UMAC </a:t>
            </a:r>
            <a:r>
              <a:rPr lang="ko-KR" altLang="en-US" sz="900" dirty="0">
                <a:latin typeface="Arial Narrow"/>
                <a:ea typeface="LG스마트체 Regular"/>
              </a:rPr>
              <a:t>수정 및 </a:t>
            </a:r>
            <a:r>
              <a:rPr lang="en-US" altLang="ko-KR" sz="900" dirty="0">
                <a:latin typeface="Arial Narrow"/>
                <a:ea typeface="LG스마트체 Regular"/>
              </a:rPr>
              <a:t>UMAC Data Online</a:t>
            </a:r>
            <a:r>
              <a:rPr lang="ko-KR" altLang="en-US" sz="900" dirty="0">
                <a:latin typeface="Arial Narrow"/>
                <a:ea typeface="LG스마트체 Regular"/>
              </a:rPr>
              <a:t>화</a:t>
            </a:r>
            <a:r>
              <a:rPr lang="en-US" altLang="ko-KR" sz="900" dirty="0">
                <a:latin typeface="Arial Narrow"/>
                <a:ea typeface="LG스마트체 Regular"/>
              </a:rPr>
              <a:t>)</a:t>
            </a:r>
            <a:r>
              <a:rPr lang="en-US" altLang="ko-KR" sz="1000" dirty="0">
                <a:latin typeface="Arial Narrow"/>
                <a:ea typeface="LG스마트체 Regular"/>
              </a:rPr>
              <a:t>, </a:t>
            </a:r>
            <a:r>
              <a:rPr lang="ko-KR" altLang="en-US" sz="1000" dirty="0">
                <a:latin typeface="Arial Narrow"/>
                <a:ea typeface="LG스마트체 Regular"/>
              </a:rPr>
              <a:t>수평전개</a:t>
            </a:r>
            <a:r>
              <a:rPr lang="en-US" altLang="ko-KR" sz="1000" dirty="0">
                <a:latin typeface="Arial Narrow"/>
                <a:ea typeface="LG스마트체 Regular"/>
              </a:rPr>
              <a:t> </a:t>
            </a:r>
            <a:r>
              <a:rPr lang="ko-KR" altLang="en-US" sz="1000" dirty="0">
                <a:latin typeface="Arial Narrow"/>
                <a:ea typeface="LG스마트체 Regular"/>
              </a:rPr>
              <a:t>진행하면서 개선 효과 파악 진행 하도록 하겠습니다</a:t>
            </a:r>
            <a:r>
              <a:rPr lang="en-US" altLang="ko-KR" sz="1000" dirty="0">
                <a:latin typeface="Arial Narrow"/>
                <a:ea typeface="LG스마트체 Regular"/>
              </a:rPr>
              <a:t>.</a:t>
            </a:r>
            <a:endParaRPr lang="en-US" altLang="ko-KR" sz="300" dirty="0">
              <a:latin typeface="Arial Narrow"/>
              <a:ea typeface="LG스마트체 Regular"/>
            </a:endParaRPr>
          </a:p>
          <a:p>
            <a:pPr fontAlgn="ctr"/>
            <a:r>
              <a:rPr lang="en-US" altLang="ko-KR" sz="1000" dirty="0">
                <a:latin typeface="Arial Narrow"/>
                <a:ea typeface="LG스마트체 Regular"/>
              </a:rPr>
              <a:t>   - </a:t>
            </a:r>
            <a:r>
              <a:rPr lang="ko-KR" altLang="en-US" sz="1000" dirty="0">
                <a:latin typeface="Arial Narrow"/>
                <a:ea typeface="LG스마트체 Regular"/>
              </a:rPr>
              <a:t>상기 관련하여</a:t>
            </a:r>
            <a:r>
              <a:rPr lang="en-US" altLang="ko-KR" sz="1000" dirty="0">
                <a:latin typeface="Arial Narrow"/>
                <a:ea typeface="LG스마트체 Regular"/>
              </a:rPr>
              <a:t>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설비동작 이상점 모니터링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개선 관련 논의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(11/20,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스택공기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,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검사기술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,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공정검사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DX)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를 하였고 설비 주요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Unit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의 이상동작 관련 데이터를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수율개선 및 필요성 확실한 사항 限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SPC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에서</a:t>
            </a:r>
            <a:b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셀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ID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단위로 모니터링 가능케하고자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, WA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조립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동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G-STK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라인의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Align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적재 부분에 대한 데이터 수집을 위하여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DTC PLC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작업을 진행하고 있습니다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.(~’25.12)</a:t>
            </a:r>
          </a:p>
          <a:p>
            <a:pPr fontAlgn="ctr"/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- M-STK, D-STK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설비로의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확장 관련하여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적재불량 원인파악 및 개선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Point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도출 관련하여 대표호기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DTC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데이터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수집에 대한 카운터스펙 정립 작업 진행 중에 있습니다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.(~’25.12)</a:t>
            </a:r>
            <a:endParaRPr lang="en-US" altLang="ko-KR" sz="50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fontAlgn="ctr"/>
            <a:endParaRPr kumimoji="1" lang="en-US" altLang="ko-KR" sz="500" b="1" kern="0" dirty="0"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 fontAlgn="ctr"/>
            <a:r>
              <a:rPr kumimoji="1" lang="en-US" altLang="ko-KR" sz="1000" b="1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-.</a:t>
            </a:r>
            <a:r>
              <a:rPr kumimoji="1" lang="ko-KR" altLang="en-US" sz="1000" b="1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라미</a:t>
            </a:r>
            <a:endParaRPr kumimoji="1" lang="en-US" altLang="ko-KR" sz="300" b="1" kern="0" dirty="0"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 fontAlgn="ctr"/>
            <a:r>
              <a:rPr kumimoji="1" lang="en-US" altLang="ko-KR" sz="1000" b="1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- 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라미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위치불량 개선 관련하여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상기 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STK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과 유사한 관점으로 셀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ID 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단위로 설비동작 신호 및 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Data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를 연계하여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위치불량 관련 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Data 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특이점을 탐색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확인 하고자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합니다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</a:p>
          <a:p>
            <a:pPr fontAlgn="ctr"/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*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주요 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Unit 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동작 시퀀스 및 어드레스 확인 → 설비 동작 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Data Online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화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설비 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PLC)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→ 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Cell ID 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연계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(DTC PLC) 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→ 특이점 및 원인 파악 후 개선 연계</a:t>
            </a:r>
            <a:endParaRPr kumimoji="1" lang="en-US" altLang="ko-KR" sz="500" kern="0" dirty="0"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 fontAlgn="ctr"/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- Y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축 위치불량은 가감속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재료교체 시점에서 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EPC 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동작제어가 올바르게 작동하는지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과도하게 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EPC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가 동작하여 불량을 유발하는지 개별 셀 단위로 확인하고자 합니다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</a:p>
          <a:p>
            <a:pPr fontAlgn="ctr"/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- X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축 위치불량은 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‘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탭 폭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피치 측정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~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커팅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~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합치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’, 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일련의 동작이 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UMAC 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제어와 관련된 사항으로 제어의 내부 동작 시퀀스 및 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Data 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연계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확인을 위하여</a:t>
            </a:r>
            <a:b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UMAC 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제어 협력사와 논의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(12/16) 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하였고 설비 동작 데이터 리스트 산출 및 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DTC 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데이터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수집에 대한 카운터스펙 정립 예정입니다</a:t>
            </a:r>
            <a:r>
              <a:rPr kumimoji="1"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(~’25.12)</a:t>
            </a:r>
            <a:br>
              <a:rPr kumimoji="1" lang="en-US" altLang="ko-KR" sz="5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endParaRPr kumimoji="1" lang="en-US" altLang="ko-KR" sz="500" kern="0" dirty="0"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 fontAlgn="ctr"/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 -.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설비동작 신호 및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Data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활용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,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업무를 가속화 하고자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 WA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법인으로 출장을 계획하고 있습니다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. (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총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3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명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: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박경찬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,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김승필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,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윤병호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,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기간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: 1/5~1/31, 4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주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)</a:t>
            </a:r>
            <a:br>
              <a:rPr lang="en-US" altLang="ko-KR" sz="1000" dirty="0">
                <a:latin typeface="Arial Narrow" panose="020B0606020202030204" pitchFamily="34" charset="0"/>
                <a:ea typeface="LG스마트체 Regular"/>
              </a:rPr>
            </a:b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   -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업무구분 및 작업내용을 상세화 준비하여 업무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Loss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없도록 출장 진행 하겠습니다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. (G-STK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개선 수평전개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, M-STK/ D-STK/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라미 위치불량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(Y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축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,X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축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)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대표호기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불량 원인파악 및 개선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Point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/>
              </a:rPr>
              <a:t>발굴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/>
              </a:rPr>
              <a:t>)</a:t>
            </a:r>
            <a:endParaRPr lang="en-US" altLang="ko-KR" sz="300" dirty="0">
              <a:latin typeface="Arial Narrow" panose="020B0606020202030204" pitchFamily="34" charset="0"/>
              <a:ea typeface="LG스마트체 Regular"/>
            </a:endParaRPr>
          </a:p>
          <a:p>
            <a:pPr fontAlgn="ctr"/>
            <a:endParaRPr kumimoji="1" lang="en-US" altLang="ko-KR" sz="1000" kern="0" dirty="0"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 fontAlgn="ctr"/>
            <a:r>
              <a:rPr lang="en-US" altLang="ko-KR" sz="1000" b="1" dirty="0">
                <a:latin typeface="Arial Narrow"/>
                <a:ea typeface="LG스마트체 Regular"/>
              </a:rPr>
              <a:t>[</a:t>
            </a:r>
            <a:r>
              <a:rPr kumimoji="1" lang="en-US" altLang="ko-KR" sz="1000" b="1" kern="0" dirty="0">
                <a:latin typeface="Arial Narrow"/>
                <a:ea typeface="LG스마트체 Regular"/>
                <a:cs typeface="Arial"/>
              </a:rPr>
              <a:t>Data </a:t>
            </a:r>
            <a:r>
              <a:rPr kumimoji="1" lang="ko-KR" altLang="en-US" sz="1000" b="1" kern="0" dirty="0">
                <a:latin typeface="Arial Narrow"/>
                <a:ea typeface="LG스마트체 Regular"/>
                <a:cs typeface="Arial"/>
              </a:rPr>
              <a:t>활용 기술개발</a:t>
            </a:r>
            <a:r>
              <a:rPr lang="en-US" altLang="ko-KR" sz="1000" b="1" dirty="0">
                <a:latin typeface="Arial Narrow"/>
                <a:ea typeface="LG스마트체 Regular"/>
              </a:rPr>
              <a:t>] </a:t>
            </a:r>
            <a:r>
              <a:rPr lang="ko-KR" altLang="en-US" sz="1000" b="1" dirty="0">
                <a:latin typeface="Arial Narrow"/>
                <a:ea typeface="LG스마트체 Regular"/>
              </a:rPr>
              <a:t>노칭→라미</a:t>
            </a:r>
            <a:r>
              <a:rPr lang="en-US" altLang="ko-KR" sz="1000" b="1" dirty="0">
                <a:latin typeface="Arial Narrow"/>
                <a:ea typeface="LG스마트체 Regular"/>
              </a:rPr>
              <a:t> </a:t>
            </a:r>
            <a:r>
              <a:rPr lang="ko-KR" altLang="en-US" sz="1000" b="1" dirty="0">
                <a:latin typeface="Arial Narrow"/>
                <a:ea typeface="LG스마트체 Regular"/>
              </a:rPr>
              <a:t>전극</a:t>
            </a:r>
            <a:r>
              <a:rPr lang="en-US" altLang="ko-KR" sz="1000" b="1" dirty="0">
                <a:latin typeface="Arial Narrow"/>
                <a:ea typeface="LG스마트체 Regular"/>
              </a:rPr>
              <a:t>, </a:t>
            </a:r>
            <a:r>
              <a:rPr lang="ko-KR" altLang="en-US" sz="1000" b="1" dirty="0">
                <a:latin typeface="Arial Narrow"/>
                <a:ea typeface="LG스마트체 Regular"/>
              </a:rPr>
              <a:t>라미 설비 선별투입 기술 개발</a:t>
            </a:r>
            <a:endParaRPr lang="en-US" altLang="ko-KR" sz="500" b="1" dirty="0">
              <a:latin typeface="Arial Narrow"/>
              <a:ea typeface="LG스마트체 Regular"/>
            </a:endParaRPr>
          </a:p>
          <a:p>
            <a:pPr fontAlgn="ctr"/>
            <a:endParaRPr kumimoji="1" lang="en-US" altLang="ko-KR" sz="500" b="1" kern="0" dirty="0">
              <a:latin typeface="Arial Narrow"/>
              <a:ea typeface="LG스마트체 Regular"/>
              <a:cs typeface="Arial"/>
            </a:endParaRPr>
          </a:p>
          <a:p>
            <a:pPr lvl="0">
              <a:defRPr/>
            </a:pPr>
            <a:r>
              <a:rPr lang="en-US" altLang="ko-KR" sz="1000" dirty="0">
                <a:latin typeface="Arial Narrow"/>
                <a:ea typeface="LG스마트체 Regular"/>
              </a:rPr>
              <a:t> -. </a:t>
            </a:r>
            <a:r>
              <a:rPr lang="ko-KR" altLang="en-US" sz="1000" dirty="0"/>
              <a:t>개별 규칙의 효과를 확인하고자 </a:t>
            </a:r>
            <a:r>
              <a:rPr lang="en-US" altLang="ko-KR" sz="1000" dirty="0"/>
              <a:t>WA</a:t>
            </a:r>
            <a:r>
              <a:rPr lang="ko-KR" altLang="en-US" sz="1000" dirty="0"/>
              <a:t>와 논의하였고 하기와 같이 검증을 진행하고 있습니다</a:t>
            </a:r>
            <a:r>
              <a:rPr lang="en-US" altLang="ko-KR" sz="1000" dirty="0"/>
              <a:t>.</a:t>
            </a:r>
          </a:p>
          <a:p>
            <a:pPr>
              <a:defRPr/>
            </a:pPr>
            <a:r>
              <a:rPr lang="en-US" altLang="ko-KR" sz="1000" dirty="0">
                <a:latin typeface="Arial Narrow"/>
                <a:ea typeface="LG스마트체 Regular"/>
              </a:rPr>
              <a:t>  1) </a:t>
            </a:r>
            <a:r>
              <a:rPr lang="ko-KR" altLang="en-US" sz="1000" dirty="0"/>
              <a:t>동일 </a:t>
            </a:r>
            <a:r>
              <a:rPr lang="en-US" altLang="ko-KR" sz="1000" dirty="0"/>
              <a:t>Bending </a:t>
            </a:r>
            <a:r>
              <a:rPr lang="ko-KR" altLang="en-US" sz="1000" dirty="0"/>
              <a:t>전극 </a:t>
            </a:r>
            <a:r>
              <a:rPr lang="en-US" altLang="ko-KR" sz="1000" dirty="0"/>
              <a:t>: 11</a:t>
            </a:r>
            <a:r>
              <a:rPr lang="ko-KR" altLang="en-US" sz="1000" dirty="0"/>
              <a:t>호 양음극 동일 </a:t>
            </a:r>
            <a:r>
              <a:rPr lang="en-US" altLang="ko-KR" sz="1000" dirty="0"/>
              <a:t>Bending </a:t>
            </a:r>
            <a:r>
              <a:rPr lang="ko-KR" altLang="en-US" sz="1000" dirty="0"/>
              <a:t>투입전극</a:t>
            </a:r>
            <a:r>
              <a:rPr lang="en-US" altLang="ko-KR" sz="1000" dirty="0"/>
              <a:t>(10/20~27) </a:t>
            </a:r>
            <a:r>
              <a:rPr lang="ko-KR" altLang="en-US" sz="1000" dirty="0"/>
              <a:t>라미 수율 </a:t>
            </a:r>
            <a:r>
              <a:rPr lang="en-US" altLang="ko-KR" sz="1000" dirty="0"/>
              <a:t>98.70%→98.91%</a:t>
            </a:r>
            <a:r>
              <a:rPr lang="ko-KR" altLang="en-US" sz="1000" dirty="0"/>
              <a:t>로 </a:t>
            </a:r>
            <a:r>
              <a:rPr lang="en-US" altLang="ko-KR" sz="1000" dirty="0"/>
              <a:t>0.21% </a:t>
            </a:r>
            <a:r>
              <a:rPr lang="ko-KR" altLang="en-US" sz="1000" dirty="0"/>
              <a:t>증가</a:t>
            </a:r>
            <a:r>
              <a:rPr lang="en-US" altLang="ko-KR" sz="1000" dirty="0"/>
              <a:t>, 18</a:t>
            </a:r>
            <a:r>
              <a:rPr lang="ko-KR" altLang="en-US" sz="1000" dirty="0"/>
              <a:t>호</a:t>
            </a:r>
            <a:r>
              <a:rPr lang="en-US" altLang="ko-KR" sz="1000" dirty="0"/>
              <a:t>(11/1~22) 98.87%→98.98%</a:t>
            </a:r>
            <a:r>
              <a:rPr lang="ko-KR" altLang="en-US" sz="1000" dirty="0"/>
              <a:t>로 </a:t>
            </a:r>
            <a:r>
              <a:rPr lang="en-US" altLang="ko-KR" sz="1000" dirty="0"/>
              <a:t>0.11% </a:t>
            </a:r>
            <a:r>
              <a:rPr lang="ko-KR" altLang="en-US" sz="1000" dirty="0"/>
              <a:t>증가 하였습니다</a:t>
            </a:r>
            <a:r>
              <a:rPr lang="en-US" altLang="ko-KR" sz="1000" dirty="0"/>
              <a:t>.</a:t>
            </a:r>
          </a:p>
          <a:p>
            <a:pPr>
              <a:defRPr/>
            </a:pPr>
            <a:r>
              <a:rPr lang="en-US" altLang="ko-KR" sz="1000" dirty="0"/>
              <a:t>       </a:t>
            </a:r>
            <a:r>
              <a:rPr lang="ko-KR" altLang="en-US" sz="1000" dirty="0"/>
              <a:t>→ 법인내부</a:t>
            </a:r>
            <a:r>
              <a:rPr lang="en-US" altLang="ko-KR" sz="1000" dirty="0"/>
              <a:t>(</a:t>
            </a:r>
            <a:r>
              <a:rPr lang="ko-KR" altLang="en-US" sz="1000" dirty="0"/>
              <a:t>공정</a:t>
            </a:r>
            <a:r>
              <a:rPr lang="en-US" altLang="ko-KR" sz="1000" dirty="0"/>
              <a:t>,Tech,</a:t>
            </a:r>
            <a:r>
              <a:rPr lang="ko-KR" altLang="en-US" sz="1000" dirty="0"/>
              <a:t>제어</a:t>
            </a:r>
            <a:r>
              <a:rPr lang="en-US" altLang="ko-KR" sz="1000" dirty="0"/>
              <a:t>) </a:t>
            </a:r>
            <a:r>
              <a:rPr lang="ko-KR" altLang="en-US" sz="1000" dirty="0"/>
              <a:t>검토 후 수평전개 결정되었으며 </a:t>
            </a:r>
            <a:r>
              <a:rPr lang="en-US" altLang="ko-KR" sz="1000" dirty="0"/>
              <a:t>Normal Line </a:t>
            </a:r>
            <a:r>
              <a:rPr lang="ko-KR" altLang="en-US" sz="1000" dirty="0"/>
              <a:t>생산 재개되는 </a:t>
            </a:r>
            <a:r>
              <a:rPr lang="en-US" altLang="ko-KR" sz="1000" dirty="0"/>
              <a:t>1</a:t>
            </a:r>
            <a:r>
              <a:rPr lang="ko-KR" altLang="en-US" sz="1000" dirty="0"/>
              <a:t>월부터 수평전개 예정입니다</a:t>
            </a:r>
            <a:r>
              <a:rPr lang="en-US" altLang="ko-KR" sz="1000" dirty="0"/>
              <a:t>.(’26.1~) </a:t>
            </a:r>
            <a:r>
              <a:rPr lang="ko-KR" altLang="en-US" sz="1000" dirty="0"/>
              <a:t>수평전개 진행하면서 개선 효과 파악 진행 하도록 하겠습니다</a:t>
            </a:r>
            <a:r>
              <a:rPr lang="en-US" altLang="ko-KR" sz="1000" dirty="0"/>
              <a:t>.</a:t>
            </a:r>
          </a:p>
          <a:p>
            <a:pPr>
              <a:defRPr/>
            </a:pPr>
            <a:r>
              <a:rPr lang="en-US" altLang="ko-KR" sz="10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2) </a:t>
            </a:r>
            <a:r>
              <a:rPr lang="ko-KR" altLang="en-US" sz="10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신규 규칙</a:t>
            </a:r>
            <a:r>
              <a:rPr lang="en-US" altLang="ko-KR" sz="9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lang="ko-KR" altLang="en-US" sz="9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탭 피치 틀어짐 </a:t>
            </a:r>
            <a:r>
              <a:rPr lang="en-US" altLang="ko-KR" sz="9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0.7mm </a:t>
            </a:r>
            <a:r>
              <a:rPr lang="ko-KR" altLang="en-US" sz="9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이상 셀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비중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,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0.25%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이상 전극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10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lang="en-US" altLang="ko-KR" sz="10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WA </a:t>
            </a:r>
            <a:r>
              <a:rPr lang="ko-KR" altLang="en-US" sz="10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롱셀</a:t>
            </a:r>
            <a:r>
              <a:rPr lang="en-US" altLang="ko-KR" sz="10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lang="ko-KR" altLang="en-US" sz="10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하프라미에</a:t>
            </a:r>
            <a:r>
              <a:rPr lang="en-US" altLang="ko-KR" sz="9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(E77A, </a:t>
            </a:r>
            <a:r>
              <a:rPr lang="ko-KR" altLang="en-US" sz="9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노칭</a:t>
            </a:r>
            <a:r>
              <a:rPr lang="en-US" altLang="ko-KR" sz="9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10,13,14,22</a:t>
            </a:r>
            <a:r>
              <a:rPr lang="ko-KR" altLang="en-US" sz="9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호 대상</a:t>
            </a:r>
            <a:r>
              <a:rPr lang="en-US" altLang="ko-KR" sz="9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r>
              <a:rPr lang="ko-KR" altLang="en-US" sz="10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적용하고자 유관부서 논의하였고</a:t>
            </a:r>
            <a:r>
              <a:rPr lang="en-US" altLang="ko-KR" sz="9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(12/4~, w/ WA</a:t>
            </a:r>
            <a:r>
              <a:rPr lang="ko-KR" altLang="en-US" sz="9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공기</a:t>
            </a:r>
            <a:r>
              <a:rPr lang="en-US" altLang="ko-KR" sz="9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,MES,SPC,</a:t>
            </a:r>
            <a:r>
              <a:rPr lang="ko-KR" altLang="en-US" sz="9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데이터통합분석팀</a:t>
            </a:r>
            <a:r>
              <a:rPr lang="en-US" altLang="ko-KR" sz="9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br>
              <a:rPr lang="en-US" altLang="ko-KR" sz="10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lang="en-US" altLang="ko-KR" sz="10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 </a:t>
            </a:r>
            <a:r>
              <a:rPr lang="ko-KR" altLang="en-US" sz="10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양산적용을 위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하여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IT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부서 개발업무 진행 중 입니다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금년내 개발 완료 후 적용을 목표로 업무진행 하고 있습니다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.(</a:t>
            </a:r>
            <a:r>
              <a:rPr lang="en-US" altLang="ko-KR" sz="10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~12/31)</a:t>
            </a:r>
            <a:br>
              <a:rPr lang="en-US" altLang="ko-KR" sz="10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lang="en-US" altLang="ko-KR" sz="10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 *</a:t>
            </a:r>
            <a:r>
              <a:rPr lang="ko-KR" altLang="en-US" sz="10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노칭 탭 피치 틀어짐 시 라미에서 직전</a:t>
            </a:r>
            <a:r>
              <a:rPr lang="en-US" altLang="ko-KR" sz="10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</a:t>
            </a:r>
            <a:r>
              <a:rPr lang="ko-KR" altLang="en-US" sz="10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직후 위치 셀의 위치불량 발현확률 높아지는 것과 관련된 것으로 하프라미 투입으로 </a:t>
            </a:r>
            <a:r>
              <a:rPr lang="en-US" altLang="ko-KR" sz="10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NG</a:t>
            </a:r>
            <a:r>
              <a:rPr lang="ko-KR" altLang="en-US" sz="10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배출 전극시트 수량감소를 위함임</a:t>
            </a:r>
            <a:r>
              <a:rPr lang="en-US" altLang="ko-KR" sz="1000" kern="1200" noProof="0" dirty="0"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</a:p>
          <a:p>
            <a:pPr fontAlgn="ctr"/>
            <a:endParaRPr kumimoji="1" lang="en-US" altLang="ko-KR" sz="1000" kern="0" dirty="0"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 latinLnBrk="0">
              <a:defRPr/>
            </a:pPr>
            <a:r>
              <a:rPr lang="en-US" altLang="ko-KR" sz="1000" b="1" noProof="1">
                <a:latin typeface="Arial Narrow" panose="020B0606020202030204" pitchFamily="34" charset="0"/>
                <a:ea typeface="LG스마트체 Regular" panose="020B0600000101010101" pitchFamily="50" charset="-127"/>
              </a:rPr>
              <a:t>[AX </a:t>
            </a:r>
            <a:r>
              <a:rPr lang="ko-KR" altLang="en-US" sz="1000" b="1" noProof="1">
                <a:latin typeface="Arial Narrow" panose="020B0606020202030204" pitchFamily="34" charset="0"/>
                <a:ea typeface="LG스마트체 Regular" panose="020B0600000101010101" pitchFamily="50" charset="-127"/>
              </a:rPr>
              <a:t>활용 기술개발</a:t>
            </a:r>
            <a:r>
              <a:rPr lang="en-US" altLang="ko-KR" sz="1000" b="1" noProof="1">
                <a:latin typeface="Arial Narrow" panose="020B0606020202030204" pitchFamily="34" charset="0"/>
                <a:ea typeface="LG스마트체 Regular" panose="020B0600000101010101" pitchFamily="50" charset="-127"/>
              </a:rPr>
              <a:t>] </a:t>
            </a:r>
            <a:r>
              <a:rPr lang="ko-KR" altLang="en-US" sz="1000" b="1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라미 수율 자동분석 </a:t>
            </a:r>
            <a:r>
              <a:rPr lang="en-US" altLang="ko-KR" sz="1000" b="1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AI </a:t>
            </a:r>
            <a:r>
              <a:rPr lang="ko-KR" altLang="en-US" sz="1000" b="1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모듈 개발</a:t>
            </a:r>
            <a:endParaRPr lang="en-US" altLang="ko-KR" sz="1000" b="1" noProof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300" kern="0" noProof="1"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-.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생성형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AI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를 활용한 라미 수율 자동분석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AI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모듈을 개발하고자 합니다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WA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라미를 대상으로 개발을 진행하고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WA 18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라인 대상 학습 후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15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라인 대상 검증 예정 입니다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(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분석 정확성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90%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이상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</a:t>
            </a:r>
            <a:endParaRPr kumimoji="1" lang="en-US" altLang="ko-KR" sz="500" kern="0" noProof="1"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1)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주요사양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① 공정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설비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Data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분석을 통한 라미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수율 자동분석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+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라인별 튜닝없이 사용 가능한 범용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AI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모듈 개발   ②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Daily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수율 자동분석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Report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및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LLM ChatBot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제공을 통한 질의응답 기능</a:t>
            </a:r>
            <a:endParaRPr kumimoji="1" lang="en-US" altLang="ko-KR" sz="1000" kern="0" noProof="1"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2)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주요일정   ①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AI SW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개발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: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투자검토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(11/10)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→ </a:t>
            </a:r>
            <a:r>
              <a:rPr kumimoji="1" lang="ko-KR" altLang="en-US" sz="1000" b="1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개발 착수</a:t>
            </a:r>
            <a:r>
              <a:rPr kumimoji="1" lang="en-US" altLang="ko-KR" sz="1000" b="1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(’25.12.15 ~ ’26.04)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→ 초도 개발모듈 사용 평가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보완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(~’26.05)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→ 분석정확성 검증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(~’26.06)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→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WA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사용 평가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보완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(~’26.07)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               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②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Infra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구축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협업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w/ DAVINCI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팀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AI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솔루션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3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팀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 : </a:t>
            </a:r>
            <a:r>
              <a:rPr kumimoji="1" lang="en-US" altLang="ko-KR" sz="1000" b="1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Infra </a:t>
            </a:r>
            <a:r>
              <a:rPr kumimoji="1" lang="ko-KR" altLang="en-US" sz="1000" b="1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사양 검토</a:t>
            </a:r>
            <a:r>
              <a:rPr kumimoji="1" lang="en-US" altLang="ko-KR" sz="1000" b="1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(~’25.12)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→ 투자검토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(~’26.01)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→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Infra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구축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(~’26.04)</a:t>
            </a:r>
            <a:endParaRPr kumimoji="1" lang="en-US" altLang="ko-KR" sz="500" kern="0" noProof="1"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3)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진행사항  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-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인이지社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XAI SW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개발 계약 체결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완료 하였습니다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.(12/15)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                - AI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모듈 개발 및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Data Pipe Line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구축 관련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Infra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검토 중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(~’25.12,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협업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w/ DAVINCI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팀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AI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솔루션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3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팀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입니다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  <a:b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                 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①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AI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구동 인프라 관련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: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라미 수율 분석용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Data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송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수신량 기반 검토 시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Core AI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엔진</a:t>
            </a:r>
            <a:r>
              <a:rPr kumimoji="1" lang="en-US" altLang="ko-KR" sz="8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</a:t>
            </a:r>
            <a:r>
              <a:rPr kumimoji="1" lang="ko-KR" altLang="en-US" sz="8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불량 분석 </a:t>
            </a:r>
            <a:r>
              <a:rPr kumimoji="1" lang="en-US" altLang="ko-KR" sz="8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AI)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은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DAVINCI ESWA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서버 내 설치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운영하는 것으로 진행하고자 합니다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  <a:b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                                                           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다만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당장의 수율 분석용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Agent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를 학습시키기 위하여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DAVINCI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팀으로 부터 소규모 인프라를 할당 받아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(12/12)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업무 진행 예정입니다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(~’26.02)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                                                           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그 외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LLM Agent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등은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Gen AI Platform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서버 내 설치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운영하는 것으로 진행 예정입니다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  <a:b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                 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② 분석용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Data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인프라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(DB)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관련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: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비정형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Data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의 경우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, BLEX 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→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Gen AI Platform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으로 송부한 비정형 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DataBase</a:t>
            </a:r>
            <a:r>
              <a:rPr kumimoji="1" lang="ko-KR" altLang="en-US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에 직접 접속하여 활용하는 방향으로 검토 중입니다</a:t>
            </a:r>
            <a:r>
              <a:rPr kumimoji="1" lang="en-US" altLang="ko-KR" sz="1000" kern="0" noProof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(~12/19)</a:t>
            </a:r>
            <a:endParaRPr lang="ko-KR" altLang="en-US" sz="1000" dirty="0">
              <a:latin typeface="Arial Narrow"/>
              <a:ea typeface="LG스마트체 Regular"/>
            </a:endParaRPr>
          </a:p>
        </p:txBody>
      </p:sp>
      <p:sp>
        <p:nvSpPr>
          <p:cNvPr id="6" name="제목 1">
            <a:extLst>
              <a:ext uri="{FF2B5EF4-FFF2-40B4-BE49-F238E27FC236}">
                <a16:creationId xmlns:a16="http://schemas.microsoft.com/office/drawing/2014/main" id="{E24C4AAF-CE6A-71D7-BDE6-8AE98DD48352}"/>
              </a:ext>
            </a:extLst>
          </p:cNvPr>
          <p:cNvSpPr txBox="1">
            <a:spLocks/>
          </p:cNvSpPr>
          <p:nvPr/>
        </p:nvSpPr>
        <p:spPr>
          <a:xfrm>
            <a:off x="101011" y="85841"/>
            <a:ext cx="2800767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r>
              <a:rPr lang="ko-KR" altLang="en-US" sz="1800">
                <a:latin typeface="Arial Narrow"/>
                <a:ea typeface="LG스마트체 Regular"/>
              </a:rPr>
              <a:t>셀추적기술팀 금주 주요 내용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4D1FD77-B4DB-2A51-D98B-CC5FBA7D5776}"/>
              </a:ext>
            </a:extLst>
          </p:cNvPr>
          <p:cNvSpPr txBox="1"/>
          <p:nvPr/>
        </p:nvSpPr>
        <p:spPr>
          <a:xfrm>
            <a:off x="2448612" y="6551220"/>
            <a:ext cx="217564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ko-KR" altLang="en-US" sz="800" kern="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└ </a:t>
            </a:r>
            <a:r>
              <a:rPr kumimoji="1" lang="en-US" altLang="ko-KR" sz="800" kern="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ex. Daily </a:t>
            </a:r>
            <a:r>
              <a:rPr kumimoji="1" lang="ko-KR" altLang="en-US" sz="800" kern="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수율 분석 </a:t>
            </a:r>
            <a:r>
              <a:rPr kumimoji="1" lang="en-US" altLang="ko-KR" sz="800" kern="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Report,</a:t>
            </a:r>
            <a:br>
              <a:rPr kumimoji="1" lang="en-US" altLang="ko-KR" sz="800" kern="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kumimoji="1" lang="en-US" altLang="ko-KR" sz="800" kern="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 </a:t>
            </a:r>
            <a:r>
              <a:rPr kumimoji="1" lang="ko-KR" altLang="en-US" sz="800" kern="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공정개선 </a:t>
            </a:r>
            <a:r>
              <a:rPr kumimoji="1" lang="en-US" altLang="ko-KR" sz="800" kern="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Report, FTA </a:t>
            </a:r>
            <a:r>
              <a:rPr kumimoji="1" lang="ko-KR" altLang="en-US" sz="800" kern="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등 생산</a:t>
            </a:r>
            <a:r>
              <a:rPr kumimoji="1" lang="en-US" altLang="ko-KR" sz="800" kern="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kumimoji="1" lang="ko-KR" altLang="en-US" sz="800" kern="0" noProof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공정기술 문서</a:t>
            </a:r>
            <a:endParaRPr kumimoji="1" lang="ko-KR" altLang="en-US" sz="800" kern="0" dirty="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18146487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22">
            <a:extLst>
              <a:ext uri="{FF2B5EF4-FFF2-40B4-BE49-F238E27FC236}">
                <a16:creationId xmlns:a16="http://schemas.microsoft.com/office/drawing/2014/main" id="{02417012-9580-4148-8D51-88FF8C380FC9}"/>
              </a:ext>
            </a:extLst>
          </p:cNvPr>
          <p:cNvSpPr txBox="1"/>
          <p:nvPr/>
        </p:nvSpPr>
        <p:spPr>
          <a:xfrm>
            <a:off x="8418526" y="587343"/>
            <a:ext cx="1487474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12/16 18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33FAD28-63BF-4526-B94A-2DF35F3349C9}"/>
              </a:ext>
            </a:extLst>
          </p:cNvPr>
          <p:cNvSpPr txBox="1"/>
          <p:nvPr/>
        </p:nvSpPr>
        <p:spPr>
          <a:xfrm>
            <a:off x="6038064" y="587343"/>
            <a:ext cx="2241810" cy="400110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#1,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0" name="제목 1">
            <a:extLst>
              <a:ext uri="{FF2B5EF4-FFF2-40B4-BE49-F238E27FC236}">
                <a16:creationId xmlns:a16="http://schemas.microsoft.com/office/drawing/2014/main" id="{F08285A4-21E7-4ACB-A662-B8ED27181137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셀추적기술팀</a:t>
            </a:r>
          </a:p>
        </p:txBody>
      </p:sp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6B7863FC-9BFE-458D-A458-5FB6E56D2C2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4669548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ESOC2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원통형 신규 증설 라인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_NFF Seam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용접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Pilot 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 추적 구축</a:t>
            </a:r>
          </a:p>
        </p:txBody>
      </p:sp>
      <p:graphicFrame>
        <p:nvGraphicFramePr>
          <p:cNvPr id="22" name="표 1">
            <a:extLst>
              <a:ext uri="{FF2B5EF4-FFF2-40B4-BE49-F238E27FC236}">
                <a16:creationId xmlns:a16="http://schemas.microsoft.com/office/drawing/2014/main" id="{87B4D5F0-BF4D-4C5D-9F6A-CB9792895D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0424869"/>
              </p:ext>
            </p:extLst>
          </p:nvPr>
        </p:nvGraphicFramePr>
        <p:xfrm>
          <a:off x="109461" y="840389"/>
          <a:ext cx="9748470" cy="5697037"/>
        </p:xfrm>
        <a:graphic>
          <a:graphicData uri="http://schemas.openxmlformats.org/drawingml/2006/table">
            <a:tbl>
              <a:tblPr/>
              <a:tblGrid>
                <a:gridCol w="6613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45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139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0396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46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20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  <a:endParaRPr lang="ko-KR" altLang="en-US" sz="900" b="1" i="0" u="none" strike="noStrike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8787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ESOC2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NFF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Seam </a:t>
                      </a:r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용접 </a:t>
                      </a:r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Pilot Line 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셀 추적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구축</a:t>
                      </a: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Seam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용접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Pilot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(ESOC2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신뢰성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시험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3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동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defTabSz="914400">
                        <a:lnSpc>
                          <a:spcPct val="100000"/>
                        </a:lnSpc>
                        <a:tabLst/>
                        <a:defRPr/>
                      </a:pPr>
                      <a:r>
                        <a:rPr kumimoji="1" lang="ko-KR" altLang="en-US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- NFF Seam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용접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Pilot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라인(신뢰성시험3동) </a:t>
                      </a:r>
                      <a:endParaRPr lang="en-US" altLang="ko-KR" sz="10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기존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NFF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대비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Quality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확보와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Cost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절감을 위해 신 공법 적용한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Pilot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라인입니다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1) Set up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-.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BMW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고객사의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46120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모델로 </a:t>
                      </a:r>
                      <a:r>
                        <a:rPr lang="ko-KR" altLang="en-US" sz="1000" b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형교환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후 샘플 생산 중입니다</a:t>
                      </a:r>
                      <a:r>
                        <a:rPr lang="en-US" altLang="ko-KR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(11/18~)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-. BMW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고객사 요청으로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X-Ray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이물검사기 설비 추가되어 설비 최종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DR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(12/4), RFQ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(12/2),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담당님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전결의 투자심의 예정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(~12/17)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-.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기존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CAW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설비를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CRW Laser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 개조 예정입니다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현재 기본품의 전이며 비용 산출 중입니다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(~11/21)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2)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 연동</a:t>
                      </a:r>
                      <a:endParaRPr lang="en-US" altLang="ko-KR" sz="10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-. HCL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 제외한 전체 검사기 대상으로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API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교체 완료 하였습니다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(9/16) HLC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설비는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SW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프로그램 코딩 문제로 복수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API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작동 시 </a:t>
                      </a:r>
                      <a:endParaRPr lang="en-US" altLang="ko-KR" sz="10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종료되는 문제가 있어 업체와 조치 완료했습니다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(12/12)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전체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API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대상으로 생산 가동 간 정상 수신 모니터링 하겠습니다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3)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추적률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산출</a:t>
                      </a:r>
                      <a:b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-. 8/19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부로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Davinci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리포트를 통해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추적률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산출하여 모니터링 예정입니다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</a:t>
                      </a:r>
                      <a:r>
                        <a:rPr kumimoji="1"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→ 11</a:t>
                      </a:r>
                      <a:r>
                        <a:rPr kumimoji="1"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생산 간 </a:t>
                      </a:r>
                      <a:r>
                        <a:rPr kumimoji="1" lang="ko-KR" altLang="en-US" sz="10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추적률</a:t>
                      </a:r>
                      <a:r>
                        <a:rPr kumimoji="1"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kumimoji="1"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98.52%</a:t>
                      </a:r>
                      <a:r>
                        <a:rPr kumimoji="1"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 </a:t>
                      </a:r>
                      <a:r>
                        <a:rPr kumimoji="1" lang="ko-KR" altLang="en-US" sz="10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와인더</a:t>
                      </a:r>
                      <a:r>
                        <a:rPr kumimoji="1"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기인 제외하였으며</a:t>
                      </a:r>
                      <a:r>
                        <a:rPr kumimoji="1"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kumimoji="1"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 기인 </a:t>
                      </a:r>
                      <a:r>
                        <a:rPr kumimoji="1"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1.48%</a:t>
                      </a:r>
                      <a:r>
                        <a:rPr kumimoji="1"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 확인했습니다</a:t>
                      </a:r>
                      <a:r>
                        <a:rPr kumimoji="1"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kumimoji="1"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kumimoji="1"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</a:t>
                      </a:r>
                      <a:r>
                        <a:rPr kumimoji="1"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kumimoji="1" lang="ko-KR" altLang="en-US" sz="10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와인더</a:t>
                      </a:r>
                      <a:r>
                        <a:rPr kumimoji="1"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kumimoji="1" lang="ko-KR" altLang="en-US" sz="10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추적률</a:t>
                      </a:r>
                      <a:r>
                        <a:rPr kumimoji="1"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저하 요인에 대해 확인 중이며</a:t>
                      </a:r>
                      <a:r>
                        <a:rPr kumimoji="1"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kumimoji="1"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 </a:t>
                      </a:r>
                      <a:r>
                        <a:rPr kumimoji="1" lang="ko-KR" altLang="en-US" sz="10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추적률</a:t>
                      </a:r>
                      <a:r>
                        <a:rPr kumimoji="1"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저하 요인은 </a:t>
                      </a:r>
                      <a:r>
                        <a:rPr kumimoji="1"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JRS </a:t>
                      </a:r>
                      <a:r>
                        <a:rPr kumimoji="1"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캐리어 </a:t>
                      </a:r>
                      <a:r>
                        <a:rPr kumimoji="1"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BCR </a:t>
                      </a:r>
                      <a:r>
                        <a:rPr kumimoji="1"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중복 리딩 및 리딩 실패로 가상</a:t>
                      </a:r>
                      <a:r>
                        <a:rPr kumimoji="1"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ID </a:t>
                      </a:r>
                      <a:r>
                        <a:rPr kumimoji="1" lang="ko-KR" altLang="en-US" sz="10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발번되어</a:t>
                      </a:r>
                      <a:endParaRPr kumimoji="1" lang="en-US" altLang="ko-KR" sz="10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  <a:sym typeface="Wingdings" panose="05000000000000000000" pitchFamily="2" charset="2"/>
                        </a:rPr>
                        <a:t>                  </a:t>
                      </a:r>
                      <a:r>
                        <a:rPr kumimoji="1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  <a:sym typeface="Wingdings" panose="05000000000000000000" pitchFamily="2" charset="2"/>
                        </a:rPr>
                        <a:t>추적률</a:t>
                      </a:r>
                      <a:r>
                        <a:rPr kumimoji="1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  <a:sym typeface="Wingdings" panose="05000000000000000000" pitchFamily="2" charset="2"/>
                        </a:rPr>
                        <a:t> 단절되었습니다</a:t>
                      </a:r>
                      <a:r>
                        <a:rPr kumimoji="1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  <a:sym typeface="Wingdings" panose="05000000000000000000" pitchFamily="2" charset="2"/>
                        </a:rPr>
                        <a:t>. </a:t>
                      </a:r>
                      <a:r>
                        <a:rPr kumimoji="1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  <a:sym typeface="Wingdings" panose="05000000000000000000" pitchFamily="2" charset="2"/>
                        </a:rPr>
                        <a:t>원인 확인 중이며 부동 간 </a:t>
                      </a:r>
                      <a:r>
                        <a:rPr kumimoji="1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  <a:sym typeface="Wingdings" panose="05000000000000000000" pitchFamily="2" charset="2"/>
                        </a:rPr>
                        <a:t>BCR </a:t>
                      </a:r>
                      <a:r>
                        <a:rPr kumimoji="1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  <a:sym typeface="Wingdings" panose="05000000000000000000" pitchFamily="2" charset="2"/>
                        </a:rPr>
                        <a:t>기구 셋팅 예정입니다</a:t>
                      </a:r>
                      <a:r>
                        <a:rPr kumimoji="1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  <a:sym typeface="Wingdings" panose="05000000000000000000" pitchFamily="2" charset="2"/>
                        </a:rPr>
                        <a:t>. (~12/23)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‘25.2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이석훈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박소영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A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285899"/>
                  </a:ext>
                </a:extLst>
              </a:tr>
            </a:tbl>
          </a:graphicData>
        </a:graphic>
      </p:graphicFrame>
      <p:sp>
        <p:nvSpPr>
          <p:cNvPr id="24" name="내용 개체 틀 20">
            <a:extLst>
              <a:ext uri="{FF2B5EF4-FFF2-40B4-BE49-F238E27FC236}">
                <a16:creationId xmlns:a16="http://schemas.microsoft.com/office/drawing/2014/main" id="{6C3B0EC6-3778-4AA7-A733-71095CAD128A}"/>
              </a:ext>
            </a:extLst>
          </p:cNvPr>
          <p:cNvSpPr txBox="1">
            <a:spLocks/>
          </p:cNvSpPr>
          <p:nvPr/>
        </p:nvSpPr>
        <p:spPr>
          <a:xfrm>
            <a:off x="8539597" y="418066"/>
            <a:ext cx="1197443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이석훈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박소영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352E5F4-D151-4C3D-9E5F-99A1B7FDF265}"/>
              </a:ext>
            </a:extLst>
          </p:cNvPr>
          <p:cNvSpPr/>
          <p:nvPr/>
        </p:nvSpPr>
        <p:spPr>
          <a:xfrm>
            <a:off x="1407587" y="1059112"/>
            <a:ext cx="7658591" cy="233397"/>
          </a:xfrm>
          <a:prstGeom prst="rect">
            <a:avLst/>
          </a:prstGeom>
        </p:spPr>
        <p:txBody>
          <a:bodyPr wrap="square" lIns="18000" tIns="45720" rIns="18000" bIns="4572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금주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(W51)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핵심 내용은 </a:t>
            </a:r>
            <a:r>
              <a:rPr lang="en-US" altLang="ko-KR" sz="1000" dirty="0">
                <a:latin typeface="Arial Narrow"/>
                <a:ea typeface="LG스마트체 Regular"/>
              </a:rPr>
              <a:t>X-Ray</a:t>
            </a:r>
            <a:r>
              <a:rPr lang="ko-KR" altLang="en-US" sz="1000" dirty="0">
                <a:latin typeface="Arial Narrow"/>
                <a:ea typeface="LG스마트체 Regular"/>
              </a:rPr>
              <a:t> 설비 셀 추적 구축 추가 투자를 위한 투자심의 예정입니다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 (~12/17) HLC API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조치 완료하여 모니터링 예정입니다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 (~12/23)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26B2A79C-BFC9-49AA-8C94-8944CD5D2DEC}"/>
              </a:ext>
            </a:extLst>
          </p:cNvPr>
          <p:cNvGraphicFramePr>
            <a:graphicFrameLocks noGrp="1"/>
          </p:cNvGraphicFramePr>
          <p:nvPr/>
        </p:nvGraphicFramePr>
        <p:xfrm>
          <a:off x="1451978" y="1262237"/>
          <a:ext cx="6102908" cy="831179"/>
        </p:xfrm>
        <a:graphic>
          <a:graphicData uri="http://schemas.openxmlformats.org/drawingml/2006/table">
            <a:tbl>
              <a:tblPr/>
              <a:tblGrid>
                <a:gridCol w="581835">
                  <a:extLst>
                    <a:ext uri="{9D8B030D-6E8A-4147-A177-3AD203B41FA5}">
                      <a16:colId xmlns:a16="http://schemas.microsoft.com/office/drawing/2014/main" val="4158735420"/>
                    </a:ext>
                  </a:extLst>
                </a:gridCol>
                <a:gridCol w="581835">
                  <a:extLst>
                    <a:ext uri="{9D8B030D-6E8A-4147-A177-3AD203B41FA5}">
                      <a16:colId xmlns:a16="http://schemas.microsoft.com/office/drawing/2014/main" val="920237258"/>
                    </a:ext>
                  </a:extLst>
                </a:gridCol>
                <a:gridCol w="221552">
                  <a:extLst>
                    <a:ext uri="{9D8B030D-6E8A-4147-A177-3AD203B41FA5}">
                      <a16:colId xmlns:a16="http://schemas.microsoft.com/office/drawing/2014/main" val="3663483875"/>
                    </a:ext>
                  </a:extLst>
                </a:gridCol>
                <a:gridCol w="304374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304374">
                  <a:extLst>
                    <a:ext uri="{9D8B030D-6E8A-4147-A177-3AD203B41FA5}">
                      <a16:colId xmlns:a16="http://schemas.microsoft.com/office/drawing/2014/main" val="2632540450"/>
                    </a:ext>
                  </a:extLst>
                </a:gridCol>
                <a:gridCol w="304374">
                  <a:extLst>
                    <a:ext uri="{9D8B030D-6E8A-4147-A177-3AD203B41FA5}">
                      <a16:colId xmlns:a16="http://schemas.microsoft.com/office/drawing/2014/main" val="2636506273"/>
                    </a:ext>
                  </a:extLst>
                </a:gridCol>
                <a:gridCol w="304374">
                  <a:extLst>
                    <a:ext uri="{9D8B030D-6E8A-4147-A177-3AD203B41FA5}">
                      <a16:colId xmlns:a16="http://schemas.microsoft.com/office/drawing/2014/main" val="1266397981"/>
                    </a:ext>
                  </a:extLst>
                </a:gridCol>
                <a:gridCol w="350019">
                  <a:extLst>
                    <a:ext uri="{9D8B030D-6E8A-4147-A177-3AD203B41FA5}">
                      <a16:colId xmlns:a16="http://schemas.microsoft.com/office/drawing/2014/main" val="3049118925"/>
                    </a:ext>
                  </a:extLst>
                </a:gridCol>
                <a:gridCol w="350019">
                  <a:extLst>
                    <a:ext uri="{9D8B030D-6E8A-4147-A177-3AD203B41FA5}">
                      <a16:colId xmlns:a16="http://schemas.microsoft.com/office/drawing/2014/main" val="2637651032"/>
                    </a:ext>
                  </a:extLst>
                </a:gridCol>
                <a:gridCol w="350019">
                  <a:extLst>
                    <a:ext uri="{9D8B030D-6E8A-4147-A177-3AD203B41FA5}">
                      <a16:colId xmlns:a16="http://schemas.microsoft.com/office/drawing/2014/main" val="3389905596"/>
                    </a:ext>
                  </a:extLst>
                </a:gridCol>
                <a:gridCol w="350019">
                  <a:extLst>
                    <a:ext uri="{9D8B030D-6E8A-4147-A177-3AD203B41FA5}">
                      <a16:colId xmlns:a16="http://schemas.microsoft.com/office/drawing/2014/main" val="3334302842"/>
                    </a:ext>
                  </a:extLst>
                </a:gridCol>
                <a:gridCol w="350019">
                  <a:extLst>
                    <a:ext uri="{9D8B030D-6E8A-4147-A177-3AD203B41FA5}">
                      <a16:colId xmlns:a16="http://schemas.microsoft.com/office/drawing/2014/main" val="2994997893"/>
                    </a:ext>
                  </a:extLst>
                </a:gridCol>
                <a:gridCol w="350019">
                  <a:extLst>
                    <a:ext uri="{9D8B030D-6E8A-4147-A177-3AD203B41FA5}">
                      <a16:colId xmlns:a16="http://schemas.microsoft.com/office/drawing/2014/main" val="3878113048"/>
                    </a:ext>
                  </a:extLst>
                </a:gridCol>
                <a:gridCol w="350019">
                  <a:extLst>
                    <a:ext uri="{9D8B030D-6E8A-4147-A177-3AD203B41FA5}">
                      <a16:colId xmlns:a16="http://schemas.microsoft.com/office/drawing/2014/main" val="418764505"/>
                    </a:ext>
                  </a:extLst>
                </a:gridCol>
                <a:gridCol w="350019">
                  <a:extLst>
                    <a:ext uri="{9D8B030D-6E8A-4147-A177-3AD203B41FA5}">
                      <a16:colId xmlns:a16="http://schemas.microsoft.com/office/drawing/2014/main" val="3544779646"/>
                    </a:ext>
                  </a:extLst>
                </a:gridCol>
                <a:gridCol w="350019">
                  <a:extLst>
                    <a:ext uri="{9D8B030D-6E8A-4147-A177-3AD203B41FA5}">
                      <a16:colId xmlns:a16="http://schemas.microsoft.com/office/drawing/2014/main" val="1889747797"/>
                    </a:ext>
                  </a:extLst>
                </a:gridCol>
                <a:gridCol w="350019">
                  <a:extLst>
                    <a:ext uri="{9D8B030D-6E8A-4147-A177-3AD203B41FA5}">
                      <a16:colId xmlns:a16="http://schemas.microsoft.com/office/drawing/2014/main" val="736289097"/>
                    </a:ext>
                  </a:extLst>
                </a:gridCol>
              </a:tblGrid>
              <a:tr h="71125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9525" marR="9525" marT="41564" marB="41564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4" marR="9524" marT="41564" marB="41564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투자일정</a:t>
                      </a: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셀 추적 일정</a:t>
                      </a: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3763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투심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</a:p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집행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입고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SOP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HW</a:t>
                      </a:r>
                    </a:p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설계</a:t>
                      </a:r>
                      <a:endParaRPr lang="en-US" sz="8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SW</a:t>
                      </a:r>
                      <a:b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설치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입고</a:t>
                      </a:r>
                      <a:endParaRPr lang="en-US" sz="8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입고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설치</a:t>
                      </a:r>
                      <a:endParaRPr lang="en-US" sz="8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단동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</a:p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</a:t>
                      </a:r>
                      <a:endParaRPr lang="en-US" sz="8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</a:t>
                      </a:r>
                    </a:p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</a:t>
                      </a:r>
                      <a:endParaRPr lang="en-US" sz="8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ECS</a:t>
                      </a:r>
                    </a:p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</a:t>
                      </a:r>
                      <a:endParaRPr lang="en-US" sz="8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검증</a:t>
                      </a:r>
                      <a:endParaRPr lang="en-US" sz="8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양산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29798"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Seam 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용접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Pilot</a:t>
                      </a:r>
                    </a:p>
                  </a:txBody>
                  <a:tcPr marL="9525" marR="9525" marT="41564" marB="41564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4" marR="9524" marT="41564" marB="41564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‘24.6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‘24.9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>
                          <a:solidFill>
                            <a:srgbClr val="7F7F7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’24.11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>
                          <a:solidFill>
                            <a:srgbClr val="7F7F7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’25.2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’24.9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‘24.10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’24.11</a:t>
                      </a:r>
                      <a:endParaRPr lang="ko-KR" altLang="en-US" sz="800" b="0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‘24.11</a:t>
                      </a:r>
                      <a:endParaRPr lang="ko-KR" altLang="en-US" sz="800" b="0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‘24.12</a:t>
                      </a:r>
                      <a:endParaRPr lang="ko-KR" altLang="en-US" sz="800" b="0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</a:t>
                      </a:r>
                      <a:endParaRPr lang="ko-KR" altLang="en-US" sz="800" b="0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</a:t>
                      </a:r>
                      <a:endParaRPr lang="ko-KR" altLang="en-US" sz="800" b="0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‘25.2~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5483190"/>
                  </a:ext>
                </a:extLst>
              </a:tr>
            </a:tbl>
          </a:graphicData>
        </a:graphic>
      </p:graphicFrame>
      <p:sp>
        <p:nvSpPr>
          <p:cNvPr id="41" name="직사각형 40">
            <a:extLst>
              <a:ext uri="{FF2B5EF4-FFF2-40B4-BE49-F238E27FC236}">
                <a16:creationId xmlns:a16="http://schemas.microsoft.com/office/drawing/2014/main" id="{486AACE6-8487-4C26-BBAA-60DE2A2D200D}"/>
              </a:ext>
            </a:extLst>
          </p:cNvPr>
          <p:cNvSpPr/>
          <p:nvPr/>
        </p:nvSpPr>
        <p:spPr>
          <a:xfrm>
            <a:off x="7205357" y="1397604"/>
            <a:ext cx="349529" cy="695812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7" name="이등변 삼각형 26">
            <a:extLst>
              <a:ext uri="{FF2B5EF4-FFF2-40B4-BE49-F238E27FC236}">
                <a16:creationId xmlns:a16="http://schemas.microsoft.com/office/drawing/2014/main" id="{3D103A03-E7B1-4FD5-BA05-8745AE1723F2}"/>
              </a:ext>
            </a:extLst>
          </p:cNvPr>
          <p:cNvSpPr/>
          <p:nvPr/>
        </p:nvSpPr>
        <p:spPr>
          <a:xfrm rot="10800000">
            <a:off x="7422223" y="1294994"/>
            <a:ext cx="122404" cy="117903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07D8D63E-5314-4D56-A9FA-9EF0669C8893}"/>
              </a:ext>
            </a:extLst>
          </p:cNvPr>
          <p:cNvSpPr txBox="1"/>
          <p:nvPr/>
        </p:nvSpPr>
        <p:spPr>
          <a:xfrm>
            <a:off x="7142469" y="2067510"/>
            <a:ext cx="1874520" cy="461665"/>
          </a:xfrm>
          <a:prstGeom prst="rect">
            <a:avLst/>
          </a:prstGeom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└ 샘플을 생산하는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Pilot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라인으로 별도의</a:t>
            </a:r>
            <a:b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양산 일정 구분없이 샘플생산이 양산의</a:t>
            </a:r>
            <a:b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의미를 갖음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(NFF Pilot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운영팀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745B055-A5C0-40F5-947A-EBD8910316D1}"/>
              </a:ext>
            </a:extLst>
          </p:cNvPr>
          <p:cNvSpPr txBox="1"/>
          <p:nvPr/>
        </p:nvSpPr>
        <p:spPr>
          <a:xfrm>
            <a:off x="1595970" y="5152702"/>
            <a:ext cx="3663928" cy="400110"/>
          </a:xfrm>
          <a:prstGeom prst="rect">
            <a:avLst/>
          </a:prstGeom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46series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제품 모델명 구분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rule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-. Ford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의 경우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생산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Site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변경으로 인한 모델명 변경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(N32S2 → N32C)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C2C197D-7065-4202-B62A-90F81CBA50FB}"/>
              </a:ext>
            </a:extLst>
          </p:cNvPr>
          <p:cNvGraphicFramePr>
            <a:graphicFrameLocks noGrp="1"/>
          </p:cNvGraphicFramePr>
          <p:nvPr/>
        </p:nvGraphicFramePr>
        <p:xfrm>
          <a:off x="1913956" y="5534470"/>
          <a:ext cx="6348426" cy="967530"/>
        </p:xfrm>
        <a:graphic>
          <a:graphicData uri="http://schemas.openxmlformats.org/drawingml/2006/table">
            <a:tbl>
              <a:tblPr/>
              <a:tblGrid>
                <a:gridCol w="531302">
                  <a:extLst>
                    <a:ext uri="{9D8B030D-6E8A-4147-A177-3AD203B41FA5}">
                      <a16:colId xmlns:a16="http://schemas.microsoft.com/office/drawing/2014/main" val="1890279606"/>
                    </a:ext>
                  </a:extLst>
                </a:gridCol>
                <a:gridCol w="1454281">
                  <a:extLst>
                    <a:ext uri="{9D8B030D-6E8A-4147-A177-3AD203B41FA5}">
                      <a16:colId xmlns:a16="http://schemas.microsoft.com/office/drawing/2014/main" val="1303582701"/>
                    </a:ext>
                  </a:extLst>
                </a:gridCol>
                <a:gridCol w="1454281">
                  <a:extLst>
                    <a:ext uri="{9D8B030D-6E8A-4147-A177-3AD203B41FA5}">
                      <a16:colId xmlns:a16="http://schemas.microsoft.com/office/drawing/2014/main" val="1544082673"/>
                    </a:ext>
                  </a:extLst>
                </a:gridCol>
                <a:gridCol w="1454281">
                  <a:extLst>
                    <a:ext uri="{9D8B030D-6E8A-4147-A177-3AD203B41FA5}">
                      <a16:colId xmlns:a16="http://schemas.microsoft.com/office/drawing/2014/main" val="2466304147"/>
                    </a:ext>
                  </a:extLst>
                </a:gridCol>
                <a:gridCol w="1454281">
                  <a:extLst>
                    <a:ext uri="{9D8B030D-6E8A-4147-A177-3AD203B41FA5}">
                      <a16:colId xmlns:a16="http://schemas.microsoft.com/office/drawing/2014/main" val="468406065"/>
                    </a:ext>
                  </a:extLst>
                </a:gridCol>
              </a:tblGrid>
              <a:tr h="13304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8855" marR="8855" marT="88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E(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높이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80 mm)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N(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높이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95 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mm)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T(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높이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100 mm)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Z(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셀 높이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Arail Narrow"/>
                          <a:ea typeface="+mn-ea"/>
                        </a:rPr>
                        <a:t>120 mm)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323407"/>
                  </a:ext>
                </a:extLst>
              </a:tr>
              <a:tr h="13304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F</a:t>
                      </a:r>
                    </a:p>
                  </a:txBody>
                  <a:tcPr marL="8855" marR="8855" marT="88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IM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8855" marR="8855" marT="885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8855" marR="8855" marT="8855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104075"/>
                  </a:ext>
                </a:extLst>
              </a:tr>
              <a:tr h="13304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</a:t>
                      </a:r>
                    </a:p>
                  </a:txBody>
                  <a:tcPr marL="8855" marR="8855" marT="88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MBAG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Rivian, Mitsubishi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BMW</a:t>
                      </a:r>
                      <a:endParaRPr lang="ko-KR" altLang="en-US" sz="10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8855" marR="8855" marT="8855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3361698"/>
                  </a:ext>
                </a:extLst>
              </a:tr>
              <a:tr h="13304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</a:t>
                      </a:r>
                    </a:p>
                  </a:txBody>
                  <a:tcPr marL="8855" marR="8855" marT="88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8855" marR="8855" marT="8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Ford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8855" marR="8855" marT="8855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8855" marR="8855" marT="8855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0004211"/>
                  </a:ext>
                </a:extLst>
              </a:tr>
              <a:tr h="13304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</a:t>
                      </a:r>
                    </a:p>
                  </a:txBody>
                  <a:tcPr marL="8855" marR="8855" marT="88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8855" marR="8855" marT="8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DTAG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8855" marR="8855" marT="8855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8855" marR="8855" marT="8855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5475279"/>
                  </a:ext>
                </a:extLst>
              </a:tr>
              <a:tr h="13304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</a:t>
                      </a:r>
                    </a:p>
                  </a:txBody>
                  <a:tcPr marL="8855" marR="8855" marT="88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BMW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MBAG</a:t>
                      </a:r>
                    </a:p>
                  </a:txBody>
                  <a:tcPr marL="8855" marR="8855" marT="8855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8855" marR="8855" marT="8855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8728661"/>
                  </a:ext>
                </a:extLst>
              </a:tr>
            </a:tbl>
          </a:graphicData>
        </a:graphic>
      </p:graphicFrame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DE672056-9486-4EE3-9F89-A463EA77814B}"/>
              </a:ext>
            </a:extLst>
          </p:cNvPr>
          <p:cNvSpPr/>
          <p:nvPr/>
        </p:nvSpPr>
        <p:spPr>
          <a:xfrm>
            <a:off x="186720" y="1145653"/>
            <a:ext cx="396000" cy="180000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8DE12DC-233A-4C92-A710-D62A52F714FC}"/>
              </a:ext>
            </a:extLst>
          </p:cNvPr>
          <p:cNvSpPr txBox="1"/>
          <p:nvPr/>
        </p:nvSpPr>
        <p:spPr>
          <a:xfrm>
            <a:off x="6365695" y="4210959"/>
            <a:ext cx="2162707" cy="230832"/>
          </a:xfrm>
          <a:prstGeom prst="rect">
            <a:avLst/>
          </a:prstGeom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※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셀추적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인식률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(’25.12.10 ~ ‘25.12.16)</a:t>
            </a: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CB7C8ED2-6454-4522-9F1D-79913C2E5A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3014126"/>
              </p:ext>
            </p:extLst>
          </p:nvPr>
        </p:nvGraphicFramePr>
        <p:xfrm>
          <a:off x="1758756" y="4416048"/>
          <a:ext cx="6723926" cy="495318"/>
        </p:xfrm>
        <a:graphic>
          <a:graphicData uri="http://schemas.openxmlformats.org/drawingml/2006/table">
            <a:tbl>
              <a:tblPr/>
              <a:tblGrid>
                <a:gridCol w="802612">
                  <a:extLst>
                    <a:ext uri="{9D8B030D-6E8A-4147-A177-3AD203B41FA5}">
                      <a16:colId xmlns:a16="http://schemas.microsoft.com/office/drawing/2014/main" val="1899771930"/>
                    </a:ext>
                  </a:extLst>
                </a:gridCol>
                <a:gridCol w="845902">
                  <a:extLst>
                    <a:ext uri="{9D8B030D-6E8A-4147-A177-3AD203B41FA5}">
                      <a16:colId xmlns:a16="http://schemas.microsoft.com/office/drawing/2014/main" val="799754058"/>
                    </a:ext>
                  </a:extLst>
                </a:gridCol>
                <a:gridCol w="845902">
                  <a:extLst>
                    <a:ext uri="{9D8B030D-6E8A-4147-A177-3AD203B41FA5}">
                      <a16:colId xmlns:a16="http://schemas.microsoft.com/office/drawing/2014/main" val="4087037558"/>
                    </a:ext>
                  </a:extLst>
                </a:gridCol>
                <a:gridCol w="845902">
                  <a:extLst>
                    <a:ext uri="{9D8B030D-6E8A-4147-A177-3AD203B41FA5}">
                      <a16:colId xmlns:a16="http://schemas.microsoft.com/office/drawing/2014/main" val="399336267"/>
                    </a:ext>
                  </a:extLst>
                </a:gridCol>
                <a:gridCol w="845902">
                  <a:extLst>
                    <a:ext uri="{9D8B030D-6E8A-4147-A177-3AD203B41FA5}">
                      <a16:colId xmlns:a16="http://schemas.microsoft.com/office/drawing/2014/main" val="4252651041"/>
                    </a:ext>
                  </a:extLst>
                </a:gridCol>
                <a:gridCol w="845902">
                  <a:extLst>
                    <a:ext uri="{9D8B030D-6E8A-4147-A177-3AD203B41FA5}">
                      <a16:colId xmlns:a16="http://schemas.microsoft.com/office/drawing/2014/main" val="2306917810"/>
                    </a:ext>
                  </a:extLst>
                </a:gridCol>
                <a:gridCol w="845902">
                  <a:extLst>
                    <a:ext uri="{9D8B030D-6E8A-4147-A177-3AD203B41FA5}">
                      <a16:colId xmlns:a16="http://schemas.microsoft.com/office/drawing/2014/main" val="1272068713"/>
                    </a:ext>
                  </a:extLst>
                </a:gridCol>
                <a:gridCol w="845902">
                  <a:extLst>
                    <a:ext uri="{9D8B030D-6E8A-4147-A177-3AD203B41FA5}">
                      <a16:colId xmlns:a16="http://schemas.microsoft.com/office/drawing/2014/main" val="1313361075"/>
                    </a:ext>
                  </a:extLst>
                </a:gridCol>
              </a:tblGrid>
              <a:tr h="16510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날짜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12/10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12/11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12/12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12/13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12/14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12/15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12/16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2242816"/>
                  </a:ext>
                </a:extLst>
              </a:tr>
              <a:tr h="16510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투입 수량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EA)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2,415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792126"/>
                  </a:ext>
                </a:extLst>
              </a:tr>
              <a:tr h="16510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인식률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(%)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98.5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3026903"/>
                  </a:ext>
                </a:extLst>
              </a:tr>
            </a:tbl>
          </a:graphicData>
        </a:graphic>
      </p:graphicFrame>
      <p:sp>
        <p:nvSpPr>
          <p:cNvPr id="29" name="TextBox 28">
            <a:extLst>
              <a:ext uri="{FF2B5EF4-FFF2-40B4-BE49-F238E27FC236}">
                <a16:creationId xmlns:a16="http://schemas.microsoft.com/office/drawing/2014/main" id="{370BFE1F-97F3-4D49-B90B-F596820374C6}"/>
              </a:ext>
            </a:extLst>
          </p:cNvPr>
          <p:cNvSpPr txBox="1"/>
          <p:nvPr/>
        </p:nvSpPr>
        <p:spPr>
          <a:xfrm>
            <a:off x="1673747" y="4885315"/>
            <a:ext cx="750135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*CCW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재투입으로 인한 </a:t>
            </a:r>
            <a:r>
              <a:rPr kumimoji="0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미인식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발생했습니다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55826466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셀추적기술팀</a:t>
            </a:r>
          </a:p>
        </p:txBody>
      </p:sp>
      <p:sp>
        <p:nvSpPr>
          <p:cNvPr id="30" name="내용 개체 틀 20">
            <a:extLst>
              <a:ext uri="{FF2B5EF4-FFF2-40B4-BE49-F238E27FC236}">
                <a16:creationId xmlns:a16="http://schemas.microsoft.com/office/drawing/2014/main" id="{6F0A1984-ACC2-4062-BE1D-9FBF00C4EB71}"/>
              </a:ext>
            </a:extLst>
          </p:cNvPr>
          <p:cNvSpPr txBox="1">
            <a:spLocks/>
          </p:cNvSpPr>
          <p:nvPr/>
        </p:nvSpPr>
        <p:spPr>
          <a:xfrm>
            <a:off x="108656" y="593629"/>
            <a:ext cx="2632131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NFF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신규 증설 라인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_ ESAZ 1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동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호</a:t>
            </a:r>
          </a:p>
        </p:txBody>
      </p:sp>
      <p:graphicFrame>
        <p:nvGraphicFramePr>
          <p:cNvPr id="31" name="표 1">
            <a:extLst>
              <a:ext uri="{FF2B5EF4-FFF2-40B4-BE49-F238E27FC236}">
                <a16:creationId xmlns:a16="http://schemas.microsoft.com/office/drawing/2014/main" id="{49B0A808-D122-47A1-8FDD-5E8A1F67FAF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8155630"/>
              </p:ext>
            </p:extLst>
          </p:nvPr>
        </p:nvGraphicFramePr>
        <p:xfrm>
          <a:off x="92635" y="875712"/>
          <a:ext cx="9768099" cy="5785147"/>
        </p:xfrm>
        <a:graphic>
          <a:graphicData uri="http://schemas.openxmlformats.org/drawingml/2006/table">
            <a:tbl>
              <a:tblPr/>
              <a:tblGrid>
                <a:gridCol w="7424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62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2295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106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544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962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555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NFF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Seam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용접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선행검증라인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셀 추적 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구축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신규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증설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>
                        <a:lnSpc>
                          <a:spcPts val="1100"/>
                        </a:lnSpc>
                      </a:pPr>
                      <a:r>
                        <a:rPr lang="ko-KR" altLang="en-US" sz="1000" dirty="0">
                          <a:solidFill>
                            <a:schemeClr val="tx1"/>
                          </a:solidFill>
                        </a:rPr>
                        <a:t>금주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(W51)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</a:rPr>
                        <a:t>핵심 내용은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ESAZ 1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</a:rPr>
                        <a:t>호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</a:rPr>
                        <a:t>대표라인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)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JRS,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CCW, CIT, LFW,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FTW 12/19 FAT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</a:rPr>
                        <a:t>후 설비 입고 예정입니다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.(~12/31,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</a:rPr>
                        <a:t>타 공정은 입고 완료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) </a:t>
                      </a:r>
                      <a:b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endParaRPr lang="en-US" altLang="ko-KR" sz="10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배경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기존 공법 대비 원가 경쟁력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향상된 성능 확보 목적의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신공법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적용 설비 및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4680/4695/46105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생산이 가능한 설비 양산 준비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MBAG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向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NFF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셀 추적성 확보하기 위해 셀 추적 기술 적용 필요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특이사항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기술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품질 검증을 위해 에너지플랜트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신뢰성시험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층에 설치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개월 간 양산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(~’26.8)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후 해체하여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동으로 이설</a:t>
                      </a: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: AZ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에서 생산 예정됐던 일부 모델의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SOP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가 지연됐고 이로 인한 설비 대기가 발생할 것을 고려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에서 생산 예정인 모델을 우선 생산하고자 함</a:t>
                      </a: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기존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동에 설치되어 있던 파우치형 설비는 제각되는 것으로 확인됐으며 비용은 총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억원으로 산출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(7/7)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사항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①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NFF.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선행설비기술팀 주관 설비 컨셉 리뷰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(CR)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및 디자인 리뷰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(DR)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완료했습니다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.(5/9)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-.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현재 공정 구성은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JRS – CCW – CIT – FTW – LFW – ISI – JRI – SMW – HLC – CRW – ELF – LHS – CTA – AIA – IR-OCV(ELC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추가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-. FTW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제외한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JRS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~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LFW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설비 입고 일정 변경 및 입고 완료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(10/16→12/15)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되어 셋업 진행 중이며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FTW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는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차주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FAT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후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입고 예정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(~12/29)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②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ESAZ 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2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3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호는 아래 일정에 따라 설비 제작을 진행하고 있습니다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-.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해외 셋업 일정은 변동될 수 있습니다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→ Rivian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수요를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AZ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호에서 대응하는 것으로 변경되어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일정이 변경됐습니다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→ BMW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수주 일정으로 인해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AZ 2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증설 일정이 변경됐으며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BMW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수주 일정에 맞춰 다시 일정이 변경될 수 있는 것으로 확인했습니다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→ WA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샘플 생산 일정 변경으로 인해 선행검증라인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(3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의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오창에서의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기술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품질 검증 목적 생산 기간이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11→8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개월로 감소했으며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개선 일정이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개월 추가됐습니다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-. 5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설비사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방문하여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ESAZ 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 셀 추적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FAT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진행할 예정입니다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.(~12/19)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: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전장 및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기구부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설치 상태 확인 및 각 설비에 설치된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BCR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별 인식률 체크 진행</a:t>
                      </a: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: ISI, JRI, CRW(11/26) ELF, IR-OCV(11/27) CTA, AIA(11/28) SMW, HLC, LHS(12/3) JRS, CCW, CIT, LFW, FTW (12/19)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26.06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이석훈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박소영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285899"/>
                  </a:ext>
                </a:extLst>
              </a:tr>
            </a:tbl>
          </a:graphicData>
        </a:graphic>
      </p:graphicFrame>
      <p:sp>
        <p:nvSpPr>
          <p:cNvPr id="33" name="TextBox 32">
            <a:extLst>
              <a:ext uri="{FF2B5EF4-FFF2-40B4-BE49-F238E27FC236}">
                <a16:creationId xmlns:a16="http://schemas.microsoft.com/office/drawing/2014/main" id="{708B1D54-9D52-42CB-82CB-E5D69946BACE}"/>
              </a:ext>
            </a:extLst>
          </p:cNvPr>
          <p:cNvSpPr txBox="1"/>
          <p:nvPr/>
        </p:nvSpPr>
        <p:spPr>
          <a:xfrm>
            <a:off x="7994708" y="59243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12/16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10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66252906-857F-42C8-86CE-4F1F8E43E2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7369388"/>
              </p:ext>
            </p:extLst>
          </p:nvPr>
        </p:nvGraphicFramePr>
        <p:xfrm>
          <a:off x="1410179" y="1283728"/>
          <a:ext cx="7138537" cy="440055"/>
        </p:xfrm>
        <a:graphic>
          <a:graphicData uri="http://schemas.openxmlformats.org/drawingml/2006/table">
            <a:tbl>
              <a:tblPr/>
              <a:tblGrid>
                <a:gridCol w="1019791">
                  <a:extLst>
                    <a:ext uri="{9D8B030D-6E8A-4147-A177-3AD203B41FA5}">
                      <a16:colId xmlns:a16="http://schemas.microsoft.com/office/drawing/2014/main" val="404094998"/>
                    </a:ext>
                  </a:extLst>
                </a:gridCol>
                <a:gridCol w="1019791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1019791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1019791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1019791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1019791">
                  <a:extLst>
                    <a:ext uri="{9D8B030D-6E8A-4147-A177-3AD203B41FA5}">
                      <a16:colId xmlns:a16="http://schemas.microsoft.com/office/drawing/2014/main" val="2261928765"/>
                    </a:ext>
                  </a:extLst>
                </a:gridCol>
                <a:gridCol w="1019791">
                  <a:extLst>
                    <a:ext uri="{9D8B030D-6E8A-4147-A177-3AD203B41FA5}">
                      <a16:colId xmlns:a16="http://schemas.microsoft.com/office/drawing/2014/main" val="1939774649"/>
                    </a:ext>
                  </a:extLst>
                </a:gridCol>
              </a:tblGrid>
              <a:tr h="14120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계획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4120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컨셉 검토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집행품의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/PO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 입고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단동 셋업 완료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 셋업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검수 완료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82101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 </a:t>
                      </a: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(MBAG)</a:t>
                      </a:r>
                      <a:endParaRPr kumimoji="0" lang="ko-KR" altLang="en-US" sz="9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‘24.10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’24.11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→ ‘25.5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’25.09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’25.12</a:t>
                      </a:r>
                      <a:endParaRPr kumimoji="0" lang="ko-KR" altLang="en-US" sz="900" b="0" i="0" u="none" strike="sng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‘25.11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→ ’25.12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sng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‘25.12</a:t>
                      </a: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→ ‘</a:t>
                      </a: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sp>
        <p:nvSpPr>
          <p:cNvPr id="39" name="내용 개체 틀 20">
            <a:extLst>
              <a:ext uri="{FF2B5EF4-FFF2-40B4-BE49-F238E27FC236}">
                <a16:creationId xmlns:a16="http://schemas.microsoft.com/office/drawing/2014/main" id="{BD947726-D688-4BA1-ABAE-873172B470A3}"/>
              </a:ext>
            </a:extLst>
          </p:cNvPr>
          <p:cNvSpPr txBox="1">
            <a:spLocks/>
          </p:cNvSpPr>
          <p:nvPr/>
        </p:nvSpPr>
        <p:spPr>
          <a:xfrm>
            <a:off x="8957981" y="455781"/>
            <a:ext cx="779059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이석훈</a:t>
            </a: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43E22224-4BC7-4E1D-93C3-769FDC782523}"/>
              </a:ext>
            </a:extLst>
          </p:cNvPr>
          <p:cNvGrpSpPr/>
          <p:nvPr/>
        </p:nvGrpSpPr>
        <p:grpSpPr>
          <a:xfrm>
            <a:off x="4480689" y="1364527"/>
            <a:ext cx="998903" cy="359150"/>
            <a:chOff x="4496898" y="4753908"/>
            <a:chExt cx="1177863" cy="503561"/>
          </a:xfrm>
        </p:grpSpPr>
        <p:sp>
          <p:nvSpPr>
            <p:cNvPr id="14" name="이등변 삼각형 13">
              <a:extLst>
                <a:ext uri="{FF2B5EF4-FFF2-40B4-BE49-F238E27FC236}">
                  <a16:creationId xmlns:a16="http://schemas.microsoft.com/office/drawing/2014/main" id="{38F474A1-85A1-444F-BD87-7FFE4E4BD9FA}"/>
                </a:ext>
              </a:extLst>
            </p:cNvPr>
            <p:cNvSpPr/>
            <p:nvPr/>
          </p:nvSpPr>
          <p:spPr>
            <a:xfrm rot="10800000">
              <a:off x="4996141" y="4753908"/>
              <a:ext cx="184966" cy="92984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AB8389C8-D186-47FD-AF67-EB95832D7EFE}"/>
                </a:ext>
              </a:extLst>
            </p:cNvPr>
            <p:cNvSpPr/>
            <p:nvPr/>
          </p:nvSpPr>
          <p:spPr>
            <a:xfrm>
              <a:off x="4496898" y="4846892"/>
              <a:ext cx="1177863" cy="410577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B07380CC-742D-4CC2-8AFF-1DEDB4AB8614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6B8572EF-F739-4EE8-84BB-AAC78C4680A9}"/>
              </a:ext>
            </a:extLst>
          </p:cNvPr>
          <p:cNvSpPr/>
          <p:nvPr/>
        </p:nvSpPr>
        <p:spPr>
          <a:xfrm>
            <a:off x="8895955" y="5612560"/>
            <a:ext cx="379912" cy="138499"/>
          </a:xfrm>
          <a:prstGeom prst="rect">
            <a:avLst/>
          </a:prstGeom>
          <a:solidFill>
            <a:schemeClr val="tx1"/>
          </a:solidFill>
        </p:spPr>
        <p:txBody>
          <a:bodyPr wrap="none" lIns="0" tIns="0" rIns="0" bIns="0" anchor="ctr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Lid </a:t>
            </a:r>
            <a:r>
              <a:rPr kumimoji="0" lang="ko-KR" altLang="en-US" sz="9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실물</a:t>
            </a:r>
          </a:p>
        </p:txBody>
      </p:sp>
      <p:pic>
        <p:nvPicPr>
          <p:cNvPr id="67" name="그림 66">
            <a:extLst>
              <a:ext uri="{FF2B5EF4-FFF2-40B4-BE49-F238E27FC236}">
                <a16:creationId xmlns:a16="http://schemas.microsoft.com/office/drawing/2014/main" id="{521437F7-78EC-494C-A13C-108B26026AE5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712" t="3954" r="30892"/>
          <a:stretch/>
        </p:blipFill>
        <p:spPr>
          <a:xfrm rot="5400000">
            <a:off x="8890059" y="5753688"/>
            <a:ext cx="770445" cy="765190"/>
          </a:xfrm>
          <a:prstGeom prst="rect">
            <a:avLst/>
          </a:prstGeom>
        </p:spPr>
      </p:pic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4BFC913D-0803-4177-9C1D-6527949DA1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8703257"/>
              </p:ext>
            </p:extLst>
          </p:nvPr>
        </p:nvGraphicFramePr>
        <p:xfrm>
          <a:off x="1371453" y="5309441"/>
          <a:ext cx="7270587" cy="1200150"/>
        </p:xfrm>
        <a:graphic>
          <a:graphicData uri="http://schemas.openxmlformats.org/drawingml/2006/table">
            <a:tbl>
              <a:tblPr/>
              <a:tblGrid>
                <a:gridCol w="1179363">
                  <a:extLst>
                    <a:ext uri="{9D8B030D-6E8A-4147-A177-3AD203B41FA5}">
                      <a16:colId xmlns:a16="http://schemas.microsoft.com/office/drawing/2014/main" val="404094998"/>
                    </a:ext>
                  </a:extLst>
                </a:gridCol>
                <a:gridCol w="507602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507602">
                  <a:extLst>
                    <a:ext uri="{9D8B030D-6E8A-4147-A177-3AD203B41FA5}">
                      <a16:colId xmlns:a16="http://schemas.microsoft.com/office/drawing/2014/main" val="1894222192"/>
                    </a:ext>
                  </a:extLst>
                </a:gridCol>
                <a:gridCol w="507602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507602">
                  <a:extLst>
                    <a:ext uri="{9D8B030D-6E8A-4147-A177-3AD203B41FA5}">
                      <a16:colId xmlns:a16="http://schemas.microsoft.com/office/drawing/2014/main" val="1790161780"/>
                    </a:ext>
                  </a:extLst>
                </a:gridCol>
                <a:gridCol w="507602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507602">
                  <a:extLst>
                    <a:ext uri="{9D8B030D-6E8A-4147-A177-3AD203B41FA5}">
                      <a16:colId xmlns:a16="http://schemas.microsoft.com/office/drawing/2014/main" val="3600883569"/>
                    </a:ext>
                  </a:extLst>
                </a:gridCol>
                <a:gridCol w="507602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507602">
                  <a:extLst>
                    <a:ext uri="{9D8B030D-6E8A-4147-A177-3AD203B41FA5}">
                      <a16:colId xmlns:a16="http://schemas.microsoft.com/office/drawing/2014/main" val="1303360881"/>
                    </a:ext>
                  </a:extLst>
                </a:gridCol>
                <a:gridCol w="507602">
                  <a:extLst>
                    <a:ext uri="{9D8B030D-6E8A-4147-A177-3AD203B41FA5}">
                      <a16:colId xmlns:a16="http://schemas.microsoft.com/office/drawing/2014/main" val="2261928765"/>
                    </a:ext>
                  </a:extLst>
                </a:gridCol>
                <a:gridCol w="507602">
                  <a:extLst>
                    <a:ext uri="{9D8B030D-6E8A-4147-A177-3AD203B41FA5}">
                      <a16:colId xmlns:a16="http://schemas.microsoft.com/office/drawing/2014/main" val="819348168"/>
                    </a:ext>
                  </a:extLst>
                </a:gridCol>
                <a:gridCol w="507602">
                  <a:extLst>
                    <a:ext uri="{9D8B030D-6E8A-4147-A177-3AD203B41FA5}">
                      <a16:colId xmlns:a16="http://schemas.microsoft.com/office/drawing/2014/main" val="1939774649"/>
                    </a:ext>
                  </a:extLst>
                </a:gridCol>
                <a:gridCol w="507602">
                  <a:extLst>
                    <a:ext uri="{9D8B030D-6E8A-4147-A177-3AD203B41FA5}">
                      <a16:colId xmlns:a16="http://schemas.microsoft.com/office/drawing/2014/main" val="2523884773"/>
                    </a:ext>
                  </a:extLst>
                </a:gridCol>
              </a:tblGrid>
              <a:tr h="135133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gridSpan="1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계획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351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국내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해외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29207342"/>
                  </a:ext>
                </a:extLst>
              </a:tr>
              <a:tr h="1195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FAT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FOB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 입고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단동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SAT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개조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개선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FOB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 입고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단동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 생산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35133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(AZ 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직행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sng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‘25.09.30</a:t>
                      </a:r>
                    </a:p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‘25.12.31</a:t>
                      </a:r>
                      <a:endParaRPr kumimoji="0" lang="ko-KR" altLang="en-US" sz="800" b="0" i="0" u="none" strike="sngStrike" kern="1200" cap="none" spc="0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‘26.01.01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‘26.03.01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‘26.05.01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’26.04.20</a:t>
                      </a:r>
                      <a:endParaRPr kumimoji="0" lang="en-US" altLang="ko-KR" sz="800" b="0" i="0" u="none" strike="sng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sng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‘26.05.15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’26.05.10</a:t>
                      </a:r>
                      <a:endParaRPr kumimoji="0" lang="en-US" altLang="ko-KR" sz="800" b="0" i="0" u="none" strike="sng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sng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’26.07.12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’26.06.15</a:t>
                      </a:r>
                      <a:endParaRPr kumimoji="0" lang="en-US" altLang="ko-KR" sz="800" b="0" i="0" u="none" strike="sng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  <a:tr h="135133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(AZ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직행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sng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’25.09.30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미정</a:t>
                      </a:r>
                      <a:endParaRPr kumimoji="0" lang="ko-KR" altLang="en-US" sz="800" b="0" i="0" u="none" strike="sngStrike" kern="1200" cap="none" spc="0" normalizeH="0" baseline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‘26.07.15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’26.10.15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sng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’26.09.15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’26.12.15</a:t>
                      </a:r>
                      <a:endParaRPr kumimoji="0" lang="en-US" altLang="ko-KR" sz="800" b="0" i="0" u="none" strike="sng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‘26.11.15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’27.01.30</a:t>
                      </a:r>
                      <a:endParaRPr kumimoji="0" lang="en-US" altLang="ko-KR" sz="800" b="0" i="0" u="none" strike="sng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sng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‘26.11.30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’27.03.01</a:t>
                      </a:r>
                      <a:endParaRPr kumimoji="0" lang="en-US" altLang="ko-KR" sz="800" b="0" i="0" u="none" strike="sng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sng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’27.01.01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’27.05.01</a:t>
                      </a:r>
                      <a:endParaRPr kumimoji="0" lang="en-US" altLang="ko-KR" sz="800" b="0" i="0" u="none" strike="sng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9851084"/>
                  </a:ext>
                </a:extLst>
              </a:tr>
              <a:tr h="135133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(OC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생산 후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WA 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이설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sng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‘25.08.24</a:t>
                      </a:r>
                    </a:p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‘25.09.26</a:t>
                      </a:r>
                      <a:endParaRPr kumimoji="0"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‘25.08.25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‘25.09.30</a:t>
                      </a:r>
                      <a:endParaRPr kumimoji="0"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‘25.09.01</a:t>
                      </a:r>
                      <a:b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‘25.12.14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‘25.10.15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‘25.12.31</a:t>
                      </a:r>
                      <a:endParaRPr kumimoji="0" lang="en-US" altLang="ko-KR" sz="800" b="0" i="0" u="none" strike="sng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sng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‘25.11.01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‘26.01.14</a:t>
                      </a:r>
                      <a:endParaRPr kumimoji="0" lang="en-US" altLang="ko-KR" sz="800" b="0" i="0" u="none" strike="noStrike" kern="1200" cap="none" spc="-40" normalizeH="0" baseline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sng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‘25.11.21</a:t>
                      </a:r>
                      <a:br>
                        <a:rPr kumimoji="0" lang="en-US" altLang="ko-KR" sz="8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미정</a:t>
                      </a:r>
                      <a:endParaRPr kumimoji="0" lang="en-US" altLang="ko-KR" sz="800" b="0" i="0" u="none" strike="noStrike" kern="1200" cap="none" spc="-4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‘27.03.01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‘27.01.01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‘27.04.01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‘27.02.01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sng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‘27.06.01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‘27.04.01</a:t>
                      </a:r>
                      <a:endParaRPr kumimoji="0" lang="en-US" altLang="ko-KR" sz="8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‘27.08.01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‘27.05.15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sng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‘27.08.15</a:t>
                      </a:r>
                      <a:br>
                        <a:rPr kumimoji="0" lang="en-US" altLang="ko-KR" sz="8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‘27.06.15</a:t>
                      </a:r>
                      <a:endParaRPr kumimoji="0" lang="en-US" altLang="ko-KR" sz="8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sng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’27.10.01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‘27.07.01</a:t>
                      </a:r>
                      <a:endParaRPr kumimoji="0" lang="en-US" altLang="ko-KR" sz="8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187717"/>
                  </a:ext>
                </a:extLst>
              </a:tr>
            </a:tbl>
          </a:graphicData>
        </a:graphic>
      </p:graphicFrame>
      <p:grpSp>
        <p:nvGrpSpPr>
          <p:cNvPr id="17" name="그룹 16">
            <a:extLst>
              <a:ext uri="{FF2B5EF4-FFF2-40B4-BE49-F238E27FC236}">
                <a16:creationId xmlns:a16="http://schemas.microsoft.com/office/drawing/2014/main" id="{AC6BF300-D2AF-4B5E-B0E9-8F5A166564DD}"/>
              </a:ext>
            </a:extLst>
          </p:cNvPr>
          <p:cNvGrpSpPr/>
          <p:nvPr/>
        </p:nvGrpSpPr>
        <p:grpSpPr>
          <a:xfrm>
            <a:off x="3576761" y="5405429"/>
            <a:ext cx="482605" cy="1104172"/>
            <a:chOff x="4496898" y="4753908"/>
            <a:chExt cx="1177863" cy="522094"/>
          </a:xfrm>
        </p:grpSpPr>
        <p:sp>
          <p:nvSpPr>
            <p:cNvPr id="18" name="이등변 삼각형 17">
              <a:extLst>
                <a:ext uri="{FF2B5EF4-FFF2-40B4-BE49-F238E27FC236}">
                  <a16:creationId xmlns:a16="http://schemas.microsoft.com/office/drawing/2014/main" id="{B0164D49-C772-46EC-B251-459C95FEE257}"/>
                </a:ext>
              </a:extLst>
            </p:cNvPr>
            <p:cNvSpPr/>
            <p:nvPr/>
          </p:nvSpPr>
          <p:spPr>
            <a:xfrm rot="10800000">
              <a:off x="4744556" y="4753908"/>
              <a:ext cx="184966" cy="92984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29D246FC-F718-4483-BB12-593A1450D405}"/>
                </a:ext>
              </a:extLst>
            </p:cNvPr>
            <p:cNvSpPr/>
            <p:nvPr/>
          </p:nvSpPr>
          <p:spPr>
            <a:xfrm>
              <a:off x="4496898" y="4846890"/>
              <a:ext cx="1177863" cy="429112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</p:grpSp>
      <p:sp>
        <p:nvSpPr>
          <p:cNvPr id="20" name="내용 개체 틀 11">
            <a:extLst>
              <a:ext uri="{FF2B5EF4-FFF2-40B4-BE49-F238E27FC236}">
                <a16:creationId xmlns:a16="http://schemas.microsoft.com/office/drawing/2014/main" id="{983E4AC0-7973-4BB2-B498-47844B7C9345}"/>
              </a:ext>
            </a:extLst>
          </p:cNvPr>
          <p:cNvSpPr txBox="1">
            <a:spLocks/>
          </p:cNvSpPr>
          <p:nvPr/>
        </p:nvSpPr>
        <p:spPr bwMode="auto">
          <a:xfrm>
            <a:off x="2599537" y="2748076"/>
            <a:ext cx="6116387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 b="1" spc="-120" baseline="0">
                <a:solidFill>
                  <a:schemeClr val="tx1"/>
                </a:solidFill>
                <a:latin typeface="LG스마트체 Light" panose="020B0600000101010101" pitchFamily="50" charset="-127"/>
                <a:ea typeface="LG스마트체 Light" panose="020B0600000101010101" pitchFamily="50" charset="-127"/>
                <a:cs typeface="Arial" pitchFamily="34" charset="0"/>
              </a:defRPr>
            </a:lvl1pPr>
            <a:lvl2pPr marL="742950" indent="-28575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Tx/>
              <a:buNone/>
              <a:defRPr kumimoji="1" sz="1600">
                <a:solidFill>
                  <a:schemeClr val="tx1"/>
                </a:solidFill>
                <a:latin typeface="+mn-lt"/>
                <a:ea typeface="+mn-ea"/>
              </a:defRPr>
            </a:lvl5pPr>
            <a:lvl6pPr marL="25146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 latinLnBrk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┗ MBAG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Van-EA 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모듈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(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미국 수출용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/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유럽 수출용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)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: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‘28.1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월 → 각각 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’29.1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월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, ’30.1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월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,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Ford N32C 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셀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(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기존 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N32S2)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: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‘27.11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월 → </a:t>
            </a:r>
            <a:r>
              <a:rPr kumimoji="1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‘28.5</a:t>
            </a: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월</a:t>
            </a:r>
            <a:endParaRPr kumimoji="1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0F5CCCC-092F-4260-AA80-D8250A17C613}"/>
              </a:ext>
            </a:extLst>
          </p:cNvPr>
          <p:cNvGraphicFramePr>
            <a:graphicFrameLocks noGrp="1"/>
          </p:cNvGraphicFramePr>
          <p:nvPr/>
        </p:nvGraphicFramePr>
        <p:xfrm>
          <a:off x="8678142" y="2612550"/>
          <a:ext cx="1221290" cy="1466850"/>
        </p:xfrm>
        <a:graphic>
          <a:graphicData uri="http://schemas.openxmlformats.org/drawingml/2006/table">
            <a:tbl>
              <a:tblPr>
                <a:tableStyleId>{9D7B26C5-4107-4FEC-AEDC-1716B250A1EF}</a:tableStyleId>
              </a:tblPr>
              <a:tblGrid>
                <a:gridCol w="381212">
                  <a:extLst>
                    <a:ext uri="{9D8B030D-6E8A-4147-A177-3AD203B41FA5}">
                      <a16:colId xmlns:a16="http://schemas.microsoft.com/office/drawing/2014/main" val="3905652160"/>
                    </a:ext>
                  </a:extLst>
                </a:gridCol>
                <a:gridCol w="458866">
                  <a:extLst>
                    <a:ext uri="{9D8B030D-6E8A-4147-A177-3AD203B41FA5}">
                      <a16:colId xmlns:a16="http://schemas.microsoft.com/office/drawing/2014/main" val="1530537491"/>
                    </a:ext>
                  </a:extLst>
                </a:gridCol>
                <a:gridCol w="381212">
                  <a:extLst>
                    <a:ext uri="{9D8B030D-6E8A-4147-A177-3AD203B41FA5}">
                      <a16:colId xmlns:a16="http://schemas.microsoft.com/office/drawing/2014/main" val="2284901673"/>
                    </a:ext>
                  </a:extLst>
                </a:gridCol>
              </a:tblGrid>
              <a:tr h="209550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WA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 생산 예정 모델</a:t>
                      </a:r>
                    </a:p>
                  </a:txBody>
                  <a:tcPr marL="9525" marR="9525" marT="9525" marB="0" anchor="b">
                    <a:solidFill>
                      <a:schemeClr val="bg1">
                        <a:lumMod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/>
                </a:tc>
                <a:tc hMerge="1">
                  <a:txBody>
                    <a:bodyPr/>
                    <a:lstStyle/>
                    <a:p>
                      <a:pPr algn="ctr" fontAlgn="b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043631183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000" u="none" strike="noStrike">
                          <a:effectLst/>
                          <a:latin typeface="+mj-ea"/>
                          <a:ea typeface="+mj-ea"/>
                        </a:rPr>
                        <a:t>모델명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b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000" u="none" strike="noStrike">
                          <a:effectLst/>
                          <a:latin typeface="+mj-ea"/>
                          <a:ea typeface="+mj-ea"/>
                        </a:rPr>
                        <a:t>고객사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b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000" u="none" strike="noStrike">
                          <a:effectLst/>
                          <a:latin typeface="+mj-ea"/>
                          <a:ea typeface="+mj-ea"/>
                        </a:rPr>
                        <a:t>폼팩터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b"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40828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u="none" strike="noStrike" spc="-20" baseline="0">
                          <a:effectLst/>
                        </a:rPr>
                        <a:t>N32C</a:t>
                      </a:r>
                      <a:endParaRPr lang="en-US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u="none" strike="noStrike" spc="-20" baseline="0">
                          <a:effectLst/>
                        </a:rPr>
                        <a:t>Ford</a:t>
                      </a:r>
                      <a:endParaRPr lang="en-US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000" u="none" strike="noStrike" spc="-20" baseline="0">
                          <a:effectLst/>
                        </a:rPr>
                        <a:t>4695</a:t>
                      </a:r>
                      <a:endParaRPr lang="en-US" altLang="ko-KR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989487637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u="none" strike="noStrike" spc="-20" baseline="0">
                          <a:effectLst/>
                        </a:rPr>
                        <a:t>N32S</a:t>
                      </a:r>
                      <a:endParaRPr lang="en-US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u="none" strike="noStrike" spc="-20" baseline="0">
                          <a:effectLst/>
                        </a:rPr>
                        <a:t>Mitsubishi</a:t>
                      </a:r>
                      <a:endParaRPr lang="en-US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000" u="none" strike="noStrike" spc="-20" baseline="0">
                          <a:effectLst/>
                        </a:rPr>
                        <a:t>4695</a:t>
                      </a:r>
                      <a:endParaRPr lang="en-US" altLang="ko-KR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312318525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u="none" strike="noStrike" spc="-20" baseline="0">
                          <a:effectLst/>
                        </a:rPr>
                        <a:t>N34Q</a:t>
                      </a:r>
                      <a:endParaRPr lang="en-US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u="none" strike="noStrike" spc="-20" baseline="0">
                          <a:effectLst/>
                        </a:rPr>
                        <a:t>BMW</a:t>
                      </a:r>
                      <a:endParaRPr lang="en-US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000" u="none" strike="noStrike" spc="-20" baseline="0">
                          <a:effectLst/>
                        </a:rPr>
                        <a:t>4695</a:t>
                      </a:r>
                      <a:endParaRPr lang="en-US" altLang="ko-KR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072759276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u="none" strike="noStrike" spc="-20" baseline="0">
                          <a:effectLst/>
                        </a:rPr>
                        <a:t>T38L</a:t>
                      </a:r>
                      <a:endParaRPr lang="en-US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u="none" strike="noStrike" spc="-20" baseline="0">
                          <a:effectLst/>
                        </a:rPr>
                        <a:t>DTAG</a:t>
                      </a:r>
                      <a:endParaRPr lang="en-US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000" u="none" strike="noStrike" spc="-20" baseline="0">
                          <a:effectLst/>
                        </a:rPr>
                        <a:t>4695</a:t>
                      </a:r>
                      <a:endParaRPr lang="en-US" altLang="ko-KR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67179685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u="none" strike="noStrike" spc="-20" baseline="0">
                          <a:effectLst/>
                        </a:rPr>
                        <a:t>T38Q</a:t>
                      </a:r>
                      <a:endParaRPr lang="en-US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u="none" strike="noStrike" spc="-20" baseline="0">
                          <a:effectLst/>
                        </a:rPr>
                        <a:t>MBAG</a:t>
                      </a:r>
                      <a:endParaRPr lang="en-US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000" u="none" strike="noStrike" spc="-20" baseline="0">
                          <a:effectLst/>
                        </a:rPr>
                        <a:t>46100</a:t>
                      </a:r>
                      <a:endParaRPr lang="en-US" altLang="ko-KR" sz="1000" b="0" i="0" u="none" strike="noStrike" spc="-2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296926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26257096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2" name="표 1">
            <a:extLst>
              <a:ext uri="{FF2B5EF4-FFF2-40B4-BE49-F238E27FC236}">
                <a16:creationId xmlns:a16="http://schemas.microsoft.com/office/drawing/2014/main" id="{87B4D5F0-BF4D-4C5D-9F6A-CB9792895D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5210340"/>
              </p:ext>
            </p:extLst>
          </p:nvPr>
        </p:nvGraphicFramePr>
        <p:xfrm>
          <a:off x="108656" y="868460"/>
          <a:ext cx="9748470" cy="5707151"/>
        </p:xfrm>
        <a:graphic>
          <a:graphicData uri="http://schemas.openxmlformats.org/drawingml/2006/table">
            <a:tbl>
              <a:tblPr/>
              <a:tblGrid>
                <a:gridCol w="6613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45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139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0396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46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05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  <a:endParaRPr lang="ko-KR" altLang="en-US" sz="900" b="1" i="0" u="none" strike="noStrike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8659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NFF </a:t>
                      </a: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양산 라인 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셀 </a:t>
                      </a:r>
                      <a:r>
                        <a:rPr lang="en-US" altLang="ko-KR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추적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구축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MP1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(ESOC2 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OC9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동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MP2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(ESOC2 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OC9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동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solidFill>
                            <a:schemeClr val="tx1"/>
                          </a:solidFill>
                        </a:rPr>
                        <a:t>금주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(W51) NFF MP2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</a:rPr>
                        <a:t>라인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N32S, N33Q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</a:rPr>
                        <a:t> 샘플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</a:rPr>
                        <a:t>생산 완료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(12/12), 12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</a:rPr>
                        <a:t>일 샘플 생산 간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MES Off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</a:rPr>
                        <a:t>가동으로 인식률 저하되어 원인 확인 중입니다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.(w/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</a:rPr>
                        <a:t>생산기술팀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)</a:t>
                      </a:r>
                      <a:b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endParaRPr kumimoji="1" lang="ko-KR" altLang="en-US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>
                        <a:lnSpc>
                          <a:spcPct val="100000"/>
                        </a:lnSpc>
                        <a:buNone/>
                      </a:pPr>
                      <a:endParaRPr lang="ko-KR" altLang="en-US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defTabSz="914400">
                        <a:lnSpc>
                          <a:spcPct val="110000"/>
                        </a:lnSpc>
                        <a:tabLst/>
                        <a:defRPr/>
                      </a:pPr>
                      <a:endParaRPr lang="en-US" altLang="ko-KR" sz="1000" b="0" i="0" u="none" strike="noStrike" noProof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defTabSz="914400">
                        <a:lnSpc>
                          <a:spcPct val="110000"/>
                        </a:lnSpc>
                        <a:tabLst/>
                        <a:defRPr/>
                      </a:pPr>
                      <a:endParaRPr lang="en-US" altLang="ko-KR" sz="1000" b="0" i="0" u="none" strike="noStrike" noProof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defTabSz="914400">
                        <a:lnSpc>
                          <a:spcPct val="110000"/>
                        </a:lnSpc>
                        <a:tabLst/>
                        <a:defRPr/>
                      </a:pP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기존 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SOP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가 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’25.6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예정이었지만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고온 고습 평가에서 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Fail 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되는 개발 이슈 등 고객사 기준 미충족으로 양산 일정 무기한 연기 되었습니다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(6/17)</a:t>
                      </a:r>
                      <a:b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→ 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고객사인 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IM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으로부터 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Current bump 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포함 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가지 평가에서 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Fail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을 받아 고객사 기준 미충족으로 양산 일정 무기한 연기되었습니다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(7/1)</a:t>
                      </a:r>
                    </a:p>
                    <a:p>
                      <a:pPr defTabSz="914400">
                        <a:lnSpc>
                          <a:spcPct val="110000"/>
                        </a:lnSpc>
                        <a:tabLst/>
                        <a:defRPr/>
                      </a:pP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-. 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소형 품질회의와 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NFF 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품질회의가 통합되었으며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MP1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추적성의 경우 기존과 동일하게 유첨 사항으로 보고됩니다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defTabSz="914400">
                        <a:lnSpc>
                          <a:spcPct val="110000"/>
                        </a:lnSpc>
                        <a:tabLst/>
                        <a:defRPr/>
                      </a:pP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→ MP2 </a:t>
                      </a:r>
                      <a:r>
                        <a:rPr lang="ko-KR" altLang="en-US" sz="1000" b="0" i="0" u="none" strike="noStrike" noProof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추적률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저하 요인 분석 추가를 품질로부터 요청 받아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11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간 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MP2 </a:t>
                      </a:r>
                      <a:r>
                        <a:rPr lang="ko-KR" altLang="en-US" sz="1000" b="0" i="0" u="none" strike="noStrike" noProof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추적률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저하 요인 분석하여 품질회의 보고 전</a:t>
                      </a:r>
                      <a:endParaRPr lang="en-US" altLang="ko-KR" sz="1000" b="0" i="0" u="none" strike="noStrike" noProof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defTabSz="914400">
                        <a:lnSpc>
                          <a:spcPct val="110000"/>
                        </a:lnSpc>
                        <a:tabLst/>
                        <a:defRPr/>
                      </a:pPr>
                      <a:r>
                        <a:rPr lang="en-US" altLang="ko-KR" sz="1000" b="0" i="0" u="none" strike="noStrike" noProof="0" dirty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lang="ko-KR" altLang="en-US" sz="1000" b="0" i="0" u="none" strike="noStrike" noProof="0" dirty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noProof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담당님께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서면 보고 완료 했습니다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(12/8, MP1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라인은 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생산하지 않았습니다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.)</a:t>
                      </a:r>
                    </a:p>
                    <a:p>
                      <a:pPr defTabSz="914400">
                        <a:lnSpc>
                          <a:spcPct val="110000"/>
                        </a:lnSpc>
                        <a:tabLst/>
                        <a:defRPr/>
                      </a:pP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MP2 11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생산 간 </a:t>
                      </a:r>
                      <a:r>
                        <a:rPr lang="ko-KR" altLang="en-US" sz="1000" b="0" i="0" u="none" strike="noStrike" noProof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추적률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88.4%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저하 요인은 </a:t>
                      </a:r>
                      <a:r>
                        <a:rPr lang="ko-KR" altLang="en-US" sz="1000" b="0" i="0" u="none" strike="noStrike" noProof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와인더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기인 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1.89%, 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조립 기인 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9.71%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입니다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조립 기인 </a:t>
                      </a:r>
                      <a:r>
                        <a:rPr lang="ko-KR" altLang="en-US" sz="1000" b="0" i="0" u="none" strike="noStrike" noProof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추적률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주요 저하 원인은 </a:t>
                      </a:r>
                      <a:endParaRPr lang="en-US" altLang="ko-KR" sz="1000" b="0" i="0" u="none" strike="noStrike" noProof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defTabSz="914400">
                        <a:lnSpc>
                          <a:spcPct val="110000"/>
                        </a:lnSpc>
                        <a:tabLst/>
                        <a:defRPr/>
                      </a:pP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1) JRS </a:t>
                      </a:r>
                      <a:r>
                        <a:rPr lang="en-US" altLang="ko-KR" sz="1000" b="0" spc="-2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J/R ID - J/R </a:t>
                      </a:r>
                      <a:r>
                        <a:rPr lang="ko-KR" altLang="en-US" sz="1000" b="0" spc="-2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케리어</a:t>
                      </a:r>
                      <a:r>
                        <a:rPr lang="ko-KR" altLang="en-US" sz="1000" b="0" spc="-2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spc="-2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r>
                        <a:rPr lang="ko-KR" altLang="en-US" sz="1000" b="0" spc="-2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</a:t>
                      </a:r>
                      <a:r>
                        <a:rPr lang="en-US" altLang="ko-KR" sz="1000" b="0" spc="-2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spc="-2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매칭 로직 미흡으로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J/R ID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와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케리어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미스매치 발생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로직 수정 이후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미발생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확인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 간 지속 확인 예정</a:t>
                      </a:r>
                      <a:endParaRPr lang="en-US" altLang="ko-KR" sz="1000" b="0" i="0" u="none" strike="noStrike" noProof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defTabSz="914400">
                        <a:lnSpc>
                          <a:spcPct val="110000"/>
                        </a:lnSpc>
                        <a:tabLst/>
                        <a:defRPr/>
                      </a:pP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2)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IOU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자주검사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Fail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Tray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수동 배출 후 상위보고 누락으로 추정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12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 생산 간 모니터링 및 생산기술팀과 재현 테스트로 원인 확인 예정</a:t>
                      </a:r>
                      <a:endParaRPr lang="en-US" altLang="ko-KR" sz="1000" b="0" i="0" u="none" strike="noStrike" noProof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3) </a:t>
                      </a:r>
                      <a:r>
                        <a:rPr lang="en-US" altLang="ko-KR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JRS, JRI </a:t>
                      </a:r>
                      <a:r>
                        <a:rPr lang="ko-KR" altLang="en-US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공정에서 </a:t>
                      </a:r>
                      <a:r>
                        <a:rPr lang="en-US" altLang="ko-KR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BCR </a:t>
                      </a:r>
                      <a:r>
                        <a:rPr lang="ko-KR" altLang="en-US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리딩 조건 중 셀 감지 신호와 </a:t>
                      </a:r>
                      <a:r>
                        <a:rPr lang="en-US" altLang="ko-KR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CAM </a:t>
                      </a:r>
                      <a:r>
                        <a:rPr lang="ko-KR" altLang="en-US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신호 간에 틀어짐이 간헐적으로 발생하여 </a:t>
                      </a:r>
                      <a:r>
                        <a:rPr lang="en-US" altLang="ko-KR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BCR </a:t>
                      </a:r>
                      <a:r>
                        <a:rPr lang="ko-KR" altLang="en-US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리딩 누락 발생</a:t>
                      </a:r>
                      <a:r>
                        <a:rPr lang="en-US" altLang="ko-KR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조치 후 </a:t>
                      </a:r>
                      <a:r>
                        <a:rPr lang="ko-KR" altLang="en-US" sz="1000" b="0" spc="-20" baseline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미발생</a:t>
                      </a:r>
                      <a:r>
                        <a:rPr lang="ko-KR" altLang="en-US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확인</a:t>
                      </a:r>
                      <a:r>
                        <a:rPr lang="en-US" altLang="ko-KR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4)</a:t>
                      </a:r>
                      <a:r>
                        <a:rPr lang="en-US" altLang="ko-KR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CCW, ACW, CIT </a:t>
                      </a:r>
                      <a:r>
                        <a:rPr lang="ko-KR" altLang="en-US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재투입으로 인한 </a:t>
                      </a:r>
                      <a:r>
                        <a:rPr lang="en-US" altLang="ko-KR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J/R </a:t>
                      </a:r>
                      <a:r>
                        <a:rPr lang="ko-KR" altLang="en-US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가상</a:t>
                      </a:r>
                      <a:r>
                        <a:rPr lang="en-US" altLang="ko-KR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 </a:t>
                      </a:r>
                      <a:r>
                        <a:rPr lang="ko-KR" altLang="en-US" sz="1000" b="0" spc="-20" baseline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발번</a:t>
                      </a:r>
                      <a:r>
                        <a:rPr lang="ko-KR" altLang="en-US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(w/ </a:t>
                      </a:r>
                      <a:r>
                        <a:rPr lang="ko-KR" altLang="en-US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품질</a:t>
                      </a:r>
                      <a:r>
                        <a:rPr lang="en-US" altLang="ko-KR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</a:t>
                      </a:r>
                      <a:r>
                        <a:rPr lang="ko-KR" altLang="en-US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생산 논의</a:t>
                      </a:r>
                      <a:r>
                        <a:rPr lang="en-US" altLang="ko-KR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프로세스 정립 예정</a:t>
                      </a:r>
                      <a:r>
                        <a:rPr lang="en-US" altLang="ko-KR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altLang="ko-KR" sz="10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5) JRS Tray BCR </a:t>
                      </a:r>
                      <a:r>
                        <a:rPr lang="ko-KR" altLang="en-US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리딩 실패로 설비 알람 발생하였으나 </a:t>
                      </a:r>
                      <a:r>
                        <a:rPr lang="en-US" altLang="ko-KR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MES Off </a:t>
                      </a:r>
                      <a:r>
                        <a:rPr lang="ko-KR" altLang="en-US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가동하여 투입 </a:t>
                      </a:r>
                      <a:r>
                        <a:rPr lang="en-US" altLang="ko-KR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(w/ </a:t>
                      </a:r>
                      <a:r>
                        <a:rPr lang="ko-KR" altLang="en-US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생산 논의</a:t>
                      </a:r>
                      <a:r>
                        <a:rPr lang="en-US" altLang="ko-KR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양산 시 </a:t>
                      </a:r>
                      <a:r>
                        <a:rPr lang="en-US" altLang="ko-KR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Tray Key in </a:t>
                      </a:r>
                      <a:r>
                        <a:rPr lang="ko-KR" altLang="en-US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및 </a:t>
                      </a:r>
                      <a:r>
                        <a:rPr lang="en-US" altLang="ko-KR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MES off </a:t>
                      </a:r>
                      <a:r>
                        <a:rPr lang="ko-KR" altLang="en-US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가동 없도록 협의</a:t>
                      </a:r>
                      <a:r>
                        <a:rPr lang="en-US" altLang="ko-KR" sz="1000" b="0" spc="-2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altLang="ko-KR" sz="1000" b="0" i="0" u="none" strike="noStrike" noProof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noProof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noProof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noProof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noProof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MP2 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기존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SOP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일정은 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’25.9.30</a:t>
                      </a:r>
                      <a:r>
                        <a:rPr lang="ko-KR" altLang="en-US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로 예정되었으나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Rivian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향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N32S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및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N33Q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모델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형교환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샘플 생산으로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SOP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일정이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‘25.12.23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 변경되었습니다</a:t>
                      </a:r>
                      <a:r>
                        <a:rPr lang="en-US" altLang="ko-KR" sz="1000" b="0" i="0" u="none" strike="noStrike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(12/9)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MP2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셋업 현황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JRS ~ IOU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모든 설비 입고 완료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(4/8),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셀 추적 셋업 완료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(6/11),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SAT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완료되었습니다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(6/23)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- N32S(Rivian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향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373k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생산 완료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(12/5), N33Q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모델로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형교환하여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14k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생산 완료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(12/12),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이후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SOP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예정입니다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(12/23~)</a:t>
                      </a:r>
                      <a:b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→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 가동 시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상위 보고 데이터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셀 추적 데이터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 데이터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검사 데이터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원부자재 데이터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모니터링 중이며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b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품질 이슈로 인해 생산 일정 변동이 심해져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설비 정합성을 단동 및 연동 단위로 검증 완료했습니다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(9/3)</a:t>
                      </a:r>
                      <a:b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→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셀추적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알람을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경알람으로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활성화하였으며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 라인 검사기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API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교체 완료했습니다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(9/4)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SOP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전 생산기술팀과 협의하여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중알람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활성화 예정입니다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(~12/23)</a:t>
                      </a:r>
                      <a:endParaRPr lang="en-US" altLang="ko-KR" sz="10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10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‘25.6</a:t>
                      </a: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→</a:t>
                      </a: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‘25.9</a:t>
                      </a: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(SOP)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이석훈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박소영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A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285899"/>
                  </a:ext>
                </a:extLst>
              </a:tr>
            </a:tbl>
          </a:graphicData>
        </a:graphic>
      </p:graphicFrame>
      <p:sp>
        <p:nvSpPr>
          <p:cNvPr id="20" name="제목 1">
            <a:extLst>
              <a:ext uri="{FF2B5EF4-FFF2-40B4-BE49-F238E27FC236}">
                <a16:creationId xmlns:a16="http://schemas.microsoft.com/office/drawing/2014/main" id="{F08285A4-21E7-4ACB-A662-B8ED27181137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셀추적기술팀</a:t>
            </a:r>
          </a:p>
        </p:txBody>
      </p:sp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6B7863FC-9BFE-458D-A458-5FB6E56D2C2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4331314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ESOC2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원통형 신규 증설 라인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_ NFF MP1/MP2 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 추적 구축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2417012-9580-4148-8D51-88FF8C380FC9}"/>
              </a:ext>
            </a:extLst>
          </p:cNvPr>
          <p:cNvSpPr txBox="1"/>
          <p:nvPr/>
        </p:nvSpPr>
        <p:spPr>
          <a:xfrm>
            <a:off x="7994708" y="587343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12/9 18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24" name="내용 개체 틀 20">
            <a:extLst>
              <a:ext uri="{FF2B5EF4-FFF2-40B4-BE49-F238E27FC236}">
                <a16:creationId xmlns:a16="http://schemas.microsoft.com/office/drawing/2014/main" id="{6C3B0EC6-3778-4AA7-A733-71095CAD128A}"/>
              </a:ext>
            </a:extLst>
          </p:cNvPr>
          <p:cNvSpPr txBox="1">
            <a:spLocks/>
          </p:cNvSpPr>
          <p:nvPr/>
        </p:nvSpPr>
        <p:spPr>
          <a:xfrm>
            <a:off x="8539596" y="418066"/>
            <a:ext cx="1197444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이석훈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박소영</a:t>
            </a: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B9FC4490-45A8-4756-A39B-D7F6BB8FB2BE}"/>
              </a:ext>
            </a:extLst>
          </p:cNvPr>
          <p:cNvGraphicFramePr>
            <a:graphicFrameLocks noGrp="1"/>
          </p:cNvGraphicFramePr>
          <p:nvPr/>
        </p:nvGraphicFramePr>
        <p:xfrm>
          <a:off x="1463777" y="1291885"/>
          <a:ext cx="6073096" cy="795281"/>
        </p:xfrm>
        <a:graphic>
          <a:graphicData uri="http://schemas.openxmlformats.org/drawingml/2006/table">
            <a:tbl>
              <a:tblPr/>
              <a:tblGrid>
                <a:gridCol w="516182">
                  <a:extLst>
                    <a:ext uri="{9D8B030D-6E8A-4147-A177-3AD203B41FA5}">
                      <a16:colId xmlns:a16="http://schemas.microsoft.com/office/drawing/2014/main" val="4158735420"/>
                    </a:ext>
                  </a:extLst>
                </a:gridCol>
                <a:gridCol w="253219">
                  <a:extLst>
                    <a:ext uri="{9D8B030D-6E8A-4147-A177-3AD203B41FA5}">
                      <a16:colId xmlns:a16="http://schemas.microsoft.com/office/drawing/2014/main" val="3663483875"/>
                    </a:ext>
                  </a:extLst>
                </a:gridCol>
                <a:gridCol w="308833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323113">
                  <a:extLst>
                    <a:ext uri="{9D8B030D-6E8A-4147-A177-3AD203B41FA5}">
                      <a16:colId xmlns:a16="http://schemas.microsoft.com/office/drawing/2014/main" val="2632540450"/>
                    </a:ext>
                  </a:extLst>
                </a:gridCol>
                <a:gridCol w="380238">
                  <a:extLst>
                    <a:ext uri="{9D8B030D-6E8A-4147-A177-3AD203B41FA5}">
                      <a16:colId xmlns:a16="http://schemas.microsoft.com/office/drawing/2014/main" val="2636506273"/>
                    </a:ext>
                  </a:extLst>
                </a:gridCol>
                <a:gridCol w="308833">
                  <a:extLst>
                    <a:ext uri="{9D8B030D-6E8A-4147-A177-3AD203B41FA5}">
                      <a16:colId xmlns:a16="http://schemas.microsoft.com/office/drawing/2014/main" val="1266397981"/>
                    </a:ext>
                  </a:extLst>
                </a:gridCol>
                <a:gridCol w="323113">
                  <a:extLst>
                    <a:ext uri="{9D8B030D-6E8A-4147-A177-3AD203B41FA5}">
                      <a16:colId xmlns:a16="http://schemas.microsoft.com/office/drawing/2014/main" val="3049118925"/>
                    </a:ext>
                  </a:extLst>
                </a:gridCol>
                <a:gridCol w="323113">
                  <a:extLst>
                    <a:ext uri="{9D8B030D-6E8A-4147-A177-3AD203B41FA5}">
                      <a16:colId xmlns:a16="http://schemas.microsoft.com/office/drawing/2014/main" val="2637651032"/>
                    </a:ext>
                  </a:extLst>
                </a:gridCol>
                <a:gridCol w="323113">
                  <a:extLst>
                    <a:ext uri="{9D8B030D-6E8A-4147-A177-3AD203B41FA5}">
                      <a16:colId xmlns:a16="http://schemas.microsoft.com/office/drawing/2014/main" val="3389905596"/>
                    </a:ext>
                  </a:extLst>
                </a:gridCol>
                <a:gridCol w="323113">
                  <a:extLst>
                    <a:ext uri="{9D8B030D-6E8A-4147-A177-3AD203B41FA5}">
                      <a16:colId xmlns:a16="http://schemas.microsoft.com/office/drawing/2014/main" val="3334302842"/>
                    </a:ext>
                  </a:extLst>
                </a:gridCol>
                <a:gridCol w="323113">
                  <a:extLst>
                    <a:ext uri="{9D8B030D-6E8A-4147-A177-3AD203B41FA5}">
                      <a16:colId xmlns:a16="http://schemas.microsoft.com/office/drawing/2014/main" val="2994997893"/>
                    </a:ext>
                  </a:extLst>
                </a:gridCol>
                <a:gridCol w="374882">
                  <a:extLst>
                    <a:ext uri="{9D8B030D-6E8A-4147-A177-3AD203B41FA5}">
                      <a16:colId xmlns:a16="http://schemas.microsoft.com/office/drawing/2014/main" val="3878113048"/>
                    </a:ext>
                  </a:extLst>
                </a:gridCol>
                <a:gridCol w="380238">
                  <a:extLst>
                    <a:ext uri="{9D8B030D-6E8A-4147-A177-3AD203B41FA5}">
                      <a16:colId xmlns:a16="http://schemas.microsoft.com/office/drawing/2014/main" val="418764505"/>
                    </a:ext>
                  </a:extLst>
                </a:gridCol>
                <a:gridCol w="380238">
                  <a:extLst>
                    <a:ext uri="{9D8B030D-6E8A-4147-A177-3AD203B41FA5}">
                      <a16:colId xmlns:a16="http://schemas.microsoft.com/office/drawing/2014/main" val="3544779646"/>
                    </a:ext>
                  </a:extLst>
                </a:gridCol>
                <a:gridCol w="380238">
                  <a:extLst>
                    <a:ext uri="{9D8B030D-6E8A-4147-A177-3AD203B41FA5}">
                      <a16:colId xmlns:a16="http://schemas.microsoft.com/office/drawing/2014/main" val="1889747797"/>
                    </a:ext>
                  </a:extLst>
                </a:gridCol>
                <a:gridCol w="399874">
                  <a:extLst>
                    <a:ext uri="{9D8B030D-6E8A-4147-A177-3AD203B41FA5}">
                      <a16:colId xmlns:a16="http://schemas.microsoft.com/office/drawing/2014/main" val="2993107482"/>
                    </a:ext>
                  </a:extLst>
                </a:gridCol>
                <a:gridCol w="451643">
                  <a:extLst>
                    <a:ext uri="{9D8B030D-6E8A-4147-A177-3AD203B41FA5}">
                      <a16:colId xmlns:a16="http://schemas.microsoft.com/office/drawing/2014/main" val="736289097"/>
                    </a:ext>
                  </a:extLst>
                </a:gridCol>
              </a:tblGrid>
              <a:tr h="16707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9525" marR="9525" marT="41564" marB="41564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투자일정</a:t>
                      </a: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셀 추적 일정</a:t>
                      </a: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3233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투심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</a:p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집행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입고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SOP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HW</a:t>
                      </a:r>
                    </a:p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설계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SW</a:t>
                      </a:r>
                    </a:p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설치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입고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입고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설치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단동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</a:p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</a:t>
                      </a:r>
                    </a:p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ECS</a:t>
                      </a:r>
                    </a:p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검증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Ramp</a:t>
                      </a:r>
                    </a:p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Up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양산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</a:p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안정화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304902"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MP1</a:t>
                      </a:r>
                    </a:p>
                  </a:txBody>
                  <a:tcPr marL="9525" marR="9525" marT="41564" marB="41564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22.12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23.1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23.7</a:t>
                      </a:r>
                      <a:r>
                        <a:rPr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</a:t>
                      </a:r>
                      <a:endParaRPr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23.10</a:t>
                      </a:r>
                      <a:endParaRPr lang="en-US">
                        <a:solidFill>
                          <a:schemeClr val="bg1">
                            <a:lumMod val="65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sng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23.10</a:t>
                      </a:r>
                      <a:r>
                        <a:rPr lang="ko-KR" sz="700" b="0" i="0" u="none" strike="noStrike" noProof="0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</a:t>
                      </a:r>
                      <a:endParaRPr lang="en-US" altLang="ko-KR" sz="700" b="0" i="0" u="none" strike="noStrike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0" i="0" u="none" strike="noStrike" noProof="0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23.12</a:t>
                      </a:r>
                      <a:endParaRPr lang="en-US" dirty="0">
                        <a:solidFill>
                          <a:schemeClr val="bg1">
                            <a:lumMod val="65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sng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24.12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TBD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23.2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23.7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sng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23.5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23.7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sng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23.6</a:t>
                      </a:r>
                      <a:r>
                        <a:rPr lang="ko-KR" altLang="en-US" sz="7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</a:t>
                      </a:r>
                      <a:endParaRPr lang="en-US" altLang="ko-KR" sz="7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23.9</a:t>
                      </a:r>
                      <a:endParaRPr lang="ko-KR" altLang="en-US" sz="7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sng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23.7</a:t>
                      </a:r>
                      <a:r>
                        <a:rPr lang="ko-KR" altLang="en-US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</a:t>
                      </a:r>
                      <a:endParaRPr lang="en-US" altLang="ko-KR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23.10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sng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23.8</a:t>
                      </a:r>
                      <a:r>
                        <a:rPr lang="ko-KR" altLang="en-US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</a:t>
                      </a:r>
                      <a:endParaRPr lang="en-US" altLang="ko-KR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23.10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sng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23.9</a:t>
                      </a:r>
                      <a:r>
                        <a:rPr lang="ko-KR" altLang="en-US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</a:t>
                      </a:r>
                      <a:endParaRPr lang="en-US" altLang="ko-KR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23.12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sng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23.10</a:t>
                      </a:r>
                      <a:r>
                        <a:rPr lang="ko-KR" altLang="en-US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</a:t>
                      </a:r>
                      <a:endParaRPr lang="en-US" altLang="ko-KR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23.2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sng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23.11</a:t>
                      </a:r>
                      <a:r>
                        <a:rPr lang="ko-KR" altLang="en-US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</a:t>
                      </a:r>
                      <a:endParaRPr lang="en-US" altLang="ko-KR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24.3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sng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23.12</a:t>
                      </a:r>
                      <a:r>
                        <a:rPr lang="ko-KR" altLang="en-US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</a:t>
                      </a:r>
                      <a:endParaRPr lang="en-US" altLang="ko-KR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24.7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sng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24.1~</a:t>
                      </a:r>
                      <a:r>
                        <a:rPr lang="ko-KR" altLang="en-US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</a:t>
                      </a:r>
                      <a:endParaRPr lang="en-US" altLang="ko-KR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24.7~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sng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24.12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→ TBD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5483190"/>
                  </a:ext>
                </a:extLst>
              </a:tr>
            </a:tbl>
          </a:graphicData>
        </a:graphic>
      </p:graphicFrame>
      <p:grpSp>
        <p:nvGrpSpPr>
          <p:cNvPr id="27" name="그룹 26">
            <a:extLst>
              <a:ext uri="{FF2B5EF4-FFF2-40B4-BE49-F238E27FC236}">
                <a16:creationId xmlns:a16="http://schemas.microsoft.com/office/drawing/2014/main" id="{D891B8E7-4018-48C7-AAF7-04073E841168}"/>
              </a:ext>
            </a:extLst>
          </p:cNvPr>
          <p:cNvGrpSpPr/>
          <p:nvPr/>
        </p:nvGrpSpPr>
        <p:grpSpPr>
          <a:xfrm>
            <a:off x="3252886" y="1273816"/>
            <a:ext cx="297676" cy="813351"/>
            <a:chOff x="2704720" y="1158377"/>
            <a:chExt cx="457896" cy="802546"/>
          </a:xfrm>
        </p:grpSpPr>
        <p:sp>
          <p:nvSpPr>
            <p:cNvPr id="29" name="TextBox 354">
              <a:extLst>
                <a:ext uri="{FF2B5EF4-FFF2-40B4-BE49-F238E27FC236}">
                  <a16:creationId xmlns:a16="http://schemas.microsoft.com/office/drawing/2014/main" id="{597B8B7C-75E7-4865-B6F5-E76B0B990205}"/>
                </a:ext>
              </a:extLst>
            </p:cNvPr>
            <p:cNvSpPr txBox="1"/>
            <p:nvPr/>
          </p:nvSpPr>
          <p:spPr>
            <a:xfrm rot="10800000" flipV="1">
              <a:off x="2847593" y="1158377"/>
              <a:ext cx="190560" cy="144093"/>
            </a:xfrm>
            <a:prstGeom prst="rect">
              <a:avLst/>
            </a:prstGeom>
            <a:noFill/>
            <a:ln w="9525" cmpd="sng">
              <a:noFill/>
            </a:ln>
            <a:effectLst/>
          </p:spPr>
          <p:txBody>
            <a:bodyPr wrap="square" lIns="36000" tIns="36000" rIns="36000" bIns="36000" rtlCol="0" anchor="ctr"/>
            <a:lstStyle>
              <a:lvl1pPr marL="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▼</a:t>
              </a:r>
              <a:endParaRPr kumimoji="0" lang="en-US" altLang="ko-KR" sz="16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F354E0B-394F-4C59-9FD9-98E874270FC8}"/>
                </a:ext>
              </a:extLst>
            </p:cNvPr>
            <p:cNvSpPr/>
            <p:nvPr/>
          </p:nvSpPr>
          <p:spPr>
            <a:xfrm>
              <a:off x="2704720" y="1336635"/>
              <a:ext cx="457896" cy="624288"/>
            </a:xfrm>
            <a:prstGeom prst="rect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A53613CE-E81C-2B79-1601-08A31E31BB91}"/>
              </a:ext>
            </a:extLst>
          </p:cNvPr>
          <p:cNvGrpSpPr/>
          <p:nvPr/>
        </p:nvGrpSpPr>
        <p:grpSpPr>
          <a:xfrm>
            <a:off x="7075065" y="1276083"/>
            <a:ext cx="444706" cy="811083"/>
            <a:chOff x="3156541" y="1223745"/>
            <a:chExt cx="291319" cy="800308"/>
          </a:xfrm>
        </p:grpSpPr>
        <p:sp>
          <p:nvSpPr>
            <p:cNvPr id="4" name="TextBox 354">
              <a:extLst>
                <a:ext uri="{FF2B5EF4-FFF2-40B4-BE49-F238E27FC236}">
                  <a16:creationId xmlns:a16="http://schemas.microsoft.com/office/drawing/2014/main" id="{D47674DF-699F-38E5-9286-2EB8BB77A2E4}"/>
                </a:ext>
              </a:extLst>
            </p:cNvPr>
            <p:cNvSpPr txBox="1"/>
            <p:nvPr/>
          </p:nvSpPr>
          <p:spPr>
            <a:xfrm rot="10800000" flipV="1">
              <a:off x="3200860" y="1223745"/>
              <a:ext cx="190560" cy="144093"/>
            </a:xfrm>
            <a:prstGeom prst="rect">
              <a:avLst/>
            </a:prstGeom>
            <a:noFill/>
            <a:ln w="9525" cmpd="sng">
              <a:noFill/>
            </a:ln>
            <a:effectLst/>
          </p:spPr>
          <p:txBody>
            <a:bodyPr wrap="square" lIns="36000" tIns="36000" rIns="36000" bIns="36000" rtlCol="0" anchor="ctr"/>
            <a:lstStyle>
              <a:lvl1pPr marL="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▼</a:t>
              </a:r>
              <a:endParaRPr kumimoji="0" lang="en-US" altLang="ko-KR" sz="16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49C55D5B-F566-25B5-945F-978C822DD5DE}"/>
                </a:ext>
              </a:extLst>
            </p:cNvPr>
            <p:cNvSpPr/>
            <p:nvPr/>
          </p:nvSpPr>
          <p:spPr>
            <a:xfrm>
              <a:off x="3156541" y="1401076"/>
              <a:ext cx="291319" cy="622977"/>
            </a:xfrm>
            <a:prstGeom prst="rect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69B107D4-49D1-43B7-9CA7-FCE6E88688A9}"/>
              </a:ext>
            </a:extLst>
          </p:cNvPr>
          <p:cNvSpPr txBox="1"/>
          <p:nvPr/>
        </p:nvSpPr>
        <p:spPr>
          <a:xfrm>
            <a:off x="7499024" y="1629865"/>
            <a:ext cx="145424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※SOP: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고객사 기준 미충족으로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        양산 일정 무기한 연기</a:t>
            </a:r>
          </a:p>
        </p:txBody>
      </p:sp>
      <p:graphicFrame>
        <p:nvGraphicFramePr>
          <p:cNvPr id="42" name="표 41">
            <a:extLst>
              <a:ext uri="{FF2B5EF4-FFF2-40B4-BE49-F238E27FC236}">
                <a16:creationId xmlns:a16="http://schemas.microsoft.com/office/drawing/2014/main" id="{C5A97D0D-A6FC-4588-93AA-E7679582C9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3033905"/>
              </p:ext>
            </p:extLst>
          </p:nvPr>
        </p:nvGraphicFramePr>
        <p:xfrm>
          <a:off x="1446672" y="4120174"/>
          <a:ext cx="6073099" cy="557803"/>
        </p:xfrm>
        <a:graphic>
          <a:graphicData uri="http://schemas.openxmlformats.org/drawingml/2006/table">
            <a:tbl>
              <a:tblPr/>
              <a:tblGrid>
                <a:gridCol w="516182">
                  <a:extLst>
                    <a:ext uri="{9D8B030D-6E8A-4147-A177-3AD203B41FA5}">
                      <a16:colId xmlns:a16="http://schemas.microsoft.com/office/drawing/2014/main" val="4158735420"/>
                    </a:ext>
                  </a:extLst>
                </a:gridCol>
                <a:gridCol w="314847">
                  <a:extLst>
                    <a:ext uri="{9D8B030D-6E8A-4147-A177-3AD203B41FA5}">
                      <a16:colId xmlns:a16="http://schemas.microsoft.com/office/drawing/2014/main" val="3663483875"/>
                    </a:ext>
                  </a:extLst>
                </a:gridCol>
                <a:gridCol w="314847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314847">
                  <a:extLst>
                    <a:ext uri="{9D8B030D-6E8A-4147-A177-3AD203B41FA5}">
                      <a16:colId xmlns:a16="http://schemas.microsoft.com/office/drawing/2014/main" val="2632540450"/>
                    </a:ext>
                  </a:extLst>
                </a:gridCol>
                <a:gridCol w="314847">
                  <a:extLst>
                    <a:ext uri="{9D8B030D-6E8A-4147-A177-3AD203B41FA5}">
                      <a16:colId xmlns:a16="http://schemas.microsoft.com/office/drawing/2014/main" val="2636506273"/>
                    </a:ext>
                  </a:extLst>
                </a:gridCol>
                <a:gridCol w="314847">
                  <a:extLst>
                    <a:ext uri="{9D8B030D-6E8A-4147-A177-3AD203B41FA5}">
                      <a16:colId xmlns:a16="http://schemas.microsoft.com/office/drawing/2014/main" val="1266397981"/>
                    </a:ext>
                  </a:extLst>
                </a:gridCol>
                <a:gridCol w="362062">
                  <a:extLst>
                    <a:ext uri="{9D8B030D-6E8A-4147-A177-3AD203B41FA5}">
                      <a16:colId xmlns:a16="http://schemas.microsoft.com/office/drawing/2014/main" val="3049118925"/>
                    </a:ext>
                  </a:extLst>
                </a:gridCol>
                <a:gridCol w="362062">
                  <a:extLst>
                    <a:ext uri="{9D8B030D-6E8A-4147-A177-3AD203B41FA5}">
                      <a16:colId xmlns:a16="http://schemas.microsoft.com/office/drawing/2014/main" val="2637651032"/>
                    </a:ext>
                  </a:extLst>
                </a:gridCol>
                <a:gridCol w="362062">
                  <a:extLst>
                    <a:ext uri="{9D8B030D-6E8A-4147-A177-3AD203B41FA5}">
                      <a16:colId xmlns:a16="http://schemas.microsoft.com/office/drawing/2014/main" val="3389905596"/>
                    </a:ext>
                  </a:extLst>
                </a:gridCol>
                <a:gridCol w="362062">
                  <a:extLst>
                    <a:ext uri="{9D8B030D-6E8A-4147-A177-3AD203B41FA5}">
                      <a16:colId xmlns:a16="http://schemas.microsoft.com/office/drawing/2014/main" val="3334302842"/>
                    </a:ext>
                  </a:extLst>
                </a:gridCol>
                <a:gridCol w="362062">
                  <a:extLst>
                    <a:ext uri="{9D8B030D-6E8A-4147-A177-3AD203B41FA5}">
                      <a16:colId xmlns:a16="http://schemas.microsoft.com/office/drawing/2014/main" val="2994997893"/>
                    </a:ext>
                  </a:extLst>
                </a:gridCol>
                <a:gridCol w="362062">
                  <a:extLst>
                    <a:ext uri="{9D8B030D-6E8A-4147-A177-3AD203B41FA5}">
                      <a16:colId xmlns:a16="http://schemas.microsoft.com/office/drawing/2014/main" val="3878113048"/>
                    </a:ext>
                  </a:extLst>
                </a:gridCol>
                <a:gridCol w="362062">
                  <a:extLst>
                    <a:ext uri="{9D8B030D-6E8A-4147-A177-3AD203B41FA5}">
                      <a16:colId xmlns:a16="http://schemas.microsoft.com/office/drawing/2014/main" val="418764505"/>
                    </a:ext>
                  </a:extLst>
                </a:gridCol>
                <a:gridCol w="362062">
                  <a:extLst>
                    <a:ext uri="{9D8B030D-6E8A-4147-A177-3AD203B41FA5}">
                      <a16:colId xmlns:a16="http://schemas.microsoft.com/office/drawing/2014/main" val="3544779646"/>
                    </a:ext>
                  </a:extLst>
                </a:gridCol>
                <a:gridCol w="362062">
                  <a:extLst>
                    <a:ext uri="{9D8B030D-6E8A-4147-A177-3AD203B41FA5}">
                      <a16:colId xmlns:a16="http://schemas.microsoft.com/office/drawing/2014/main" val="1889747797"/>
                    </a:ext>
                  </a:extLst>
                </a:gridCol>
                <a:gridCol w="362062">
                  <a:extLst>
                    <a:ext uri="{9D8B030D-6E8A-4147-A177-3AD203B41FA5}">
                      <a16:colId xmlns:a16="http://schemas.microsoft.com/office/drawing/2014/main" val="2993107482"/>
                    </a:ext>
                  </a:extLst>
                </a:gridCol>
                <a:gridCol w="362062">
                  <a:extLst>
                    <a:ext uri="{9D8B030D-6E8A-4147-A177-3AD203B41FA5}">
                      <a16:colId xmlns:a16="http://schemas.microsoft.com/office/drawing/2014/main" val="736289097"/>
                    </a:ext>
                  </a:extLst>
                </a:gridCol>
              </a:tblGrid>
              <a:tr h="103395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구분</a:t>
                      </a:r>
                    </a:p>
                  </a:txBody>
                  <a:tcPr marL="9525" marR="9525" marT="41564" marB="41564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투자일정</a:t>
                      </a: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셀 추적 일정</a:t>
                      </a:r>
                    </a:p>
                  </a:txBody>
                  <a:tcPr marL="9525" marR="9525" marT="8659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20007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투심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/</a:t>
                      </a:r>
                    </a:p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집행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PO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입고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샘플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SOP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HW</a:t>
                      </a:r>
                    </a:p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설계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SW</a:t>
                      </a:r>
                      <a:b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</a:b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개발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설치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입고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입고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설치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단동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/</a:t>
                      </a:r>
                    </a:p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연동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Data</a:t>
                      </a:r>
                    </a:p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연동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ECS</a:t>
                      </a:r>
                    </a:p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연동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검증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Ramp</a:t>
                      </a:r>
                    </a:p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Up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양산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/</a:t>
                      </a:r>
                    </a:p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안정화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88689"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MP2</a:t>
                      </a:r>
                    </a:p>
                  </a:txBody>
                  <a:tcPr marL="9525" marR="9525" marT="41564" marB="41564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/>
                          <a:cs typeface="+mn-cs"/>
                        </a:rPr>
                        <a:t>‘24.1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/>
                        <a:cs typeface="+mn-cs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/>
                          <a:cs typeface="+mn-cs"/>
                        </a:rPr>
                        <a:t>‘24.9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/>
                        <a:cs typeface="+mn-cs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>
                          <a:solidFill>
                            <a:schemeClr val="bg1">
                              <a:lumMod val="65000"/>
                            </a:schemeClr>
                          </a:solidFill>
                          <a:latin typeface="Arial Narrow" panose="020B0606020202030204" pitchFamily="34" charset="0"/>
                        </a:rPr>
                        <a:t>’25.4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  <a:t>‘25.7~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sng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/>
                        </a:rPr>
                        <a:t>‘25.9</a:t>
                      </a:r>
                      <a:r>
                        <a:rPr lang="en-US" altLang="ko-KR" sz="700" b="0" i="0" u="none" strike="sng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→‘25.12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/>
                          <a:cs typeface="+mn-cs"/>
                        </a:rPr>
                        <a:t>’24.11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/>
                        <a:cs typeface="+mn-cs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/>
                          <a:cs typeface="+mn-cs"/>
                        </a:rPr>
                        <a:t>‘25.1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/>
                        <a:cs typeface="+mn-cs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/>
                        </a:rPr>
                        <a:t>’25.1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/>
                        </a:rPr>
                        <a:t>‘25.4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/>
                        </a:rPr>
                        <a:t>‘25.5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/>
                        </a:rPr>
                        <a:t>‘25.6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/>
                        </a:rPr>
                        <a:t>‘25.6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/>
                        </a:rPr>
                        <a:t>‘25.6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/>
                        </a:rPr>
                        <a:t>‘25.7</a:t>
                      </a:r>
                      <a:endParaRPr lang="ko-KR" altLang="en-US" sz="7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/>
                        </a:rPr>
                        <a:t>‘25.8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sng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/>
                        </a:rPr>
                        <a:t>’25.10</a:t>
                      </a:r>
                    </a:p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→‘25.12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/>
                      </a:endParaRPr>
                    </a:p>
                  </a:txBody>
                  <a:tcPr marL="9525" marR="9525" marT="7872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5483190"/>
                  </a:ext>
                </a:extLst>
              </a:tr>
            </a:tbl>
          </a:graphicData>
        </a:graphic>
      </p:graphicFrame>
      <p:grpSp>
        <p:nvGrpSpPr>
          <p:cNvPr id="43" name="그룹 42">
            <a:extLst>
              <a:ext uri="{FF2B5EF4-FFF2-40B4-BE49-F238E27FC236}">
                <a16:creationId xmlns:a16="http://schemas.microsoft.com/office/drawing/2014/main" id="{20E1E280-E49F-4D84-8C99-F911AE0B1153}"/>
              </a:ext>
            </a:extLst>
          </p:cNvPr>
          <p:cNvGrpSpPr/>
          <p:nvPr/>
        </p:nvGrpSpPr>
        <p:grpSpPr>
          <a:xfrm>
            <a:off x="2846775" y="4103092"/>
            <a:ext cx="383260" cy="590468"/>
            <a:chOff x="2586727" y="1214768"/>
            <a:chExt cx="589545" cy="510784"/>
          </a:xfrm>
        </p:grpSpPr>
        <p:sp>
          <p:nvSpPr>
            <p:cNvPr id="44" name="TextBox 354">
              <a:extLst>
                <a:ext uri="{FF2B5EF4-FFF2-40B4-BE49-F238E27FC236}">
                  <a16:creationId xmlns:a16="http://schemas.microsoft.com/office/drawing/2014/main" id="{68299245-BB30-4A8E-A21F-0FC7E9B56DF5}"/>
                </a:ext>
              </a:extLst>
            </p:cNvPr>
            <p:cNvSpPr txBox="1"/>
            <p:nvPr/>
          </p:nvSpPr>
          <p:spPr>
            <a:xfrm rot="10800000" flipV="1">
              <a:off x="2586727" y="1214768"/>
              <a:ext cx="190560" cy="144093"/>
            </a:xfrm>
            <a:prstGeom prst="rect">
              <a:avLst/>
            </a:prstGeom>
            <a:noFill/>
            <a:ln w="9525" cmpd="sng">
              <a:noFill/>
            </a:ln>
            <a:effectLst/>
          </p:spPr>
          <p:txBody>
            <a:bodyPr wrap="square" lIns="36000" tIns="36000" rIns="36000" bIns="36000" rtlCol="0" anchor="ctr"/>
            <a:lstStyle>
              <a:lvl1pPr marL="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▼</a:t>
              </a:r>
              <a:endParaRPr kumimoji="0" lang="en-US" altLang="ko-KR" sz="9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3828F3BA-F323-4AAA-90E1-7EF05D4AA8A7}"/>
                </a:ext>
              </a:extLst>
            </p:cNvPr>
            <p:cNvSpPr/>
            <p:nvPr/>
          </p:nvSpPr>
          <p:spPr>
            <a:xfrm>
              <a:off x="2682007" y="1336635"/>
              <a:ext cx="494265" cy="388917"/>
            </a:xfrm>
            <a:prstGeom prst="rect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F5961107-5A4C-4298-A3B3-6DDF81572673}"/>
              </a:ext>
            </a:extLst>
          </p:cNvPr>
          <p:cNvGrpSpPr/>
          <p:nvPr/>
        </p:nvGrpSpPr>
        <p:grpSpPr>
          <a:xfrm>
            <a:off x="6681034" y="4097407"/>
            <a:ext cx="479162" cy="589718"/>
            <a:chOff x="3070929" y="1229699"/>
            <a:chExt cx="313888" cy="534093"/>
          </a:xfrm>
        </p:grpSpPr>
        <p:sp>
          <p:nvSpPr>
            <p:cNvPr id="47" name="TextBox 354">
              <a:extLst>
                <a:ext uri="{FF2B5EF4-FFF2-40B4-BE49-F238E27FC236}">
                  <a16:creationId xmlns:a16="http://schemas.microsoft.com/office/drawing/2014/main" id="{0177CA6E-E683-49DC-A0FA-4A82D3B0E92C}"/>
                </a:ext>
              </a:extLst>
            </p:cNvPr>
            <p:cNvSpPr txBox="1"/>
            <p:nvPr/>
          </p:nvSpPr>
          <p:spPr>
            <a:xfrm rot="10800000" flipV="1">
              <a:off x="3070929" y="1229699"/>
              <a:ext cx="190560" cy="144093"/>
            </a:xfrm>
            <a:prstGeom prst="rect">
              <a:avLst/>
            </a:prstGeom>
            <a:noFill/>
            <a:ln w="9525" cmpd="sng">
              <a:noFill/>
            </a:ln>
            <a:effectLst/>
          </p:spPr>
          <p:txBody>
            <a:bodyPr wrap="square" lIns="36000" tIns="36000" rIns="36000" bIns="36000" rtlCol="0" anchor="ctr"/>
            <a:lstStyle>
              <a:lvl1pPr marL="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▼</a:t>
              </a:r>
              <a:endParaRPr kumimoji="0" lang="en-US" altLang="ko-KR" sz="9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7015738B-6419-401F-AAD3-E600909E8B50}"/>
                </a:ext>
              </a:extLst>
            </p:cNvPr>
            <p:cNvSpPr/>
            <p:nvPr/>
          </p:nvSpPr>
          <p:spPr>
            <a:xfrm>
              <a:off x="3148220" y="1361263"/>
              <a:ext cx="236597" cy="402529"/>
            </a:xfrm>
            <a:prstGeom prst="rect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98979EA0-B840-41CB-8182-AE62FEC15C55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#3,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41F260E-2446-4BD2-9C2C-4CD7B0E3EB2C}"/>
              </a:ext>
            </a:extLst>
          </p:cNvPr>
          <p:cNvSpPr txBox="1"/>
          <p:nvPr/>
        </p:nvSpPr>
        <p:spPr>
          <a:xfrm>
            <a:off x="7513218" y="4280199"/>
            <a:ext cx="104547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※SOP: ’25.12.23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예정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3B0FFF5-865E-9567-D354-A780C9658519}"/>
              </a:ext>
            </a:extLst>
          </p:cNvPr>
          <p:cNvSpPr txBox="1"/>
          <p:nvPr/>
        </p:nvSpPr>
        <p:spPr>
          <a:xfrm>
            <a:off x="6365695" y="5715502"/>
            <a:ext cx="2162707" cy="230832"/>
          </a:xfrm>
          <a:prstGeom prst="rect">
            <a:avLst/>
          </a:prstGeom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※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셀추적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인식률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(’25.12.10 ~ ‘25.12.16)</a:t>
            </a: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A4AD839D-49C5-67A8-8D68-7D35C30880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849690"/>
              </p:ext>
            </p:extLst>
          </p:nvPr>
        </p:nvGraphicFramePr>
        <p:xfrm>
          <a:off x="1758756" y="5920591"/>
          <a:ext cx="6723926" cy="495318"/>
        </p:xfrm>
        <a:graphic>
          <a:graphicData uri="http://schemas.openxmlformats.org/drawingml/2006/table">
            <a:tbl>
              <a:tblPr/>
              <a:tblGrid>
                <a:gridCol w="802612">
                  <a:extLst>
                    <a:ext uri="{9D8B030D-6E8A-4147-A177-3AD203B41FA5}">
                      <a16:colId xmlns:a16="http://schemas.microsoft.com/office/drawing/2014/main" val="1899771930"/>
                    </a:ext>
                  </a:extLst>
                </a:gridCol>
                <a:gridCol w="845902">
                  <a:extLst>
                    <a:ext uri="{9D8B030D-6E8A-4147-A177-3AD203B41FA5}">
                      <a16:colId xmlns:a16="http://schemas.microsoft.com/office/drawing/2014/main" val="799754058"/>
                    </a:ext>
                  </a:extLst>
                </a:gridCol>
                <a:gridCol w="845902">
                  <a:extLst>
                    <a:ext uri="{9D8B030D-6E8A-4147-A177-3AD203B41FA5}">
                      <a16:colId xmlns:a16="http://schemas.microsoft.com/office/drawing/2014/main" val="4087037558"/>
                    </a:ext>
                  </a:extLst>
                </a:gridCol>
                <a:gridCol w="845902">
                  <a:extLst>
                    <a:ext uri="{9D8B030D-6E8A-4147-A177-3AD203B41FA5}">
                      <a16:colId xmlns:a16="http://schemas.microsoft.com/office/drawing/2014/main" val="399336267"/>
                    </a:ext>
                  </a:extLst>
                </a:gridCol>
                <a:gridCol w="845902">
                  <a:extLst>
                    <a:ext uri="{9D8B030D-6E8A-4147-A177-3AD203B41FA5}">
                      <a16:colId xmlns:a16="http://schemas.microsoft.com/office/drawing/2014/main" val="4252651041"/>
                    </a:ext>
                  </a:extLst>
                </a:gridCol>
                <a:gridCol w="845902">
                  <a:extLst>
                    <a:ext uri="{9D8B030D-6E8A-4147-A177-3AD203B41FA5}">
                      <a16:colId xmlns:a16="http://schemas.microsoft.com/office/drawing/2014/main" val="2306917810"/>
                    </a:ext>
                  </a:extLst>
                </a:gridCol>
                <a:gridCol w="845902">
                  <a:extLst>
                    <a:ext uri="{9D8B030D-6E8A-4147-A177-3AD203B41FA5}">
                      <a16:colId xmlns:a16="http://schemas.microsoft.com/office/drawing/2014/main" val="1272068713"/>
                    </a:ext>
                  </a:extLst>
                </a:gridCol>
                <a:gridCol w="845902">
                  <a:extLst>
                    <a:ext uri="{9D8B030D-6E8A-4147-A177-3AD203B41FA5}">
                      <a16:colId xmlns:a16="http://schemas.microsoft.com/office/drawing/2014/main" val="1313361075"/>
                    </a:ext>
                  </a:extLst>
                </a:gridCol>
              </a:tblGrid>
              <a:tr h="16510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날짜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12/10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12/11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12/12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12/13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12/14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12/15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+mn-ea"/>
                        </a:rPr>
                        <a:t>12/16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2242816"/>
                  </a:ext>
                </a:extLst>
              </a:tr>
              <a:tr h="16510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투입 수량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EA)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23,989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23,200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6,856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792126"/>
                  </a:ext>
                </a:extLst>
              </a:tr>
              <a:tr h="16510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인식률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(%)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99.97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99.96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91.22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3026903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3A700A21-BC56-6EF5-0AF7-5CE4BB99E0E1}"/>
              </a:ext>
            </a:extLst>
          </p:cNvPr>
          <p:cNvSpPr txBox="1"/>
          <p:nvPr/>
        </p:nvSpPr>
        <p:spPr>
          <a:xfrm>
            <a:off x="1673747" y="6389858"/>
            <a:ext cx="750135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*12/12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조립 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Test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목적으로 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MES Off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로 가동하여 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J/R ID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가상으로 </a:t>
            </a:r>
            <a:r>
              <a:rPr lang="ko-KR" altLang="en-US" sz="800" dirty="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발번되었으며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인식률 저하되었습니다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23774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29E34190-670E-8138-9058-C8A6221C76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4213748"/>
              </p:ext>
            </p:extLst>
          </p:nvPr>
        </p:nvGraphicFramePr>
        <p:xfrm>
          <a:off x="106575" y="876196"/>
          <a:ext cx="9747544" cy="5763720"/>
        </p:xfrm>
        <a:graphic>
          <a:graphicData uri="http://schemas.openxmlformats.org/drawingml/2006/table">
            <a:tbl>
              <a:tblPr/>
              <a:tblGrid>
                <a:gridCol w="5457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3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5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8638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447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426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1743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Virtual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수평전개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ESMI</a:t>
                      </a: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(1,2)</a:t>
                      </a: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(3,4,5)</a:t>
                      </a: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ESMIL</a:t>
                      </a: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(1,2,3)</a:t>
                      </a:r>
                    </a:p>
                  </a:txBody>
                  <a:tcPr marL="3600" marR="14400" marT="72000" marB="36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latinLnBrk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altLang="ko-KR" sz="4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</a:t>
                      </a: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/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금주</a:t>
                      </a:r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(W51) </a:t>
                      </a:r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핵심 내용은 </a:t>
                      </a:r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ESGM2 VCT </a:t>
                      </a:r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투자 진행 건 입니다</a:t>
                      </a:r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.(‘26</a:t>
                      </a:r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년 투자 예정</a:t>
                      </a:r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</a:p>
                    <a:p>
                      <a:pPr lvl="0"/>
                      <a:endParaRPr kumimoji="1" lang="en-US" altLang="ko-KR" sz="1000" b="0" i="0" kern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b="0" i="0" kern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b="0" i="0" kern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b="0" i="0" kern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b="0" i="0" kern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b="0" i="0" kern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b="0" i="0" kern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b="0" i="0" kern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b="0" i="0" kern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b="0" i="0" kern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b="0" i="0" kern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b="0" i="0" kern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b="0" i="0" kern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lvl="0" indent="0">
                        <a:buFont typeface="Arial" panose="020B0604020202020204" pitchFamily="34" charset="0"/>
                        <a:buNone/>
                      </a:pPr>
                      <a:endParaRPr kumimoji="1" lang="en-US" altLang="ko-KR" sz="1000" b="0" i="0" kern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[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진행 사항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]</a:t>
                      </a:r>
                    </a:p>
                    <a:p>
                      <a:pPr lvl="0"/>
                      <a:endParaRPr kumimoji="1" lang="en-US" altLang="ko-KR" sz="1000" b="0" i="0" kern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tabLst>
                          <a:tab pos="3408363" algn="l"/>
                        </a:tabLst>
                      </a:pP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1. ESMI VCT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셀 추적성 고도화 수평전개</a:t>
                      </a:r>
                      <a:endParaRPr kumimoji="1" lang="en-US" altLang="ko-KR" sz="1000" b="0" i="0" kern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tabLst>
                          <a:tab pos="3408363" algn="l"/>
                        </a:tabLst>
                      </a:pP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-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대상 라인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: 1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동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1, 2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라인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(G-STK)  /  2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동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3, 4, 5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라인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(D-STK, ESS)</a:t>
                      </a:r>
                    </a:p>
                    <a:p>
                      <a:pPr lvl="0">
                        <a:tabLst>
                          <a:tab pos="3408363" algn="l"/>
                        </a:tabLst>
                      </a:pP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-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셋업 현황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: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총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5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개 라인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25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대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</a:t>
                      </a:r>
                      <a:r>
                        <a:rPr kumimoji="1" lang="ko-KR" altLang="en-US" sz="1000" b="0" i="0" kern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라미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설비 기준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)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중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17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대 셋업 완료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(2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라인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4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대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3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라인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5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대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4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라인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6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대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5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라인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2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대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), 8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대 셋업 대기 중</a:t>
                      </a:r>
                      <a:endParaRPr kumimoji="1" lang="en-US" altLang="ko-KR" sz="1000" b="0" i="0" kern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3408363" algn="l"/>
                        </a:tabLst>
                        <a:defRPr/>
                      </a:pP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-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특이 사항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: VCT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셋업 완료한 라인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(3,4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라인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5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라인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(5-1,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5-2))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을 대상으로 검수 진행중 입니다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lvl="0">
                        <a:tabLst>
                          <a:tab pos="3408363" algn="l"/>
                        </a:tabLst>
                      </a:pPr>
                      <a:endParaRPr kumimoji="1" lang="en-US" altLang="ko-KR" sz="1000" b="0" i="0" kern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tabLst>
                          <a:tab pos="3408363" algn="l"/>
                        </a:tabLst>
                      </a:pP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2. ESMI Lansing VCT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셀 추적성 고도화 수평전개</a:t>
                      </a:r>
                      <a:endParaRPr kumimoji="1" lang="en-US" altLang="ko-KR" sz="1000" b="0" i="0" kern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tabLst>
                          <a:tab pos="3408363" algn="l"/>
                        </a:tabLst>
                      </a:pP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-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대상 라인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: 1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동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1, 2, 3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라인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(D-STK),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라인별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3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대씩 총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9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대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</a:t>
                      </a:r>
                      <a:r>
                        <a:rPr kumimoji="1" lang="ko-KR" altLang="en-US" sz="1000" b="0" i="0" kern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라미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설비 기준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</a:p>
                    <a:p>
                      <a:pPr lvl="0">
                        <a:tabLst>
                          <a:tab pos="3408363" algn="l"/>
                        </a:tabLst>
                      </a:pP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-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진행 현황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:  VCT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적용 현안 논의를 위해 법인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PI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팀과 화상회의 진행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(11/25)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하였으며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1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월 중순 샘플생산 일정에 맞춰 대표호기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3-1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호 테스트 계획 입니다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lvl="0">
                        <a:tabLst>
                          <a:tab pos="3408363" algn="l"/>
                        </a:tabLst>
                      </a:pP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                       (</a:t>
                      </a:r>
                      <a:r>
                        <a:rPr kumimoji="1" lang="ko-KR" altLang="en-US" sz="1000" b="0" i="0" kern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셀추적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협력사는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’25.12.7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일부터 현지 출장 진행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</a:p>
                    <a:p>
                      <a:pPr lvl="0">
                        <a:tabLst>
                          <a:tab pos="3408363" algn="l"/>
                        </a:tabLst>
                      </a:pPr>
                      <a:endParaRPr kumimoji="1" lang="en-US" altLang="ko-KR" sz="1000" b="0" i="0" kern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tabLst>
                          <a:tab pos="3408363" algn="l"/>
                        </a:tabLst>
                      </a:pP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3. ESHD VCT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셀 추적성 고도화 수평전개</a:t>
                      </a:r>
                      <a:endParaRPr kumimoji="1" lang="en-US" altLang="ko-KR" sz="1000" b="0" i="0" kern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tabLst>
                          <a:tab pos="3408363" algn="l"/>
                        </a:tabLst>
                      </a:pP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-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대상 라인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: 1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동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3,4,5,6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라인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(D-STK), STK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재작업기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1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대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총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14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대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(STK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설비 기준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</a:p>
                    <a:p>
                      <a:pPr lvl="0">
                        <a:tabLst>
                          <a:tab pos="3408363" algn="l"/>
                        </a:tabLst>
                      </a:pP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-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진행 현황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: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투자심의 자료 전달 완료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(11/4),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투자심의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일정 미정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JV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와 투자 협의중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), ESS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생산 계획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(4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월 샘플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5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월 양산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</a:p>
                    <a:p>
                      <a:pPr lvl="0">
                        <a:tabLst>
                          <a:tab pos="3408363" algn="l"/>
                        </a:tabLst>
                      </a:pPr>
                      <a:endParaRPr kumimoji="1" lang="en-US" altLang="ko-KR" sz="1000" b="0" i="0" kern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tabLst>
                          <a:tab pos="3408363" algn="l"/>
                        </a:tabLst>
                      </a:pP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4. ESGM2 VCT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셀 추적성 고도화 수평전개 </a:t>
                      </a:r>
                      <a:endParaRPr kumimoji="1" lang="en-US" altLang="ko-KR" sz="1000" b="0" i="0" kern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tabLst>
                          <a:tab pos="3408363" algn="l"/>
                        </a:tabLst>
                      </a:pP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: ’25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년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2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월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법인 요청으로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VCT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기술 설명회 실시 및 예상 투자비 전달 후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4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월경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GM1,2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물동 감소 및 비용 절감의 사유로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’25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년도 투자 보류 하였습니다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lvl="0">
                        <a:tabLst>
                          <a:tab pos="3408363" algn="l"/>
                        </a:tabLst>
                      </a:pP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  ‘26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년도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ESS JF2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생산 계획에 따라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D-STK 12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대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재작업기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1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대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대상으로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법인내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VCT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투자심의 완료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(12/16)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및 투자 업무지원 요청을 받았습니다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lvl="0">
                        <a:tabLst>
                          <a:tab pos="3408363" algn="l"/>
                        </a:tabLst>
                      </a:pP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 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상세 투자 일정은 확인 중에 있으며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법인에서 추진중인 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VCT </a:t>
                      </a:r>
                      <a:r>
                        <a:rPr kumimoji="1" lang="ko-KR" altLang="en-US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투자가 원활히 잘 진행될 수 있도록 관련 업무 및 기술지원을 하도록 하겠습니다</a:t>
                      </a:r>
                      <a:r>
                        <a:rPr kumimoji="1" lang="en-US" altLang="ko-KR" sz="1000" b="0" i="0" kern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lvl="0">
                        <a:tabLst>
                          <a:tab pos="3408363" algn="l"/>
                        </a:tabLst>
                      </a:pPr>
                      <a:endParaRPr kumimoji="1" lang="en-US" altLang="ko-KR" sz="1000" b="0" i="0" kern="0" dirty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" marR="14400" marT="3600" marB="36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‘26.6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최성민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0160796"/>
                  </a:ext>
                </a:extLst>
              </a:tr>
            </a:tbl>
          </a:graphicData>
        </a:graphic>
      </p:graphicFrame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EAC5C207-DEC4-F747-D4E8-88B0AB0F00E7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214663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■ 주요 과제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_Virtual CT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수평 전개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조립 배출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1A9972C-912C-D4D6-7371-FDEB8083BB52}"/>
              </a:ext>
            </a:extLst>
          </p:cNvPr>
          <p:cNvSpPr txBox="1"/>
          <p:nvPr/>
        </p:nvSpPr>
        <p:spPr>
          <a:xfrm>
            <a:off x="7994708" y="587343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12/16 08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CD4849B-9D8D-95D2-0F79-045590409CE7}"/>
              </a:ext>
            </a:extLst>
          </p:cNvPr>
          <p:cNvSpPr txBox="1">
            <a:spLocks/>
          </p:cNvSpPr>
          <p:nvPr/>
        </p:nvSpPr>
        <p:spPr>
          <a:xfrm>
            <a:off x="8957980" y="418066"/>
            <a:ext cx="779060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최성민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08526E0-EC63-15BB-7484-1EC5C1DA9360}"/>
              </a:ext>
            </a:extLst>
          </p:cNvPr>
          <p:cNvGraphicFramePr>
            <a:graphicFrameLocks noGrp="1"/>
          </p:cNvGraphicFramePr>
          <p:nvPr/>
        </p:nvGraphicFramePr>
        <p:xfrm>
          <a:off x="1267486" y="1334860"/>
          <a:ext cx="7429255" cy="2013690"/>
        </p:xfrm>
        <a:graphic>
          <a:graphicData uri="http://schemas.openxmlformats.org/drawingml/2006/table">
            <a:tbl>
              <a:tblPr/>
              <a:tblGrid>
                <a:gridCol w="353709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276075">
                  <a:extLst>
                    <a:ext uri="{9D8B030D-6E8A-4147-A177-3AD203B41FA5}">
                      <a16:colId xmlns:a16="http://schemas.microsoft.com/office/drawing/2014/main" val="140184953"/>
                    </a:ext>
                  </a:extLst>
                </a:gridCol>
                <a:gridCol w="773502">
                  <a:extLst>
                    <a:ext uri="{9D8B030D-6E8A-4147-A177-3AD203B41FA5}">
                      <a16:colId xmlns:a16="http://schemas.microsoft.com/office/drawing/2014/main" val="3303993929"/>
                    </a:ext>
                  </a:extLst>
                </a:gridCol>
                <a:gridCol w="776787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776787">
                  <a:extLst>
                    <a:ext uri="{9D8B030D-6E8A-4147-A177-3AD203B41FA5}">
                      <a16:colId xmlns:a16="http://schemas.microsoft.com/office/drawing/2014/main" val="3598552172"/>
                    </a:ext>
                  </a:extLst>
                </a:gridCol>
                <a:gridCol w="776787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776787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776787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  <a:gridCol w="1071017">
                  <a:extLst>
                    <a:ext uri="{9D8B030D-6E8A-4147-A177-3AD203B41FA5}">
                      <a16:colId xmlns:a16="http://schemas.microsoft.com/office/drawing/2014/main" val="1258556808"/>
                    </a:ext>
                  </a:extLst>
                </a:gridCol>
                <a:gridCol w="1071017">
                  <a:extLst>
                    <a:ext uri="{9D8B030D-6E8A-4147-A177-3AD203B41FA5}">
                      <a16:colId xmlns:a16="http://schemas.microsoft.com/office/drawing/2014/main" val="3597836841"/>
                    </a:ext>
                  </a:extLst>
                </a:gridCol>
              </a:tblGrid>
              <a:tr h="106039"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10603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</a:t>
                      </a:r>
                    </a:p>
                  </a:txBody>
                  <a:tcPr marL="6675" marR="6675" marT="66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675" marR="6675" marT="667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기본품의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투자심의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집행품의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FOB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셋업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검수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106039">
                <a:tc row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ESMI</a:t>
                      </a:r>
                    </a:p>
                  </a:txBody>
                  <a:tcPr marL="6675" marR="6675" marT="66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  <a:r>
                        <a:rPr lang="ko-KR" altLang="en-US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동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(5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‘23.11.13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‘25.04.08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법인 투자심의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‘25.04.18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‘25.05.13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‘25.05.30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 (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생산계획없음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 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생산계획없음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4215394"/>
                  </a:ext>
                </a:extLst>
              </a:tr>
              <a:tr h="106039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>
                        <a:solidFill>
                          <a:srgbClr val="0000FF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>
                        <a:solidFill>
                          <a:srgbClr val="0000FF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(4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‘25.08.15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‘26.1Q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9760234"/>
                  </a:ext>
                </a:extLst>
              </a:tr>
              <a:tr h="106039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1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  <a:r>
                        <a:rPr lang="ko-KR" altLang="en-US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동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(5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‘25.06.15</a:t>
                      </a:r>
                      <a:endParaRPr lang="ko-KR" alt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‘25.12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9500909"/>
                  </a:ext>
                </a:extLst>
              </a:tr>
              <a:tr h="106039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>
                        <a:solidFill>
                          <a:srgbClr val="0000FF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>
                        <a:solidFill>
                          <a:srgbClr val="0000FF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(6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‘25.06.30</a:t>
                      </a:r>
                      <a:endParaRPr lang="ko-KR" alt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‘25.12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</a:t>
                      </a: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9073721"/>
                  </a:ext>
                </a:extLst>
              </a:tr>
              <a:tr h="106039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(5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‘26.1Q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‘26.1Q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4127434"/>
                  </a:ext>
                </a:extLst>
              </a:tr>
              <a:tr h="106039">
                <a:tc row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ESMI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altLang="ko-KR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(LS)</a:t>
                      </a:r>
                      <a:endParaRPr lang="ko-KR" altLang="en-US" sz="900" b="1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  <a:r>
                        <a:rPr lang="ko-KR" altLang="en-US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동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(3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‘25.07.26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법인 투자심의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’25.08.06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‘25.08.21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‘25.10.04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‘25.1Q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’25.1Q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3602385"/>
                  </a:ext>
                </a:extLst>
              </a:tr>
              <a:tr h="106039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1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1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(3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noProof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’26.2Q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’26.2Q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141221"/>
                  </a:ext>
                </a:extLst>
              </a:tr>
              <a:tr h="106039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1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1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(3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noProof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’26.2Q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‘26.2Q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1668463"/>
                  </a:ext>
                </a:extLst>
              </a:tr>
              <a:tr h="106039"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ESHD</a:t>
                      </a:r>
                      <a:endParaRPr lang="ko-KR" altLang="en-US" sz="900" b="1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1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(3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‘25.11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법인 투자심의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’25.12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‘26.01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‘26.02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‘26.04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‘26.05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6536071"/>
                  </a:ext>
                </a:extLst>
              </a:tr>
              <a:tr h="106039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1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1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(3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‘26.04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‘26.05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0755930"/>
                  </a:ext>
                </a:extLst>
              </a:tr>
              <a:tr h="106039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1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1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(3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‘26.04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‘26.05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1749328"/>
                  </a:ext>
                </a:extLst>
              </a:tr>
              <a:tr h="106039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1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1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(5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‘26.05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‘26.06</a:t>
                      </a:r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40301"/>
                  </a:ext>
                </a:extLst>
              </a:tr>
            </a:tbl>
          </a:graphicData>
        </a:graphic>
      </p:graphicFrame>
      <p:sp>
        <p:nvSpPr>
          <p:cNvPr id="7" name="제목 1">
            <a:extLst>
              <a:ext uri="{FF2B5EF4-FFF2-40B4-BE49-F238E27FC236}">
                <a16:creationId xmlns:a16="http://schemas.microsoft.com/office/drawing/2014/main" id="{57549850-8EB3-6F3C-F903-8E532B5E9A00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셀추적기술팀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8F169C6-7071-94C2-1AA9-F4A12764E86A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#4,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47425241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제목 1">
            <a:extLst>
              <a:ext uri="{FF2B5EF4-FFF2-40B4-BE49-F238E27FC236}">
                <a16:creationId xmlns:a16="http://schemas.microsoft.com/office/drawing/2014/main" id="{9A827236-CBCC-49D2-9B46-30EC7E88B370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셀추적기술팀</a:t>
            </a:r>
          </a:p>
        </p:txBody>
      </p:sp>
      <p:sp>
        <p:nvSpPr>
          <p:cNvPr id="31" name="내용 개체 틀 20">
            <a:extLst>
              <a:ext uri="{FF2B5EF4-FFF2-40B4-BE49-F238E27FC236}">
                <a16:creationId xmlns:a16="http://schemas.microsoft.com/office/drawing/2014/main" id="{1FB25863-3516-47CA-AD74-128C0F2A16FC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412187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■ 검사정보 데이터 무결성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Task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_</a:t>
            </a: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검사 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NG </a:t>
            </a: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유출 불량 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MES Holding </a:t>
            </a: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자동화 개발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32" name="내용 개체 틀 20">
            <a:extLst>
              <a:ext uri="{FF2B5EF4-FFF2-40B4-BE49-F238E27FC236}">
                <a16:creationId xmlns:a16="http://schemas.microsoft.com/office/drawing/2014/main" id="{1419F9ED-001D-4BF3-9CD7-97EC1EF76E49}"/>
              </a:ext>
            </a:extLst>
          </p:cNvPr>
          <p:cNvSpPr txBox="1">
            <a:spLocks/>
          </p:cNvSpPr>
          <p:nvPr/>
        </p:nvSpPr>
        <p:spPr>
          <a:xfrm>
            <a:off x="9029005" y="376121"/>
            <a:ext cx="779059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박영헌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D72F316-602B-48D7-851D-262E403B6ADD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12/15 18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시</a:t>
            </a:r>
          </a:p>
        </p:txBody>
      </p:sp>
      <p:graphicFrame>
        <p:nvGraphicFramePr>
          <p:cNvPr id="39" name="표 1">
            <a:extLst>
              <a:ext uri="{FF2B5EF4-FFF2-40B4-BE49-F238E27FC236}">
                <a16:creationId xmlns:a16="http://schemas.microsoft.com/office/drawing/2014/main" id="{36D09815-1974-4BCF-A55B-BBF74D36A8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526584"/>
              </p:ext>
            </p:extLst>
          </p:nvPr>
        </p:nvGraphicFramePr>
        <p:xfrm>
          <a:off x="156219" y="848482"/>
          <a:ext cx="9640524" cy="5703238"/>
        </p:xfrm>
        <a:graphic>
          <a:graphicData uri="http://schemas.openxmlformats.org/drawingml/2006/table">
            <a:tbl>
              <a:tblPr/>
              <a:tblGrid>
                <a:gridCol w="6328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33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57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040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81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292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86946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검사정보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데이터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무결성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Task</a:t>
                      </a: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검사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NG</a:t>
                      </a: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유출 불량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MES Holding</a:t>
                      </a: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자동화 개발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)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ESWA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금주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(W51)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진행 사항 없습니다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-. </a:t>
                      </a:r>
                      <a:r>
                        <a:rPr lang="ko-KR" altLang="en-US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컨셉</a:t>
                      </a:r>
                      <a:r>
                        <a:rPr lang="en-US" altLang="ko-KR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: SPC+,</a:t>
                      </a:r>
                      <a:r>
                        <a:rPr lang="ko-KR" altLang="en-US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MES</a:t>
                      </a:r>
                      <a:r>
                        <a:rPr lang="ko-KR" altLang="en-US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시스템 기반 검사 </a:t>
                      </a:r>
                      <a:r>
                        <a:rPr lang="en-US" altLang="ko-KR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NG </a:t>
                      </a:r>
                      <a:r>
                        <a:rPr lang="ko-KR" altLang="en-US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정보와 매칭된 </a:t>
                      </a:r>
                      <a:r>
                        <a:rPr lang="en-US" altLang="ko-KR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Cell ID</a:t>
                      </a:r>
                      <a:r>
                        <a:rPr lang="ko-KR" altLang="en-US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의 후공정 유출 여부를 모니터링하여 </a:t>
                      </a:r>
                      <a:r>
                        <a:rPr lang="en-US" altLang="ko-KR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MES Holding </a:t>
                      </a:r>
                      <a:r>
                        <a:rPr lang="ko-KR" altLang="en-US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및 담당자 </a:t>
                      </a:r>
                      <a:r>
                        <a:rPr lang="en-US" altLang="ko-KR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Inform </a:t>
                      </a:r>
                      <a:r>
                        <a:rPr lang="ko-KR" altLang="en-US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자동화하고자 함</a:t>
                      </a: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                                                                                                                         </a:t>
                      </a:r>
                      <a:r>
                        <a:rPr kumimoji="0"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└ </a:t>
                      </a:r>
                      <a:r>
                        <a:rPr kumimoji="0"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Tray </a:t>
                      </a:r>
                      <a:r>
                        <a:rPr kumimoji="0"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단위로 </a:t>
                      </a:r>
                      <a:r>
                        <a:rPr kumimoji="0"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Cell ID</a:t>
                      </a:r>
                      <a:r>
                        <a:rPr kumimoji="0"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에 대한 검사 판정 결과 조회 </a:t>
                      </a:r>
                      <a:r>
                        <a:rPr kumimoji="0"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(PKG </a:t>
                      </a:r>
                      <a:r>
                        <a:rPr kumimoji="0"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배출부 </a:t>
                      </a:r>
                      <a:r>
                        <a:rPr kumimoji="0"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~ </a:t>
                      </a:r>
                      <a:r>
                        <a:rPr kumimoji="0"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활성화 투입부</a:t>
                      </a:r>
                      <a:r>
                        <a:rPr kumimoji="0"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r>
                        <a:rPr lang="en-US" altLang="ko-KR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[ </a:t>
                      </a:r>
                      <a:r>
                        <a:rPr lang="ko-KR" altLang="en-US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컨셉 모식도 </a:t>
                      </a:r>
                      <a:r>
                        <a:rPr lang="en-US" altLang="ko-KR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r>
                        <a:rPr lang="en-US" altLang="ko-KR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-. </a:t>
                      </a:r>
                      <a:r>
                        <a:rPr lang="ko-KR" altLang="en-US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사항 </a:t>
                      </a:r>
                      <a:r>
                        <a:rPr lang="en-US" altLang="ko-KR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(*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주요 일정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 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투자비 이관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(~'25.10) ▶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 집행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(~'25.11) ▶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기술 검증 및 양산 적용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(~’26.01))</a:t>
                      </a: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r>
                        <a:rPr lang="ko-KR" altLang="en-US" sz="1000" kern="1200" noProof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① 시스템 기반 </a:t>
                      </a:r>
                      <a:r>
                        <a:rPr lang="en-US" altLang="ko-KR" sz="1000" kern="1200" noProof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MES Holding </a:t>
                      </a:r>
                      <a:r>
                        <a:rPr lang="ko-KR" altLang="en-US" sz="1000" kern="1200" noProof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자동화 기술 관련 상세 운영 시나리오</a:t>
                      </a:r>
                      <a:r>
                        <a:rPr lang="en-US" altLang="ko-KR" sz="1000" kern="1200" noProof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kern="1200" noProof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확정 후 </a:t>
                      </a:r>
                      <a:r>
                        <a:rPr lang="ko-KR" altLang="en-US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 집행 완료</a:t>
                      </a:r>
                      <a:r>
                        <a:rPr lang="en-US" altLang="ko-KR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되었습니다</a:t>
                      </a:r>
                      <a:r>
                        <a:rPr lang="en-US" altLang="ko-KR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(11/21, w/</a:t>
                      </a:r>
                      <a:r>
                        <a:rPr lang="ko-KR" altLang="en-US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공정검사</a:t>
                      </a:r>
                      <a:r>
                        <a:rPr lang="en-US" altLang="ko-KR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DX</a:t>
                      </a:r>
                      <a:r>
                        <a:rPr lang="ko-KR" altLang="en-US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팀</a:t>
                      </a:r>
                      <a:r>
                        <a:rPr lang="en-US" altLang="ko-KR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MES</a:t>
                      </a:r>
                      <a:r>
                        <a:rPr lang="ko-KR" altLang="en-US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팀</a:t>
                      </a:r>
                      <a:r>
                        <a:rPr lang="en-US" altLang="ko-KR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lvl="0" latinLnBrk="0">
                        <a:defRPr/>
                      </a:pP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② 일정 기간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(3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내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Hold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된 제품에 대한 실제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정보 이상 분석이 진행되지 않을 경우 자동으로 폐기 등급으로 선정 후 배출하며</a:t>
                      </a:r>
                      <a:endParaRPr lang="en-US" altLang="ko-KR" sz="1000" kern="12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필요 시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기간 연장 가능하도록 </a:t>
                      </a:r>
                      <a:r>
                        <a:rPr lang="ko-KR" altLang="en-US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기능 포함하여 개발 예정 </a:t>
                      </a:r>
                      <a:r>
                        <a:rPr lang="en-US" altLang="ko-KR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(~’26.03)</a:t>
                      </a:r>
                      <a:br>
                        <a:rPr lang="en-US" altLang="ko-KR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</a:t>
                      </a:r>
                      <a:r>
                        <a:rPr lang="ko-KR" altLang="en-US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③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공정검사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DX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팀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SW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 완료 일정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현실화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Ver.)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을 반영하여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’25.12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’26.01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내 양산 적용을 목표로 업무 진행 중입니다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br>
                        <a:rPr lang="en-US" altLang="ko-KR" sz="1000" kern="1200" dirty="0">
                          <a:solidFill>
                            <a:srgbClr val="FF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→ 다만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MES Hold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자동화 기능 자체에 대한 검증을 먼저 진행한 뒤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(~’25.01)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양산 적용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Stand by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하는 형태로 업무 진행하도록 하겠습니다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b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ko-KR" altLang="en-US" sz="800" kern="1200" dirty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                                                                                                        </a:t>
                      </a:r>
                      <a:r>
                        <a:rPr lang="ko-KR" altLang="en-US" sz="800" kern="1200" dirty="0">
                          <a:solidFill>
                            <a:srgbClr val="006600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└ 시스템 기반 </a:t>
                      </a:r>
                      <a:r>
                        <a:rPr lang="en-US" altLang="ko-KR" sz="800" kern="1200" dirty="0">
                          <a:solidFill>
                            <a:srgbClr val="006600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MES Hold </a:t>
                      </a:r>
                      <a:r>
                        <a:rPr lang="ko-KR" altLang="en-US" sz="800" kern="1200" dirty="0">
                          <a:solidFill>
                            <a:srgbClr val="006600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대상 제품 선별 결과 </a:t>
                      </a:r>
                      <a:r>
                        <a:rPr lang="en-US" altLang="ko-KR" sz="800" kern="1200" dirty="0">
                          <a:solidFill>
                            <a:srgbClr val="006600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vs </a:t>
                      </a:r>
                      <a:r>
                        <a:rPr lang="ko-KR" altLang="en-US" sz="800" kern="1200" dirty="0">
                          <a:solidFill>
                            <a:srgbClr val="006600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실제 무결성 </a:t>
                      </a:r>
                      <a:r>
                        <a:rPr lang="en-US" altLang="ko-KR" sz="800" kern="1200" dirty="0">
                          <a:solidFill>
                            <a:srgbClr val="006600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DAVINCI Report</a:t>
                      </a:r>
                      <a:r>
                        <a:rPr lang="ko-KR" altLang="en-US" sz="800" kern="1200" dirty="0">
                          <a:solidFill>
                            <a:srgbClr val="006600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에서 선별된 결과</a:t>
                      </a:r>
                      <a:r>
                        <a:rPr lang="en-US" altLang="ko-KR" sz="800" kern="1200" dirty="0">
                          <a:solidFill>
                            <a:srgbClr val="006600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rgbClr val="006600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정답지</a:t>
                      </a:r>
                      <a:r>
                        <a:rPr lang="en-US" altLang="ko-KR" sz="800" kern="1200" dirty="0">
                          <a:solidFill>
                            <a:srgbClr val="006600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) </a:t>
                      </a:r>
                      <a:r>
                        <a:rPr lang="ko-KR" altLang="en-US" sz="800" kern="1200" dirty="0">
                          <a:solidFill>
                            <a:srgbClr val="006600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비교</a:t>
                      </a:r>
                      <a:endParaRPr lang="en-US" altLang="ko-KR" sz="800" kern="1200" dirty="0">
                        <a:solidFill>
                          <a:srgbClr val="006600"/>
                        </a:solidFill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lvl="0" latinLnBrk="0">
                        <a:defRPr/>
                      </a:pPr>
                      <a:r>
                        <a:rPr lang="en-US" altLang="ko-KR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</a:t>
                      </a:r>
                      <a:r>
                        <a:rPr lang="ko-KR" altLang="en-US" sz="1000" kern="120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④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ESWA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활성화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제조역량강화 요청에 따라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SPC+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내 검사 정보 무결성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MES Hold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제품에 대한 모니터링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UI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를 구성하고자 합니다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lvl="0" latinLnBrk="0">
                        <a:defRPr/>
                      </a:pPr>
                      <a:r>
                        <a:rPr lang="en-US" altLang="ko-KR" sz="800" kern="1200" dirty="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                                                                                                                                    </a:t>
                      </a:r>
                      <a:r>
                        <a:rPr lang="ko-KR" altLang="en-US" sz="800" kern="1200" dirty="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└ </a:t>
                      </a:r>
                      <a:r>
                        <a:rPr lang="en-US" altLang="ko-KR" sz="800" kern="1200" dirty="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Hold </a:t>
                      </a:r>
                      <a:r>
                        <a:rPr lang="ko-KR" altLang="en-US" sz="800" kern="1200" dirty="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대상 제품의 </a:t>
                      </a:r>
                      <a:r>
                        <a:rPr lang="en-US" altLang="ko-KR" sz="800" kern="1200" dirty="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Hold </a:t>
                      </a:r>
                      <a:r>
                        <a:rPr lang="ko-KR" altLang="en-US" sz="800" kern="1200" dirty="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여부 </a:t>
                      </a:r>
                      <a:r>
                        <a:rPr lang="en-US" altLang="ko-KR" sz="800" kern="1200" dirty="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800" kern="1200" dirty="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현재 상태</a:t>
                      </a:r>
                      <a:r>
                        <a:rPr lang="en-US" altLang="ko-KR" sz="800" kern="1200" dirty="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(Hold, NG, Release </a:t>
                      </a:r>
                      <a:r>
                        <a:rPr lang="ko-KR" altLang="en-US" sz="800" kern="1200" dirty="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등</a:t>
                      </a:r>
                      <a:r>
                        <a:rPr lang="en-US" altLang="ko-KR" sz="800" kern="1200" dirty="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/ </a:t>
                      </a:r>
                      <a:r>
                        <a:rPr lang="ko-KR" altLang="en-US" sz="800" kern="1200" dirty="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담당자 등 표현 요청함</a:t>
                      </a:r>
                      <a:br>
                        <a:rPr lang="en-US" altLang="ko-KR" sz="800" kern="1200" dirty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시스템 기반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MES Holding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자동화에 대한 기술 개발을 먼저 진행하면서 병행하여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UI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사양 논의 예정입니다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(~’26.01, w/ESWA)</a:t>
                      </a:r>
                      <a:endParaRPr lang="en-US" altLang="ko-KR" sz="1000" kern="120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 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26.06</a:t>
                      </a:r>
                      <a:endParaRPr lang="ko-KR" altLang="en-US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박영헌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S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buNone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baseline="0" noProof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김준범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P)</a:t>
                      </a:r>
                      <a:endParaRPr lang="ko-KR" altLang="en-US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2" name="TextBox 41">
            <a:extLst>
              <a:ext uri="{FF2B5EF4-FFF2-40B4-BE49-F238E27FC236}">
                <a16:creationId xmlns:a16="http://schemas.microsoft.com/office/drawing/2014/main" id="{7998C583-0AEC-4BF8-ACA2-DA62189EA4F6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#8,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682062F9-B5DE-6F62-4110-D25835F2682A}"/>
              </a:ext>
            </a:extLst>
          </p:cNvPr>
          <p:cNvGraphicFramePr>
            <a:graphicFrameLocks noGrp="1"/>
          </p:cNvGraphicFramePr>
          <p:nvPr/>
        </p:nvGraphicFramePr>
        <p:xfrm>
          <a:off x="1336482" y="1325321"/>
          <a:ext cx="7110831" cy="555731"/>
        </p:xfrm>
        <a:graphic>
          <a:graphicData uri="http://schemas.openxmlformats.org/drawingml/2006/table">
            <a:tbl>
              <a:tblPr/>
              <a:tblGrid>
                <a:gridCol w="1015833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1708881871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3597836841"/>
                    </a:ext>
                  </a:extLst>
                </a:gridCol>
              </a:tblGrid>
              <a:tr h="183347">
                <a:tc gridSpan="7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18334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컨셉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사양 검토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 집행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IT</a:t>
                      </a: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(MES, SPC+)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</a:t>
                      </a:r>
                      <a:endParaRPr 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적용 및 검증</a:t>
                      </a:r>
                      <a:endParaRPr 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시스템 보완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추가 사양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189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87520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E239E0B1-30CB-C85D-04DB-DD53D5A1FF00}"/>
              </a:ext>
            </a:extLst>
          </p:cNvPr>
          <p:cNvSpPr/>
          <p:nvPr/>
        </p:nvSpPr>
        <p:spPr>
          <a:xfrm>
            <a:off x="4384832" y="1510512"/>
            <a:ext cx="1020605" cy="370540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5FD722E-49E7-B96F-1D0D-DC0E6E66DDDA}"/>
              </a:ext>
            </a:extLst>
          </p:cNvPr>
          <p:cNvSpPr/>
          <p:nvPr/>
        </p:nvSpPr>
        <p:spPr>
          <a:xfrm>
            <a:off x="1508933" y="2755364"/>
            <a:ext cx="516155" cy="216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NND</a:t>
            </a: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05CAEA10-14CA-F10A-87D5-9B4DA23C74D6}"/>
              </a:ext>
            </a:extLst>
          </p:cNvPr>
          <p:cNvSpPr/>
          <p:nvPr/>
        </p:nvSpPr>
        <p:spPr>
          <a:xfrm>
            <a:off x="1508933" y="3217422"/>
            <a:ext cx="516155" cy="216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LAM</a:t>
            </a: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FB81EA82-1B95-4F16-5491-7F4D87F0ACE9}"/>
              </a:ext>
            </a:extLst>
          </p:cNvPr>
          <p:cNvSpPr/>
          <p:nvPr/>
        </p:nvSpPr>
        <p:spPr>
          <a:xfrm>
            <a:off x="1508933" y="3545390"/>
            <a:ext cx="516155" cy="216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STK</a:t>
            </a: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53A0A325-8106-F7A3-E119-627E75A9AC48}"/>
              </a:ext>
            </a:extLst>
          </p:cNvPr>
          <p:cNvSpPr/>
          <p:nvPr/>
        </p:nvSpPr>
        <p:spPr>
          <a:xfrm>
            <a:off x="1508933" y="3940404"/>
            <a:ext cx="516155" cy="216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PKG</a:t>
            </a: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1B4AC9A-698D-0C1D-8CF4-97CEC6DC63FE}"/>
              </a:ext>
            </a:extLst>
          </p:cNvPr>
          <p:cNvSpPr/>
          <p:nvPr/>
        </p:nvSpPr>
        <p:spPr>
          <a:xfrm>
            <a:off x="3055190" y="2670546"/>
            <a:ext cx="1697373" cy="1512000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0BB28F3-3666-5BDA-CC74-532967F52345}"/>
              </a:ext>
            </a:extLst>
          </p:cNvPr>
          <p:cNvSpPr txBox="1"/>
          <p:nvPr/>
        </p:nvSpPr>
        <p:spPr>
          <a:xfrm>
            <a:off x="2281244" y="3452050"/>
            <a:ext cx="24558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▪</a:t>
            </a:r>
            <a:endParaRPr kumimoji="0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▪</a:t>
            </a:r>
            <a:endParaRPr kumimoji="0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▪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44DCF11C-1F44-8013-710A-9664EF5490A7}"/>
              </a:ext>
            </a:extLst>
          </p:cNvPr>
          <p:cNvSpPr/>
          <p:nvPr/>
        </p:nvSpPr>
        <p:spPr>
          <a:xfrm>
            <a:off x="3113903" y="2772940"/>
            <a:ext cx="748903" cy="138346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5EDE853-0A95-FEC0-9DBC-8E7134F3AB67}"/>
              </a:ext>
            </a:extLst>
          </p:cNvPr>
          <p:cNvSpPr/>
          <p:nvPr/>
        </p:nvSpPr>
        <p:spPr>
          <a:xfrm>
            <a:off x="3226536" y="2772165"/>
            <a:ext cx="523636" cy="1475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NG List</a:t>
            </a:r>
            <a:endParaRPr kumimoji="0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7B6DAF99-B7D2-F535-E41A-3A8CCC94FF0A}"/>
              </a:ext>
            </a:extLst>
          </p:cNvPr>
          <p:cNvSpPr/>
          <p:nvPr/>
        </p:nvSpPr>
        <p:spPr>
          <a:xfrm>
            <a:off x="3642058" y="2597610"/>
            <a:ext cx="523636" cy="147532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SPC+</a:t>
            </a:r>
            <a:endParaRPr kumimoji="0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19" name="직선 화살표 연결선 18">
            <a:extLst>
              <a:ext uri="{FF2B5EF4-FFF2-40B4-BE49-F238E27FC236}">
                <a16:creationId xmlns:a16="http://schemas.microsoft.com/office/drawing/2014/main" id="{A118FD1B-83BB-8BF1-29CB-87142F881A42}"/>
              </a:ext>
            </a:extLst>
          </p:cNvPr>
          <p:cNvCxnSpPr/>
          <p:nvPr/>
        </p:nvCxnSpPr>
        <p:spPr>
          <a:xfrm>
            <a:off x="2681013" y="2857479"/>
            <a:ext cx="484459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5BEB9779-B278-F3E3-3712-EB0CB53FF023}"/>
              </a:ext>
            </a:extLst>
          </p:cNvPr>
          <p:cNvCxnSpPr/>
          <p:nvPr/>
        </p:nvCxnSpPr>
        <p:spPr>
          <a:xfrm>
            <a:off x="2681013" y="3087651"/>
            <a:ext cx="484459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화살표 연결선 20">
            <a:extLst>
              <a:ext uri="{FF2B5EF4-FFF2-40B4-BE49-F238E27FC236}">
                <a16:creationId xmlns:a16="http://schemas.microsoft.com/office/drawing/2014/main" id="{1C540857-9854-2D3F-8054-945016745E04}"/>
              </a:ext>
            </a:extLst>
          </p:cNvPr>
          <p:cNvCxnSpPr/>
          <p:nvPr/>
        </p:nvCxnSpPr>
        <p:spPr>
          <a:xfrm>
            <a:off x="2681013" y="3325422"/>
            <a:ext cx="484459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화살표 연결선 21">
            <a:extLst>
              <a:ext uri="{FF2B5EF4-FFF2-40B4-BE49-F238E27FC236}">
                <a16:creationId xmlns:a16="http://schemas.microsoft.com/office/drawing/2014/main" id="{83BF8842-D2E3-1777-C4D0-6D1970BA8D58}"/>
              </a:ext>
            </a:extLst>
          </p:cNvPr>
          <p:cNvCxnSpPr/>
          <p:nvPr/>
        </p:nvCxnSpPr>
        <p:spPr>
          <a:xfrm>
            <a:off x="2681013" y="4048404"/>
            <a:ext cx="484459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직사각형 7">
            <a:extLst>
              <a:ext uri="{FF2B5EF4-FFF2-40B4-BE49-F238E27FC236}">
                <a16:creationId xmlns:a16="http://schemas.microsoft.com/office/drawing/2014/main" id="{2AC7DB3E-056A-AE54-78FB-CB036A15E709}"/>
              </a:ext>
            </a:extLst>
          </p:cNvPr>
          <p:cNvSpPr/>
          <p:nvPr/>
        </p:nvSpPr>
        <p:spPr>
          <a:xfrm>
            <a:off x="2089732" y="2755364"/>
            <a:ext cx="633600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통합 검사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F1879FCE-54B7-6337-A366-3221C519F83C}"/>
              </a:ext>
            </a:extLst>
          </p:cNvPr>
          <p:cNvSpPr/>
          <p:nvPr/>
        </p:nvSpPr>
        <p:spPr>
          <a:xfrm>
            <a:off x="2089732" y="2986393"/>
            <a:ext cx="633600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Foil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노출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78BEA7F-B9E5-7530-EA2D-51B961410D0D}"/>
              </a:ext>
            </a:extLst>
          </p:cNvPr>
          <p:cNvSpPr/>
          <p:nvPr/>
        </p:nvSpPr>
        <p:spPr>
          <a:xfrm>
            <a:off x="2089732" y="3217422"/>
            <a:ext cx="633600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장변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실링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76840E3-7697-036C-A19E-D949161A33B6}"/>
              </a:ext>
            </a:extLst>
          </p:cNvPr>
          <p:cNvSpPr/>
          <p:nvPr/>
        </p:nvSpPr>
        <p:spPr>
          <a:xfrm>
            <a:off x="2089732" y="3940404"/>
            <a:ext cx="633600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웰딩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검사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60A460DC-3234-E7E4-D7DF-8BB328219AD3}"/>
              </a:ext>
            </a:extLst>
          </p:cNvPr>
          <p:cNvSpPr/>
          <p:nvPr/>
        </p:nvSpPr>
        <p:spPr>
          <a:xfrm>
            <a:off x="2680474" y="2708070"/>
            <a:ext cx="523636" cy="1475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NG</a:t>
            </a:r>
            <a:endParaRPr kumimoji="0" lang="ko-KR" altLang="en-US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1EB1CD1E-91C1-4A5A-A4BA-43FD35750BF8}"/>
              </a:ext>
            </a:extLst>
          </p:cNvPr>
          <p:cNvSpPr/>
          <p:nvPr/>
        </p:nvSpPr>
        <p:spPr>
          <a:xfrm>
            <a:off x="2680474" y="2941794"/>
            <a:ext cx="523636" cy="1475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NG</a:t>
            </a:r>
            <a:endParaRPr kumimoji="0" lang="ko-KR" altLang="en-US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B9AA46F7-BEE6-04A0-0E66-528A0F60625C}"/>
              </a:ext>
            </a:extLst>
          </p:cNvPr>
          <p:cNvSpPr/>
          <p:nvPr/>
        </p:nvSpPr>
        <p:spPr>
          <a:xfrm>
            <a:off x="2680474" y="3177503"/>
            <a:ext cx="523636" cy="1475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NG</a:t>
            </a:r>
            <a:endParaRPr kumimoji="0" lang="ko-KR" altLang="en-US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48F377C7-5F3C-7D1F-42BF-E75F52B7B619}"/>
              </a:ext>
            </a:extLst>
          </p:cNvPr>
          <p:cNvSpPr/>
          <p:nvPr/>
        </p:nvSpPr>
        <p:spPr>
          <a:xfrm>
            <a:off x="2680474" y="3906117"/>
            <a:ext cx="523636" cy="1475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NG</a:t>
            </a:r>
            <a:endParaRPr kumimoji="0" lang="ko-KR" altLang="en-US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71439E43-FE23-0437-EEEC-7CF4DB9F94A2}"/>
              </a:ext>
            </a:extLst>
          </p:cNvPr>
          <p:cNvSpPr/>
          <p:nvPr/>
        </p:nvSpPr>
        <p:spPr>
          <a:xfrm>
            <a:off x="3957987" y="2772940"/>
            <a:ext cx="748903" cy="1383464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0A28DB55-A428-99A8-B2D9-5453A325BCB4}"/>
              </a:ext>
            </a:extLst>
          </p:cNvPr>
          <p:cNvSpPr/>
          <p:nvPr/>
        </p:nvSpPr>
        <p:spPr>
          <a:xfrm>
            <a:off x="4042476" y="2772165"/>
            <a:ext cx="523636" cy="1475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PKG ID</a:t>
            </a:r>
            <a:endParaRPr kumimoji="0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5324B099-DE88-2BFD-5AF0-7BC9710E6FC2}"/>
              </a:ext>
            </a:extLst>
          </p:cNvPr>
          <p:cNvSpPr/>
          <p:nvPr/>
        </p:nvSpPr>
        <p:spPr>
          <a:xfrm>
            <a:off x="5526510" y="2670546"/>
            <a:ext cx="849096" cy="1512000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EB13BBF-AB22-F152-EC84-6F9CCE880EB0}"/>
              </a:ext>
            </a:extLst>
          </p:cNvPr>
          <p:cNvSpPr/>
          <p:nvPr/>
        </p:nvSpPr>
        <p:spPr>
          <a:xfrm>
            <a:off x="5567730" y="2597610"/>
            <a:ext cx="766656" cy="147532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활성화 </a:t>
            </a:r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MES</a:t>
            </a:r>
            <a:endParaRPr kumimoji="0" lang="ko-KR" altLang="en-US" sz="9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F8EAC5B3-9BDA-2C55-405D-DFBC1DB10D4A}"/>
              </a:ext>
            </a:extLst>
          </p:cNvPr>
          <p:cNvCxnSpPr>
            <a:cxnSpLocks/>
          </p:cNvCxnSpPr>
          <p:nvPr/>
        </p:nvCxnSpPr>
        <p:spPr>
          <a:xfrm flipH="1">
            <a:off x="3715336" y="3405186"/>
            <a:ext cx="346122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화살표 연결선 35">
            <a:extLst>
              <a:ext uri="{FF2B5EF4-FFF2-40B4-BE49-F238E27FC236}">
                <a16:creationId xmlns:a16="http://schemas.microsoft.com/office/drawing/2014/main" id="{60A902E0-732E-DAB7-A9B5-480A29B00E39}"/>
              </a:ext>
            </a:extLst>
          </p:cNvPr>
          <p:cNvCxnSpPr/>
          <p:nvPr/>
        </p:nvCxnSpPr>
        <p:spPr>
          <a:xfrm>
            <a:off x="3715336" y="3517187"/>
            <a:ext cx="346122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28D97649-C788-428E-3640-B225BC63FBD8}"/>
              </a:ext>
            </a:extLst>
          </p:cNvPr>
          <p:cNvCxnSpPr>
            <a:cxnSpLocks/>
          </p:cNvCxnSpPr>
          <p:nvPr/>
        </p:nvCxnSpPr>
        <p:spPr>
          <a:xfrm>
            <a:off x="4752563" y="3388535"/>
            <a:ext cx="773946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직선 화살표 연결선 42">
            <a:extLst>
              <a:ext uri="{FF2B5EF4-FFF2-40B4-BE49-F238E27FC236}">
                <a16:creationId xmlns:a16="http://schemas.microsoft.com/office/drawing/2014/main" id="{1EBD02E3-3428-ABB8-335D-85CCAD6147BB}"/>
              </a:ext>
            </a:extLst>
          </p:cNvPr>
          <p:cNvCxnSpPr>
            <a:cxnSpLocks/>
          </p:cNvCxnSpPr>
          <p:nvPr/>
        </p:nvCxnSpPr>
        <p:spPr>
          <a:xfrm flipH="1" flipV="1">
            <a:off x="4752563" y="3485437"/>
            <a:ext cx="773946" cy="0"/>
          </a:xfrm>
          <a:prstGeom prst="straightConnector1">
            <a:avLst/>
          </a:prstGeom>
          <a:ln w="3175">
            <a:solidFill>
              <a:schemeClr val="bg1">
                <a:lumMod val="65000"/>
              </a:schemeClr>
            </a:solidFill>
            <a:prstDash val="lg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46187444-A1DE-384F-0884-0A0D2BD53ABD}"/>
              </a:ext>
            </a:extLst>
          </p:cNvPr>
          <p:cNvSpPr txBox="1"/>
          <p:nvPr/>
        </p:nvSpPr>
        <p:spPr>
          <a:xfrm>
            <a:off x="3102908" y="4218278"/>
            <a:ext cx="161935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①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PKG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완공 후 검사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NG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여부 확인</a:t>
            </a:r>
            <a:endParaRPr kumimoji="0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②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검사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NG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포함 여부 송부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8B341D2C-E590-0118-8441-CCFE80F9B8FE}"/>
              </a:ext>
            </a:extLst>
          </p:cNvPr>
          <p:cNvSpPr txBox="1"/>
          <p:nvPr/>
        </p:nvSpPr>
        <p:spPr>
          <a:xfrm>
            <a:off x="4961709" y="4218278"/>
            <a:ext cx="159691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③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검사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NG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포함된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PKG ID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송부</a:t>
            </a:r>
            <a:endParaRPr kumimoji="0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④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활성화 투입 전 일 경우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Return)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7DE6A161-22FD-6871-D1F2-61FE567315A0}"/>
              </a:ext>
            </a:extLst>
          </p:cNvPr>
          <p:cNvSpPr/>
          <p:nvPr/>
        </p:nvSpPr>
        <p:spPr>
          <a:xfrm>
            <a:off x="3842078" y="3242379"/>
            <a:ext cx="137861" cy="137861"/>
          </a:xfrm>
          <a:prstGeom prst="ellips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1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71129B67-0474-CA6A-77B7-D0BDB4BC524D}"/>
              </a:ext>
            </a:extLst>
          </p:cNvPr>
          <p:cNvSpPr/>
          <p:nvPr/>
        </p:nvSpPr>
        <p:spPr>
          <a:xfrm>
            <a:off x="3842078" y="3552920"/>
            <a:ext cx="137861" cy="137861"/>
          </a:xfrm>
          <a:prstGeom prst="ellips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2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104B6BCC-D81A-A3CE-0E3E-D8C4D1090365}"/>
              </a:ext>
            </a:extLst>
          </p:cNvPr>
          <p:cNvSpPr/>
          <p:nvPr/>
        </p:nvSpPr>
        <p:spPr>
          <a:xfrm>
            <a:off x="5067057" y="3224961"/>
            <a:ext cx="137861" cy="137861"/>
          </a:xfrm>
          <a:prstGeom prst="ellipse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3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52695BD2-3BEF-B429-E20E-078A9983B7F5}"/>
              </a:ext>
            </a:extLst>
          </p:cNvPr>
          <p:cNvSpPr/>
          <p:nvPr/>
        </p:nvSpPr>
        <p:spPr>
          <a:xfrm>
            <a:off x="5067057" y="3520960"/>
            <a:ext cx="137861" cy="137861"/>
          </a:xfrm>
          <a:prstGeom prst="ellipse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4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8A79486B-50A0-CF32-48A0-D94B73D0081B}"/>
              </a:ext>
            </a:extLst>
          </p:cNvPr>
          <p:cNvCxnSpPr>
            <a:cxnSpLocks/>
          </p:cNvCxnSpPr>
          <p:nvPr/>
        </p:nvCxnSpPr>
        <p:spPr>
          <a:xfrm>
            <a:off x="6385023" y="3388535"/>
            <a:ext cx="1080000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C274CBD7-53BF-1386-4C9E-9599F395B845}"/>
              </a:ext>
            </a:extLst>
          </p:cNvPr>
          <p:cNvCxnSpPr>
            <a:cxnSpLocks/>
          </p:cNvCxnSpPr>
          <p:nvPr/>
        </p:nvCxnSpPr>
        <p:spPr>
          <a:xfrm flipH="1">
            <a:off x="6385023" y="3485437"/>
            <a:ext cx="1080000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3" name="그래픽 52" descr="사용자 단색으로 채워진">
            <a:extLst>
              <a:ext uri="{FF2B5EF4-FFF2-40B4-BE49-F238E27FC236}">
                <a16:creationId xmlns:a16="http://schemas.microsoft.com/office/drawing/2014/main" id="{B979CA9F-877A-9B94-537E-1D432C3A4AF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00645" y="3132493"/>
            <a:ext cx="545386" cy="545386"/>
          </a:xfrm>
          <a:prstGeom prst="rect">
            <a:avLst/>
          </a:prstGeom>
        </p:spPr>
      </p:pic>
      <p:sp>
        <p:nvSpPr>
          <p:cNvPr id="54" name="TextBox 53">
            <a:extLst>
              <a:ext uri="{FF2B5EF4-FFF2-40B4-BE49-F238E27FC236}">
                <a16:creationId xmlns:a16="http://schemas.microsoft.com/office/drawing/2014/main" id="{E14E6D80-FF98-5DE8-6666-D22F7BD90793}"/>
              </a:ext>
            </a:extLst>
          </p:cNvPr>
          <p:cNvSpPr txBox="1"/>
          <p:nvPr/>
        </p:nvSpPr>
        <p:spPr>
          <a:xfrm>
            <a:off x="7620091" y="3608282"/>
            <a:ext cx="30649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QA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7E88DB2-78A2-D650-0A00-8DEE06C0F7E3}"/>
              </a:ext>
            </a:extLst>
          </p:cNvPr>
          <p:cNvSpPr/>
          <p:nvPr/>
        </p:nvSpPr>
        <p:spPr>
          <a:xfrm>
            <a:off x="5605498" y="3341109"/>
            <a:ext cx="687003" cy="19486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MES Hold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4FCF401D-3B39-A51D-1ACE-43614525EC23}"/>
              </a:ext>
            </a:extLst>
          </p:cNvPr>
          <p:cNvSpPr txBox="1"/>
          <p:nvPr/>
        </p:nvSpPr>
        <p:spPr>
          <a:xfrm>
            <a:off x="6573113" y="3172324"/>
            <a:ext cx="66396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Daily Mailing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0DA60F20-CF38-D8BF-EE09-B4620FB83C09}"/>
              </a:ext>
            </a:extLst>
          </p:cNvPr>
          <p:cNvSpPr txBox="1"/>
          <p:nvPr/>
        </p:nvSpPr>
        <p:spPr>
          <a:xfrm>
            <a:off x="6446427" y="3484669"/>
            <a:ext cx="9733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분석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결과</a:t>
            </a:r>
            <a:endParaRPr kumimoji="0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-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진성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NG :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배출</a:t>
            </a:r>
            <a:endParaRPr kumimoji="0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-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가성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NG : Release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5877E9-C139-BEC2-823E-7D04D44880A9}"/>
              </a:ext>
            </a:extLst>
          </p:cNvPr>
          <p:cNvSpPr txBox="1"/>
          <p:nvPr/>
        </p:nvSpPr>
        <p:spPr>
          <a:xfrm>
            <a:off x="6533777" y="3953444"/>
            <a:ext cx="56778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자동 배출</a:t>
            </a:r>
          </a:p>
        </p:txBody>
      </p:sp>
      <p:cxnSp>
        <p:nvCxnSpPr>
          <p:cNvPr id="61" name="연결선: 꺾임 60">
            <a:extLst>
              <a:ext uri="{FF2B5EF4-FFF2-40B4-BE49-F238E27FC236}">
                <a16:creationId xmlns:a16="http://schemas.microsoft.com/office/drawing/2014/main" id="{97F7C0C4-964D-80FC-AB1C-870D96812ED1}"/>
              </a:ext>
            </a:extLst>
          </p:cNvPr>
          <p:cNvCxnSpPr>
            <a:stCxn id="55" idx="2"/>
            <a:endCxn id="59" idx="1"/>
          </p:cNvCxnSpPr>
          <p:nvPr/>
        </p:nvCxnSpPr>
        <p:spPr>
          <a:xfrm rot="16200000" flipH="1">
            <a:off x="5978793" y="3506182"/>
            <a:ext cx="525190" cy="584777"/>
          </a:xfrm>
          <a:prstGeom prst="bentConnector2">
            <a:avLst/>
          </a:prstGeom>
          <a:ln>
            <a:solidFill>
              <a:srgbClr val="FF0000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TextBox 62">
            <a:extLst>
              <a:ext uri="{FF2B5EF4-FFF2-40B4-BE49-F238E27FC236}">
                <a16:creationId xmlns:a16="http://schemas.microsoft.com/office/drawing/2014/main" id="{1E353575-9BCC-50B3-7C28-F03B63E239F1}"/>
              </a:ext>
            </a:extLst>
          </p:cNvPr>
          <p:cNvSpPr txBox="1"/>
          <p:nvPr/>
        </p:nvSpPr>
        <p:spPr>
          <a:xfrm>
            <a:off x="6976790" y="3955811"/>
            <a:ext cx="109196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* Degas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전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1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차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Selector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5F34BF96-276E-55E5-692F-2F2D20F05533}"/>
              </a:ext>
            </a:extLst>
          </p:cNvPr>
          <p:cNvSpPr txBox="1"/>
          <p:nvPr/>
        </p:nvSpPr>
        <p:spPr>
          <a:xfrm>
            <a:off x="5422092" y="3573374"/>
            <a:ext cx="57419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3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일 내</a:t>
            </a:r>
            <a:endParaRPr kumimoji="0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분석 결과</a:t>
            </a:r>
            <a:endParaRPr kumimoji="0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미입력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시</a:t>
            </a:r>
          </a:p>
        </p:txBody>
      </p:sp>
      <p:sp>
        <p:nvSpPr>
          <p:cNvPr id="65" name="이등변 삼각형 64">
            <a:extLst>
              <a:ext uri="{FF2B5EF4-FFF2-40B4-BE49-F238E27FC236}">
                <a16:creationId xmlns:a16="http://schemas.microsoft.com/office/drawing/2014/main" id="{8488E7CE-D110-B0EA-0F02-B5345A56956E}"/>
              </a:ext>
            </a:extLst>
          </p:cNvPr>
          <p:cNvSpPr/>
          <p:nvPr/>
        </p:nvSpPr>
        <p:spPr>
          <a:xfrm flipV="1">
            <a:off x="4332438" y="1403775"/>
            <a:ext cx="116276" cy="100238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65530318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셀추적기술팀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12255"/>
              </p:ext>
            </p:extLst>
          </p:nvPr>
        </p:nvGraphicFramePr>
        <p:xfrm>
          <a:off x="119275" y="872919"/>
          <a:ext cx="9688790" cy="5934037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66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780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Cell ID </a:t>
                      </a:r>
                      <a:b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기반의 </a:t>
                      </a:r>
                      <a:b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신규 계측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Data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(SV/PV) 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연계 기술 적용</a:t>
                      </a:r>
                      <a:endParaRPr lang="ko-KR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ESOC2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MP1</a:t>
                      </a: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핵심 내용은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MP1 ELF HW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단동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셋업 완료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(12/16),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금주 생산 간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CCW, CIT, JRI, ABW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공정의 계측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SW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프로그램 검수 예정입니다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(~12/19)</a:t>
                      </a: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 dirty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b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b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endParaRPr lang="ko-KR" altLang="en-US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1)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사항</a:t>
                      </a:r>
                      <a:b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-.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원통형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NFF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활성화 공정의 계측기에서 산출되는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Cell ID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를 연계하여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SPC+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 전송하는 프로젝트 입니다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최종적으로 계측기에서 산출 되는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PV(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계측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Data), HMI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터치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계측기에서 설정하는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SV(Spec)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등에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Cell ID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를 연계하여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SPC+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 전송합니다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: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 프로젝트는 품질검사정보팀에서 주관하며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품질 펀드 비용으로 진행됩니다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기존 자동차 파우치 라인은 전 사이트 확산전개를 진행 중이며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셀추적기술팀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소형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2170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은 대표호기 셋업 완료 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조립설비기술팀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    -.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기본품의 예산을 산출하여 품질검사정보팀에 공유하였으며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, Cell ID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분과에 대해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와인더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 공정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8.61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억원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조립공정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6.93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억원으로 </a:t>
                      </a: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총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15.54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억 반영하였습니다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(1/24)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-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대표라인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(NFF MP1)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에 대해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RFQ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완료되었습니다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.(2/11)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협력업체는 단독 업체로 선정하였으며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셋업 협력사는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대곤코퍼레이션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입니다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-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대표라인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(NFF MP1)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계측기 연계를 위한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담당님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전결의 투자심의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(3/11),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집행품의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(3/12), HW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셋업에 대한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PR/PO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발행 완료 되었습니다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(3/17)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MP1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라인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SOP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일정 변경 및 검사 부서의 투자 일정 지연으로 인해 기존 검수 계획을 연기하는 검수일정연기품의를 상신 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(6/10)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-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수평전개 라인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(MP2, SWP)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라인의 계측 데이터 연동을 위한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담당님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전결의 투자심의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(10/14),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집행품의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(10/17)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MP2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라인의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HW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셋업 분에 대한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PR/PO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발행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(10/20)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완료했습니다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선행검사기술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에서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MP2, SWP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라인의 중계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PC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발주하여 입고 후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HW/SW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셋업 예정입니다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(~1/16)     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- LG CNS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와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SW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프로그램 개발을 위한 용역 계약 체결을 완료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(5/7)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하였으며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SW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프로그램 개발 완료했습니다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(6/16)</a:t>
                      </a:r>
                      <a:b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- MP1 CCW, CIT, JRI, ABW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설비에 대해 중계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PC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설치 및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계측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SW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프로그램 단동 셋업 완료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(7/3),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ELF, IOU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는 선행검사기술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에서 투자 집행하며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IOU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는 계측기 업체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(APRO)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와 별도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SW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셋업 진행하며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집행품의 완료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(10/28),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ELF HW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단동 셋업 완료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(12/16), SW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단동 셋업 예정입니다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(~12/23)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샘플 생산 간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CCW, CIT, JRI, ABW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공정의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로드셀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및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Hi-Pot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계측기 대상으로 계측데이터 로그 확인 및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SW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프로그램 검수 예정입니다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(~12/19)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-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생산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공정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설비 부서 대상으로 품질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검사부서와 함께 프로젝트 설명회를 진행하였습니다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(3/19)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본 프로젝트에 대해 긍정적인 반응이 있었으며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4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 부터 셋업 착수 가능하도록 유관부서에 일정 공유 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b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설비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PLC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제어 담당 부서인 설비관리팀 대상으로 품질검사정보팀에서 프로젝트 설명회를 추가로 진행했습니다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(6/17)</a:t>
                      </a:r>
                      <a:b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신규 설비 데이터 추가 수집에 필요한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PLC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수정 건으로 설비관리팀과 논의하였으며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(6/23),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설비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I/F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모니터링 완료했습니다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(9/24) 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금주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MP1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설비 가동 간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SW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프로그램의 데이터 업로드율 검증 완료했습니다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(11/7)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25.12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이석훈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박소영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</a:t>
                      </a:r>
                      <a:endParaRPr lang="ko-KR" altLang="en-US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박종현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P)</a:t>
                      </a:r>
                      <a:endParaRPr lang="ko-KR" altLang="en-US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3C29B833-2C84-4243-9D4D-9B1D408F91DE}"/>
              </a:ext>
            </a:extLst>
          </p:cNvPr>
          <p:cNvSpPr txBox="1">
            <a:spLocks/>
          </p:cNvSpPr>
          <p:nvPr/>
        </p:nvSpPr>
        <p:spPr>
          <a:xfrm>
            <a:off x="9009769" y="376121"/>
            <a:ext cx="798295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박소영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1B17DB2-3DCC-4A8F-9347-F9695BEF8B6D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12/16 </a:t>
            </a:r>
            <a:r>
              <a:rPr lang="en-US" altLang="ko-KR" sz="100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18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3FCB8C80-2818-4DE5-8D06-0CBBB3D9AE5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4942059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Cell ID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기반의 신규 계측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Data(SV/PV)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연계 기술 적용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원통형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EV NFF)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2AFD5F15-67A7-4DE0-B97B-E94C6F9E69D9}"/>
              </a:ext>
            </a:extLst>
          </p:cNvPr>
          <p:cNvGraphicFramePr>
            <a:graphicFrameLocks noGrp="1"/>
          </p:cNvGraphicFramePr>
          <p:nvPr/>
        </p:nvGraphicFramePr>
        <p:xfrm>
          <a:off x="1350926" y="1921846"/>
          <a:ext cx="6693864" cy="489852"/>
        </p:xfrm>
        <a:graphic>
          <a:graphicData uri="http://schemas.openxmlformats.org/drawingml/2006/table">
            <a:tbl>
              <a:tblPr/>
              <a:tblGrid>
                <a:gridCol w="680778">
                  <a:extLst>
                    <a:ext uri="{9D8B030D-6E8A-4147-A177-3AD203B41FA5}">
                      <a16:colId xmlns:a16="http://schemas.microsoft.com/office/drawing/2014/main" val="2589469805"/>
                    </a:ext>
                  </a:extLst>
                </a:gridCol>
                <a:gridCol w="1002181">
                  <a:extLst>
                    <a:ext uri="{9D8B030D-6E8A-4147-A177-3AD203B41FA5}">
                      <a16:colId xmlns:a16="http://schemas.microsoft.com/office/drawing/2014/main" val="2325532552"/>
                    </a:ext>
                  </a:extLst>
                </a:gridCol>
                <a:gridCol w="1002181">
                  <a:extLst>
                    <a:ext uri="{9D8B030D-6E8A-4147-A177-3AD203B41FA5}">
                      <a16:colId xmlns:a16="http://schemas.microsoft.com/office/drawing/2014/main" val="1837502572"/>
                    </a:ext>
                  </a:extLst>
                </a:gridCol>
                <a:gridCol w="1002181">
                  <a:extLst>
                    <a:ext uri="{9D8B030D-6E8A-4147-A177-3AD203B41FA5}">
                      <a16:colId xmlns:a16="http://schemas.microsoft.com/office/drawing/2014/main" val="2788831170"/>
                    </a:ext>
                  </a:extLst>
                </a:gridCol>
                <a:gridCol w="1002181">
                  <a:extLst>
                    <a:ext uri="{9D8B030D-6E8A-4147-A177-3AD203B41FA5}">
                      <a16:colId xmlns:a16="http://schemas.microsoft.com/office/drawing/2014/main" val="2396317001"/>
                    </a:ext>
                  </a:extLst>
                </a:gridCol>
                <a:gridCol w="1002181">
                  <a:extLst>
                    <a:ext uri="{9D8B030D-6E8A-4147-A177-3AD203B41FA5}">
                      <a16:colId xmlns:a16="http://schemas.microsoft.com/office/drawing/2014/main" val="1157631969"/>
                    </a:ext>
                  </a:extLst>
                </a:gridCol>
                <a:gridCol w="1002181">
                  <a:extLst>
                    <a:ext uri="{9D8B030D-6E8A-4147-A177-3AD203B41FA5}">
                      <a16:colId xmlns:a16="http://schemas.microsoft.com/office/drawing/2014/main" val="1897455951"/>
                    </a:ext>
                  </a:extLst>
                </a:gridCol>
              </a:tblGrid>
              <a:tr h="163284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pc="-2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진행사항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spc="-20" baseline="0">
                        <a:solidFill>
                          <a:srgbClr val="1414FE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6696646"/>
                  </a:ext>
                </a:extLst>
              </a:tr>
              <a:tr h="16328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pc="-2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컨셉 검토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pc="-2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집행품의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pc="-2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단동 셋업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pc="-2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 셋업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pc="-2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정합성 검증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pc="-2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5711425"/>
                  </a:ext>
                </a:extLst>
              </a:tr>
              <a:tr h="16328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solidFill>
                            <a:schemeClr val="bg1">
                              <a:lumMod val="6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>
                          <a:solidFill>
                            <a:schemeClr val="bg1">
                              <a:lumMod val="65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(1/14)</a:t>
                      </a:r>
                      <a:endParaRPr lang="ko-KR" altLang="en-US" sz="9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(3/12)</a:t>
                      </a:r>
                      <a:endParaRPr lang="ko-KR" altLang="en-US" sz="900" b="0" i="0" u="none" strike="noStrike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solidFill>
                            <a:srgbClr val="A6A6A6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(~7/2)</a:t>
                      </a:r>
                      <a:endParaRPr lang="ko-KR" altLang="en-US" sz="900" b="0" i="0" u="none" strike="noStrike">
                        <a:solidFill>
                          <a:srgbClr val="A6A6A6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solidFill>
                            <a:srgbClr val="A6A6A6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(~9/30)</a:t>
                      </a:r>
                      <a:endParaRPr lang="ko-KR" altLang="en-US" sz="900" b="0" i="0" u="none" strike="noStrike">
                        <a:solidFill>
                          <a:srgbClr val="A6A6A6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solidFill>
                            <a:srgbClr val="A6A6A6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A6A6A6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(~10/30)</a:t>
                      </a:r>
                      <a:endParaRPr lang="ko-KR" altLang="en-US" sz="900" b="0" i="0" u="none" strike="noStrike" dirty="0">
                        <a:solidFill>
                          <a:srgbClr val="A6A6A6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◐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(~12/31)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9580387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C71CE0D6-01CC-4FCA-BCC0-69BDDE1CF5E4}"/>
              </a:ext>
            </a:extLst>
          </p:cNvPr>
          <p:cNvGraphicFramePr>
            <a:graphicFrameLocks noGrp="1"/>
          </p:cNvGraphicFramePr>
          <p:nvPr/>
        </p:nvGraphicFramePr>
        <p:xfrm>
          <a:off x="1350927" y="1366575"/>
          <a:ext cx="7063945" cy="326568"/>
        </p:xfrm>
        <a:graphic>
          <a:graphicData uri="http://schemas.openxmlformats.org/drawingml/2006/table">
            <a:tbl>
              <a:tblPr/>
              <a:tblGrid>
                <a:gridCol w="1009135">
                  <a:extLst>
                    <a:ext uri="{9D8B030D-6E8A-4147-A177-3AD203B41FA5}">
                      <a16:colId xmlns:a16="http://schemas.microsoft.com/office/drawing/2014/main" val="434962289"/>
                    </a:ext>
                  </a:extLst>
                </a:gridCol>
                <a:gridCol w="1009135">
                  <a:extLst>
                    <a:ext uri="{9D8B030D-6E8A-4147-A177-3AD203B41FA5}">
                      <a16:colId xmlns:a16="http://schemas.microsoft.com/office/drawing/2014/main" val="548148166"/>
                    </a:ext>
                  </a:extLst>
                </a:gridCol>
                <a:gridCol w="1009135">
                  <a:extLst>
                    <a:ext uri="{9D8B030D-6E8A-4147-A177-3AD203B41FA5}">
                      <a16:colId xmlns:a16="http://schemas.microsoft.com/office/drawing/2014/main" val="3029542346"/>
                    </a:ext>
                  </a:extLst>
                </a:gridCol>
                <a:gridCol w="1009135">
                  <a:extLst>
                    <a:ext uri="{9D8B030D-6E8A-4147-A177-3AD203B41FA5}">
                      <a16:colId xmlns:a16="http://schemas.microsoft.com/office/drawing/2014/main" val="595829290"/>
                    </a:ext>
                  </a:extLst>
                </a:gridCol>
                <a:gridCol w="1009135">
                  <a:extLst>
                    <a:ext uri="{9D8B030D-6E8A-4147-A177-3AD203B41FA5}">
                      <a16:colId xmlns:a16="http://schemas.microsoft.com/office/drawing/2014/main" val="2597318231"/>
                    </a:ext>
                  </a:extLst>
                </a:gridCol>
                <a:gridCol w="1009135">
                  <a:extLst>
                    <a:ext uri="{9D8B030D-6E8A-4147-A177-3AD203B41FA5}">
                      <a16:colId xmlns:a16="http://schemas.microsoft.com/office/drawing/2014/main" val="1041315854"/>
                    </a:ext>
                  </a:extLst>
                </a:gridCol>
                <a:gridCol w="1009135">
                  <a:extLst>
                    <a:ext uri="{9D8B030D-6E8A-4147-A177-3AD203B41FA5}">
                      <a16:colId xmlns:a16="http://schemas.microsoft.com/office/drawing/2014/main" val="3246536231"/>
                    </a:ext>
                  </a:extLst>
                </a:gridCol>
              </a:tblGrid>
              <a:tr h="15269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사이트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기본품의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집행품의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PR/PO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Set-up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정합성 검증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36558"/>
                  </a:ext>
                </a:extLst>
              </a:tr>
              <a:tr h="173878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ESOC2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'25.01.31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'25.03.12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'25.03.20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A6A6A6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’25.09.30</a:t>
                      </a:r>
                      <a:endParaRPr lang="en-US" altLang="ko-KR" sz="900" b="0" i="0" u="none" strike="noStrike" dirty="0">
                        <a:solidFill>
                          <a:srgbClr val="A6A6A6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A6A6A6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’25.10.30</a:t>
                      </a:r>
                      <a:endParaRPr lang="en-US" altLang="ko-KR" sz="900" b="0" i="0" u="none" strike="noStrike" dirty="0">
                        <a:solidFill>
                          <a:srgbClr val="A6A6A6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’25.12.31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2871159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0201E0CF-7D81-4105-AB33-6E6CD408BB1E}"/>
              </a:ext>
            </a:extLst>
          </p:cNvPr>
          <p:cNvSpPr/>
          <p:nvPr/>
        </p:nvSpPr>
        <p:spPr>
          <a:xfrm>
            <a:off x="7410824" y="1359603"/>
            <a:ext cx="1004474" cy="318165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5" name="이등변 삼각형 14">
            <a:extLst>
              <a:ext uri="{FF2B5EF4-FFF2-40B4-BE49-F238E27FC236}">
                <a16:creationId xmlns:a16="http://schemas.microsoft.com/office/drawing/2014/main" id="{0EDE0EFF-7719-46F8-A003-8AAECD70C084}"/>
              </a:ext>
            </a:extLst>
          </p:cNvPr>
          <p:cNvSpPr/>
          <p:nvPr/>
        </p:nvSpPr>
        <p:spPr>
          <a:xfrm rot="10800000">
            <a:off x="7344364" y="1266908"/>
            <a:ext cx="140128" cy="94301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EF7F3B7-A66D-4846-B4E9-2A92861A1F80}"/>
              </a:ext>
            </a:extLst>
          </p:cNvPr>
          <p:cNvSpPr txBox="1"/>
          <p:nvPr/>
        </p:nvSpPr>
        <p:spPr>
          <a:xfrm>
            <a:off x="5923175" y="1684269"/>
            <a:ext cx="2217648" cy="230832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○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진행예정 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중 ●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진행완료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BE02CE3-E66F-45AF-B95B-3A868A8F3080}"/>
              </a:ext>
            </a:extLst>
          </p:cNvPr>
          <p:cNvSpPr txBox="1"/>
          <p:nvPr/>
        </p:nvSpPr>
        <p:spPr>
          <a:xfrm>
            <a:off x="1556780" y="3205277"/>
            <a:ext cx="332494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*2170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확산전개는 법인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Needs,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투자비 절감의 사유로 제외 되었습니다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2766671-4B2B-4F09-B538-B981AD59C292}"/>
              </a:ext>
            </a:extLst>
          </p:cNvPr>
          <p:cNvSpPr/>
          <p:nvPr/>
        </p:nvSpPr>
        <p:spPr>
          <a:xfrm>
            <a:off x="7042596" y="2074563"/>
            <a:ext cx="999366" cy="335573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575BC7A-779A-48A5-9CC1-6FB166577712}"/>
              </a:ext>
            </a:extLst>
          </p:cNvPr>
          <p:cNvSpPr txBox="1"/>
          <p:nvPr/>
        </p:nvSpPr>
        <p:spPr>
          <a:xfrm>
            <a:off x="1496065" y="3816908"/>
            <a:ext cx="517160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*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단독 업체 선정 사유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각 라인 셀 추적 구축을 진행한 업체로 진행할 경우 공수 산정 및 향후 유지보수에 유리함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5C3D0B96-D371-44A5-96C4-DB97C1D4AA5C}"/>
              </a:ext>
            </a:extLst>
          </p:cNvPr>
          <p:cNvSpPr txBox="1"/>
          <p:nvPr/>
        </p:nvSpPr>
        <p:spPr>
          <a:xfrm>
            <a:off x="5061920" y="3534168"/>
            <a:ext cx="209704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┌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MP1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 추적 구축 업체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대곤코퍼레이션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B95C4C1-2D09-439E-9891-5BFFA36A6118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#10,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77DAC82-1D6E-423F-8106-7C20D1228B25}"/>
              </a:ext>
            </a:extLst>
          </p:cNvPr>
          <p:cNvSpPr txBox="1"/>
          <p:nvPr/>
        </p:nvSpPr>
        <p:spPr>
          <a:xfrm>
            <a:off x="7484492" y="3866055"/>
            <a:ext cx="112562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*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총 투자비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0.524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억원</a:t>
            </a:r>
          </a:p>
        </p:txBody>
      </p:sp>
      <p:sp>
        <p:nvSpPr>
          <p:cNvPr id="21" name="이등변 삼각형 20">
            <a:extLst>
              <a:ext uri="{FF2B5EF4-FFF2-40B4-BE49-F238E27FC236}">
                <a16:creationId xmlns:a16="http://schemas.microsoft.com/office/drawing/2014/main" id="{636C0D66-A1A1-4D9A-9E6C-968208C8FD8D}"/>
              </a:ext>
            </a:extLst>
          </p:cNvPr>
          <p:cNvSpPr/>
          <p:nvPr/>
        </p:nvSpPr>
        <p:spPr>
          <a:xfrm rot="10800000">
            <a:off x="6967723" y="1971914"/>
            <a:ext cx="140128" cy="94301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52CE646-E154-4F0D-B95E-5AA162797437}"/>
              </a:ext>
            </a:extLst>
          </p:cNvPr>
          <p:cNvSpPr txBox="1"/>
          <p:nvPr/>
        </p:nvSpPr>
        <p:spPr>
          <a:xfrm>
            <a:off x="6434080" y="4289652"/>
            <a:ext cx="1701107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└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변경 전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6/30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→ 변경 후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12/31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9A03E30-EDAB-43B2-BF97-4ED0E4BFC248}"/>
              </a:ext>
            </a:extLst>
          </p:cNvPr>
          <p:cNvSpPr txBox="1"/>
          <p:nvPr/>
        </p:nvSpPr>
        <p:spPr>
          <a:xfrm>
            <a:off x="2088914" y="4287506"/>
            <a:ext cx="253787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└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변경 전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’25.07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→ 변경 후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양산 일정 무기한 연기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619118C-13BF-4076-AB45-6C1F366CFAFE}"/>
              </a:ext>
            </a:extLst>
          </p:cNvPr>
          <p:cNvSpPr txBox="1"/>
          <p:nvPr/>
        </p:nvSpPr>
        <p:spPr>
          <a:xfrm>
            <a:off x="4692052" y="4604002"/>
            <a:ext cx="112562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*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총 투자비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1.260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억원</a:t>
            </a:r>
          </a:p>
        </p:txBody>
      </p:sp>
    </p:spTree>
    <p:extLst>
      <p:ext uri="{BB962C8B-B14F-4D97-AF65-F5344CB8AC3E}">
        <p14:creationId xmlns:p14="http://schemas.microsoft.com/office/powerpoint/2010/main" val="1439661179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제목 1">
            <a:extLst>
              <a:ext uri="{FF2B5EF4-FFF2-40B4-BE49-F238E27FC236}">
                <a16:creationId xmlns:a16="http://schemas.microsoft.com/office/drawing/2014/main" id="{92CD7297-BDC7-409B-81DB-148F6DAE8754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pitchFamily="34" charset="0"/>
              </a:rPr>
              <a:t>셀추적기술팀</a:t>
            </a:r>
          </a:p>
        </p:txBody>
      </p:sp>
      <p:sp>
        <p:nvSpPr>
          <p:cNvPr id="22" name="내용 개체 틀 20">
            <a:extLst>
              <a:ext uri="{FF2B5EF4-FFF2-40B4-BE49-F238E27FC236}">
                <a16:creationId xmlns:a16="http://schemas.microsoft.com/office/drawing/2014/main" id="{E4CE493B-D114-4F77-962F-4E32BBED2648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997615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■ 파우치 신규 증설 라인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_ ESMI_LS (GM3)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graphicFrame>
        <p:nvGraphicFramePr>
          <p:cNvPr id="23" name="표 1">
            <a:extLst>
              <a:ext uri="{FF2B5EF4-FFF2-40B4-BE49-F238E27FC236}">
                <a16:creationId xmlns:a16="http://schemas.microsoft.com/office/drawing/2014/main" id="{5C18F150-F800-4366-B81F-1DDA815C71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1306343"/>
              </p:ext>
            </p:extLst>
          </p:nvPr>
        </p:nvGraphicFramePr>
        <p:xfrm>
          <a:off x="221942" y="848953"/>
          <a:ext cx="9648229" cy="5782800"/>
        </p:xfrm>
        <a:graphic>
          <a:graphicData uri="http://schemas.openxmlformats.org/drawingml/2006/table">
            <a:tbl>
              <a:tblPr/>
              <a:tblGrid>
                <a:gridCol w="6655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99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372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07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462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5921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완료  </a:t>
                      </a:r>
                      <a:endParaRPr lang="ko-KR" altLang="en-US" sz="1000" b="1" i="0" u="none" strike="noStrike" baseline="0">
                        <a:solidFill>
                          <a:srgbClr val="FFFFFF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424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ESGM3</a:t>
                      </a:r>
                      <a:br>
                        <a:rPr lang="en-US" altLang="ko-KR" sz="105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ko-KR" altLang="en-US" sz="105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셀 추적 </a:t>
                      </a:r>
                      <a:br>
                        <a:rPr lang="en-US" altLang="ko-KR" sz="105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ko-KR" altLang="en-US" sz="105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구축</a:t>
                      </a:r>
                      <a:endParaRPr lang="en-US" altLang="ko-KR" sz="105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105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105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파우치형</a:t>
                      </a:r>
                      <a:r>
                        <a:rPr lang="en-US" altLang="ko-KR" sz="105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6273" marT="72000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1-10</a:t>
                      </a:r>
                      <a:r>
                        <a:rPr lang="ko-KR" altLang="en-US" sz="105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호</a:t>
                      </a: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  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    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   - GM 3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공장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호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~5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호</a:t>
                      </a: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     -. </a:t>
                      </a:r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ESGM3</a:t>
                      </a:r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공장의 경우 기존 </a:t>
                      </a:r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GM</a:t>
                      </a:r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향 모델 </a:t>
                      </a:r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(E101A) </a:t>
                      </a:r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에서 </a:t>
                      </a:r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Toyota</a:t>
                      </a:r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향 모델</a:t>
                      </a:r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(E79C) </a:t>
                      </a:r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로 변경하여</a:t>
                      </a:r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운용 예정입니다</a:t>
                      </a:r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. </a:t>
                      </a:r>
                      <a:r>
                        <a:rPr kumimoji="1" lang="ko-KR" altLang="en-US" sz="1000" kern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형개조</a:t>
                      </a:r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투자 시 하기 항목들에 대해서 </a:t>
                      </a:r>
                      <a:endParaRPr kumimoji="1" lang="en-US" altLang="ko-KR" sz="1000" kern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  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같이 투자되도록 법인 측에서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F/Up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중입니다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현 시점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1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라인 기준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PO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완료 및 현지 작업 진행 하였으며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 2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라인의 경우 국내에서 </a:t>
                      </a:r>
                      <a:endParaRPr kumimoji="1" lang="en-US" altLang="ko-KR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  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포장 해체 후 </a:t>
                      </a:r>
                      <a:r>
                        <a:rPr kumimoji="1" lang="ko-KR" altLang="en-US" sz="10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형개조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진행되도록 법인에서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PO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발행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(4/30)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하였으며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라인 별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PO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발행 예정입니다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  <a:b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</a:b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      1) GM3 Toyota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향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(E79A) </a:t>
                      </a:r>
                      <a:r>
                        <a:rPr kumimoji="1" lang="ko-KR" altLang="en-US" sz="10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형개조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건</a:t>
                      </a:r>
                      <a:endParaRPr kumimoji="1" lang="en-US" altLang="ko-KR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      2) STK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공정 설비 집진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Type (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중앙 집진 → 개별 집진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)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셀 추적 테이프 </a:t>
                      </a:r>
                      <a:r>
                        <a:rPr kumimoji="1" lang="ko-KR" altLang="en-US" sz="10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마킹기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용 </a:t>
                      </a:r>
                      <a:r>
                        <a:rPr kumimoji="1" lang="ko-KR" altLang="en-US" sz="10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집진기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추가의 건</a:t>
                      </a:r>
                      <a:endParaRPr kumimoji="1" lang="en-US" altLang="ko-KR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      3)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신규 비전 연동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하프라미 하부 </a:t>
                      </a:r>
                      <a:r>
                        <a:rPr kumimoji="1" lang="ko-KR" altLang="en-US" sz="10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분리막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비전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) *GM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법인 자체적으로 추가 진행한 비전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kumimoji="1" lang="en-US" altLang="ko-KR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 -. STK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kumimoji="1" lang="ko-KR" altLang="en-US" sz="10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하프셀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탭 접힘 로직 적용 및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NG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배출 테스트 완료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(4/15), Tape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자동 버림 기능 설비 내 시퀀스 추가 및 동작 확인했습니다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.(4/17)</a:t>
                      </a:r>
                      <a:endParaRPr lang="en-US" altLang="ko-KR" sz="10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   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대표호기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(1-1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)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기준 단동 완료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(3/3),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연동 완료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(4/8), </a:t>
                      </a:r>
                      <a:r>
                        <a:rPr kumimoji="1" lang="ko-KR" altLang="en-US" sz="10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셀추적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데이터 보고 및 설비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/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검사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/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원부자재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Data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연계 검증 완료 되었습니다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 (5/1)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  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샘플 기간 동안 인식률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LAM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99.92%, STK 99.97%, PKG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99.8%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로 특이사항 없습니다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추가적으로 고객사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(T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사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)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요청으로 총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3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회 샘플 </a:t>
                      </a:r>
                      <a:endParaRPr kumimoji="1" lang="en-US" altLang="ko-KR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  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진행 예정이며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 PKG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기준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5/2~5/18 (C1-1 Sample), 7/7~7/26 (C1-2 Sample),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8/26~10/6 (C2 Sample)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샘플 완료되었습니다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  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C2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Sample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기간 동안 인식률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99.8%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및 </a:t>
                      </a:r>
                      <a:r>
                        <a:rPr kumimoji="1" lang="ko-KR" altLang="en-US" sz="10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추적률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99.0%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수준으로 유지되어 마무리되었습니다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   1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라인 기준 추후 설비 가동 계획은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SOP (‘26.05)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이전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4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월 경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D-Sample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이 </a:t>
                      </a:r>
                      <a:r>
                        <a:rPr kumimoji="1" lang="ko-KR" altLang="en-US" sz="10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예정되어있으나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상세 일정은 법인 내에서 협의 중 입니다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   2,3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라인 기준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26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년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1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월 중순 샘플 및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3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월 중순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SOP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예정되어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12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월 초 셀 추적 협력사 투입 하였으며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인원 투입 후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JF2 </a:t>
                      </a:r>
                      <a:r>
                        <a:rPr kumimoji="1" lang="ko-KR" altLang="en-US" sz="10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형개조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 VCT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셋업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및</a:t>
                      </a:r>
                      <a:endParaRPr kumimoji="1" lang="en-US" altLang="ko-KR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  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셀 추적 셋업 진행 중 입니다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kumimoji="1" lang="en-US" altLang="ko-KR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-. MI_LS </a:t>
                      </a:r>
                      <a:r>
                        <a:rPr kumimoji="1" lang="en-US" altLang="ko-KR" sz="10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LnS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신작</a:t>
                      </a:r>
                      <a:endParaRPr kumimoji="1" lang="en-US" altLang="ko-KR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 -.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생산 물량을 위해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H-LAM 3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 및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STK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재작업기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2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호 설비에 대해서 신작 투자를 검토 중이며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,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기존 설비들과 동일하게 </a:t>
                      </a:r>
                      <a:r>
                        <a:rPr kumimoji="1" lang="ko-KR" altLang="en-US" sz="10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셀추적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적용 투자 </a:t>
                      </a:r>
                      <a:endParaRPr kumimoji="1" lang="en-US" altLang="ko-KR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Arial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     예정입니다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 RFQ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및 견적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ERRC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마무리되어 법인으로 전달되었으며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(12/3)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해당 견적 기반으로 법인에서 집행 및 투자 진행 예정입니다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/>
                        </a:rPr>
                        <a:t>.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’26.03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(1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호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SOP)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’26.02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호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SOP)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’27.01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(3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호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SOP)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’26.01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(4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호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SOP)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’26.01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(5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호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SOP)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’26.01</a:t>
                      </a:r>
                      <a:br>
                        <a:rPr kumimoji="0" lang="en-US" altLang="ko-KR" sz="1000" b="0" i="0" u="none" strike="sng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(6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호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SOP)</a:t>
                      </a:r>
                      <a:endParaRPr lang="en-US" sz="20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5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임상현</a:t>
                      </a:r>
                      <a:r>
                        <a:rPr lang="en-US" altLang="ko-KR" sz="105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</a:t>
                      </a:r>
                      <a:br>
                        <a:rPr lang="en-US" altLang="ko-KR" sz="105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5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105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박종현</a:t>
                      </a:r>
                      <a:r>
                        <a:rPr lang="en-US" altLang="ko-KR" sz="105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9E88BCD6-65AC-474C-9E19-A37722C332DC}"/>
              </a:ext>
            </a:extLst>
          </p:cNvPr>
          <p:cNvSpPr/>
          <p:nvPr/>
        </p:nvSpPr>
        <p:spPr>
          <a:xfrm>
            <a:off x="1391139" y="1045405"/>
            <a:ext cx="7327990" cy="551055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t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금주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(W51) 2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.3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라인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셀추적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셋업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JF2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형교환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 VCT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셋업 간 특이사항 없고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샘플 일정에 문제 없도록 업무 진행하겠습니다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.(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샘플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’26.1, SOP ’26.3)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라인별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진행 사항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-. </a:t>
            </a:r>
            <a:r>
              <a:rPr kumimoji="0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ESGM3</a:t>
            </a:r>
            <a:r>
              <a:rPr kumimoji="0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셋업 현황</a:t>
            </a:r>
            <a:endParaRPr kumimoji="0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5" name="내용 개체 틀 20">
            <a:extLst>
              <a:ext uri="{FF2B5EF4-FFF2-40B4-BE49-F238E27FC236}">
                <a16:creationId xmlns:a16="http://schemas.microsoft.com/office/drawing/2014/main" id="{6874F1DE-9A5F-46CC-B44F-D34C6BF8FFBE}"/>
              </a:ext>
            </a:extLst>
          </p:cNvPr>
          <p:cNvSpPr txBox="1">
            <a:spLocks/>
          </p:cNvSpPr>
          <p:nvPr/>
        </p:nvSpPr>
        <p:spPr>
          <a:xfrm>
            <a:off x="8881036" y="418066"/>
            <a:ext cx="856004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임상현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AE9226F-F722-4CEF-AF1A-BC8DF22E007D}"/>
              </a:ext>
            </a:extLst>
          </p:cNvPr>
          <p:cNvSpPr txBox="1"/>
          <p:nvPr/>
        </p:nvSpPr>
        <p:spPr>
          <a:xfrm>
            <a:off x="7994708" y="587343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12/16 15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A8B0AF73-F7CC-437D-9A7E-175C56D104DC}"/>
              </a:ext>
            </a:extLst>
          </p:cNvPr>
          <p:cNvGraphicFramePr>
            <a:graphicFrameLocks noGrp="1"/>
          </p:cNvGraphicFramePr>
          <p:nvPr/>
        </p:nvGraphicFramePr>
        <p:xfrm>
          <a:off x="1534527" y="1726214"/>
          <a:ext cx="7032424" cy="1719141"/>
        </p:xfrm>
        <a:graphic>
          <a:graphicData uri="http://schemas.openxmlformats.org/drawingml/2006/table">
            <a:tbl>
              <a:tblPr/>
              <a:tblGrid>
                <a:gridCol w="879053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1258556808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3597836841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4173545466"/>
                    </a:ext>
                  </a:extLst>
                </a:gridCol>
              </a:tblGrid>
              <a:tr h="158422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15574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기본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기본품의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집행품의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FOB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입고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샘플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SOP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검수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20865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‘22.02.08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sng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‘23.08.30</a:t>
                      </a:r>
                    </a:p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→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‘23.09.19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’24.07.18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　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‘24.12.13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‘25.05.02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~’25.10.06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‘26.05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T.B.D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4215394"/>
                  </a:ext>
                </a:extLst>
              </a:tr>
              <a:tr h="15574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‘22.02.08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‘23.08.30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‘23.09.19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’25.05.25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’25.07.30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‘26.01.15~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‘26.03.15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T.B.D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87520"/>
                  </a:ext>
                </a:extLst>
              </a:tr>
              <a:tr h="15574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‘22.02.08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‘23.08.30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‘23.10.19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’25.06.30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’25.08.15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‘26.01.15~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‘26.03.15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T.B.D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3758835"/>
                  </a:ext>
                </a:extLst>
              </a:tr>
              <a:tr h="21792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‘22.02.08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‘23.08.30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‘23.09.26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‘26.03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‘25.05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T.B.D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T.B.D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T.B.D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9760234"/>
                  </a:ext>
                </a:extLst>
              </a:tr>
              <a:tr h="15574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‘22.02.08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‘23.08.30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‘23.09.26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‘26.03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‘25.05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T.B.D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T.B.D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T.B.D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9500909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76EDC5B0-B44D-4917-A2C4-3BF2C1C99708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#11,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97542616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제목 1">
            <a:extLst>
              <a:ext uri="{FF2B5EF4-FFF2-40B4-BE49-F238E27FC236}">
                <a16:creationId xmlns:a16="http://schemas.microsoft.com/office/drawing/2014/main" id="{92CD7297-BDC7-409B-81DB-148F6DAE8754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pitchFamily="34" charset="0"/>
              </a:rPr>
              <a:t>셀추적기술팀</a:t>
            </a:r>
          </a:p>
        </p:txBody>
      </p:sp>
      <p:sp>
        <p:nvSpPr>
          <p:cNvPr id="22" name="내용 개체 틀 20">
            <a:extLst>
              <a:ext uri="{FF2B5EF4-FFF2-40B4-BE49-F238E27FC236}">
                <a16:creationId xmlns:a16="http://schemas.microsoft.com/office/drawing/2014/main" id="{E4CE493B-D114-4F77-962F-4E32BBED2648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997615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■ 파우치 신규 증설 라인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_ ESMI_LS (GM3)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graphicFrame>
        <p:nvGraphicFramePr>
          <p:cNvPr id="23" name="표 1">
            <a:extLst>
              <a:ext uri="{FF2B5EF4-FFF2-40B4-BE49-F238E27FC236}">
                <a16:creationId xmlns:a16="http://schemas.microsoft.com/office/drawing/2014/main" id="{5C18F150-F800-4366-B81F-1DDA815C71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6415363"/>
              </p:ext>
            </p:extLst>
          </p:nvPr>
        </p:nvGraphicFramePr>
        <p:xfrm>
          <a:off x="125335" y="848953"/>
          <a:ext cx="9744836" cy="5728649"/>
        </p:xfrm>
        <a:graphic>
          <a:graphicData uri="http://schemas.openxmlformats.org/drawingml/2006/table">
            <a:tbl>
              <a:tblPr/>
              <a:tblGrid>
                <a:gridCol w="7622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99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372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07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462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5921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완료  </a:t>
                      </a:r>
                      <a:endParaRPr lang="ko-KR" altLang="en-US" sz="1000" b="1" i="0" u="none" strike="noStrike" baseline="0">
                        <a:solidFill>
                          <a:srgbClr val="FFFFFF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424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ESMI_LS</a:t>
                      </a:r>
                    </a:p>
                    <a:p>
                      <a:pPr algn="ctr" fontAlgn="ctr"/>
                      <a:r>
                        <a:rPr lang="en-US" altLang="ko-KR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ESS</a:t>
                      </a:r>
                      <a:r>
                        <a:rPr lang="ko-KR" altLang="en-US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라인</a:t>
                      </a:r>
                      <a:br>
                        <a:rPr lang="en-US" altLang="ko-KR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ko-KR" altLang="en-US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셀 추적 </a:t>
                      </a:r>
                      <a:br>
                        <a:rPr lang="en-US" altLang="ko-KR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ko-KR" altLang="en-US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구축</a:t>
                      </a:r>
                      <a:endParaRPr lang="en-US" altLang="ko-KR" sz="1050" b="0" i="0" u="none" strike="noStrike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ko-KR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각형</a:t>
                      </a:r>
                      <a:r>
                        <a:rPr lang="en-US" altLang="ko-KR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6273" marT="72000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1,2</a:t>
                      </a:r>
                      <a:r>
                        <a:rPr lang="ko-KR" altLang="en-US" sz="105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호</a:t>
                      </a: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  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    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’27.08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(1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호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SOP)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’27.08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호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SOP)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5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김승필</a:t>
                      </a:r>
                      <a:r>
                        <a:rPr lang="en-US" altLang="ko-KR" sz="105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</a:t>
                      </a:r>
                      <a:br>
                        <a:rPr lang="en-US" altLang="ko-KR" sz="105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5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105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김준범</a:t>
                      </a:r>
                      <a:r>
                        <a:rPr lang="en-US" altLang="ko-KR" sz="105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9E88BCD6-65AC-474C-9E19-A37722C332DC}"/>
              </a:ext>
            </a:extLst>
          </p:cNvPr>
          <p:cNvSpPr/>
          <p:nvPr/>
        </p:nvSpPr>
        <p:spPr>
          <a:xfrm>
            <a:off x="1386744" y="1082439"/>
            <a:ext cx="7327990" cy="551055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t"/>
          <a:lstStyle/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금주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(W51)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핵심 내용은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설비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검사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차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DR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중이며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HW(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레이저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BCR)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설치 공간 반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영 요청하였습니다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라인별 진행 사항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-. ESMI_LS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프로젝트 진행 현황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배경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IM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사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ESS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전력망용 차세대 제품인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Megapack 3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향 셀 요청으로 기 투자된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ESMI_LS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건물 및 전극라인 활용하여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각형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Top Terminal ESS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생산을 통해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투자효율성 극대화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사항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IM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向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ESS Top Terminal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라인 법인투자심의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(5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월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16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일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)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예정되어 있으며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각 부분 투자비 취합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(4/17)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CPO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님 보고 완료하였습니다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.(4/29)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집행품의 진행을 위한 투자비 산출 후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(11/4)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생산센터장님 투자심의 완료하였습니다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.(11/13)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각형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2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개 라인 구축을 위한 집행품의 결재 완료되었습니다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 (11/25)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DNC(PRI : </a:t>
            </a:r>
            <a:r>
              <a:rPr lang="ko-KR" altLang="en-US" sz="1000" dirty="0" err="1">
                <a:solidFill>
                  <a:schemeClr val="tx1"/>
                </a:solidFill>
                <a:latin typeface="Arial Narrow"/>
                <a:ea typeface="LG스마트체 Regular"/>
              </a:rPr>
              <a:t>신진엠텍</a:t>
            </a:r>
            <a: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  <a:t>) – Multi AZS(</a:t>
            </a:r>
            <a:r>
              <a:rPr lang="ko-KR" altLang="en-US" sz="1000" dirty="0">
                <a:solidFill>
                  <a:schemeClr val="tx1"/>
                </a:solidFill>
                <a:latin typeface="Arial Narrow"/>
                <a:ea typeface="LG스마트체 Regular"/>
              </a:rPr>
              <a:t>신보</a:t>
            </a:r>
            <a: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  <a:t>) – PKG(</a:t>
            </a:r>
            <a:r>
              <a:rPr lang="ko-KR" altLang="en-US" sz="1000" dirty="0" err="1">
                <a:solidFill>
                  <a:schemeClr val="tx1"/>
                </a:solidFill>
                <a:latin typeface="Arial Narrow"/>
                <a:ea typeface="LG스마트체 Regular"/>
              </a:rPr>
              <a:t>제이스텍</a:t>
            </a:r>
            <a: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  <a:t>) </a:t>
            </a:r>
            <a:r>
              <a:rPr lang="ko-KR" altLang="en-US" sz="1000" dirty="0">
                <a:solidFill>
                  <a:schemeClr val="tx1"/>
                </a:solidFill>
                <a:latin typeface="Arial Narrow"/>
                <a:ea typeface="LG스마트체 Regular"/>
              </a:rPr>
              <a:t>으로 </a:t>
            </a:r>
            <a:r>
              <a:rPr lang="ko-KR" altLang="en-US" sz="1000" dirty="0" err="1">
                <a:solidFill>
                  <a:schemeClr val="tx1"/>
                </a:solidFill>
                <a:latin typeface="Arial Narrow"/>
                <a:ea typeface="LG스마트체 Regular"/>
              </a:rPr>
              <a:t>설비사</a:t>
            </a:r>
            <a:r>
              <a:rPr lang="ko-KR" altLang="en-US" sz="1000" dirty="0">
                <a:solidFill>
                  <a:schemeClr val="tx1"/>
                </a:solidFill>
                <a:latin typeface="Arial Narrow"/>
                <a:ea typeface="LG스마트체 Regular"/>
              </a:rPr>
              <a:t> 확정되었고</a:t>
            </a:r>
            <a: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  <a:t>, </a:t>
            </a:r>
            <a:r>
              <a:rPr lang="ko-KR" altLang="en-US" sz="1000" dirty="0">
                <a:solidFill>
                  <a:schemeClr val="tx1"/>
                </a:solidFill>
                <a:latin typeface="Arial Narrow"/>
                <a:ea typeface="LG스마트체 Regular"/>
              </a:rPr>
              <a:t>셀추적의 경우 </a:t>
            </a:r>
            <a:r>
              <a:rPr lang="ko-KR" altLang="en-US" sz="1000" dirty="0" err="1">
                <a:solidFill>
                  <a:schemeClr val="tx1"/>
                </a:solidFill>
                <a:latin typeface="Arial Narrow"/>
                <a:ea typeface="LG스마트체 Regular"/>
              </a:rPr>
              <a:t>삼익</a:t>
            </a:r>
            <a:r>
              <a:rPr lang="ko-KR" altLang="en-US" sz="1000" dirty="0">
                <a:solidFill>
                  <a:schemeClr val="tx1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  <a:t>THK</a:t>
            </a:r>
            <a:r>
              <a:rPr lang="ko-KR" altLang="en-US" sz="1000" dirty="0">
                <a:solidFill>
                  <a:schemeClr val="tx1"/>
                </a:solidFill>
                <a:latin typeface="Arial Narrow"/>
                <a:ea typeface="LG스마트체 Regular"/>
              </a:rPr>
              <a:t>에서 진행 예정입니다</a:t>
            </a:r>
            <a: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공정 별 설비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/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검사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1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차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DR </a:t>
            </a:r>
            <a:r>
              <a:rPr lang="ko-KR" altLang="en-US" sz="1000" dirty="0">
                <a:solidFill>
                  <a:schemeClr val="tx1"/>
                </a:solidFill>
                <a:latin typeface="Arial Narrow"/>
                <a:ea typeface="LG스마트체 Regular"/>
              </a:rPr>
              <a:t>진행하였으며</a:t>
            </a:r>
            <a: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1000" dirty="0" err="1">
                <a:solidFill>
                  <a:schemeClr val="tx1"/>
                </a:solidFill>
                <a:latin typeface="Arial Narrow"/>
                <a:ea typeface="LG스마트체 Regular"/>
              </a:rPr>
              <a:t>셀추적</a:t>
            </a:r>
            <a: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  <a:t>HW(</a:t>
            </a:r>
            <a:r>
              <a:rPr lang="ko-KR" altLang="en-US" sz="1000" dirty="0">
                <a:solidFill>
                  <a:schemeClr val="tx1"/>
                </a:solidFill>
                <a:latin typeface="Arial Narrow"/>
                <a:ea typeface="LG스마트체 Regular"/>
              </a:rPr>
              <a:t>레이저</a:t>
            </a:r>
            <a: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  <a:t>, BCR)</a:t>
            </a:r>
            <a:r>
              <a:rPr lang="ko-KR" altLang="en-US" sz="1000" dirty="0">
                <a:solidFill>
                  <a:schemeClr val="tx1"/>
                </a:solidFill>
                <a:latin typeface="Arial Narrow"/>
                <a:ea typeface="LG스마트체 Regular"/>
              </a:rPr>
              <a:t> 설치 위치 요청하였습니다</a:t>
            </a:r>
            <a: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  <a:t>. (12/10~12/15) 2</a:t>
            </a:r>
            <a:r>
              <a:rPr lang="ko-KR" altLang="en-US" sz="1000" dirty="0">
                <a:solidFill>
                  <a:schemeClr val="tx1"/>
                </a:solidFill>
                <a:latin typeface="Arial Narrow"/>
                <a:ea typeface="LG스마트체 Regular"/>
              </a:rPr>
              <a:t>차 </a:t>
            </a:r>
            <a: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  <a:t>DR </a:t>
            </a:r>
            <a:r>
              <a:rPr lang="ko-KR" altLang="en-US" sz="1000" dirty="0">
                <a:solidFill>
                  <a:schemeClr val="tx1"/>
                </a:solidFill>
                <a:latin typeface="Arial Narrow"/>
                <a:ea typeface="LG스마트체 Regular"/>
              </a:rPr>
              <a:t>진행 시 위치 확정하겠습니다</a:t>
            </a:r>
            <a: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  <a:t>.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-.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라인 구성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IM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向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Top Terminal ESS 2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개 라인 투자 예정이며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DNC(18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대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) – Multi AZS(52) – PKG(2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대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)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공정으로 이루어집니다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Pilot Line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대비 차이점은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 AZS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의 경우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Single AZS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에서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Multi AZS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로 변경이 되며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공정상 차이점은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Sheet 2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개 동시 적재를 통한 셀 생산 시간 단축하는 목적입니다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추가되는 공정으로는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2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개의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스택셀을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나누는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Cell Cutting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공정이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Heat Press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공정 이후에 추가 됩니다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셀추적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관점에서는 음극과 양극 각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4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개의 탭에 대해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BCR 2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대로 인식하며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투자비 절감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(14.04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억원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)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하였습니다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 PKG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의 경우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스택셀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로더부가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2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개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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4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개로 증가되고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 3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개의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스택셀을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조립하는 공정이 추가 되었습니다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셀추적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관점에서는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투입부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BCR 4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개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8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개로 증가됩니다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  AR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  <a:sym typeface="Wingdings" panose="05000000000000000000" pitchFamily="2" charset="2"/>
              </a:rPr>
              <a:t>품질 및 생산팀 요청사항으로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재투입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관련 추적성 확보를 위한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Insulation Tape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공정에 레이저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마킹기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2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개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 Tape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리딩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BCR 8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개 추가 됩니다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-.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투자비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셀추적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구축 투자비는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셀추적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1,2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호 예산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152.28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억원에서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3.43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억원 감소한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148.85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억원으로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ERRC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진행하였습니다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주요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ERRC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항목은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Multi AZS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공정 신규 광학계 적용으로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14.04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억원 절감하였으나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 기본 품의 시 없던 추가 사양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10.61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억원 추가되어 총 절감액은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3.43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억원입니다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</a:t>
            </a:r>
          </a:p>
        </p:txBody>
      </p:sp>
      <p:sp>
        <p:nvSpPr>
          <p:cNvPr id="25" name="내용 개체 틀 20">
            <a:extLst>
              <a:ext uri="{FF2B5EF4-FFF2-40B4-BE49-F238E27FC236}">
                <a16:creationId xmlns:a16="http://schemas.microsoft.com/office/drawing/2014/main" id="{6874F1DE-9A5F-46CC-B44F-D34C6BF8FFBE}"/>
              </a:ext>
            </a:extLst>
          </p:cNvPr>
          <p:cNvSpPr txBox="1">
            <a:spLocks/>
          </p:cNvSpPr>
          <p:nvPr/>
        </p:nvSpPr>
        <p:spPr>
          <a:xfrm>
            <a:off x="8967599" y="418066"/>
            <a:ext cx="769441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김승필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AE9226F-F722-4CEF-AF1A-BC8DF22E007D}"/>
              </a:ext>
            </a:extLst>
          </p:cNvPr>
          <p:cNvSpPr txBox="1"/>
          <p:nvPr/>
        </p:nvSpPr>
        <p:spPr>
          <a:xfrm>
            <a:off x="7994708" y="587343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12/16 1</a:t>
            </a:r>
            <a:r>
              <a:rPr lang="en-US" altLang="ko-KR" sz="1000" dirty="0">
                <a:solidFill>
                  <a:prstClr val="black"/>
                </a:solidFill>
                <a:latin typeface="Arial Narrow"/>
                <a:ea typeface="LG스마트체 Regular"/>
              </a:rPr>
              <a:t>3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A8B0AF73-F7CC-437D-9A7E-175C56D104DC}"/>
              </a:ext>
            </a:extLst>
          </p:cNvPr>
          <p:cNvGraphicFramePr>
            <a:graphicFrameLocks noGrp="1"/>
          </p:cNvGraphicFramePr>
          <p:nvPr/>
        </p:nvGraphicFramePr>
        <p:xfrm>
          <a:off x="1534527" y="1781633"/>
          <a:ext cx="7032424" cy="678562"/>
        </p:xfrm>
        <a:graphic>
          <a:graphicData uri="http://schemas.openxmlformats.org/drawingml/2006/table">
            <a:tbl>
              <a:tblPr/>
              <a:tblGrid>
                <a:gridCol w="879053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1258556808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3597836841"/>
                    </a:ext>
                  </a:extLst>
                </a:gridCol>
                <a:gridCol w="879053">
                  <a:extLst>
                    <a:ext uri="{9D8B030D-6E8A-4147-A177-3AD203B41FA5}">
                      <a16:colId xmlns:a16="http://schemas.microsoft.com/office/drawing/2014/main" val="4173545466"/>
                    </a:ext>
                  </a:extLst>
                </a:gridCol>
              </a:tblGrid>
              <a:tr h="158422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15574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기본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기본품의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집행품의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FOB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입고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샘플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SOP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검수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20865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‘25.05.16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’25.11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’26.07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’26.08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‘27.01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’27.08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T.B.D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4215394"/>
                  </a:ext>
                </a:extLst>
              </a:tr>
              <a:tr h="15574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‘22.05.16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’25.11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’26.09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’26.11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‘27.04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’27.08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T.B.D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87520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76EDC5B0-B44D-4917-A2C4-3BF2C1C99708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#11,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25F8F93-9E61-4598-ADB7-924C7BD0F82D}"/>
              </a:ext>
            </a:extLst>
          </p:cNvPr>
          <p:cNvSpPr txBox="1"/>
          <p:nvPr/>
        </p:nvSpPr>
        <p:spPr>
          <a:xfrm>
            <a:off x="3878305" y="4111208"/>
            <a:ext cx="3113075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┎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DNC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의 경우 음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/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양극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1Set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를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1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대로 표현합니다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92C8B14-A333-AD4B-1BC1-6403A1330A54}"/>
              </a:ext>
            </a:extLst>
          </p:cNvPr>
          <p:cNvSpPr txBox="1"/>
          <p:nvPr/>
        </p:nvSpPr>
        <p:spPr>
          <a:xfrm>
            <a:off x="5240211" y="4446928"/>
            <a:ext cx="3113075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└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PKG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의 경우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1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대 당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20PPM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으로 구성됩니다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2EA9247-5163-43E1-3032-96D41AA1A0BD}"/>
              </a:ext>
            </a:extLst>
          </p:cNvPr>
          <p:cNvSpPr txBox="1"/>
          <p:nvPr/>
        </p:nvSpPr>
        <p:spPr>
          <a:xfrm>
            <a:off x="2499705" y="6285114"/>
            <a:ext cx="3285953" cy="461665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└ 주요 추가 사양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AZS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공정 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배출부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In-line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물류 사양 추가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(+9.66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억원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)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                              PKG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공정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TDC/CDC/Can Insert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물류 사양 추가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(+2.4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억원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)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A14CEFE-CB89-26D1-53B5-9857B538AEC6}"/>
              </a:ext>
            </a:extLst>
          </p:cNvPr>
          <p:cNvSpPr/>
          <p:nvPr/>
        </p:nvSpPr>
        <p:spPr>
          <a:xfrm>
            <a:off x="4168647" y="1946192"/>
            <a:ext cx="874300" cy="514003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3" name="이등변 삼각형 12">
            <a:extLst>
              <a:ext uri="{FF2B5EF4-FFF2-40B4-BE49-F238E27FC236}">
                <a16:creationId xmlns:a16="http://schemas.microsoft.com/office/drawing/2014/main" id="{F42FD1F5-9019-2C54-12E8-457A3F32C668}"/>
              </a:ext>
            </a:extLst>
          </p:cNvPr>
          <p:cNvSpPr/>
          <p:nvPr/>
        </p:nvSpPr>
        <p:spPr>
          <a:xfrm rot="10800000">
            <a:off x="4527406" y="1843543"/>
            <a:ext cx="140128" cy="94301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40780179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제목 1">
            <a:extLst>
              <a:ext uri="{FF2B5EF4-FFF2-40B4-BE49-F238E27FC236}">
                <a16:creationId xmlns:a16="http://schemas.microsoft.com/office/drawing/2014/main" id="{D595FA07-2E74-486E-BF24-1F14B99BEA65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셀추적기술팀</a:t>
            </a:r>
          </a:p>
        </p:txBody>
      </p:sp>
      <p:sp>
        <p:nvSpPr>
          <p:cNvPr id="25" name="내용 개체 틀 20">
            <a:extLst>
              <a:ext uri="{FF2B5EF4-FFF2-40B4-BE49-F238E27FC236}">
                <a16:creationId xmlns:a16="http://schemas.microsoft.com/office/drawing/2014/main" id="{DE64DEF9-D9DC-4A3F-97EB-32FAC7C1734E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35641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■ 파우치 신규 증설 라인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 _ ESMI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graphicFrame>
        <p:nvGraphicFramePr>
          <p:cNvPr id="26" name="표 1">
            <a:extLst>
              <a:ext uri="{FF2B5EF4-FFF2-40B4-BE49-F238E27FC236}">
                <a16:creationId xmlns:a16="http://schemas.microsoft.com/office/drawing/2014/main" id="{69535265-C004-4936-875B-51A1C786A3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8807508"/>
              </p:ext>
            </p:extLst>
          </p:nvPr>
        </p:nvGraphicFramePr>
        <p:xfrm>
          <a:off x="244519" y="886552"/>
          <a:ext cx="9552825" cy="5769962"/>
        </p:xfrm>
        <a:graphic>
          <a:graphicData uri="http://schemas.openxmlformats.org/drawingml/2006/table">
            <a:tbl>
              <a:tblPr/>
              <a:tblGrid>
                <a:gridCol w="6844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22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946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91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1231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4308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Malgun Gothic Semilight"/>
                        </a:rPr>
                        <a:t>과제명</a:t>
                      </a:r>
                    </a:p>
                  </a:txBody>
                  <a:tcPr marL="6150" marR="6150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Malgun Gothic Semilight"/>
                        </a:rPr>
                        <a:t>대상 라인</a:t>
                      </a:r>
                    </a:p>
                  </a:txBody>
                  <a:tcPr marL="6150" marR="615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150" marR="615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Malgun Gothic Semilight"/>
                        </a:rPr>
                        <a:t>완료  </a:t>
                      </a:r>
                      <a:endParaRPr lang="ko-KR" altLang="en-US" sz="900" b="1" i="0" u="none" strike="noStrike" baseline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Malgun Gothic Semilight" panose="020B0502040204020203" pitchFamily="50" charset="-127"/>
                      </a:endParaRPr>
                    </a:p>
                  </a:txBody>
                  <a:tcPr marL="6150" marR="615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Malgun Gothic Semilight"/>
                        </a:rPr>
                        <a:t>담당자</a:t>
                      </a:r>
                    </a:p>
                  </a:txBody>
                  <a:tcPr marL="6150" marR="615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6080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ESMI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셀 추적 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구축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35291" marR="6150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1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동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전극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1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호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전극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2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호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조립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1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호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조립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2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호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/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2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동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전극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3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호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전극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4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호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전극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5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호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조립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3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호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조립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4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호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조립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5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호</a:t>
                      </a:r>
                    </a:p>
                  </a:txBody>
                  <a:tcPr marL="14116" marR="14116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 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    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5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br>
                        <a:rPr lang="en-US" altLang="ko-KR" sz="5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</a:br>
                      <a:endParaRPr lang="en-US" altLang="ko-KR" sz="5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5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br>
                        <a:rPr lang="en-US" altLang="ko-KR" sz="5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</a:br>
                      <a:endParaRPr lang="en-US" altLang="ko-KR" sz="5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5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[ ESMI 1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동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-.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조립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1, 2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 주요 현황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  1) 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: ‘25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년 내 생산 계획 없음</a:t>
                      </a: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  2) 2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양산 적용 완료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(8/13)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</a:br>
                      <a:endParaRPr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[ ESMI 2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동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3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3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-. NND 2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대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(5-3,4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/ L&amp;S 2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대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(5-6,7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신규 증설 예정입니다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. (*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기존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ESST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납품 예정이었던 설비를 개조하여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ESMI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로 납품 예정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  1) NND 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대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(5-3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), L&amp;S 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대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(5-6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에 대해서는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PO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완료되어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‘26.01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내 입고 예정이며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,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  2) NND 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대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(5-4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), L&amp;S 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대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(5-7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는 투자 업무 진행 중입니다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. (*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투자심의 完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(12/11)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▶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PO : </a:t>
                      </a:r>
                      <a:r>
                        <a:rPr lang="en-US" altLang="ko-KR" sz="1000" b="0" i="0" u="none" strike="sng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~’25.12.15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~’25.12.19)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3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-.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전극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5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조립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5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 진행 현황</a:t>
                      </a: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  1)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전극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5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 </a:t>
                      </a:r>
                      <a:r>
                        <a:rPr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음극 </a:t>
                      </a:r>
                      <a:r>
                        <a:rPr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노칭</a:t>
                      </a:r>
                      <a:r>
                        <a:rPr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대</a:t>
                      </a:r>
                      <a:r>
                        <a:rPr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     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반입 完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(6/7) 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▶ 단동 셋업 完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(6/20)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▶ 연동 셋업 完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(8/14)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▶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FPI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완료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(8/30)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▶ 양산 적용 완료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(9/15)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3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  2)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조립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5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 </a:t>
                      </a:r>
                      <a:r>
                        <a:rPr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(LNS 5</a:t>
                      </a:r>
                      <a:r>
                        <a:rPr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대</a:t>
                      </a:r>
                      <a:r>
                        <a:rPr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, PKG 2</a:t>
                      </a:r>
                      <a:r>
                        <a:rPr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대</a:t>
                      </a:r>
                      <a:r>
                        <a:rPr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①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LNS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5-1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호는 생산 계획 대응을 위해 선제적으로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SOP(7/18~)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전환 되었습니다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②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LNS 5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: 5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대 중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5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대 반입 完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(8/24) 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▶ 단동 셋업 完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(6/20)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▶ 연동 셋업 完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(7/14)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▶ 샘플 대응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(’25.07)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▶ 양산 적용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(’25.09)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                                                                                                                                                         </a:t>
                      </a:r>
                      <a:r>
                        <a:rPr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* LNS</a:t>
                      </a:r>
                      <a:r>
                        <a:rPr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5-4,5</a:t>
                      </a:r>
                      <a:r>
                        <a:rPr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 </a:t>
                      </a:r>
                      <a:r>
                        <a:rPr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: 12/16           * LNS 5-1,2,3</a:t>
                      </a:r>
                      <a:r>
                        <a:rPr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 </a:t>
                      </a:r>
                      <a:r>
                        <a:rPr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: SOP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3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66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③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PKG 5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반입 完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(6/7) 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▶ 단동 셋업 完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(6/20)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▶ 연동 셋업 完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(7/14)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▶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샘플 대응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(‘25.11)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▶ 양산 적용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(‘25.12)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                                                                                                                                     </a:t>
                      </a:r>
                      <a:r>
                        <a:rPr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* PKG</a:t>
                      </a:r>
                      <a:r>
                        <a:rPr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5-2</a:t>
                      </a:r>
                      <a:r>
                        <a:rPr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 </a:t>
                      </a:r>
                      <a:r>
                        <a:rPr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: 12/5              * PKG 5-1</a:t>
                      </a:r>
                      <a:r>
                        <a:rPr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 </a:t>
                      </a:r>
                      <a:r>
                        <a:rPr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: SOP</a:t>
                      </a:r>
                    </a:p>
                  </a:txBody>
                  <a:tcPr marL="35291" marR="14116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‘26.05</a:t>
                      </a: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박영헌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S</a:t>
                      </a:r>
                      <a:b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</a:b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김준범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P)</a:t>
                      </a:r>
                    </a:p>
                  </a:txBody>
                  <a:tcPr marL="35291" marR="14116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8" name="직사각형 27">
            <a:extLst>
              <a:ext uri="{FF2B5EF4-FFF2-40B4-BE49-F238E27FC236}">
                <a16:creationId xmlns:a16="http://schemas.microsoft.com/office/drawing/2014/main" id="{9DCBE425-F1D5-4BFC-B873-4EE260231385}"/>
              </a:ext>
            </a:extLst>
          </p:cNvPr>
          <p:cNvSpPr/>
          <p:nvPr/>
        </p:nvSpPr>
        <p:spPr>
          <a:xfrm>
            <a:off x="1493446" y="1088135"/>
            <a:ext cx="7054969" cy="27984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금주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(W51)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핵심 내용은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ESMI 2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동 내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NND 10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호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, L&amp;S 5-7,8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호 신규 증설을 위한 투자 업무 진행 중 입니다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. (</a:t>
            </a:r>
            <a:r>
              <a:rPr kumimoji="0" lang="en-US" altLang="ko-KR" sz="1000" b="0" i="0" u="none" strike="sng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~12/15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→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~12/19)</a:t>
            </a:r>
          </a:p>
        </p:txBody>
      </p:sp>
      <p:sp>
        <p:nvSpPr>
          <p:cNvPr id="29" name="내용 개체 틀 20">
            <a:extLst>
              <a:ext uri="{FF2B5EF4-FFF2-40B4-BE49-F238E27FC236}">
                <a16:creationId xmlns:a16="http://schemas.microsoft.com/office/drawing/2014/main" id="{B4D39BEB-AE75-42BA-BF36-5FE1BC3D8F39}"/>
              </a:ext>
            </a:extLst>
          </p:cNvPr>
          <p:cNvSpPr txBox="1">
            <a:spLocks/>
          </p:cNvSpPr>
          <p:nvPr/>
        </p:nvSpPr>
        <p:spPr>
          <a:xfrm>
            <a:off x="8967599" y="418066"/>
            <a:ext cx="769441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박영헌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482952E7-BDC3-40A5-BA62-61F6525413EC}"/>
              </a:ext>
            </a:extLst>
          </p:cNvPr>
          <p:cNvSpPr txBox="1"/>
          <p:nvPr/>
        </p:nvSpPr>
        <p:spPr>
          <a:xfrm>
            <a:off x="7994708" y="587343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12/15 18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0A5421E-1A81-4637-AD84-981E877946E8}"/>
              </a:ext>
            </a:extLst>
          </p:cNvPr>
          <p:cNvSpPr/>
          <p:nvPr/>
        </p:nvSpPr>
        <p:spPr>
          <a:xfrm>
            <a:off x="-73860" y="5718542"/>
            <a:ext cx="1702323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 ※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참고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. ESMI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설비 대수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07FD15B-D775-4734-B900-07365DD980D1}"/>
              </a:ext>
            </a:extLst>
          </p:cNvPr>
          <p:cNvGraphicFramePr>
            <a:graphicFrameLocks noGrp="1"/>
          </p:cNvGraphicFramePr>
          <p:nvPr/>
        </p:nvGraphicFramePr>
        <p:xfrm>
          <a:off x="82507" y="5931198"/>
          <a:ext cx="1389588" cy="731520"/>
        </p:xfrm>
        <a:graphic>
          <a:graphicData uri="http://schemas.openxmlformats.org/drawingml/2006/table">
            <a:tbl>
              <a:tblPr/>
              <a:tblGrid>
                <a:gridCol w="84137">
                  <a:extLst>
                    <a:ext uri="{9D8B030D-6E8A-4147-A177-3AD203B41FA5}">
                      <a16:colId xmlns:a16="http://schemas.microsoft.com/office/drawing/2014/main" val="138998681"/>
                    </a:ext>
                  </a:extLst>
                </a:gridCol>
                <a:gridCol w="163513">
                  <a:extLst>
                    <a:ext uri="{9D8B030D-6E8A-4147-A177-3AD203B41FA5}">
                      <a16:colId xmlns:a16="http://schemas.microsoft.com/office/drawing/2014/main" val="425925984"/>
                    </a:ext>
                  </a:extLst>
                </a:gridCol>
                <a:gridCol w="150813">
                  <a:extLst>
                    <a:ext uri="{9D8B030D-6E8A-4147-A177-3AD203B41FA5}">
                      <a16:colId xmlns:a16="http://schemas.microsoft.com/office/drawing/2014/main" val="4246286001"/>
                    </a:ext>
                  </a:extLst>
                </a:gridCol>
                <a:gridCol w="314325">
                  <a:extLst>
                    <a:ext uri="{9D8B030D-6E8A-4147-A177-3AD203B41FA5}">
                      <a16:colId xmlns:a16="http://schemas.microsoft.com/office/drawing/2014/main" val="4207659468"/>
                    </a:ext>
                  </a:extLst>
                </a:gridCol>
                <a:gridCol w="169200">
                  <a:extLst>
                    <a:ext uri="{9D8B030D-6E8A-4147-A177-3AD203B41FA5}">
                      <a16:colId xmlns:a16="http://schemas.microsoft.com/office/drawing/2014/main" val="522803151"/>
                    </a:ext>
                  </a:extLst>
                </a:gridCol>
                <a:gridCol w="169200">
                  <a:extLst>
                    <a:ext uri="{9D8B030D-6E8A-4147-A177-3AD203B41FA5}">
                      <a16:colId xmlns:a16="http://schemas.microsoft.com/office/drawing/2014/main" val="158638669"/>
                    </a:ext>
                  </a:extLst>
                </a:gridCol>
                <a:gridCol w="169200">
                  <a:extLst>
                    <a:ext uri="{9D8B030D-6E8A-4147-A177-3AD203B41FA5}">
                      <a16:colId xmlns:a16="http://schemas.microsoft.com/office/drawing/2014/main" val="3215949306"/>
                    </a:ext>
                  </a:extLst>
                </a:gridCol>
                <a:gridCol w="169200">
                  <a:extLst>
                    <a:ext uri="{9D8B030D-6E8A-4147-A177-3AD203B41FA5}">
                      <a16:colId xmlns:a16="http://schemas.microsoft.com/office/drawing/2014/main" val="3201719853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</a:t>
                      </a:r>
                      <a:endParaRPr lang="ko-KR" altLang="en-US" sz="6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호기</a:t>
                      </a:r>
                      <a:endParaRPr lang="ko-KR" altLang="en-US" sz="6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설비</a:t>
                      </a:r>
                      <a:r>
                        <a:rPr lang="ko-KR" alt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Type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NND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LAMI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STK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PKG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978878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1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기존</a:t>
                      </a:r>
                      <a:endParaRPr lang="ko-KR" altLang="en-US" sz="600" b="1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</a:t>
                      </a:r>
                      <a:endParaRPr lang="ko-KR" altLang="en-US" sz="6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50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  <a:r>
                        <a:rPr lang="ko-KR" altLang="en-US" sz="6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호</a:t>
                      </a:r>
                      <a:endParaRPr lang="en-US" altLang="ko-KR" sz="6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호</a:t>
                      </a:r>
                      <a:endParaRPr lang="en-US" altLang="ko-KR" sz="6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일반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LnS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67430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  <a:r>
                        <a:rPr lang="ko-KR" altLang="en-US" sz="6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호</a:t>
                      </a:r>
                      <a:endParaRPr lang="en-US" altLang="ko-KR" sz="6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호</a:t>
                      </a:r>
                      <a:endParaRPr lang="en-US" altLang="ko-KR" sz="6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일반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LnS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19346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  <a:r>
                        <a:rPr lang="ko-KR" altLang="en-US" sz="6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호</a:t>
                      </a:r>
                      <a:endParaRPr lang="en-US" altLang="ko-KR" sz="6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호</a:t>
                      </a:r>
                      <a:endParaRPr lang="en-US" altLang="ko-KR" sz="6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D-STK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51658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  <a:r>
                        <a:rPr lang="ko-KR" altLang="en-US" sz="6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호</a:t>
                      </a:r>
                      <a:endParaRPr lang="en-US" altLang="ko-KR" sz="6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호</a:t>
                      </a:r>
                      <a:endParaRPr lang="en-US" altLang="ko-KR" sz="6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D-STK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12001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  <a:r>
                        <a:rPr lang="ko-KR" altLang="en-US" sz="600" b="0" i="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호</a:t>
                      </a:r>
                      <a:endParaRPr lang="en-US" altLang="ko-KR" sz="6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호</a:t>
                      </a:r>
                      <a:endParaRPr lang="en-US" altLang="ko-KR" sz="6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D-STK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7815045"/>
                  </a:ext>
                </a:extLst>
              </a:tr>
              <a:tr h="0"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합계</a:t>
                      </a:r>
                      <a:endParaRPr lang="ko-KR" altLang="en-US" sz="6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1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4095588"/>
                  </a:ext>
                </a:extLst>
              </a:tr>
            </a:tbl>
          </a:graphicData>
        </a:graphic>
      </p:graphicFrame>
      <p:sp>
        <p:nvSpPr>
          <p:cNvPr id="23" name="TextBox 22">
            <a:extLst>
              <a:ext uri="{FF2B5EF4-FFF2-40B4-BE49-F238E27FC236}">
                <a16:creationId xmlns:a16="http://schemas.microsoft.com/office/drawing/2014/main" id="{1FD7B4CF-2E9D-420C-BA75-AFAC6B37DBC0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#12,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8A10CF99-7BDF-439E-996B-2E430CAB1167}"/>
              </a:ext>
            </a:extLst>
          </p:cNvPr>
          <p:cNvGraphicFramePr>
            <a:graphicFrameLocks noGrp="1"/>
          </p:cNvGraphicFramePr>
          <p:nvPr/>
        </p:nvGraphicFramePr>
        <p:xfrm>
          <a:off x="1580838" y="1611058"/>
          <a:ext cx="6525963" cy="1662300"/>
        </p:xfrm>
        <a:graphic>
          <a:graphicData uri="http://schemas.openxmlformats.org/drawingml/2006/table">
            <a:tbl>
              <a:tblPr/>
              <a:tblGrid>
                <a:gridCol w="230837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249563">
                  <a:extLst>
                    <a:ext uri="{9D8B030D-6E8A-4147-A177-3AD203B41FA5}">
                      <a16:colId xmlns:a16="http://schemas.microsoft.com/office/drawing/2014/main" val="140184953"/>
                    </a:ext>
                  </a:extLst>
                </a:gridCol>
                <a:gridCol w="249563">
                  <a:extLst>
                    <a:ext uri="{9D8B030D-6E8A-4147-A177-3AD203B41FA5}">
                      <a16:colId xmlns:a16="http://schemas.microsoft.com/office/drawing/2014/main" val="2819434070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1258556808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3597836841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173545466"/>
                    </a:ext>
                  </a:extLst>
                </a:gridCol>
              </a:tblGrid>
              <a:tr h="138525"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13852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동</a:t>
                      </a:r>
                    </a:p>
                  </a:txBody>
                  <a:tcPr marL="6675" marR="6675" marT="66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라인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기본품의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PO</a:t>
                      </a:r>
                      <a:endParaRPr lang="ko-KR" altLang="en-US" sz="8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FOB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입고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샘플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SOP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검수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138525"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동</a:t>
                      </a:r>
                    </a:p>
                  </a:txBody>
                  <a:tcPr marL="6675" marR="6675" marT="66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전극 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‘23.03.15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‘23.11.03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‘24.02.02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‘24.03.18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’25.05.16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sng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‘25.08.01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→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sng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’25.11.30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TBD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4215394"/>
                  </a:ext>
                </a:extLst>
              </a:tr>
              <a:tr h="1385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조립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‘23.03.15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‘23.11.01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‘24.02.25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‘24.03.23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‘24.09.10</a:t>
                      </a:r>
                      <a:endParaRPr lang="ko-KR" altLang="en-US" sz="800" b="0" i="0" u="none" strike="noStrike" kern="120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sng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‘25.08.15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sng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‘25.11.30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1121277"/>
                  </a:ext>
                </a:extLst>
              </a:tr>
              <a:tr h="138525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>
                        <a:solidFill>
                          <a:srgbClr val="0000FF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전극 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‘23.03.15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‘23.11.03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‘25.02.15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‘25.04.01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’25.04.30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’25.07.30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/>
                          <a:cs typeface="+mn-cs"/>
                        </a:rPr>
                        <a:t>’26.01.31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87520"/>
                  </a:ext>
                </a:extLst>
              </a:tr>
              <a:tr h="138525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>
                        <a:solidFill>
                          <a:srgbClr val="0000FF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조립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‘23.03.15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‘23.11.01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‘25.01.10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‘25.02.28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’25.06.15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‘25.08.15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/>
                          <a:cs typeface="+mn-cs"/>
                        </a:rPr>
                        <a:t>’26.01.31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9760234"/>
                  </a:ext>
                </a:extLst>
              </a:tr>
              <a:tr h="138525"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동</a:t>
                      </a:r>
                    </a:p>
                  </a:txBody>
                  <a:tcPr marL="6675" marR="6675" marT="667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전극 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‘21.12.01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‘23.06.12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‘24.01.02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’24.02.12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‘25.04.14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’25.05.12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/>
                          <a:cs typeface="+mn-cs"/>
                        </a:rPr>
                        <a:t>’26.01.31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9500909"/>
                  </a:ext>
                </a:extLst>
              </a:tr>
              <a:tr h="1385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조립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’21.12.01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‘22.07.04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‘24.10.18</a:t>
                      </a:r>
                      <a:endParaRPr 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‘24.12.02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‘25.02.23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‘25.05.05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/>
                          <a:cs typeface="+mn-cs"/>
                        </a:rPr>
                        <a:t>’26.01.31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5886363"/>
                  </a:ext>
                </a:extLst>
              </a:tr>
              <a:tr h="138525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>
                        <a:solidFill>
                          <a:srgbClr val="0000FF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4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전극 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‘21.12.01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‘23.06.12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‘24.01.23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‘24.03.08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’25.03.11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’25.05.04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/>
                          <a:cs typeface="+mn-cs"/>
                        </a:rPr>
                        <a:t>’26.01.31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0521696"/>
                  </a:ext>
                </a:extLst>
              </a:tr>
              <a:tr h="1385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조립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’21.12.01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>
                              <a:lumMod val="75000"/>
                            </a:prst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‘22.07.04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‘24.12.01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‘25.01.20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‘25.03.15</a:t>
                      </a:r>
                      <a:endParaRPr lang="ko-KR" altLang="en-US" sz="800" b="0" i="0" u="none" strike="noStrike" kern="1200" noProof="0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‘25.05.15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/>
                          <a:cs typeface="+mn-cs"/>
                        </a:rPr>
                        <a:t>’26.01.31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6082335"/>
                  </a:ext>
                </a:extLst>
              </a:tr>
              <a:tr h="138525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>
                        <a:solidFill>
                          <a:srgbClr val="0000FF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5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전극 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‘23.10.20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‘24.04.15</a:t>
                      </a:r>
                      <a:endParaRPr lang="ko-KR" altLang="en-US" sz="800" b="0" i="0" u="none" strike="noStrike" kern="120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’25.04.15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‘25.05.31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‘25.07.01</a:t>
                      </a:r>
                      <a:endParaRPr lang="ko-KR" altLang="en-US" sz="800" b="0" i="0" u="none" strike="noStrike" kern="1200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‘25.09.01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’26.03.31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277801"/>
                  </a:ext>
                </a:extLst>
              </a:tr>
              <a:tr h="1385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조립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‘23.10.20</a:t>
                      </a:r>
                      <a:endParaRPr lang="ko-KR" altLang="en-US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>
                              <a:lumMod val="75000"/>
                            </a:prst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‘24.10.16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 </a:t>
                      </a: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‘25.02.20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‘25.03.30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‘25.07.01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‘25.12.31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’26.03.31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8591472"/>
                  </a:ext>
                </a:extLst>
              </a:tr>
            </a:tbl>
          </a:graphicData>
        </a:graphic>
      </p:graphicFrame>
      <p:sp>
        <p:nvSpPr>
          <p:cNvPr id="39" name="직사각형 38">
            <a:extLst>
              <a:ext uri="{FF2B5EF4-FFF2-40B4-BE49-F238E27FC236}">
                <a16:creationId xmlns:a16="http://schemas.microsoft.com/office/drawing/2014/main" id="{895471AE-6220-45CF-8002-A32F07EC79D8}"/>
              </a:ext>
            </a:extLst>
          </p:cNvPr>
          <p:cNvSpPr/>
          <p:nvPr/>
        </p:nvSpPr>
        <p:spPr>
          <a:xfrm>
            <a:off x="5623414" y="1888723"/>
            <a:ext cx="829807" cy="270225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40" name="이등변 삼각형 39">
            <a:extLst>
              <a:ext uri="{FF2B5EF4-FFF2-40B4-BE49-F238E27FC236}">
                <a16:creationId xmlns:a16="http://schemas.microsoft.com/office/drawing/2014/main" id="{3972C66C-7207-4782-8944-1C04EE498EFB}"/>
              </a:ext>
            </a:extLst>
          </p:cNvPr>
          <p:cNvSpPr/>
          <p:nvPr/>
        </p:nvSpPr>
        <p:spPr>
          <a:xfrm rot="10800000">
            <a:off x="5550315" y="1785571"/>
            <a:ext cx="163953" cy="103152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8A1FD6A2-0237-4E32-9351-5E75FFA53C37}"/>
              </a:ext>
            </a:extLst>
          </p:cNvPr>
          <p:cNvSpPr/>
          <p:nvPr/>
        </p:nvSpPr>
        <p:spPr>
          <a:xfrm>
            <a:off x="6455749" y="2166388"/>
            <a:ext cx="829807" cy="966111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42" name="이등변 삼각형 41">
            <a:extLst>
              <a:ext uri="{FF2B5EF4-FFF2-40B4-BE49-F238E27FC236}">
                <a16:creationId xmlns:a16="http://schemas.microsoft.com/office/drawing/2014/main" id="{736657F3-DDBC-48E8-AD4D-F55AA099FA13}"/>
              </a:ext>
            </a:extLst>
          </p:cNvPr>
          <p:cNvSpPr/>
          <p:nvPr/>
        </p:nvSpPr>
        <p:spPr>
          <a:xfrm rot="10800000">
            <a:off x="7202473" y="2063236"/>
            <a:ext cx="163953" cy="103152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2805ADB8-24FD-44C3-ACE2-D8B9AD15FA0E}"/>
              </a:ext>
            </a:extLst>
          </p:cNvPr>
          <p:cNvSpPr/>
          <p:nvPr/>
        </p:nvSpPr>
        <p:spPr>
          <a:xfrm>
            <a:off x="5623414" y="3132499"/>
            <a:ext cx="829807" cy="131334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47" name="이등변 삼각형 46">
            <a:extLst>
              <a:ext uri="{FF2B5EF4-FFF2-40B4-BE49-F238E27FC236}">
                <a16:creationId xmlns:a16="http://schemas.microsoft.com/office/drawing/2014/main" id="{3B451AD4-D439-4E66-973C-C0A5B90AF814}"/>
              </a:ext>
            </a:extLst>
          </p:cNvPr>
          <p:cNvSpPr/>
          <p:nvPr/>
        </p:nvSpPr>
        <p:spPr>
          <a:xfrm rot="10800000">
            <a:off x="5541660" y="3026251"/>
            <a:ext cx="163953" cy="103152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8C44F28C-B2A3-B006-9A57-550B14E604A1}"/>
              </a:ext>
            </a:extLst>
          </p:cNvPr>
          <p:cNvSpPr txBox="1"/>
          <p:nvPr/>
        </p:nvSpPr>
        <p:spPr>
          <a:xfrm>
            <a:off x="2639777" y="1282965"/>
            <a:ext cx="3921266" cy="21544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* ESST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→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ESMI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 전환 설비임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. (* NND 10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호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기존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ESST 12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호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/ L&amp;S 5-7,8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호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기존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ESST 5-1,2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호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)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0498281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03159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셀추적기술팀</a:t>
            </a: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AD25DA93-E95C-4A05-A845-81DBEBE6B2A9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314736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■ 파우치 신규 증설 라인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_ ESHD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13" name="표 1">
            <a:extLst>
              <a:ext uri="{FF2B5EF4-FFF2-40B4-BE49-F238E27FC236}">
                <a16:creationId xmlns:a16="http://schemas.microsoft.com/office/drawing/2014/main" id="{F757E1E4-6685-4945-A4F6-DAED56351FB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848951"/>
              </p:ext>
            </p:extLst>
          </p:nvPr>
        </p:nvGraphicFramePr>
        <p:xfrm>
          <a:off x="125047" y="848952"/>
          <a:ext cx="9744836" cy="5769962"/>
        </p:xfrm>
        <a:graphic>
          <a:graphicData uri="http://schemas.openxmlformats.org/drawingml/2006/table">
            <a:tbl>
              <a:tblPr/>
              <a:tblGrid>
                <a:gridCol w="7622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99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372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07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462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4308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완료    </a:t>
                      </a:r>
                      <a:endParaRPr lang="ko-KR" altLang="en-US" sz="900" b="1" i="0" u="none" strike="noStrike" baseline="0">
                        <a:solidFill>
                          <a:srgbClr val="FFFF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6080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ESHD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셀 추적 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구축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1-12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  </a:t>
                      </a: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    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   [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현황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-. 3,4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라인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FOB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 되었으며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5,6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라인 국내 셋업 완료 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FOB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대기 중 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-. 1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라인 샘플 일정에 맞추어 현지 셋업 완료 하였으며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샘플 진행 간 인식률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99%,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추적률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98%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이상 유지하여 특이사항 없습니다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‘27.05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이희원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이성규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김준범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1" name="직사각형 20">
            <a:extLst>
              <a:ext uri="{FF2B5EF4-FFF2-40B4-BE49-F238E27FC236}">
                <a16:creationId xmlns:a16="http://schemas.microsoft.com/office/drawing/2014/main" id="{4C3181BD-8769-4C0D-8973-C9F2BE0DC598}"/>
              </a:ext>
            </a:extLst>
          </p:cNvPr>
          <p:cNvSpPr/>
          <p:nvPr/>
        </p:nvSpPr>
        <p:spPr>
          <a:xfrm>
            <a:off x="1428083" y="1045405"/>
            <a:ext cx="7327990" cy="551055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t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금주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(W51)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핵심 내용은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4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차 샘플 생산 완료 하였으며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인식률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99%,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추적률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98%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이상</a:t>
            </a:r>
            <a:r>
              <a:rPr lang="ko-KR" altLang="en-US" sz="1000" dirty="0">
                <a:solidFill>
                  <a:schemeClr val="tx1"/>
                </a:solidFill>
                <a:latin typeface="Arial Narrow"/>
                <a:ea typeface="LG스마트체 Regular"/>
              </a:rPr>
              <a:t> 유지하여 특이사항 없습니다</a:t>
            </a:r>
            <a: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  <a:t>.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라인별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일정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   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A61984F4-A397-40B4-80EA-97D7F6DB6C56}"/>
              </a:ext>
            </a:extLst>
          </p:cNvPr>
          <p:cNvSpPr txBox="1">
            <a:spLocks/>
          </p:cNvSpPr>
          <p:nvPr/>
        </p:nvSpPr>
        <p:spPr>
          <a:xfrm>
            <a:off x="8967599" y="418066"/>
            <a:ext cx="769441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이희원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DF5974A-A7FA-4655-ABC5-EE48FEFF31B0}"/>
              </a:ext>
            </a:extLst>
          </p:cNvPr>
          <p:cNvSpPr txBox="1"/>
          <p:nvPr/>
        </p:nvSpPr>
        <p:spPr>
          <a:xfrm>
            <a:off x="7994708" y="587343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12.16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화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)  10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B02B6D3C-8280-40F3-A00D-10FE913F7CAF}"/>
              </a:ext>
            </a:extLst>
          </p:cNvPr>
          <p:cNvGraphicFramePr>
            <a:graphicFrameLocks noGrp="1"/>
          </p:cNvGraphicFramePr>
          <p:nvPr/>
        </p:nvGraphicFramePr>
        <p:xfrm>
          <a:off x="1498615" y="1606857"/>
          <a:ext cx="7022244" cy="2459114"/>
        </p:xfrm>
        <a:graphic>
          <a:graphicData uri="http://schemas.openxmlformats.org/drawingml/2006/table">
            <a:tbl>
              <a:tblPr/>
              <a:tblGrid>
                <a:gridCol w="693097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732463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1058423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1173623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1092179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  <a:gridCol w="1117026">
                  <a:extLst>
                    <a:ext uri="{9D8B030D-6E8A-4147-A177-3AD203B41FA5}">
                      <a16:colId xmlns:a16="http://schemas.microsoft.com/office/drawing/2014/main" val="1258556808"/>
                    </a:ext>
                  </a:extLst>
                </a:gridCol>
                <a:gridCol w="1155433">
                  <a:extLst>
                    <a:ext uri="{9D8B030D-6E8A-4147-A177-3AD203B41FA5}">
                      <a16:colId xmlns:a16="http://schemas.microsoft.com/office/drawing/2014/main" val="3597836841"/>
                    </a:ext>
                  </a:extLst>
                </a:gridCol>
              </a:tblGrid>
              <a:tr h="175651">
                <a:tc gridSpan="7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기본품의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FOB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입고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SOP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‘22.08.30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‘23.11.17</a:t>
                      </a:r>
                      <a:endParaRPr lang="ko-KR" altLang="en-US" sz="900" b="0" i="0" u="none" strike="noStrike" baseline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‘24.07.25</a:t>
                      </a:r>
                      <a:endParaRPr lang="ko-KR" altLang="en-US" sz="900" b="0" i="0" u="none" strike="noStrike" baseline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‘24.09.15</a:t>
                      </a:r>
                      <a:endParaRPr lang="ko-KR" altLang="en-US" sz="900" b="0" i="0" u="none" strike="noStrike" baseline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‘24.12.14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‘25.03.19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‘25.09.01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ko-KR" altLang="en-US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’26.02.01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4215394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‘22.08.30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‘23.11.17</a:t>
                      </a:r>
                      <a:endParaRPr lang="ko-KR" altLang="en-US" sz="900" b="0" i="0" u="none" strike="noStrike" baseline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‘24.10.15</a:t>
                      </a:r>
                      <a:endParaRPr lang="ko-KR" altLang="en-US" sz="900" b="0" i="0" u="none" strike="noStrike" baseline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‘24.11.29</a:t>
                      </a:r>
                      <a:endParaRPr lang="ko-KR" altLang="en-US" sz="900" b="0" i="0" u="none" strike="noStrike" baseline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‘25.01.14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’26.12.01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‘25.09.01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’27.02.01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87520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‘22.08.30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‘23.11.17</a:t>
                      </a:r>
                      <a:endParaRPr lang="ko-KR" altLang="en-US" sz="900" b="0" i="0" u="none" strike="noStrike" baseline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‘24.09.15 </a:t>
                      </a: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’25.05.21</a:t>
                      </a:r>
                      <a:endParaRPr lang="ko-KR" altLang="en-US" sz="900" b="0" i="0" u="none" strike="noStrike" baseline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‘24.11.15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‘25.08.01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‘25.02.15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’27.11.01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‘25.09.01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’28.01.01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3758835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‘22.08.30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‘23.11.17</a:t>
                      </a:r>
                      <a:endParaRPr lang="ko-KR" altLang="en-US" sz="900" b="0" i="0" u="none" strike="noStrike" baseline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‘24.10.15 </a:t>
                      </a:r>
                      <a:r>
                        <a:rPr lang="ko-KR" altLang="en-US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’25.06.01</a:t>
                      </a:r>
                      <a:endParaRPr lang="ko-KR" altLang="en-US" sz="900" b="0" i="0" u="none" strike="noStrike" baseline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‘24.12.15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‘25.08.01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‘25.03.15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’26.04.10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‘25.09.01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’26.06.10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9760234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‘22.08.30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‘23.11.17</a:t>
                      </a:r>
                      <a:endParaRPr lang="ko-KR" altLang="en-US" sz="900" b="0" i="0" u="none" strike="noStrike" baseline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‘24.12.15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’25.10.01</a:t>
                      </a:r>
                      <a:endParaRPr lang="ko-KR" sz="900" strike="noStrike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‘25.02.15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’26.01.01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‘25.05.15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’26.04.10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‘25.12.01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’26.06.10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9500909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‘22.08.30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‘23.11.17</a:t>
                      </a:r>
                      <a:endParaRPr lang="ko-KR" altLang="en-US" sz="900" b="0" i="0" u="none" strike="noStrike" baseline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‘25.01.15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’25.10.01</a:t>
                      </a:r>
                      <a:endParaRPr lang="en-US" altLang="ko-KR" sz="900" strike="noStrike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‘25.03.15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26.01.01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‘25.06.15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’26.08.10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‘25.12.01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’26.10.10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0521696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‘22.08.30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’25.09.15 </a:t>
                      </a:r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26.08.01</a:t>
                      </a:r>
                      <a:endParaRPr 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25.05.15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‘27.04.01</a:t>
                      </a:r>
                      <a:endParaRPr lang="en-US" sz="900" strike="noStrike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‘25.07.15 </a:t>
                      </a:r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’27.06.01</a:t>
                      </a:r>
                      <a:endParaRPr 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‘25.10.15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’27.12.01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‘26.05.01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‘28.02.01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4277801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‘22.08.30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377034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‘22.08.30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9073721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‘22.08.30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5809981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‘22.08.30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6947759"/>
                  </a:ext>
                </a:extLst>
              </a:tr>
              <a:tr h="17565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‘22.08.30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  <a:endParaRPr lang="ko-KR" sz="9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strike="noStrike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457997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32B16B9C-AF44-4F40-98BC-E9D1E9CA921B}"/>
              </a:ext>
            </a:extLst>
          </p:cNvPr>
          <p:cNvSpPr/>
          <p:nvPr/>
        </p:nvSpPr>
        <p:spPr>
          <a:xfrm>
            <a:off x="6231756" y="1961966"/>
            <a:ext cx="1116000" cy="177552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4" name="이등변 삼각형 23">
            <a:extLst>
              <a:ext uri="{FF2B5EF4-FFF2-40B4-BE49-F238E27FC236}">
                <a16:creationId xmlns:a16="http://schemas.microsoft.com/office/drawing/2014/main" id="{CACFC2B6-527B-4758-AED5-29B776933301}"/>
              </a:ext>
            </a:extLst>
          </p:cNvPr>
          <p:cNvSpPr/>
          <p:nvPr/>
        </p:nvSpPr>
        <p:spPr>
          <a:xfrm rot="10800000">
            <a:off x="6229677" y="1866668"/>
            <a:ext cx="163953" cy="103152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0B474F72-AB91-4308-B8CA-344C59CFCE68}"/>
              </a:ext>
            </a:extLst>
          </p:cNvPr>
          <p:cNvSpPr/>
          <p:nvPr/>
        </p:nvSpPr>
        <p:spPr>
          <a:xfrm>
            <a:off x="574922" y="1129335"/>
            <a:ext cx="396000" cy="180000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5D9731B3-F449-459C-A98F-FB98F3FF0CE7}"/>
              </a:ext>
            </a:extLst>
          </p:cNvPr>
          <p:cNvSpPr/>
          <p:nvPr/>
        </p:nvSpPr>
        <p:spPr>
          <a:xfrm>
            <a:off x="146297" y="1129335"/>
            <a:ext cx="396000" cy="180000"/>
          </a:xfrm>
          <a:prstGeom prst="round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그룹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59C36E1-CE9F-474D-9B34-8F125A741283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#13,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9" name="오른쪽 중괄호 28">
            <a:extLst>
              <a:ext uri="{FF2B5EF4-FFF2-40B4-BE49-F238E27FC236}">
                <a16:creationId xmlns:a16="http://schemas.microsoft.com/office/drawing/2014/main" id="{C7569142-1F4D-4E76-A4A2-5C47FFF9C584}"/>
              </a:ext>
            </a:extLst>
          </p:cNvPr>
          <p:cNvSpPr/>
          <p:nvPr/>
        </p:nvSpPr>
        <p:spPr>
          <a:xfrm>
            <a:off x="8543116" y="2496973"/>
            <a:ext cx="167226" cy="495092"/>
          </a:xfrm>
          <a:prstGeom prst="rightBrace">
            <a:avLst/>
          </a:prstGeom>
          <a:ln>
            <a:solidFill>
              <a:srgbClr val="008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6F7245B-AA98-414C-8930-E4057338836B}"/>
              </a:ext>
            </a:extLst>
          </p:cNvPr>
          <p:cNvSpPr txBox="1"/>
          <p:nvPr/>
        </p:nvSpPr>
        <p:spPr>
          <a:xfrm>
            <a:off x="8710108" y="2623429"/>
            <a:ext cx="1205741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※ ESS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전환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30555548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셀추적기술팀</a:t>
            </a: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AD25DA93-E95C-4A05-A845-81DBEBE6B2A9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356414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■ 파우치 신규 증설 라인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_ ESST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graphicFrame>
        <p:nvGraphicFramePr>
          <p:cNvPr id="13" name="표 1">
            <a:extLst>
              <a:ext uri="{FF2B5EF4-FFF2-40B4-BE49-F238E27FC236}">
                <a16:creationId xmlns:a16="http://schemas.microsoft.com/office/drawing/2014/main" id="{F757E1E4-6685-4945-A4F6-DAED56351FB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3657718"/>
              </p:ext>
            </p:extLst>
          </p:nvPr>
        </p:nvGraphicFramePr>
        <p:xfrm>
          <a:off x="125047" y="848952"/>
          <a:ext cx="9702534" cy="5769962"/>
        </p:xfrm>
        <a:graphic>
          <a:graphicData uri="http://schemas.openxmlformats.org/drawingml/2006/table">
            <a:tbl>
              <a:tblPr/>
              <a:tblGrid>
                <a:gridCol w="7622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99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372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07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8231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4308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완료  </a:t>
                      </a:r>
                      <a:endParaRPr lang="ko-KR" altLang="en-US" sz="9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6080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ESST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 셀 추적 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구축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1-4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호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 </a:t>
                      </a:r>
                      <a:r>
                        <a:rPr lang="en-US" altLang="ko-KR" sz="100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br>
                        <a:rPr lang="en-US" altLang="ko-KR" sz="100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    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  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  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‘26.01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en-US" altLang="ko-KR" sz="10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조현우S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1" name="직사각형 20">
            <a:extLst>
              <a:ext uri="{FF2B5EF4-FFF2-40B4-BE49-F238E27FC236}">
                <a16:creationId xmlns:a16="http://schemas.microsoft.com/office/drawing/2014/main" id="{4C3181BD-8769-4C0D-8973-C9F2BE0DC598}"/>
              </a:ext>
            </a:extLst>
          </p:cNvPr>
          <p:cNvSpPr/>
          <p:nvPr/>
        </p:nvSpPr>
        <p:spPr>
          <a:xfrm>
            <a:off x="1428083" y="1045405"/>
            <a:ext cx="7216470" cy="551055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t"/>
          <a:lstStyle/>
          <a:p>
            <a:pPr>
              <a:defRPr/>
            </a:pP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금주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(W51)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핵심 내용은 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ESST 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LAM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1000" dirty="0" err="1">
                <a:solidFill>
                  <a:srgbClr val="0000FF"/>
                </a:solidFill>
                <a:latin typeface="Arial Narrow"/>
                <a:ea typeface="LG스마트체 Regular"/>
              </a:rPr>
              <a:t>셀추적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1000" dirty="0" err="1">
                <a:solidFill>
                  <a:srgbClr val="0000FF"/>
                </a:solidFill>
                <a:latin typeface="Arial Narrow"/>
                <a:ea typeface="LG스마트체 Regular"/>
              </a:rPr>
              <a:t>엔코더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1000" dirty="0" err="1">
                <a:solidFill>
                  <a:srgbClr val="0000FF"/>
                </a:solidFill>
                <a:latin typeface="Arial Narrow"/>
                <a:ea typeface="LG스마트체 Regular"/>
              </a:rPr>
              <a:t>동축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편심 개선을 위해 신규 제작한 </a:t>
            </a:r>
            <a:r>
              <a:rPr lang="en-US" altLang="ko-KR" sz="1000" dirty="0" err="1">
                <a:solidFill>
                  <a:srgbClr val="0000FF"/>
                </a:solidFill>
                <a:latin typeface="Arial Narrow"/>
                <a:ea typeface="LG스마트체 Regular"/>
              </a:rPr>
              <a:t>A’ssy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가 현지 입고되어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,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전수 교체 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</a:rPr>
              <a:t>진행중 입니다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. (~12/20)</a:t>
            </a: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라인별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셀추적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셋업 일정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진행 현황</a:t>
            </a:r>
            <a:r>
              <a:rPr kumimoji="0" lang="en-US" altLang="ko-KR" sz="1000" b="0" i="0" u="none" strike="noStrike" kern="1200" cap="none" spc="0" normalizeH="0" baseline="0" noProof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 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314960" marR="0" lvl="0" indent="-171450" algn="l" defTabSz="914400" rtl="0" eaLnBrk="1" fontAlgn="auto" latinLnBrk="1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11/21 </a:t>
            </a:r>
            <a:r>
              <a:rPr lang="ko-KR" altLang="en-US" sz="1000" dirty="0">
                <a:solidFill>
                  <a:prstClr val="black"/>
                </a:solidFill>
                <a:latin typeface="Arial Narrow"/>
                <a:ea typeface="LG스마트체 Regular"/>
              </a:rPr>
              <a:t>조립 공정 </a:t>
            </a:r>
            <a:r>
              <a:rPr lang="en-US" altLang="ko-KR" sz="1000" dirty="0">
                <a:solidFill>
                  <a:prstClr val="black"/>
                </a:solidFill>
                <a:latin typeface="Arial Narrow"/>
                <a:ea typeface="LG스마트체 Regular"/>
              </a:rPr>
              <a:t>(</a:t>
            </a:r>
            <a:r>
              <a:rPr lang="en-US" altLang="ko-KR" sz="1000" dirty="0" err="1">
                <a:solidFill>
                  <a:prstClr val="black"/>
                </a:solidFill>
                <a:latin typeface="Arial Narrow"/>
                <a:ea typeface="LG스마트체 Regular"/>
              </a:rPr>
              <a:t>LnS</a:t>
            </a:r>
            <a:r>
              <a:rPr lang="en-US" altLang="ko-KR" sz="1000" dirty="0">
                <a:solidFill>
                  <a:prstClr val="black"/>
                </a:solidFill>
                <a:latin typeface="Arial Narrow"/>
                <a:ea typeface="LG스마트체 Regular"/>
              </a:rPr>
              <a:t>, PKG </a:t>
            </a:r>
            <a:r>
              <a:rPr lang="ko-KR" altLang="en-US" sz="1000" dirty="0">
                <a:solidFill>
                  <a:prstClr val="black"/>
                </a:solidFill>
                <a:latin typeface="Arial Narrow"/>
                <a:ea typeface="LG스마트체 Regular"/>
              </a:rPr>
              <a:t>기준</a:t>
            </a:r>
            <a:r>
              <a:rPr lang="en-US" altLang="ko-KR" sz="1000" dirty="0">
                <a:solidFill>
                  <a:prstClr val="black"/>
                </a:solidFill>
                <a:latin typeface="Arial Narrow"/>
                <a:ea typeface="LG스마트체 Regular"/>
              </a:rPr>
              <a:t>) Stress Run Pass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후 인식률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99%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이상 지속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유지 중이며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</a:t>
            </a: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</a:b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현재 신공장점검팀 주관 활성화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Stress Run 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점검 중이며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,  12/11(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목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)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에 공유된 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Stress Run 3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차 리뷰 회의록에 </a:t>
            </a:r>
            <a:r>
              <a:rPr lang="ko-KR" altLang="en-US" sz="1000" dirty="0" err="1">
                <a:solidFill>
                  <a:srgbClr val="0000FF"/>
                </a:solidFill>
                <a:latin typeface="Arial Narrow"/>
                <a:ea typeface="LG스마트체 Regular"/>
              </a:rPr>
              <a:t>셀추적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특이사항 없습니다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.</a:t>
            </a:r>
            <a:b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</a:br>
            <a:endParaRPr lang="en-US" altLang="ko-KR" sz="1000" dirty="0">
              <a:solidFill>
                <a:srgbClr val="0000FF"/>
              </a:solidFill>
              <a:latin typeface="Arial Narrow"/>
              <a:ea typeface="LG스마트체 Regular"/>
            </a:endParaRPr>
          </a:p>
          <a:p>
            <a:pPr marL="314960" marR="0" lvl="0" indent="-171450" algn="l" defTabSz="914400" rtl="0" eaLnBrk="1" fontAlgn="auto" latinLnBrk="1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Davinci Report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로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집계되는 검사정보 무결성 데이터는 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Daily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로 분석 중이며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, 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분석 결과는 법인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제조역량강화팀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(</a:t>
            </a:r>
            <a:r>
              <a:rPr lang="ko-KR" altLang="en-US" sz="1000" err="1">
                <a:solidFill>
                  <a:srgbClr val="0000FF"/>
                </a:solidFill>
                <a:latin typeface="Arial Narrow"/>
                <a:ea typeface="LG스마트체 Regular"/>
              </a:rPr>
              <a:t>김한상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TL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외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) 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및 </a:t>
            </a:r>
            <a:b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</a:b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품질검사정보팀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(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오슬기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P)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에 내용 공유 중입니다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.  ESST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검사정보 무결성에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문제 없도록 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F/up 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하겠습니다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. (~12/31)</a:t>
            </a:r>
            <a:b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</a:b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→ 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12/15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NG</a:t>
            </a:r>
            <a:r>
              <a:rPr lang="ko-KR" altLang="en-US" sz="1000" dirty="0" err="1">
                <a:solidFill>
                  <a:srgbClr val="0000FF"/>
                </a:solidFill>
                <a:latin typeface="Arial Narrow"/>
                <a:ea typeface="LG스마트체 Regular"/>
              </a:rPr>
              <a:t>확인률은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활성화 투입 수량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(11,759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Cell)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기준 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1.33% (156 Cell)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이며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, 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근본원인 특정하여 개선 대기 중인 하기 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2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개 항목을</a:t>
            </a:r>
            <a:b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</a:b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    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제외하면 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0.026% 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수준 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(3 Cell) 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입니다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.</a:t>
            </a:r>
            <a:b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</a:b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     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① 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PKG TW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재투입부 위치 기인    ▷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   15 Cell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   (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법인에서 연내 설비 개조 예정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)</a:t>
            </a:r>
            <a:b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</a:b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     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② 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LAM </a:t>
            </a:r>
            <a:r>
              <a:rPr lang="ko-KR" altLang="en-US" sz="1000" dirty="0" err="1">
                <a:solidFill>
                  <a:srgbClr val="0000FF"/>
                </a:solidFill>
                <a:latin typeface="Arial Narrow"/>
                <a:ea typeface="LG스마트체 Regular"/>
              </a:rPr>
              <a:t>셀추적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1000" dirty="0" err="1">
                <a:solidFill>
                  <a:srgbClr val="0000FF"/>
                </a:solidFill>
                <a:latin typeface="Arial Narrow"/>
                <a:ea typeface="LG스마트체 Regular"/>
              </a:rPr>
              <a:t>엔코더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편심 기인  ▷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 138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Cell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     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(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</a:rPr>
              <a:t>금주 내 전수 교체 예정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</a:rPr>
              <a:t>)</a:t>
            </a:r>
            <a:b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</a:br>
            <a: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  <a:t>          </a:t>
            </a:r>
            <a:r>
              <a:rPr lang="ko-KR" altLang="en-US" sz="1000" dirty="0">
                <a:solidFill>
                  <a:schemeClr val="tx1"/>
                </a:solidFill>
                <a:latin typeface="Arial Narrow"/>
                <a:ea typeface="LG스마트체 Regular"/>
              </a:rPr>
              <a:t>▷ 현상 분석 </a:t>
            </a:r>
            <a: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  <a:t>: </a:t>
            </a:r>
            <a:r>
              <a:rPr lang="ko-KR" altLang="en-US" sz="1000" dirty="0" err="1">
                <a:solidFill>
                  <a:schemeClr val="tx1"/>
                </a:solidFill>
                <a:latin typeface="Arial Narrow"/>
                <a:ea typeface="LG스마트체 Regular"/>
              </a:rPr>
              <a:t>엔코더</a:t>
            </a:r>
            <a:r>
              <a:rPr lang="ko-KR" altLang="en-US" sz="1000" dirty="0">
                <a:solidFill>
                  <a:schemeClr val="tx1"/>
                </a:solidFill>
                <a:latin typeface="Arial Narrow"/>
                <a:ea typeface="LG스마트체 Regular"/>
              </a:rPr>
              <a:t> 값에 간헐적 누락 발생함 → 거리기반 셀</a:t>
            </a:r>
            <a: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  <a:t>ID </a:t>
            </a:r>
            <a:r>
              <a:rPr lang="ko-KR" altLang="en-US" sz="1000" dirty="0">
                <a:solidFill>
                  <a:schemeClr val="tx1"/>
                </a:solidFill>
                <a:latin typeface="Arial Narrow"/>
                <a:ea typeface="LG스마트체 Regular"/>
              </a:rPr>
              <a:t>데이터 </a:t>
            </a:r>
            <a:r>
              <a:rPr lang="ko-KR" altLang="en-US" sz="1000" dirty="0" err="1">
                <a:solidFill>
                  <a:schemeClr val="tx1"/>
                </a:solidFill>
                <a:latin typeface="Arial Narrow"/>
                <a:ea typeface="LG스마트체 Regular"/>
              </a:rPr>
              <a:t>트래킹이</a:t>
            </a:r>
            <a:r>
              <a:rPr lang="ko-KR" altLang="en-US" sz="1000" dirty="0">
                <a:solidFill>
                  <a:schemeClr val="tx1"/>
                </a:solidFill>
                <a:latin typeface="Arial Narrow"/>
                <a:ea typeface="LG스마트체 Regular"/>
              </a:rPr>
              <a:t> 실물 셀과 미스매치 되는 경우가 발생함</a:t>
            </a:r>
            <a:b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</a:br>
            <a: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  <a:t>          </a:t>
            </a:r>
            <a:r>
              <a:rPr lang="ko-KR" altLang="en-US" sz="1000" dirty="0">
                <a:solidFill>
                  <a:schemeClr val="tx1"/>
                </a:solidFill>
                <a:latin typeface="Arial Narrow"/>
                <a:ea typeface="LG스마트체 Regular"/>
              </a:rPr>
              <a:t>▷</a:t>
            </a:r>
            <a: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1000" dirty="0">
                <a:solidFill>
                  <a:schemeClr val="tx1"/>
                </a:solidFill>
                <a:latin typeface="Arial Narrow"/>
                <a:ea typeface="LG스마트체 Regular"/>
              </a:rPr>
              <a:t>근본 원인 </a:t>
            </a:r>
            <a: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  <a:t>: </a:t>
            </a:r>
            <a:r>
              <a:rPr lang="ko-KR" altLang="en-US" sz="1000" dirty="0" err="1">
                <a:solidFill>
                  <a:schemeClr val="tx1"/>
                </a:solidFill>
                <a:latin typeface="Arial Narrow"/>
                <a:ea typeface="LG스마트체 Regular"/>
              </a:rPr>
              <a:t>엔코더</a:t>
            </a:r>
            <a:r>
              <a:rPr lang="ko-KR" altLang="en-US" sz="1000" dirty="0">
                <a:solidFill>
                  <a:schemeClr val="tx1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1000" dirty="0" err="1">
                <a:solidFill>
                  <a:schemeClr val="tx1"/>
                </a:solidFill>
                <a:latin typeface="Arial Narrow"/>
                <a:ea typeface="LG스마트체 Regular"/>
              </a:rPr>
              <a:t>동축에</a:t>
            </a:r>
            <a:r>
              <a:rPr lang="ko-KR" altLang="en-US" sz="1000" dirty="0">
                <a:solidFill>
                  <a:schemeClr val="tx1"/>
                </a:solidFill>
                <a:latin typeface="Arial Narrow"/>
                <a:ea typeface="LG스마트체 Regular"/>
              </a:rPr>
              <a:t> 미세 편심 발생하여</a:t>
            </a:r>
            <a: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  <a:t>, </a:t>
            </a:r>
            <a:r>
              <a:rPr lang="ko-KR" altLang="en-US" sz="1000" dirty="0">
                <a:solidFill>
                  <a:schemeClr val="tx1"/>
                </a:solidFill>
                <a:latin typeface="Arial Narrow"/>
                <a:ea typeface="LG스마트체 Regular"/>
              </a:rPr>
              <a:t>커플링 파츠 손상으로 </a:t>
            </a:r>
            <a:r>
              <a:rPr lang="ko-KR" altLang="en-US" sz="1000" dirty="0" err="1">
                <a:solidFill>
                  <a:schemeClr val="tx1"/>
                </a:solidFill>
                <a:latin typeface="Arial Narrow"/>
                <a:ea typeface="LG스마트체 Regular"/>
              </a:rPr>
              <a:t>엔코더</a:t>
            </a:r>
            <a:r>
              <a:rPr lang="ko-KR" altLang="en-US" sz="1000" dirty="0">
                <a:solidFill>
                  <a:schemeClr val="tx1"/>
                </a:solidFill>
                <a:latin typeface="Arial Narrow"/>
                <a:ea typeface="LG스마트체 Regular"/>
              </a:rPr>
              <a:t> 값 누락이 발생함을 확인하였음</a:t>
            </a:r>
            <a:endParaRPr lang="en-US" altLang="ko-KR" sz="1000" dirty="0">
              <a:solidFill>
                <a:schemeClr val="tx1"/>
              </a:solidFill>
              <a:latin typeface="Arial Narrow"/>
              <a:ea typeface="LG스마트체 Regular"/>
            </a:endParaRPr>
          </a:p>
          <a:p>
            <a:pPr marL="314960" marR="0" lvl="0" indent="-171450" algn="l" defTabSz="914400" rtl="0" eaLnBrk="1" fontAlgn="auto" latinLnBrk="1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endParaRPr lang="en-US" altLang="ko-KR" sz="1000" dirty="0">
              <a:solidFill>
                <a:schemeClr val="tx1"/>
              </a:solidFill>
              <a:latin typeface="Arial Narrow"/>
              <a:ea typeface="LG스마트체 Regular"/>
            </a:endParaRPr>
          </a:p>
          <a:p>
            <a:pPr marL="314960" marR="0" lvl="0" indent="-171450" algn="l" defTabSz="914400" rtl="0" eaLnBrk="1" fontAlgn="auto" latinLnBrk="1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endParaRPr lang="en-US" altLang="ko-KR" sz="1000" dirty="0">
              <a:solidFill>
                <a:schemeClr val="tx1"/>
              </a:solidFill>
              <a:latin typeface="Arial Narrow"/>
              <a:ea typeface="LG스마트체 Regular"/>
            </a:endParaRPr>
          </a:p>
          <a:p>
            <a:pPr marL="314960" marR="0" lvl="0" indent="-171450" algn="l" defTabSz="914400" rtl="0" eaLnBrk="1" fontAlgn="auto" latinLnBrk="1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endParaRPr lang="en-US" altLang="ko-KR" sz="1000" dirty="0">
              <a:solidFill>
                <a:prstClr val="black"/>
              </a:solidFill>
              <a:latin typeface="Arial Narrow"/>
              <a:ea typeface="LG스마트체 Regular"/>
            </a:endParaRPr>
          </a:p>
          <a:p>
            <a:pPr marL="314960" marR="0" lvl="0" indent="-171450" algn="l" defTabSz="914400" rtl="0" eaLnBrk="1" fontAlgn="auto" latinLnBrk="1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endParaRPr lang="en-US" altLang="ko-KR" sz="1000" dirty="0">
              <a:solidFill>
                <a:prstClr val="black"/>
              </a:solidFill>
              <a:latin typeface="Arial Narrow"/>
              <a:ea typeface="LG스마트체 Regular"/>
            </a:endParaRPr>
          </a:p>
          <a:p>
            <a:pPr marL="314960" marR="0" lvl="0" indent="-171450" algn="l" defTabSz="914400" rtl="0" eaLnBrk="1" fontAlgn="auto" latinLnBrk="1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endParaRPr lang="en-US" altLang="ko-KR" sz="1000" dirty="0">
              <a:solidFill>
                <a:prstClr val="black"/>
              </a:solidFill>
              <a:latin typeface="Arial Narrow"/>
              <a:ea typeface="LG스마트체 Regular"/>
            </a:endParaRPr>
          </a:p>
          <a:p>
            <a:pPr marL="314960" marR="0" lvl="0" indent="-171450" algn="l" defTabSz="914400" rtl="0" eaLnBrk="1" fontAlgn="auto" latinLnBrk="1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endParaRPr lang="en-US" altLang="ko-KR" sz="1000" dirty="0">
              <a:solidFill>
                <a:prstClr val="black"/>
              </a:solidFill>
              <a:latin typeface="Arial Narrow"/>
              <a:ea typeface="LG스마트체 Regular"/>
            </a:endParaRPr>
          </a:p>
          <a:p>
            <a:pPr marL="143510" marR="0" lvl="0" algn="l" defTabSz="914400" rtl="0" eaLnBrk="1" fontAlgn="auto" latinLnBrk="1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  <a:t>                </a:t>
            </a:r>
            <a:r>
              <a:rPr lang="ko-KR" altLang="en-US" sz="1000" dirty="0">
                <a:solidFill>
                  <a:schemeClr val="tx1"/>
                </a:solidFill>
                <a:latin typeface="Arial Narrow"/>
                <a:ea typeface="LG스마트체 Regular"/>
              </a:rPr>
              <a:t>▷</a:t>
            </a:r>
            <a: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1000" dirty="0">
                <a:solidFill>
                  <a:schemeClr val="tx1"/>
                </a:solidFill>
                <a:latin typeface="Arial Narrow"/>
                <a:ea typeface="LG스마트체 Regular"/>
              </a:rPr>
              <a:t>개선 대책 </a:t>
            </a:r>
            <a: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  <a:t>: </a:t>
            </a:r>
            <a:br>
              <a:rPr lang="en-US" altLang="ko-KR" sz="1000" dirty="0">
                <a:solidFill>
                  <a:schemeClr val="tx1"/>
                </a:solidFill>
                <a:latin typeface="Arial Narrow"/>
                <a:ea typeface="LG스마트체 Regular"/>
              </a:rPr>
            </a:br>
            <a:endParaRPr lang="en-US" altLang="ko-KR" sz="1000" dirty="0">
              <a:solidFill>
                <a:schemeClr val="tx1"/>
              </a:solidFill>
              <a:latin typeface="Arial Narrow"/>
              <a:ea typeface="LG스마트체 Regular"/>
            </a:endParaRPr>
          </a:p>
          <a:p>
            <a:pPr marL="314960" marR="0" lvl="0" indent="-171450" algn="l" defTabSz="914400" rtl="0" eaLnBrk="1" fontAlgn="auto" latinLnBrk="1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143510" marR="0" lvl="0" indent="0" algn="l" defTabSz="914400" rtl="0" eaLnBrk="1" fontAlgn="auto" latinLnBrk="1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143510" marR="0" lvl="0" indent="0" algn="l" defTabSz="914400" rtl="0" eaLnBrk="1" fontAlgn="auto" latinLnBrk="1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143510" marR="0" lvl="0" indent="0" algn="l" defTabSz="914400" rtl="0" eaLnBrk="1" fontAlgn="auto" latinLnBrk="1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143510" marR="0" lvl="0" indent="0" algn="l" defTabSz="914400" rtl="0" eaLnBrk="1" fontAlgn="auto" latinLnBrk="1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535296F5-AA63-4889-B2E2-B081CA1F71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1926494"/>
              </p:ext>
            </p:extLst>
          </p:nvPr>
        </p:nvGraphicFramePr>
        <p:xfrm>
          <a:off x="1534527" y="1630967"/>
          <a:ext cx="6912000" cy="890688"/>
        </p:xfrm>
        <a:graphic>
          <a:graphicData uri="http://schemas.openxmlformats.org/drawingml/2006/table">
            <a:tbl>
              <a:tblPr/>
              <a:tblGrid>
                <a:gridCol w="684000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159018886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1258556808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3597836841"/>
                    </a:ext>
                  </a:extLst>
                </a:gridCol>
              </a:tblGrid>
              <a:tr h="148448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14844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기본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생산 모델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기본품의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PO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FOB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입고시작일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샘플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(PKG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기준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SOP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148448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ESS JF2</a:t>
                      </a:r>
                      <a:endParaRPr lang="ko-KR" alt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‘22.03.30</a:t>
                      </a:r>
                      <a:endParaRPr lang="ko-KR" alt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Malgun Gothic"/>
                          <a:ea typeface="+mn-ea"/>
                          <a:cs typeface="+mn-cs"/>
                        </a:rPr>
                        <a:t>’24.06.03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Malgun Gothic"/>
                          <a:ea typeface="+mn-ea"/>
                          <a:cs typeface="+mn-cs"/>
                        </a:rPr>
                        <a:t>’24.08.27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Malgun Gothic"/>
                          <a:ea typeface="+mn-ea"/>
                          <a:cs typeface="+mn-cs"/>
                        </a:rPr>
                        <a:t>’24.11.04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Malgun Gothic"/>
                          <a:ea typeface="+mn-ea"/>
                          <a:cs typeface="+mn-cs"/>
                        </a:rPr>
                        <a:t>’25.03.26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Malgun Gothic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Malgun Gothic"/>
                          <a:ea typeface="+mn-ea"/>
                          <a:cs typeface="+mn-cs"/>
                        </a:rPr>
                        <a:t>TBD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’25.07.06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’26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년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(TBD)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4215394"/>
                  </a:ext>
                </a:extLst>
              </a:tr>
              <a:tr h="148448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ESS JF2</a:t>
                      </a:r>
                      <a:endParaRPr lang="ko-KR" alt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‘22.03.30</a:t>
                      </a:r>
                      <a:endParaRPr lang="ko-KR" alt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Malgun Gothic"/>
                          <a:ea typeface="+mn-ea"/>
                          <a:cs typeface="+mn-cs"/>
                        </a:rPr>
                        <a:t>’24.06.03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Malgun Gothic"/>
                          <a:ea typeface="+mn-ea"/>
                          <a:cs typeface="+mn-cs"/>
                        </a:rPr>
                        <a:t>’24.09.30</a:t>
                      </a: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Malgun Gothic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Malgun Gothic"/>
                          <a:ea typeface="+mn-ea"/>
                          <a:cs typeface="+mn-cs"/>
                        </a:rPr>
                        <a:t>’24.02.14</a:t>
                      </a: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Malgun Gothic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Malgun Gothic"/>
                          <a:ea typeface="LG스마트체 Regular"/>
                          <a:cs typeface="+mn-cs"/>
                        </a:rPr>
                        <a:t>’25.03.29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Malgun Gothic"/>
                          <a:ea typeface="LG스마트체 Regular"/>
                          <a:cs typeface="+mn-cs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Malgun Gothic"/>
                          <a:ea typeface="LG스마트체 Regular"/>
                          <a:cs typeface="+mn-cs"/>
                        </a:rPr>
                        <a:t>’25.09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’25.07.24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’25.12</a:t>
                      </a:r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87520"/>
                  </a:ext>
                </a:extLst>
              </a:tr>
              <a:tr h="148448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3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ESS JF2</a:t>
                      </a:r>
                      <a:endParaRPr lang="ko-KR" alt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‘22.03.30</a:t>
                      </a:r>
                      <a:endParaRPr lang="ko-KR" alt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Malgun Gothic"/>
                          <a:ea typeface="+mn-ea"/>
                          <a:cs typeface="+mn-cs"/>
                        </a:rPr>
                        <a:t>’24.06.03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Malgun Gothic"/>
                          <a:ea typeface="+mn-ea"/>
                          <a:cs typeface="+mn-cs"/>
                        </a:rPr>
                        <a:t>’24.10.30</a:t>
                      </a: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Malgun Gothic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Malgun Gothic"/>
                          <a:ea typeface="LG스마트체 Regular"/>
                          <a:cs typeface="+mn-cs"/>
                        </a:rPr>
                        <a:t>TBD</a:t>
                      </a: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Malgun Gothic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Malgun Gothic"/>
                          <a:ea typeface="LG스마트체 Regular"/>
                          <a:cs typeface="+mn-cs"/>
                        </a:rPr>
                        <a:t>’25.04.28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Malgun Gothic"/>
                          <a:ea typeface="+mn-ea"/>
                          <a:cs typeface="+mn-cs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Malgun Gothic"/>
                          <a:ea typeface="+mn-ea"/>
                          <a:cs typeface="+mn-cs"/>
                        </a:rPr>
                        <a:t>TBD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Malgun Gothic"/>
                        <a:ea typeface="LG스마트체 Regular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’25.08.01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3758835"/>
                  </a:ext>
                </a:extLst>
              </a:tr>
              <a:tr h="148448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4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호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ESS JF2</a:t>
                      </a:r>
                      <a:endParaRPr lang="ko-KR" alt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‘22.03.30</a:t>
                      </a:r>
                      <a:endParaRPr lang="ko-KR" alt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Malgun Gothic"/>
                          <a:ea typeface="LG스마트체 Regular"/>
                          <a:cs typeface="+mn-cs"/>
                        </a:rPr>
                        <a:t>’24.08.01</a:t>
                      </a: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Malgun Gothic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Malgun Gothic"/>
                          <a:ea typeface="+mn-ea"/>
                          <a:cs typeface="+mn-cs"/>
                        </a:rPr>
                        <a:t>’24.10.30</a:t>
                      </a: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Malgun Gothic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Malgun Gothic"/>
                          <a:ea typeface="+mn-ea"/>
                          <a:cs typeface="+mn-cs"/>
                        </a:rPr>
                        <a:t>TBD</a:t>
                      </a: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Malgun Gothic"/>
                        <a:ea typeface="+mn-ea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Malgun Gothic"/>
                          <a:ea typeface="LG스마트체 Regular"/>
                          <a:cs typeface="+mn-cs"/>
                        </a:rPr>
                        <a:t>’25.05.27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Malgun Gothic"/>
                          <a:ea typeface="+mn-ea"/>
                          <a:cs typeface="+mn-cs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Malgun Gothic"/>
                          <a:ea typeface="+mn-ea"/>
                          <a:cs typeface="+mn-cs"/>
                        </a:rPr>
                        <a:t>TBD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Malgun Gothic"/>
                        <a:ea typeface="LG스마트체 Regular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’25.08.15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TBD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9760234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20EFD12D-3CD2-1B63-C659-42F81BD2EB93}"/>
              </a:ext>
            </a:extLst>
          </p:cNvPr>
          <p:cNvSpPr/>
          <p:nvPr/>
        </p:nvSpPr>
        <p:spPr>
          <a:xfrm flipV="1">
            <a:off x="7170256" y="2075780"/>
            <a:ext cx="1261765" cy="141906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5" name="내용 개체 틀 20">
            <a:extLst>
              <a:ext uri="{FF2B5EF4-FFF2-40B4-BE49-F238E27FC236}">
                <a16:creationId xmlns:a16="http://schemas.microsoft.com/office/drawing/2014/main" id="{079D5242-0E2C-4EE2-BDB7-1209F8210242}"/>
              </a:ext>
            </a:extLst>
          </p:cNvPr>
          <p:cNvSpPr txBox="1">
            <a:spLocks/>
          </p:cNvSpPr>
          <p:nvPr/>
        </p:nvSpPr>
        <p:spPr>
          <a:xfrm>
            <a:off x="8966823" y="385973"/>
            <a:ext cx="779059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kumimoji="0" lang="en-US" altLang="ko-KR" sz="1000" b="0" i="0" u="none" strike="noStrike" kern="1200" cap="none" spc="0" normalizeH="0" baseline="0" noProof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조현우</a:t>
            </a:r>
          </a:p>
        </p:txBody>
      </p:sp>
      <p:sp>
        <p:nvSpPr>
          <p:cNvPr id="33" name="내용 개체 틀 20">
            <a:extLst>
              <a:ext uri="{FF2B5EF4-FFF2-40B4-BE49-F238E27FC236}">
                <a16:creationId xmlns:a16="http://schemas.microsoft.com/office/drawing/2014/main" id="{25BB38E2-DC62-4BCD-AF1A-7CF9643A7F60}"/>
              </a:ext>
            </a:extLst>
          </p:cNvPr>
          <p:cNvSpPr txBox="1">
            <a:spLocks/>
          </p:cNvSpPr>
          <p:nvPr/>
        </p:nvSpPr>
        <p:spPr>
          <a:xfrm>
            <a:off x="8429816" y="591887"/>
            <a:ext cx="1316066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12/16 10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CCF24E83-3F80-4E31-9187-506253685399}"/>
              </a:ext>
            </a:extLst>
          </p:cNvPr>
          <p:cNvSpPr/>
          <p:nvPr/>
        </p:nvSpPr>
        <p:spPr>
          <a:xfrm>
            <a:off x="574922" y="1129335"/>
            <a:ext cx="396000" cy="180000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EB84C39F-1684-4266-A6F3-037B573E3D15}"/>
              </a:ext>
            </a:extLst>
          </p:cNvPr>
          <p:cNvSpPr/>
          <p:nvPr/>
        </p:nvSpPr>
        <p:spPr>
          <a:xfrm>
            <a:off x="146297" y="1129335"/>
            <a:ext cx="396000" cy="180000"/>
          </a:xfrm>
          <a:prstGeom prst="round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그룹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0457A281-BB59-4658-97E4-466040B58CF1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#14,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F1960DB5-BC0E-7437-8A95-F1DB53528F6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45530" y="4903278"/>
            <a:ext cx="3677981" cy="1034079"/>
          </a:xfrm>
          <a:prstGeom prst="rect">
            <a:avLst/>
          </a:prstGeom>
        </p:spPr>
      </p:pic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97D11758-F3BF-B7D9-5440-57B4E0E083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5883803"/>
              </p:ext>
            </p:extLst>
          </p:nvPr>
        </p:nvGraphicFramePr>
        <p:xfrm>
          <a:off x="2862891" y="5986487"/>
          <a:ext cx="4981792" cy="59369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7792">
                  <a:extLst>
                    <a:ext uri="{9D8B030D-6E8A-4147-A177-3AD203B41FA5}">
                      <a16:colId xmlns:a16="http://schemas.microsoft.com/office/drawing/2014/main" val="262816208"/>
                    </a:ext>
                  </a:extLst>
                </a:gridCol>
                <a:gridCol w="2340000">
                  <a:extLst>
                    <a:ext uri="{9D8B030D-6E8A-4147-A177-3AD203B41FA5}">
                      <a16:colId xmlns:a16="http://schemas.microsoft.com/office/drawing/2014/main" val="2308886908"/>
                    </a:ext>
                  </a:extLst>
                </a:gridCol>
                <a:gridCol w="468000">
                  <a:extLst>
                    <a:ext uri="{9D8B030D-6E8A-4147-A177-3AD203B41FA5}">
                      <a16:colId xmlns:a16="http://schemas.microsoft.com/office/drawing/2014/main" val="2371036874"/>
                    </a:ext>
                  </a:extLst>
                </a:gridCol>
                <a:gridCol w="468000">
                  <a:extLst>
                    <a:ext uri="{9D8B030D-6E8A-4147-A177-3AD203B41FA5}">
                      <a16:colId xmlns:a16="http://schemas.microsoft.com/office/drawing/2014/main" val="843494377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val="2863790833"/>
                    </a:ext>
                  </a:extLst>
                </a:gridCol>
              </a:tblGrid>
              <a:tr h="18425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개선안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현황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3254076"/>
                  </a:ext>
                </a:extLst>
              </a:tr>
              <a:tr h="20472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단기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파이널 커터 이후 엔코더를 활용한 거리값 적산 로직 적용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0709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12/9(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적용 완료</a:t>
                      </a:r>
                      <a:endParaRPr lang="en-US" altLang="ko-KR" sz="8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568913"/>
                  </a:ext>
                </a:extLst>
              </a:tr>
              <a:tr h="20472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장기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엔코더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A’ssy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국내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정밀 가공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제작 및 전수 교체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0709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~12/20(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토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적용 중</a:t>
                      </a:r>
                      <a:endParaRPr lang="en-US" altLang="ko-KR" sz="8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H-LAM 1</a:t>
                      </a:r>
                      <a:r>
                        <a:rPr lang="ko-KR" altLang="en-US" sz="8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 외 교체 완료 </a:t>
                      </a:r>
                      <a:r>
                        <a:rPr lang="en-US" altLang="ko-KR" sz="8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(~12/15)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0709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6073891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0D6F9A8-9F3D-A1DC-CFC3-66480C3421B5}"/>
              </a:ext>
            </a:extLst>
          </p:cNvPr>
          <p:cNvSpPr txBox="1"/>
          <p:nvPr/>
        </p:nvSpPr>
        <p:spPr>
          <a:xfrm>
            <a:off x="6169993" y="2966468"/>
            <a:ext cx="1813317" cy="21544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* 3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차 리뷰는 현지 시각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12/8(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/>
              </a:rPr>
              <a:t>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)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에 진행됨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5D51E64-09B8-5FC1-47FD-2D915D499202}"/>
              </a:ext>
            </a:extLst>
          </p:cNvPr>
          <p:cNvSpPr txBox="1"/>
          <p:nvPr/>
        </p:nvSpPr>
        <p:spPr>
          <a:xfrm>
            <a:off x="7775685" y="6371419"/>
            <a:ext cx="1491114" cy="21544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* H-LAM 1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대는 금주 내 적용 예정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B5DBFB5-0E48-164C-A7DF-179F59C31C0D}"/>
              </a:ext>
            </a:extLst>
          </p:cNvPr>
          <p:cNvSpPr txBox="1"/>
          <p:nvPr/>
        </p:nvSpPr>
        <p:spPr>
          <a:xfrm>
            <a:off x="3753167" y="3988277"/>
            <a:ext cx="1035861" cy="21544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*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목표치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= 0.1%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미만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844FC68-8DA6-2691-7F66-937964C2745D}"/>
              </a:ext>
            </a:extLst>
          </p:cNvPr>
          <p:cNvSpPr txBox="1"/>
          <p:nvPr/>
        </p:nvSpPr>
        <p:spPr>
          <a:xfrm>
            <a:off x="5512972" y="4347964"/>
            <a:ext cx="1598515" cy="21544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* H-LAM 1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대 외 교체 완료됨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(~12/16)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0DE879C-4152-B442-E3BB-752665F739AC}"/>
              </a:ext>
            </a:extLst>
          </p:cNvPr>
          <p:cNvSpPr txBox="1"/>
          <p:nvPr/>
        </p:nvSpPr>
        <p:spPr>
          <a:xfrm>
            <a:off x="8371473" y="2039011"/>
            <a:ext cx="1483098" cy="21544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*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/>
              </a:rPr>
              <a:t>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/>
              </a:rPr>
              <a:t>현재 활성화 </a:t>
            </a:r>
            <a:r>
              <a:rPr lang="en-US" altLang="ko-KR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/>
              </a:rPr>
              <a:t>Stress Run </a:t>
            </a:r>
            <a:r>
              <a:rPr lang="ko-KR" altLang="en-US" sz="80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/>
              </a:rPr>
              <a:t>진행중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08239855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1">
            <a:extLst>
              <a:ext uri="{FF2B5EF4-FFF2-40B4-BE49-F238E27FC236}">
                <a16:creationId xmlns:a16="http://schemas.microsoft.com/office/drawing/2014/main" id="{C9683604-EA6D-BBFC-1F1B-8E5EE6A8C339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3159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셀추적기술팀</a:t>
            </a:r>
          </a:p>
        </p:txBody>
      </p:sp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8FADD5D0-3993-5360-892E-D9DEB18E2C90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322752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■ 파우치 신규 증설 라인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_ ESHG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6" name="표 1">
            <a:extLst>
              <a:ext uri="{FF2B5EF4-FFF2-40B4-BE49-F238E27FC236}">
                <a16:creationId xmlns:a16="http://schemas.microsoft.com/office/drawing/2014/main" id="{222CF891-BA04-43DA-4BB9-9CF561AB2E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6547967"/>
              </p:ext>
            </p:extLst>
          </p:nvPr>
        </p:nvGraphicFramePr>
        <p:xfrm>
          <a:off x="125047" y="848952"/>
          <a:ext cx="9744836" cy="5769962"/>
        </p:xfrm>
        <a:graphic>
          <a:graphicData uri="http://schemas.openxmlformats.org/drawingml/2006/table">
            <a:tbl>
              <a:tblPr/>
              <a:tblGrid>
                <a:gridCol w="7622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99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372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07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462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4308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완료  </a:t>
                      </a:r>
                      <a:endParaRPr lang="ko-KR" altLang="en-US" sz="900" b="1" i="0" u="none" strike="noStrike" baseline="0">
                        <a:solidFill>
                          <a:srgbClr val="FFFF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6080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ESHG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셀 추적 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구축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1-9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</a:t>
                      </a: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 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br>
                        <a:rPr lang="en-US" altLang="ko-KR" sz="10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    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 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  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‘28.02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최성민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BA910CD7-E9CF-953B-5522-AC8930FB5FE7}"/>
              </a:ext>
            </a:extLst>
          </p:cNvPr>
          <p:cNvSpPr/>
          <p:nvPr/>
        </p:nvSpPr>
        <p:spPr>
          <a:xfrm>
            <a:off x="1428083" y="1045404"/>
            <a:ext cx="7246134" cy="557350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t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124325" algn="l"/>
              </a:tabLst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금주(W51)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핵심 내용은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 안정화 및 현안에 대한 기술지원을 위해 최성민 책임 현지 출장 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대응 중인 건 입니다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(12/6~1/31)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124325" algn="l"/>
              </a:tabLst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라인별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셋업 일정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 </a:t>
            </a:r>
            <a:r>
              <a:rPr kumimoji="0" lang="ko-KR" altLang="en-US" sz="1000" b="0" i="0" u="none" strike="noStrike" kern="1200" cap="none" spc="0" normalizeH="0" baseline="0" noProof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현황 </a:t>
            </a:r>
            <a:r>
              <a:rPr kumimoji="0" lang="en-US" altLang="ko-KR" sz="1000" b="0" i="0" u="none" strike="noStrike" kern="1200" cap="none" spc="0" normalizeH="0" baseline="0" noProof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1.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인식률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조립 셀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호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(A,B,C,D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라인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최근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7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일간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(12/8~12/13)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의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평균 인식률은 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99.24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%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이며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공정별 인식률은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DNC 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99.88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%, AZS Stacker 98.55%, AZS Insp. 95.63%, PKG 98.13%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입니다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  (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샘플 기간 목표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99%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이상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  *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동일 기간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AZS Stacker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의 복원 전 셀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ID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인식률은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92%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수준으로 물리적 인식률을 높이고자 개선 진행 중 입니다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(12/8~ )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* 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개선 진행 항목 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흡착 패드 변경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00" dirty="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흡착구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 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 2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개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, 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흡착 압력 감압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, 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버퍼 스테이지 전극 안착 위치 변경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   : 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미인식 셀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ID 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복원 로직 적용과 관련하여 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AZS Inspection 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공정은 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12/16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일 적용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, PKG 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공정은 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Tray ID 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연동 기술 보완하여 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1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월 중 적용 예정 입니다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.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2. 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비전 검사기 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API 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프로그램 전환 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(LG CNS 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프로그램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: API 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프로그램 전환 대상 검사기 총 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248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 중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246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 전환 완료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(12/16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기준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99%)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하였으며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 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잔여 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 검사기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(AZS 2-D2 Stack </a:t>
            </a:r>
            <a:r>
              <a:rPr lang="en-US" altLang="ko-KR" sz="1000" dirty="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Sepa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는 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PC 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수급 문제로 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 초에 전환 완료할 예정 입니다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.(AZS 2-D2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호기 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 생산 계획 없음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3.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분리막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검사기 셀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ID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연동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: 8/15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ESHG IR(Infra Readiness)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점검 결과에 대한 조치 사항으로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AZS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분리막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검사기 셀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ID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연동 진행 중에 있습니다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 (8/18~ 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PLC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와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분리막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검사기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PC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간 인터페이스를 위한 통신 카드 설치 완료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(9/1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), AZS 1-A,B,C,D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라인 비전 프로그램 업데이트 완료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(12/8)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후</a:t>
            </a:r>
            <a:endParaRPr lang="en-US" altLang="ko-KR" sz="1000" dirty="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 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샘플 생산간 셀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ID 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연동 테스트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정합성 검증 및 데이터 분석 예정 입니다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(1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원 중 완료 계획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협업팀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법인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검사기술팀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설비기술팀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4.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기타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: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현지 셀추적 협력사 인원은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PM 1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명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제어 인원 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명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기구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명 출장 대응 중 입니다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셀추적기술팀의 셋업 관리 업무 대행을 위한 프리스틴 계약은 연말 생산 일정 고려하여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‘26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월로 연기 하였습니다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: 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연말 조립 공정 미생산으로 설비 협력사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(DNC, AZS, PKG) 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인원 휴무 계획이 있습니다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.(12/24~1/1)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이에 따라 셀추적 협력사 인원도 현장 출근을 하지 않도록 안내 하였으며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1/2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부터 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1-CD 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라인 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FPI 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생산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(1/5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대응 예정 입니다</a:t>
            </a:r>
            <a:r>
              <a:rPr lang="en-US" altLang="ko-KR" sz="1000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912717DC-613F-DD9E-684F-17D7915A7D62}"/>
              </a:ext>
            </a:extLst>
          </p:cNvPr>
          <p:cNvSpPr txBox="1">
            <a:spLocks/>
          </p:cNvSpPr>
          <p:nvPr/>
        </p:nvSpPr>
        <p:spPr>
          <a:xfrm>
            <a:off x="8957980" y="418066"/>
            <a:ext cx="779060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최성민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A064BA9-9B98-338B-D5F8-37689F43EA46}"/>
              </a:ext>
            </a:extLst>
          </p:cNvPr>
          <p:cNvSpPr txBox="1"/>
          <p:nvPr/>
        </p:nvSpPr>
        <p:spPr>
          <a:xfrm>
            <a:off x="7994708" y="587343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12/16 08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EA39A7D-B066-28A1-239B-7A7D234F6C5E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#15,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87C0135C-596D-8662-CBE7-33C6AF7B8346}"/>
              </a:ext>
            </a:extLst>
          </p:cNvPr>
          <p:cNvGraphicFramePr>
            <a:graphicFrameLocks noGrp="1"/>
          </p:cNvGraphicFramePr>
          <p:nvPr/>
        </p:nvGraphicFramePr>
        <p:xfrm>
          <a:off x="1534527" y="1429824"/>
          <a:ext cx="6943392" cy="584268"/>
        </p:xfrm>
        <a:graphic>
          <a:graphicData uri="http://schemas.openxmlformats.org/drawingml/2006/table">
            <a:tbl>
              <a:tblPr/>
              <a:tblGrid>
                <a:gridCol w="867924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867924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867924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867924">
                  <a:extLst>
                    <a:ext uri="{9D8B030D-6E8A-4147-A177-3AD203B41FA5}">
                      <a16:colId xmlns:a16="http://schemas.microsoft.com/office/drawing/2014/main" val="1708881871"/>
                    </a:ext>
                  </a:extLst>
                </a:gridCol>
                <a:gridCol w="867924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867924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  <a:gridCol w="867924">
                  <a:extLst>
                    <a:ext uri="{9D8B030D-6E8A-4147-A177-3AD203B41FA5}">
                      <a16:colId xmlns:a16="http://schemas.microsoft.com/office/drawing/2014/main" val="1258556808"/>
                    </a:ext>
                  </a:extLst>
                </a:gridCol>
                <a:gridCol w="867924">
                  <a:extLst>
                    <a:ext uri="{9D8B030D-6E8A-4147-A177-3AD203B41FA5}">
                      <a16:colId xmlns:a16="http://schemas.microsoft.com/office/drawing/2014/main" val="3597836841"/>
                    </a:ext>
                  </a:extLst>
                </a:gridCol>
              </a:tblGrid>
              <a:tr h="102375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13135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기본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기본품의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PO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FAT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FOB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입고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샘플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SOP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148299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호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’23.05.26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’24.08.02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‘25.01.07~03.17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‘25.02.07~04.07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‘25.04.01~05.30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‘25.10.24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‘26.02 → ’26.03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4215394"/>
                  </a:ext>
                </a:extLst>
              </a:tr>
              <a:tr h="148299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호</a:t>
                      </a:r>
                    </a:p>
                  </a:txBody>
                  <a:tcPr marL="6675" marR="6675" marT="667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’23.05.26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’24.08.02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‘25.03.26~05.30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‘25.04.23~06.30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‘25.06.23~08.15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‘25.10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→ 미정</a:t>
                      </a: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‘26.02 → ’26.04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87520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369141E4-70CA-B402-D2B1-F0869ED8A67D}"/>
              </a:ext>
            </a:extLst>
          </p:cNvPr>
          <p:cNvSpPr/>
          <p:nvPr/>
        </p:nvSpPr>
        <p:spPr>
          <a:xfrm flipV="1">
            <a:off x="6730036" y="1719240"/>
            <a:ext cx="874644" cy="294851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4433E2A-9654-C551-B110-952744D2397D}"/>
              </a:ext>
            </a:extLst>
          </p:cNvPr>
          <p:cNvSpPr txBox="1"/>
          <p:nvPr/>
        </p:nvSpPr>
        <p:spPr>
          <a:xfrm>
            <a:off x="1534527" y="1963231"/>
            <a:ext cx="3648721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※ 3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호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~9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호 기본품의 완료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(‘23.05.26), PO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일정 미정</a:t>
            </a:r>
            <a:endParaRPr kumimoji="0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58212547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표 1">
            <a:extLst>
              <a:ext uri="{FF2B5EF4-FFF2-40B4-BE49-F238E27FC236}">
                <a16:creationId xmlns:a16="http://schemas.microsoft.com/office/drawing/2014/main" id="{ACD91870-1828-466F-AE38-B03A708B44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0367760"/>
              </p:ext>
            </p:extLst>
          </p:nvPr>
        </p:nvGraphicFramePr>
        <p:xfrm>
          <a:off x="125047" y="848952"/>
          <a:ext cx="9744836" cy="5769962"/>
        </p:xfrm>
        <a:graphic>
          <a:graphicData uri="http://schemas.openxmlformats.org/drawingml/2006/table">
            <a:tbl>
              <a:tblPr/>
              <a:tblGrid>
                <a:gridCol w="7622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99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372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07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462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4308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완료  </a:t>
                      </a:r>
                      <a:endParaRPr lang="ko-KR" altLang="en-US" sz="900" b="1" i="0" u="none" strike="noStrike" baseline="0">
                        <a:solidFill>
                          <a:srgbClr val="FFFF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6080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마더라인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셀 추적 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구축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마더라인</a:t>
                      </a: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tabLst>
                          <a:tab pos="4124325" algn="l"/>
                        </a:tabLst>
                      </a:pPr>
                      <a:r>
                        <a:rPr lang="en-US" altLang="ko-KR" sz="10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(W51)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핵심 내용은 </a:t>
                      </a:r>
                      <a:r>
                        <a:rPr lang="ko-KR" altLang="en-US" sz="10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마더라인에서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E79E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로 </a:t>
                      </a:r>
                      <a:r>
                        <a:rPr lang="ko-KR" altLang="en-US" sz="10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형개발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진행 중에 있어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NND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부터 </a:t>
                      </a:r>
                      <a:r>
                        <a:rPr lang="ko-KR" altLang="en-US" sz="10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셀추적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인식률 확인 및 비전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–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셀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ID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정합성 검증 진행하였습니다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en-US" altLang="ko-KR" sz="10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10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셀추적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셋업 일정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 사항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SAT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이후 설비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미가동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중에 있으며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26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E79E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빌드를 위해 설비 가동 예정입니다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(26.1 E79B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E79E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모델로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형개발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진행 예정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26.1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시작하는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E79E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빌드에서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셀추적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검수 진행 예정입니다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(~26.2) (26.2 E79E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E122A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모델로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형개발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진행 예정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1)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NND(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음극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E79B 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모델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(SAT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진행 모델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ESOC2 OC 10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동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층에 반입된 설비에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셀추적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전장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기구 작업 진행하였습니다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(5/28)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비전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PC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와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셀추적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PLC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간 연결 후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API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세팅 진행하였습니다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(7/30)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7/23 SAT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 시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선속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2m/s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에서 인식률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99.90%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로 확인하였습니다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(54,555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회 리딩 시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54,424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회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인식 성공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57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회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인식 실패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E79E 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모델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(26.1 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샘플 빌드 모델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NND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설비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형개발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진행 중에 있어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셀추적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인식률 확인을 위해 기구 수정 및 비전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셀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ID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정합성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재검증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진행하였습니다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(12/16)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2)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LNS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E79B 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모델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(SAT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진행 모델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ESOC2 OC 10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동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층에 반입된 설비에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셀추적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전장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기구 작업 진행하였습니다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(7/1)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비전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PC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와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셀추적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PLC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간 연결 후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API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세팅 진행 후 정합성 검증 진행하였습니다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(9/3)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3)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PKG|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E79B 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모델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(SAT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진행 모델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ESOC2 OC 10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동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층에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반입된 설비에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셀추적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전장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기구 작업 진행하였습니다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(5/20)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비전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PC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와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셀추적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PLC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간 연결 후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API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세팅 진행 후 정합성 검증 하였습니다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.(8/4)    </a:t>
                      </a:r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‘26.02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이충성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</a:t>
                      </a:r>
                      <a:b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김준범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pitchFamily="34" charset="0"/>
              </a:rPr>
              <a:t>셀추적기술팀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708B1D54-9D52-42CB-82CB-E5D69946BACE}"/>
              </a:ext>
            </a:extLst>
          </p:cNvPr>
          <p:cNvSpPr txBox="1"/>
          <p:nvPr/>
        </p:nvSpPr>
        <p:spPr>
          <a:xfrm>
            <a:off x="7994708" y="59243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12/16 10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39" name="내용 개체 틀 20">
            <a:extLst>
              <a:ext uri="{FF2B5EF4-FFF2-40B4-BE49-F238E27FC236}">
                <a16:creationId xmlns:a16="http://schemas.microsoft.com/office/drawing/2014/main" id="{BD947726-D688-4BA1-ABAE-873172B470A3}"/>
              </a:ext>
            </a:extLst>
          </p:cNvPr>
          <p:cNvSpPr txBox="1">
            <a:spLocks/>
          </p:cNvSpPr>
          <p:nvPr/>
        </p:nvSpPr>
        <p:spPr>
          <a:xfrm>
            <a:off x="8957981" y="455781"/>
            <a:ext cx="779059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이충성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AD1E61B-DDD7-47D9-9ECA-A7B0AD96F780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#16,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9DF34745-A55F-4A6C-ADCE-B5777B3A83F0}"/>
              </a:ext>
            </a:extLst>
          </p:cNvPr>
          <p:cNvGraphicFramePr>
            <a:graphicFrameLocks noGrp="1"/>
          </p:cNvGraphicFramePr>
          <p:nvPr/>
        </p:nvGraphicFramePr>
        <p:xfrm>
          <a:off x="1534526" y="1564904"/>
          <a:ext cx="6560834" cy="628650"/>
        </p:xfrm>
        <a:graphic>
          <a:graphicData uri="http://schemas.openxmlformats.org/drawingml/2006/table">
            <a:tbl>
              <a:tblPr/>
              <a:tblGrid>
                <a:gridCol w="937262">
                  <a:extLst>
                    <a:ext uri="{9D8B030D-6E8A-4147-A177-3AD203B41FA5}">
                      <a16:colId xmlns:a16="http://schemas.microsoft.com/office/drawing/2014/main" val="2627307097"/>
                    </a:ext>
                  </a:extLst>
                </a:gridCol>
                <a:gridCol w="937262">
                  <a:extLst>
                    <a:ext uri="{9D8B030D-6E8A-4147-A177-3AD203B41FA5}">
                      <a16:colId xmlns:a16="http://schemas.microsoft.com/office/drawing/2014/main" val="3859300842"/>
                    </a:ext>
                  </a:extLst>
                </a:gridCol>
                <a:gridCol w="937262">
                  <a:extLst>
                    <a:ext uri="{9D8B030D-6E8A-4147-A177-3AD203B41FA5}">
                      <a16:colId xmlns:a16="http://schemas.microsoft.com/office/drawing/2014/main" val="1783826400"/>
                    </a:ext>
                  </a:extLst>
                </a:gridCol>
                <a:gridCol w="937262">
                  <a:extLst>
                    <a:ext uri="{9D8B030D-6E8A-4147-A177-3AD203B41FA5}">
                      <a16:colId xmlns:a16="http://schemas.microsoft.com/office/drawing/2014/main" val="582262114"/>
                    </a:ext>
                  </a:extLst>
                </a:gridCol>
                <a:gridCol w="937262">
                  <a:extLst>
                    <a:ext uri="{9D8B030D-6E8A-4147-A177-3AD203B41FA5}">
                      <a16:colId xmlns:a16="http://schemas.microsoft.com/office/drawing/2014/main" val="3696458000"/>
                    </a:ext>
                  </a:extLst>
                </a:gridCol>
                <a:gridCol w="937262">
                  <a:extLst>
                    <a:ext uri="{9D8B030D-6E8A-4147-A177-3AD203B41FA5}">
                      <a16:colId xmlns:a16="http://schemas.microsoft.com/office/drawing/2014/main" val="3852054853"/>
                    </a:ext>
                  </a:extLst>
                </a:gridCol>
                <a:gridCol w="937262">
                  <a:extLst>
                    <a:ext uri="{9D8B030D-6E8A-4147-A177-3AD203B41FA5}">
                      <a16:colId xmlns:a16="http://schemas.microsoft.com/office/drawing/2014/main" val="4109535322"/>
                    </a:ext>
                  </a:extLst>
                </a:gridCol>
              </a:tblGrid>
              <a:tr h="209550">
                <a:tc gridSpan="7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22782931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기본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기본품의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PO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설비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FAT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입고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설비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SAT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샘플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4013373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마더라인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23.05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25.03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25.04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25.04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‘25.07, 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26.01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5181254"/>
                  </a:ext>
                </a:extLst>
              </a:tr>
            </a:tbl>
          </a:graphicData>
        </a:graphic>
      </p:graphicFrame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04367255-F393-41F0-A9D6-B4AB71EBA6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2071560"/>
              </p:ext>
            </p:extLst>
          </p:nvPr>
        </p:nvGraphicFramePr>
        <p:xfrm>
          <a:off x="1534526" y="2209588"/>
          <a:ext cx="6560827" cy="1448209"/>
        </p:xfrm>
        <a:graphic>
          <a:graphicData uri="http://schemas.openxmlformats.org/drawingml/2006/table">
            <a:tbl>
              <a:tblPr/>
              <a:tblGrid>
                <a:gridCol w="937261">
                  <a:extLst>
                    <a:ext uri="{9D8B030D-6E8A-4147-A177-3AD203B41FA5}">
                      <a16:colId xmlns:a16="http://schemas.microsoft.com/office/drawing/2014/main" val="3380953301"/>
                    </a:ext>
                  </a:extLst>
                </a:gridCol>
                <a:gridCol w="937261">
                  <a:extLst>
                    <a:ext uri="{9D8B030D-6E8A-4147-A177-3AD203B41FA5}">
                      <a16:colId xmlns:a16="http://schemas.microsoft.com/office/drawing/2014/main" val="3868269044"/>
                    </a:ext>
                  </a:extLst>
                </a:gridCol>
                <a:gridCol w="937261">
                  <a:extLst>
                    <a:ext uri="{9D8B030D-6E8A-4147-A177-3AD203B41FA5}">
                      <a16:colId xmlns:a16="http://schemas.microsoft.com/office/drawing/2014/main" val="1734092222"/>
                    </a:ext>
                  </a:extLst>
                </a:gridCol>
                <a:gridCol w="937261">
                  <a:extLst>
                    <a:ext uri="{9D8B030D-6E8A-4147-A177-3AD203B41FA5}">
                      <a16:colId xmlns:a16="http://schemas.microsoft.com/office/drawing/2014/main" val="2612290449"/>
                    </a:ext>
                  </a:extLst>
                </a:gridCol>
                <a:gridCol w="937261">
                  <a:extLst>
                    <a:ext uri="{9D8B030D-6E8A-4147-A177-3AD203B41FA5}">
                      <a16:colId xmlns:a16="http://schemas.microsoft.com/office/drawing/2014/main" val="3936799727"/>
                    </a:ext>
                  </a:extLst>
                </a:gridCol>
                <a:gridCol w="937261">
                  <a:extLst>
                    <a:ext uri="{9D8B030D-6E8A-4147-A177-3AD203B41FA5}">
                      <a16:colId xmlns:a16="http://schemas.microsoft.com/office/drawing/2014/main" val="2396991430"/>
                    </a:ext>
                  </a:extLst>
                </a:gridCol>
                <a:gridCol w="937261">
                  <a:extLst>
                    <a:ext uri="{9D8B030D-6E8A-4147-A177-3AD203B41FA5}">
                      <a16:colId xmlns:a16="http://schemas.microsoft.com/office/drawing/2014/main" val="1266087535"/>
                    </a:ext>
                  </a:extLst>
                </a:gridCol>
              </a:tblGrid>
              <a:tr h="153176"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공정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호기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국내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92455436"/>
                  </a:ext>
                </a:extLst>
              </a:tr>
              <a:tr h="22280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FAT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조립 착수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설비 턴온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단동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연동 </a:t>
                      </a:r>
                      <a:r>
                        <a:rPr 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Test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샘플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8588635"/>
                  </a:ext>
                </a:extLst>
              </a:tr>
              <a:tr h="153176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NND(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음극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(‘25.04.18)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(‘25.04.30~)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(‘25.05.30~)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(‘25.06.07~)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7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‘’26.01 E79E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b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샘플 생산 예정</a:t>
                      </a:r>
                      <a:endParaRPr lang="en-US" altLang="ko-KR" sz="900" b="0" i="0" u="none" strike="noStrike" kern="120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3904174"/>
                  </a:ext>
                </a:extLst>
              </a:tr>
              <a:tr h="153176"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LAMI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FAT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미진행</a:t>
                      </a:r>
                      <a:endParaRPr lang="en-US" altLang="ko-KR" sz="900" b="0" i="0" u="none" strike="noStrike" kern="120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(‘25.04.05~)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(‘25.04.30~)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(‘25.06.15~)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900" b="0" i="0" u="none" strike="noStrike" kern="120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17461176"/>
                  </a:ext>
                </a:extLst>
              </a:tr>
              <a:tr h="15317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60348949"/>
                  </a:ext>
                </a:extLst>
              </a:tr>
              <a:tr h="153176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H-LAMI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78238421"/>
                  </a:ext>
                </a:extLst>
              </a:tr>
              <a:tr h="153176"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STK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0203105"/>
                  </a:ext>
                </a:extLst>
              </a:tr>
              <a:tr h="15317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49920828"/>
                  </a:ext>
                </a:extLst>
              </a:tr>
              <a:tr h="153176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PKG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(‘25.03.15)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(‘25.03.15~)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(‘25.04.21~)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(‘25.06.30~)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900" b="0" i="0" u="none" strike="noStrike" kern="120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5885310"/>
                  </a:ext>
                </a:extLst>
              </a:tr>
            </a:tbl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460883AC-BEE6-4034-A17B-AEBF537760F8}"/>
              </a:ext>
            </a:extLst>
          </p:cNvPr>
          <p:cNvGrpSpPr/>
          <p:nvPr/>
        </p:nvGrpSpPr>
        <p:grpSpPr>
          <a:xfrm>
            <a:off x="7168249" y="1619880"/>
            <a:ext cx="908971" cy="560572"/>
            <a:chOff x="4509741" y="4684212"/>
            <a:chExt cx="1009375" cy="484980"/>
          </a:xfrm>
        </p:grpSpPr>
        <p:sp>
          <p:nvSpPr>
            <p:cNvPr id="37" name="이등변 삼각형 36">
              <a:extLst>
                <a:ext uri="{FF2B5EF4-FFF2-40B4-BE49-F238E27FC236}">
                  <a16:creationId xmlns:a16="http://schemas.microsoft.com/office/drawing/2014/main" id="{862466EC-6F96-429C-91C6-ACB07A5EA16E}"/>
                </a:ext>
              </a:extLst>
            </p:cNvPr>
            <p:cNvSpPr/>
            <p:nvPr/>
          </p:nvSpPr>
          <p:spPr>
            <a:xfrm rot="10800000">
              <a:off x="4921945" y="4684212"/>
              <a:ext cx="184967" cy="92984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endParaRPr>
            </a:p>
          </p:txBody>
        </p: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9E4DF027-7825-4F37-92AE-A4992660F188}"/>
                </a:ext>
              </a:extLst>
            </p:cNvPr>
            <p:cNvSpPr/>
            <p:nvPr/>
          </p:nvSpPr>
          <p:spPr>
            <a:xfrm>
              <a:off x="4509741" y="4814028"/>
              <a:ext cx="1009375" cy="355164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endParaRPr>
            </a:p>
          </p:txBody>
        </p:sp>
      </p:grp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60DE9EA1-B135-4218-BD2B-0CD057D83C2F}"/>
              </a:ext>
            </a:extLst>
          </p:cNvPr>
          <p:cNvSpPr/>
          <p:nvPr/>
        </p:nvSpPr>
        <p:spPr>
          <a:xfrm>
            <a:off x="7155404" y="2376687"/>
            <a:ext cx="921799" cy="1272233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BDE82F3A-E745-4372-A1E8-C8870DC291AD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744615" cy="43088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파우치 신규 증설 라인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_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ESOC2 OC10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동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_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마더라인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54304740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49166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셀추적기술팀</a:t>
            </a:r>
          </a:p>
        </p:txBody>
      </p:sp>
      <p:sp>
        <p:nvSpPr>
          <p:cNvPr id="30" name="내용 개체 틀 20">
            <a:extLst>
              <a:ext uri="{FF2B5EF4-FFF2-40B4-BE49-F238E27FC236}">
                <a16:creationId xmlns:a16="http://schemas.microsoft.com/office/drawing/2014/main" id="{6F0A1984-ACC2-4062-BE1D-9FBF00C4EB71}"/>
              </a:ext>
            </a:extLst>
          </p:cNvPr>
          <p:cNvSpPr txBox="1">
            <a:spLocks/>
          </p:cNvSpPr>
          <p:nvPr/>
        </p:nvSpPr>
        <p:spPr>
          <a:xfrm>
            <a:off x="108656" y="593629"/>
            <a:ext cx="575708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■ 신규 증설 라인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_ ESOC1 OC 5</a:t>
            </a: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동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_Top Terminal, Side Terminal Pilot</a:t>
            </a: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31" name="표 1">
            <a:extLst>
              <a:ext uri="{FF2B5EF4-FFF2-40B4-BE49-F238E27FC236}">
                <a16:creationId xmlns:a16="http://schemas.microsoft.com/office/drawing/2014/main" id="{49B0A808-D122-47A1-8FDD-5E8A1F67FAF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574275"/>
              </p:ext>
            </p:extLst>
          </p:nvPr>
        </p:nvGraphicFramePr>
        <p:xfrm>
          <a:off x="92635" y="875711"/>
          <a:ext cx="9777536" cy="5720398"/>
        </p:xfrm>
        <a:graphic>
          <a:graphicData uri="http://schemas.openxmlformats.org/drawingml/2006/table">
            <a:tbl>
              <a:tblPr/>
              <a:tblGrid>
                <a:gridCol w="7479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00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90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106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948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956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808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신형 모델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셀 추적 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구축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각형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</a:t>
                      </a:r>
                    </a:p>
                  </a:txBody>
                  <a:tcPr marL="36000" marR="6273" marT="72000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TT Pilot, ST Pilot</a:t>
                      </a: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tabLst>
                          <a:tab pos="4124325" algn="l"/>
                        </a:tabLst>
                      </a:pPr>
                      <a:r>
                        <a:rPr lang="en-US" altLang="ko-KR" sz="10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(W51)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핵심 내용은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IM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向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B1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샘플 준비입니다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 PKG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샘플 생산은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12/17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부터 진행 예정입니다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>
                        <a:tabLst>
                          <a:tab pos="4124325" algn="l"/>
                        </a:tabLst>
                      </a:pPr>
                      <a:endParaRPr lang="en-US" altLang="ko-KR" sz="10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endParaRPr lang="en-US" altLang="ko-KR" sz="10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배경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EV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시장 내 신형 모델 비중 확대에 따라 당사 포트폴리오 강화 및 시장 경쟁력 강화를 위해 신형 모델 개발 및 양산 준비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GM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向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VW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向 신형 모델의 제품 추적성을 확보하기 위해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셀추적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기술 적용 필요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사항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파일럿 라인 투자 관련</a:t>
                      </a: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-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각형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Pilot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라인은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GM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向 단방향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TT(Top Terminal)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사양과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VW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向 양방향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ST(Side Terminal)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두가지 모델을 대응하기 위해</a:t>
                      </a: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OC5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동에 셋업 및 샘플 생산 예정입니다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- TT(Top Terminal) GM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向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TT Pilot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셀추적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완료하였습니다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.(’24.12/21)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- ST(Side Terminal) VW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向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Pilot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 </a:t>
                      </a:r>
                      <a:r>
                        <a:rPr lang="ko-KR" altLang="en-US" sz="10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집행품의 및 </a:t>
                      </a:r>
                      <a:r>
                        <a:rPr lang="en-US" altLang="ko-KR" sz="10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PR </a:t>
                      </a:r>
                      <a:r>
                        <a:rPr lang="ko-KR" altLang="en-US" sz="10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관련 그룹장님께 투자비 보고 드렸습니다</a:t>
                      </a:r>
                      <a:r>
                        <a:rPr lang="en-US" altLang="ko-KR" sz="10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.(2/27)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ST </a:t>
                      </a:r>
                      <a:r>
                        <a:rPr lang="ko-KR" altLang="en-US" sz="10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관련 고객사 </a:t>
                      </a:r>
                      <a:r>
                        <a:rPr lang="en-US" altLang="ko-KR" sz="10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VW</a:t>
                      </a:r>
                      <a:r>
                        <a:rPr lang="ko-KR" altLang="en-US" sz="10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과 샘플관련 협의 중으로 </a:t>
                      </a:r>
                      <a:r>
                        <a:rPr lang="en-US" altLang="ko-KR" sz="10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Sider Terminal </a:t>
                      </a:r>
                      <a:r>
                        <a:rPr lang="ko-KR" altLang="en-US" sz="10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투자에 대한 설비를 포함한 집행품의는 보류 중입니다</a:t>
                      </a:r>
                      <a:r>
                        <a:rPr lang="en-US" altLang="ko-KR" sz="10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.(2/28~)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파일럿 설비 셋업 진행 현황</a:t>
                      </a: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 -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샘플 일정은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DOE(9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월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)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→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형교환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(10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월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)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→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IM ESS B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샘플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(11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월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)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→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GM EV B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샘플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(’26.1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월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로 예정되어 있습니다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    10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월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IM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向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ESS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모델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형교환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중에 있으며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, Pre-welding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이후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3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개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스택셀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스태킹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하는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단동기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관련 추적성 확보하겠습니다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    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단동기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형태로 추적성 고려가 안된 설비가 설치되어 해당 관련 논의 및 컨셉 구체화 중입니다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.(10/14)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 - DNC 1-4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호기 설비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SAT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간  인식률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99.99%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로 확인하였습니다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 (18,780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회 중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18,778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회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인식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) (11/14)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-.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파일럿 샘플</a:t>
                      </a: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 - IM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向 샘플의 경우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12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월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17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일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PKG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투입 예정으로 셋업 진행 중입니다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셀추적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BCR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세팅도 완료하였습니다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 (12/12)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   Pre-welding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이후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3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개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스택셀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스태킹하는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Pairing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공정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셀추적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검증 및 제어 작업 진행중입니다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   12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월 생산 예정인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IM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向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B1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샘플은 작업자가 수동으로 투입하여 트레이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ID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로 추적을 하고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이후 빌드 부터는 인라인 구성됩니다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-. LV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라인 투자 관련</a:t>
                      </a: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 -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셀추적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견적 요청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(RFQ)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진행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(7/28)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후 투자비 검토 결과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13.55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억원으로 서면보고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(8/11)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완료 후 기획팀 제출하였습니다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 -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고객사 요청 사항으로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EV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모델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BET Gen2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→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BEV N(</a:t>
                      </a:r>
                      <a:r>
                        <a:rPr lang="en-US" altLang="ko-KR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LMR&amp;Hi-Ni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)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변경되어 투자 일정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재수립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중입니다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IM</a:t>
                      </a: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en-US" altLang="ko-KR" sz="1000" b="0" i="0" u="none" strike="sngStrike" kern="1200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’25.11</a:t>
                      </a:r>
                      <a:endParaRPr lang="en-US" altLang="ko-KR" sz="1000" b="0" i="0" u="none" strike="sngStrike" kern="1200" baseline="0" dirty="0">
                        <a:solidFill>
                          <a:schemeClr val="tx1"/>
                        </a:solidFill>
                        <a:effectLst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171450" marR="0" indent="-171450" algn="ctr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à"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‘26.12</a:t>
                      </a:r>
                    </a:p>
                    <a:p>
                      <a:pPr marL="0" marR="0" indent="0" algn="ctr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(B 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샘플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</a:t>
                      </a:r>
                    </a:p>
                    <a:p>
                      <a:pPr marL="0" marR="0" indent="0" algn="ctr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GM</a:t>
                      </a: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‘25.9</a:t>
                      </a:r>
                    </a:p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en-US" altLang="ko-KR" sz="1000" b="0" i="0" u="none" strike="sngStrike" kern="1200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’25.12</a:t>
                      </a:r>
                      <a:endParaRPr lang="en-US" altLang="ko-KR" sz="1000" b="0" i="0" u="none" strike="sngStrike" kern="1200" baseline="0" dirty="0">
                        <a:solidFill>
                          <a:schemeClr val="tx1"/>
                        </a:solidFill>
                        <a:effectLst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indent="0" algn="ctr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‘26.01</a:t>
                      </a:r>
                      <a:b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(B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샘플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indent="0" algn="ctr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indent="0" algn="ctr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VW</a:t>
                      </a:r>
                    </a:p>
                    <a:p>
                      <a:pPr marL="0" marR="0" indent="0" algn="ctr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(B 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샘플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</a:t>
                      </a:r>
                    </a:p>
                    <a:p>
                      <a:pPr marL="0" marR="0" indent="0" algn="ctr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미정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김승필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P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이충성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A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10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김준범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P)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285899"/>
                  </a:ext>
                </a:extLst>
              </a:tr>
            </a:tbl>
          </a:graphicData>
        </a:graphic>
      </p:graphicFrame>
      <p:sp>
        <p:nvSpPr>
          <p:cNvPr id="33" name="TextBox 32">
            <a:extLst>
              <a:ext uri="{FF2B5EF4-FFF2-40B4-BE49-F238E27FC236}">
                <a16:creationId xmlns:a16="http://schemas.microsoft.com/office/drawing/2014/main" id="{708B1D54-9D52-42CB-82CB-E5D69946BACE}"/>
              </a:ext>
            </a:extLst>
          </p:cNvPr>
          <p:cNvSpPr txBox="1"/>
          <p:nvPr/>
        </p:nvSpPr>
        <p:spPr>
          <a:xfrm>
            <a:off x="7994708" y="59243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12/16 10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시</a:t>
            </a:r>
          </a:p>
        </p:txBody>
      </p: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66252906-857F-42C8-86CE-4F1F8E43E2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4948704"/>
              </p:ext>
            </p:extLst>
          </p:nvPr>
        </p:nvGraphicFramePr>
        <p:xfrm>
          <a:off x="1419057" y="1326289"/>
          <a:ext cx="7138539" cy="861060"/>
        </p:xfrm>
        <a:graphic>
          <a:graphicData uri="http://schemas.openxmlformats.org/drawingml/2006/table">
            <a:tbl>
              <a:tblPr/>
              <a:tblGrid>
                <a:gridCol w="793171">
                  <a:extLst>
                    <a:ext uri="{9D8B030D-6E8A-4147-A177-3AD203B41FA5}">
                      <a16:colId xmlns:a16="http://schemas.microsoft.com/office/drawing/2014/main" val="404094998"/>
                    </a:ext>
                  </a:extLst>
                </a:gridCol>
                <a:gridCol w="793171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793171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793171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793171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793171">
                  <a:extLst>
                    <a:ext uri="{9D8B030D-6E8A-4147-A177-3AD203B41FA5}">
                      <a16:colId xmlns:a16="http://schemas.microsoft.com/office/drawing/2014/main" val="2713401225"/>
                    </a:ext>
                  </a:extLst>
                </a:gridCol>
                <a:gridCol w="793171">
                  <a:extLst>
                    <a:ext uri="{9D8B030D-6E8A-4147-A177-3AD203B41FA5}">
                      <a16:colId xmlns:a16="http://schemas.microsoft.com/office/drawing/2014/main" val="2261928765"/>
                    </a:ext>
                  </a:extLst>
                </a:gridCol>
                <a:gridCol w="793171">
                  <a:extLst>
                    <a:ext uri="{9D8B030D-6E8A-4147-A177-3AD203B41FA5}">
                      <a16:colId xmlns:a16="http://schemas.microsoft.com/office/drawing/2014/main" val="1950775659"/>
                    </a:ext>
                  </a:extLst>
                </a:gridCol>
                <a:gridCol w="793171">
                  <a:extLst>
                    <a:ext uri="{9D8B030D-6E8A-4147-A177-3AD203B41FA5}">
                      <a16:colId xmlns:a16="http://schemas.microsoft.com/office/drawing/2014/main" val="142338358"/>
                    </a:ext>
                  </a:extLst>
                </a:gridCol>
              </a:tblGrid>
              <a:tr h="13513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진행 계획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35133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컨셉 검토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집행품의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/PO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설비 입고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Set-up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DOE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(Pre B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샘플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형교환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시운전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샘플생산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샘플생산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35133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Pilot 1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호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(GM)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‘24.10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’24.12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’25.06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 ’25.07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‘25.11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‘25.12(IM)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‘25.12(GM)</a:t>
                      </a:r>
                      <a:br>
                        <a:rPr kumimoji="0" lang="en-US" altLang="ko-KR" sz="900" b="0" i="0" u="none" strike="noStrike" kern="1200" cap="none" spc="-4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 ’26.01</a:t>
                      </a:r>
                      <a:endParaRPr kumimoji="0" lang="en-US" altLang="ko-KR" sz="900" b="0" i="0" u="none" strike="noStrike" kern="1200" cap="none" spc="-4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  <a:tr h="135133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Pilot 2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호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(VW)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‘24.12</a:t>
                      </a:r>
                      <a:endParaRPr kumimoji="0" lang="ko-KR" altLang="en-US" sz="9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‘25.02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보류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TBD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TBD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TBD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TBD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TBD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5362196"/>
                  </a:ext>
                </a:extLst>
              </a:tr>
            </a:tbl>
          </a:graphicData>
        </a:graphic>
      </p:graphicFrame>
      <p:sp>
        <p:nvSpPr>
          <p:cNvPr id="39" name="내용 개체 틀 20">
            <a:extLst>
              <a:ext uri="{FF2B5EF4-FFF2-40B4-BE49-F238E27FC236}">
                <a16:creationId xmlns:a16="http://schemas.microsoft.com/office/drawing/2014/main" id="{BD947726-D688-4BA1-ABAE-873172B470A3}"/>
              </a:ext>
            </a:extLst>
          </p:cNvPr>
          <p:cNvSpPr txBox="1">
            <a:spLocks/>
          </p:cNvSpPr>
          <p:nvPr/>
        </p:nvSpPr>
        <p:spPr>
          <a:xfrm>
            <a:off x="8957980" y="455781"/>
            <a:ext cx="779060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김승필</a:t>
            </a: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F16C09B3-63CD-4A14-8968-9D6E761235E9}"/>
              </a:ext>
            </a:extLst>
          </p:cNvPr>
          <p:cNvGrpSpPr/>
          <p:nvPr/>
        </p:nvGrpSpPr>
        <p:grpSpPr>
          <a:xfrm>
            <a:off x="6163723" y="2563372"/>
            <a:ext cx="2479763" cy="621200"/>
            <a:chOff x="5888538" y="4587421"/>
            <a:chExt cx="3661491" cy="995210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0FB554E6-96AF-429C-9FA7-A6793895456B}"/>
                </a:ext>
              </a:extLst>
            </p:cNvPr>
            <p:cNvSpPr txBox="1"/>
            <p:nvPr/>
          </p:nvSpPr>
          <p:spPr>
            <a:xfrm>
              <a:off x="7199009" y="5296594"/>
              <a:ext cx="94769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[</a:t>
              </a:r>
              <a:r>
                <a:rPr kumimoji="0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스택 완료 형태</a:t>
              </a:r>
              <a:r>
                <a:rPr kumimoji="0" lang="en-US" altLang="ko-KR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rPr>
                <a:t>]</a:t>
              </a:r>
              <a:endPara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endParaRPr>
            </a:p>
          </p:txBody>
        </p:sp>
        <p:grpSp>
          <p:nvGrpSpPr>
            <p:cNvPr id="18" name="그룹 17">
              <a:extLst>
                <a:ext uri="{FF2B5EF4-FFF2-40B4-BE49-F238E27FC236}">
                  <a16:creationId xmlns:a16="http://schemas.microsoft.com/office/drawing/2014/main" id="{B1F3967C-1AA6-4D0D-9577-54BB36488545}"/>
                </a:ext>
              </a:extLst>
            </p:cNvPr>
            <p:cNvGrpSpPr/>
            <p:nvPr/>
          </p:nvGrpSpPr>
          <p:grpSpPr>
            <a:xfrm>
              <a:off x="7806216" y="4587421"/>
              <a:ext cx="1743813" cy="995210"/>
              <a:chOff x="7806216" y="4587421"/>
              <a:chExt cx="1743813" cy="995210"/>
            </a:xfrm>
          </p:grpSpPr>
          <p:pic>
            <p:nvPicPr>
              <p:cNvPr id="22" name="그림 21">
                <a:extLst>
                  <a:ext uri="{FF2B5EF4-FFF2-40B4-BE49-F238E27FC236}">
                    <a16:creationId xmlns:a16="http://schemas.microsoft.com/office/drawing/2014/main" id="{3DFFF463-4B23-4A74-9629-B3BDD6AC4EC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806216" y="4587421"/>
                <a:ext cx="984392" cy="647219"/>
              </a:xfrm>
              <a:prstGeom prst="rect">
                <a:avLst/>
              </a:prstGeom>
            </p:spPr>
          </p:pic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D38B4DF4-C1BA-472F-AE61-02B15E514A8D}"/>
                  </a:ext>
                </a:extLst>
              </p:cNvPr>
              <p:cNvSpPr txBox="1"/>
              <p:nvPr/>
            </p:nvSpPr>
            <p:spPr>
              <a:xfrm>
                <a:off x="8266690" y="4990932"/>
                <a:ext cx="1283339" cy="5916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Side Terminal</a:t>
                </a:r>
              </a:p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Type</a:t>
                </a:r>
                <a:endParaRPr kumimoji="0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endParaRPr>
              </a:p>
            </p:txBody>
          </p:sp>
        </p:grpSp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B1BC6BE0-2C3F-475F-BDF1-6D95E42B49F1}"/>
                </a:ext>
              </a:extLst>
            </p:cNvPr>
            <p:cNvGrpSpPr/>
            <p:nvPr/>
          </p:nvGrpSpPr>
          <p:grpSpPr>
            <a:xfrm>
              <a:off x="5888538" y="4587838"/>
              <a:ext cx="1784319" cy="994793"/>
              <a:chOff x="5888538" y="4587838"/>
              <a:chExt cx="1784319" cy="994793"/>
            </a:xfrm>
          </p:grpSpPr>
          <p:pic>
            <p:nvPicPr>
              <p:cNvPr id="20" name="그림 19">
                <a:extLst>
                  <a:ext uri="{FF2B5EF4-FFF2-40B4-BE49-F238E27FC236}">
                    <a16:creationId xmlns:a16="http://schemas.microsoft.com/office/drawing/2014/main" id="{9466B8CC-BF12-4BF4-9813-965DFC21F3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 flipH="1">
                <a:off x="6688466" y="4587838"/>
                <a:ext cx="984391" cy="646802"/>
              </a:xfrm>
              <a:prstGeom prst="rect">
                <a:avLst/>
              </a:prstGeom>
            </p:spPr>
          </p:pic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B89C2584-40BA-4660-A9CB-CE612D5EE13A}"/>
                  </a:ext>
                </a:extLst>
              </p:cNvPr>
              <p:cNvSpPr txBox="1"/>
              <p:nvPr/>
            </p:nvSpPr>
            <p:spPr>
              <a:xfrm>
                <a:off x="5888538" y="4990932"/>
                <a:ext cx="1245468" cy="5916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Top</a:t>
                </a:r>
                <a:r>
                  <a:rPr kumimoji="0" lang="ko-KR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 </a:t>
                </a:r>
                <a:r>
                  <a:rPr kumimoji="0" lang="en-US" altLang="ko-KR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Terminal</a:t>
                </a:r>
              </a:p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+mn-cs"/>
                  </a:rPr>
                  <a:t>Type</a:t>
                </a:r>
                <a:endParaRPr kumimoji="0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n-cs"/>
                </a:endParaRPr>
              </a:p>
            </p:txBody>
          </p:sp>
        </p:grp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F6FE405D-751E-4E1D-BD6D-6620CA8BEFB6}"/>
              </a:ext>
            </a:extLst>
          </p:cNvPr>
          <p:cNvSpPr txBox="1"/>
          <p:nvPr/>
        </p:nvSpPr>
        <p:spPr>
          <a:xfrm>
            <a:off x="6163723" y="577934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#17,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B494B0A-60B9-450B-B235-E9FFB71C37AA}"/>
              </a:ext>
            </a:extLst>
          </p:cNvPr>
          <p:cNvSpPr txBox="1"/>
          <p:nvPr/>
        </p:nvSpPr>
        <p:spPr>
          <a:xfrm>
            <a:off x="1" y="1959958"/>
            <a:ext cx="805758" cy="784830"/>
          </a:xfrm>
          <a:prstGeom prst="rect">
            <a:avLst/>
          </a:prstGeom>
          <a:noFill/>
        </p:spPr>
        <p:txBody>
          <a:bodyPr wrap="square" lIns="36000" tIns="45720" rIns="3600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전주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6/19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차기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C5FBC74D-C4F9-40FD-9D34-93473127651C}"/>
              </a:ext>
            </a:extLst>
          </p:cNvPr>
          <p:cNvSpPr/>
          <p:nvPr/>
        </p:nvSpPr>
        <p:spPr>
          <a:xfrm>
            <a:off x="2987200" y="2030036"/>
            <a:ext cx="805758" cy="132024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A5185E68-E0E4-4586-B92D-D514E33000F6}"/>
              </a:ext>
            </a:extLst>
          </p:cNvPr>
          <p:cNvSpPr txBox="1"/>
          <p:nvPr/>
        </p:nvSpPr>
        <p:spPr>
          <a:xfrm>
            <a:off x="5548738" y="1286079"/>
            <a:ext cx="2909661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┏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DOE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및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B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샘플 이전 설비 검증을 위한 샘플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43E22224-4BC7-4E1D-93C3-769FDC782523}"/>
              </a:ext>
            </a:extLst>
          </p:cNvPr>
          <p:cNvGrpSpPr/>
          <p:nvPr/>
        </p:nvGrpSpPr>
        <p:grpSpPr>
          <a:xfrm>
            <a:off x="6973348" y="1263447"/>
            <a:ext cx="798543" cy="766589"/>
            <a:chOff x="4496898" y="4742383"/>
            <a:chExt cx="1358100" cy="367888"/>
          </a:xfrm>
        </p:grpSpPr>
        <p:sp>
          <p:nvSpPr>
            <p:cNvPr id="14" name="이등변 삼각형 13">
              <a:extLst>
                <a:ext uri="{FF2B5EF4-FFF2-40B4-BE49-F238E27FC236}">
                  <a16:creationId xmlns:a16="http://schemas.microsoft.com/office/drawing/2014/main" id="{38F474A1-85A1-444F-BD87-7FFE4E4BD9FA}"/>
                </a:ext>
              </a:extLst>
            </p:cNvPr>
            <p:cNvSpPr/>
            <p:nvPr/>
          </p:nvSpPr>
          <p:spPr>
            <a:xfrm rot="10800000">
              <a:off x="4730348" y="4742383"/>
              <a:ext cx="241074" cy="92984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AB8389C8-D186-47FD-AF67-EB95832D7EFE}"/>
                </a:ext>
              </a:extLst>
            </p:cNvPr>
            <p:cNvSpPr/>
            <p:nvPr/>
          </p:nvSpPr>
          <p:spPr>
            <a:xfrm>
              <a:off x="4496898" y="4840580"/>
              <a:ext cx="1358100" cy="269691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36D5F857-C472-DCFE-03AC-BA2D74A7F9DE}"/>
              </a:ext>
            </a:extLst>
          </p:cNvPr>
          <p:cNvSpPr txBox="1"/>
          <p:nvPr/>
        </p:nvSpPr>
        <p:spPr>
          <a:xfrm>
            <a:off x="9071628" y="2187349"/>
            <a:ext cx="2909661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┌ 고객사 모델 변경으로 일정 변경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샘플 생산 일정 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재수립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B703216-3AAD-7829-811F-1A2153DE3BCE}"/>
              </a:ext>
            </a:extLst>
          </p:cNvPr>
          <p:cNvSpPr txBox="1"/>
          <p:nvPr/>
        </p:nvSpPr>
        <p:spPr>
          <a:xfrm>
            <a:off x="9122662" y="1629490"/>
            <a:ext cx="2909661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└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GM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향 일정 변동으로 인한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IM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향 일정 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재수립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33AF3AE4-DC50-4BAA-9E90-D42B3EA03081}"/>
              </a:ext>
            </a:extLst>
          </p:cNvPr>
          <p:cNvSpPr txBox="1"/>
          <p:nvPr/>
        </p:nvSpPr>
        <p:spPr>
          <a:xfrm>
            <a:off x="6342613" y="1659831"/>
            <a:ext cx="2909661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└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IM ESS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샘플 생산을 위한 형 교환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152ADA07-244C-B9A6-704F-1A97BF78046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669215" y="4505344"/>
            <a:ext cx="823031" cy="634039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055EA986-C503-1045-205C-2E122A72BE75}"/>
              </a:ext>
            </a:extLst>
          </p:cNvPr>
          <p:cNvSpPr txBox="1"/>
          <p:nvPr/>
        </p:nvSpPr>
        <p:spPr>
          <a:xfrm>
            <a:off x="7703064" y="5159102"/>
            <a:ext cx="75533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dirty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Paired Cell</a:t>
            </a: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85727604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03159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셀추적기술팀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4337495"/>
              </p:ext>
            </p:extLst>
          </p:nvPr>
        </p:nvGraphicFramePr>
        <p:xfrm>
          <a:off x="119275" y="899044"/>
          <a:ext cx="9688790" cy="5731081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 dirty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노칭 전극 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특정 라미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설비 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선별 투입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E71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모델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생산 라인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라미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),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E81B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모델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생산 라인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라미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금주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(W51)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핵심내용은 </a:t>
                      </a:r>
                      <a:r>
                        <a:rPr lang="ko-KR" altLang="en-US" sz="1000" b="0" i="0" u="none" strike="noStrike" baseline="0" noProof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노칭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Tab Pitch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조건 선별 투입을 위한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SPC, MES, MQ Infra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개발 진행 중입니다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.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 컨셉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 : </a:t>
                      </a:r>
                      <a:r>
                        <a:rPr lang="ko-KR" altLang="en-US" sz="900" kern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  <a:t>라미</a:t>
                      </a:r>
                      <a:r>
                        <a:rPr lang="ko-KR" altLang="en-US" sz="9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  <a:t> 투입 후 불량 유발 위험 있는 </a:t>
                      </a:r>
                      <a:r>
                        <a:rPr lang="en-US" altLang="ko-KR" sz="9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  <a:t>Pancake</a:t>
                      </a:r>
                      <a:r>
                        <a:rPr lang="ko-KR" altLang="en-US" sz="9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  <a:t>를 특정 조건으로 선별하여 특정 </a:t>
                      </a:r>
                      <a:r>
                        <a:rPr lang="ko-KR" altLang="en-US" sz="900" kern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  <a:t>라미에</a:t>
                      </a:r>
                      <a:r>
                        <a:rPr lang="ko-KR" altLang="en-US" sz="9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  <a:t> 투입</a:t>
                      </a:r>
                      <a:endParaRPr lang="en-US" altLang="ko-KR" sz="900" kern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</a:endParaRP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9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</a:b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대상 호기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 : </a:t>
                      </a:r>
                      <a:r>
                        <a:rPr lang="en-US" altLang="ko-KR" sz="9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  <a:t>Global </a:t>
                      </a:r>
                      <a:r>
                        <a:rPr lang="ko-KR" altLang="en-US" sz="9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  <a:t>대표라인 </a:t>
                      </a:r>
                      <a:r>
                        <a:rPr lang="en-US" altLang="ko-KR" sz="9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  <a:t>ESWA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  <a:t>E71,E81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  <a:t> 모델 생산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  <a:t>노칭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  <a:t>~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  <a:t>라미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  <a:t> 설비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  <a:t>)</a:t>
                      </a:r>
                      <a:r>
                        <a:rPr lang="en-US" altLang="ko-KR" sz="9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ko-KR" altLang="en-US" sz="9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  <a:t>대상</a:t>
                      </a:r>
                      <a:r>
                        <a:rPr lang="en-US" altLang="ko-KR" sz="9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  <a:t>    </a:t>
                      </a:r>
                    </a:p>
                    <a:p>
                      <a:pPr marL="0" lv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사항</a:t>
                      </a: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kern="1200" noProof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1) 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현재 규칙 및 최신 효과성 검증 결과</a:t>
                      </a:r>
                      <a:endParaRPr lang="en-US" altLang="ko-KR" sz="900" kern="1200" noProof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kern="1200" noProof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kern="1200" noProof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kern="1200" noProof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kern="1200" noProof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kern="1200" noProof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kern="1200" noProof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kern="1200" noProof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kern="1200" noProof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kern="1200" noProof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kern="1200" noProof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kern="1200" noProof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2)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진행 사항</a:t>
                      </a: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</a:t>
                      </a:r>
                      <a:b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: 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다빈치를 통해 </a:t>
                      </a: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Bending 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규칙의 효과성에 대해 대량의 데이터</a:t>
                      </a: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(348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 </a:t>
                      </a: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Pancake)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 분석한 결과 동일 </a:t>
                      </a: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Bending Pancake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의 </a:t>
                      </a:r>
                      <a:r>
                        <a:rPr lang="ko-KR" altLang="en-US" sz="900" kern="1200" noProof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라미</a:t>
                      </a: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kern="1200" noProof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수율이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0.11% 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높았습니다</a:t>
                      </a: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(12/1)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법인으로 내용 공유하였고</a:t>
                      </a: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수평전개를 추진하기로 협의하였습니다</a:t>
                      </a: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수평전개 추진을 위해 법인 </a:t>
                      </a:r>
                      <a:r>
                        <a:rPr lang="en-US" altLang="ko-KR" sz="900" kern="1200" noProof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Prcess</a:t>
                      </a: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/Tech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팀으로 기술 컨셉 및 효과성 검증 자료 송부 </a:t>
                      </a:r>
                      <a:b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하였으며</a:t>
                      </a: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 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법인 제어 팀과 내부적 논의를 거쳐 </a:t>
                      </a: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Normal 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생산 재개가 되는 차년도 </a:t>
                      </a: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월부터 수평전개 진행 할 예정입니다</a:t>
                      </a: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kern="1200" noProof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algn="l" rtl="0" fontAlgn="ctr"/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: Tap Pitch 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선별 투입 조건 적용을 위해 데이터통합분석팀</a:t>
                      </a: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공정검사</a:t>
                      </a: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DX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팀</a:t>
                      </a: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(SPC), 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</a:t>
                      </a: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MES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팀 과 </a:t>
                      </a: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Spec 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논의 예정입니다</a:t>
                      </a: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(12/4)</a:t>
                      </a:r>
                      <a:b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</a:t>
                      </a:r>
                      <a:r>
                        <a:rPr lang="ko-KR" altLang="en-US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데이터통합분석팀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공정검사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DX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팀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조립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MES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팀과 </a:t>
                      </a:r>
                      <a:r>
                        <a:rPr lang="ko-KR" alt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노칭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Tab Pitch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선별 투입 조건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예외조건에 대해 실무 논의 완료하였고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(12/4), </a:t>
                      </a:r>
                      <a:b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        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투자비 이관 완료 하였으며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양산 적용을 위한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SPC, Infra(MQ), MES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개발 진행 중입니다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유관 부서 세 팀의 개발이 모두 필요한 상황으로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b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        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행정 처리는 완료하였으며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금년도 안으로 기술 개발 및 적용이 가능 할 것으로 사료 됩니다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(~12/31).</a:t>
                      </a:r>
                      <a:r>
                        <a:rPr lang="en-US" altLang="ko-KR" sz="9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br>
                        <a:rPr lang="en-US" altLang="ko-KR" sz="9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 *SPC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와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MES MQ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통신 간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신규 규칙을 위한 통신 사양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컬럼 추가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변경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개발 필요하여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SPC(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공정검사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DX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),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MQ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 통신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(Infra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),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MES DB(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조립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MES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itchFamily="34" charset="0"/>
                          <a:ea typeface="LG스마트체 Regular" pitchFamily="50" charset="-127"/>
                          <a:cs typeface="+mn-cs"/>
                        </a:rPr>
                        <a:t>개발 진행 中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6600"/>
                        </a:solidFill>
                        <a:effectLst/>
                        <a:uLnTx/>
                        <a:uFillTx/>
                        <a:latin typeface="Arial Narrow" pitchFamily="34" charset="0"/>
                        <a:ea typeface="LG스마트체 Regular" pitchFamily="50" charset="-127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26.11</a:t>
                      </a: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(TBD)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윤병호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이희원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이석훈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  <a:b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박종현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P)</a:t>
                      </a:r>
                      <a:endParaRPr lang="ko-KR" altLang="en-US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3C29B833-2C84-4243-9D4D-9B1D408F91DE}"/>
              </a:ext>
            </a:extLst>
          </p:cNvPr>
          <p:cNvSpPr txBox="1">
            <a:spLocks/>
          </p:cNvSpPr>
          <p:nvPr/>
        </p:nvSpPr>
        <p:spPr>
          <a:xfrm>
            <a:off x="9029004" y="376121"/>
            <a:ext cx="779060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윤병호</a:t>
            </a: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3FCB8C80-2818-4DE5-8D06-0CBBB3D9AE5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191515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ESWA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노칭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전극 특정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라미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설비 선별 투입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0FEE8D4-249E-4A1E-A47A-4401A1E7C448}"/>
              </a:ext>
            </a:extLst>
          </p:cNvPr>
          <p:cNvGraphicFramePr>
            <a:graphicFrameLocks noGrp="1"/>
          </p:cNvGraphicFramePr>
          <p:nvPr/>
        </p:nvGraphicFramePr>
        <p:xfrm>
          <a:off x="1496688" y="1331255"/>
          <a:ext cx="6783185" cy="577215"/>
        </p:xfrm>
        <a:graphic>
          <a:graphicData uri="http://schemas.openxmlformats.org/drawingml/2006/table">
            <a:tbl>
              <a:tblPr/>
              <a:tblGrid>
                <a:gridCol w="1356637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1356637">
                  <a:extLst>
                    <a:ext uri="{9D8B030D-6E8A-4147-A177-3AD203B41FA5}">
                      <a16:colId xmlns:a16="http://schemas.microsoft.com/office/drawing/2014/main" val="457377924"/>
                    </a:ext>
                  </a:extLst>
                </a:gridCol>
                <a:gridCol w="1356637">
                  <a:extLst>
                    <a:ext uri="{9D8B030D-6E8A-4147-A177-3AD203B41FA5}">
                      <a16:colId xmlns:a16="http://schemas.microsoft.com/office/drawing/2014/main" val="2101619639"/>
                    </a:ext>
                  </a:extLst>
                </a:gridCol>
                <a:gridCol w="1356637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1356637">
                  <a:extLst>
                    <a:ext uri="{9D8B030D-6E8A-4147-A177-3AD203B41FA5}">
                      <a16:colId xmlns:a16="http://schemas.microsoft.com/office/drawing/2014/main" val="1597824487"/>
                    </a:ext>
                  </a:extLst>
                </a:gridCol>
              </a:tblGrid>
              <a:tr h="68340"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진행 계획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3224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컨셉 검토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선별 규칙 검토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대표호기 적용 및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효과성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차 점검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규칙 추가 적용 및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효과성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차 점검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규칙별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효과성 검증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및 추가 규칙 발굴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6834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’25.04</a:t>
                      </a:r>
                      <a:endParaRPr kumimoji="0" lang="ko-KR" altLang="en-US" sz="9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’25.05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‘25.06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’25.07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→ ‘25.09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TBD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grpSp>
        <p:nvGrpSpPr>
          <p:cNvPr id="16" name="그룹 15">
            <a:extLst>
              <a:ext uri="{FF2B5EF4-FFF2-40B4-BE49-F238E27FC236}">
                <a16:creationId xmlns:a16="http://schemas.microsoft.com/office/drawing/2014/main" id="{EBEBA6D1-3187-4E2E-8242-D9FD8CAB6FCA}"/>
              </a:ext>
            </a:extLst>
          </p:cNvPr>
          <p:cNvGrpSpPr/>
          <p:nvPr/>
        </p:nvGrpSpPr>
        <p:grpSpPr>
          <a:xfrm>
            <a:off x="6915174" y="1360089"/>
            <a:ext cx="1366861" cy="555955"/>
            <a:chOff x="4516436" y="4751984"/>
            <a:chExt cx="1358100" cy="505485"/>
          </a:xfrm>
        </p:grpSpPr>
        <p:sp>
          <p:nvSpPr>
            <p:cNvPr id="19" name="이등변 삼각형 18">
              <a:extLst>
                <a:ext uri="{FF2B5EF4-FFF2-40B4-BE49-F238E27FC236}">
                  <a16:creationId xmlns:a16="http://schemas.microsoft.com/office/drawing/2014/main" id="{2E578BFA-4F52-473A-8A6A-891E8673C473}"/>
                </a:ext>
              </a:extLst>
            </p:cNvPr>
            <p:cNvSpPr/>
            <p:nvPr/>
          </p:nvSpPr>
          <p:spPr>
            <a:xfrm rot="10800000">
              <a:off x="4813179" y="4751984"/>
              <a:ext cx="137495" cy="94908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56504C36-E416-4555-A91B-93214BBA4B92}"/>
                </a:ext>
              </a:extLst>
            </p:cNvPr>
            <p:cNvSpPr/>
            <p:nvPr/>
          </p:nvSpPr>
          <p:spPr>
            <a:xfrm>
              <a:off x="4516436" y="4846892"/>
              <a:ext cx="1358100" cy="410577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</p:grpSp>
      <p:graphicFrame>
        <p:nvGraphicFramePr>
          <p:cNvPr id="60" name="표 59">
            <a:extLst>
              <a:ext uri="{FF2B5EF4-FFF2-40B4-BE49-F238E27FC236}">
                <a16:creationId xmlns:a16="http://schemas.microsoft.com/office/drawing/2014/main" id="{499311D7-9307-4912-8265-D228438D7B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2218515"/>
              </p:ext>
            </p:extLst>
          </p:nvPr>
        </p:nvGraphicFramePr>
        <p:xfrm>
          <a:off x="1511290" y="3036484"/>
          <a:ext cx="6850195" cy="1373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418609">
                  <a:extLst>
                    <a:ext uri="{9D8B030D-6E8A-4147-A177-3AD203B41FA5}">
                      <a16:colId xmlns:a16="http://schemas.microsoft.com/office/drawing/2014/main" val="2147073098"/>
                    </a:ext>
                  </a:extLst>
                </a:gridCol>
                <a:gridCol w="274003">
                  <a:extLst>
                    <a:ext uri="{9D8B030D-6E8A-4147-A177-3AD203B41FA5}">
                      <a16:colId xmlns:a16="http://schemas.microsoft.com/office/drawing/2014/main" val="2861045625"/>
                    </a:ext>
                  </a:extLst>
                </a:gridCol>
                <a:gridCol w="1947654">
                  <a:extLst>
                    <a:ext uri="{9D8B030D-6E8A-4147-A177-3AD203B41FA5}">
                      <a16:colId xmlns:a16="http://schemas.microsoft.com/office/drawing/2014/main" val="4111071858"/>
                    </a:ext>
                  </a:extLst>
                </a:gridCol>
                <a:gridCol w="546356">
                  <a:extLst>
                    <a:ext uri="{9D8B030D-6E8A-4147-A177-3AD203B41FA5}">
                      <a16:colId xmlns:a16="http://schemas.microsoft.com/office/drawing/2014/main" val="87437006"/>
                    </a:ext>
                  </a:extLst>
                </a:gridCol>
                <a:gridCol w="3663573">
                  <a:extLst>
                    <a:ext uri="{9D8B030D-6E8A-4147-A177-3AD203B41FA5}">
                      <a16:colId xmlns:a16="http://schemas.microsoft.com/office/drawing/2014/main" val="2784908016"/>
                    </a:ext>
                  </a:extLst>
                </a:gridCol>
              </a:tblGrid>
              <a:tr h="10958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선별투입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규칙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18000" marR="18000" marT="18000" marB="18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선별 투입 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이유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최신 효과성 검증 결과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(12/1)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6968365"/>
                  </a:ext>
                </a:extLst>
              </a:tr>
              <a:tr h="1312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11-3,4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8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전극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Bending 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동일 형태 투입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스마일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새드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Bending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동일화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다빈치를 통한 대량데이터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(Pancake 348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개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분석 결과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Bending Pancake </a:t>
                      </a:r>
                      <a:r>
                        <a:rPr lang="ko-KR" alt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수율이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0.11%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우위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: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동일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Bending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Pancake </a:t>
                      </a:r>
                      <a:r>
                        <a:rPr lang="ko-KR" alt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수율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=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98.98%</a:t>
                      </a:r>
                    </a:p>
                    <a:p>
                      <a:pPr algn="l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: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반대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Bending Pancake </a:t>
                      </a:r>
                      <a:r>
                        <a:rPr lang="ko-KR" alt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수율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= 98.87%</a:t>
                      </a:r>
                    </a:p>
                  </a:txBody>
                  <a:tcPr marL="10800" marR="108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4264488"/>
                  </a:ext>
                </a:extLst>
              </a:tr>
              <a:tr h="1312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Long Cell Half</a:t>
                      </a:r>
                    </a:p>
                  </a:txBody>
                  <a:tcPr marL="18000" marR="18000" marT="18000" marB="18000" anchor="ctr"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신규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Tab Pitch &gt;=96.5 mm OR Tab Pitch &lt;=95.1 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인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Cell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의 비중이 </a:t>
                      </a:r>
                      <a:r>
                        <a:rPr lang="ko-KR" alt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노칭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Lot(Pancake) 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내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0.25% 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이상인 전극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노칭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Tab Pitch NG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마킹 전후 셀불량영향 분석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: Test 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이력 없음 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(SPC, MES, MQ infra 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개발 진행 中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행정 업무는 완료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en-US" altLang="ko-KR" sz="900" b="0" i="0" u="none" strike="noStrike" dirty="0">
                        <a:solidFill>
                          <a:srgbClr val="0000FF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10800" marR="108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1775280"/>
                  </a:ext>
                </a:extLst>
              </a:tr>
            </a:tbl>
          </a:graphicData>
        </a:graphic>
      </p:graphicFrame>
      <p:sp>
        <p:nvSpPr>
          <p:cNvPr id="63" name="TextBox 62">
            <a:extLst>
              <a:ext uri="{FF2B5EF4-FFF2-40B4-BE49-F238E27FC236}">
                <a16:creationId xmlns:a16="http://schemas.microsoft.com/office/drawing/2014/main" id="{F7E9B123-1E21-48F6-86C5-2777566B3419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12/15 14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5254A73B-646A-4A35-BD50-4BE028547AAE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#20,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673684F-CBE5-845D-F73A-DEE109EE1671}"/>
              </a:ext>
            </a:extLst>
          </p:cNvPr>
          <p:cNvGrpSpPr/>
          <p:nvPr/>
        </p:nvGrpSpPr>
        <p:grpSpPr>
          <a:xfrm>
            <a:off x="7337995" y="2264604"/>
            <a:ext cx="941878" cy="278611"/>
            <a:chOff x="8016762" y="1458485"/>
            <a:chExt cx="941878" cy="278611"/>
          </a:xfrm>
        </p:grpSpPr>
        <p:sp>
          <p:nvSpPr>
            <p:cNvPr id="3" name="순서도: 저장 데이터 2">
              <a:extLst>
                <a:ext uri="{FF2B5EF4-FFF2-40B4-BE49-F238E27FC236}">
                  <a16:creationId xmlns:a16="http://schemas.microsoft.com/office/drawing/2014/main" id="{DB47F4EF-3B14-C8C1-3205-38F50862AF04}"/>
                </a:ext>
              </a:extLst>
            </p:cNvPr>
            <p:cNvSpPr/>
            <p:nvPr/>
          </p:nvSpPr>
          <p:spPr>
            <a:xfrm rot="15997239">
              <a:off x="8710133" y="1499879"/>
              <a:ext cx="221818" cy="252616"/>
            </a:xfrm>
            <a:prstGeom prst="flowChartOnlineStorage">
              <a:avLst/>
            </a:prstGeom>
            <a:solidFill>
              <a:srgbClr val="FF9243"/>
            </a:solidFill>
            <a:ln>
              <a:solidFill>
                <a:srgbClr val="FF9243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781"/>
            </a:p>
          </p:txBody>
        </p:sp>
        <p:sp>
          <p:nvSpPr>
            <p:cNvPr id="5" name="순서도: 저장 데이터 4">
              <a:extLst>
                <a:ext uri="{FF2B5EF4-FFF2-40B4-BE49-F238E27FC236}">
                  <a16:creationId xmlns:a16="http://schemas.microsoft.com/office/drawing/2014/main" id="{0754CD80-FF87-6164-7B99-B6C1E5E06A44}"/>
                </a:ext>
              </a:extLst>
            </p:cNvPr>
            <p:cNvSpPr/>
            <p:nvPr/>
          </p:nvSpPr>
          <p:spPr>
            <a:xfrm rot="16796278">
              <a:off x="8721423" y="1443086"/>
              <a:ext cx="221818" cy="252616"/>
            </a:xfrm>
            <a:prstGeom prst="flowChartOnlineStorage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  <a:effectLst>
              <a:outerShdw blurRad="76200" dir="18900000" sy="23000" kx="-1200000" algn="bl" rotWithShape="0">
                <a:prstClr val="black">
                  <a:alpha val="20000"/>
                </a:prstClr>
              </a:outerShdw>
            </a:effectLst>
            <a:scene3d>
              <a:camera prst="perspectiveBelow"/>
              <a:lightRig rig="threeP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781"/>
            </a:p>
          </p:txBody>
        </p:sp>
        <p:sp>
          <p:nvSpPr>
            <p:cNvPr id="6" name="오른쪽 대괄호 5">
              <a:extLst>
                <a:ext uri="{FF2B5EF4-FFF2-40B4-BE49-F238E27FC236}">
                  <a16:creationId xmlns:a16="http://schemas.microsoft.com/office/drawing/2014/main" id="{5EA06F41-A47A-7582-02BF-E9C91D35A9E9}"/>
                </a:ext>
              </a:extLst>
            </p:cNvPr>
            <p:cNvSpPr/>
            <p:nvPr/>
          </p:nvSpPr>
          <p:spPr>
            <a:xfrm rot="5400000">
              <a:off x="8138964" y="1410177"/>
              <a:ext cx="69105" cy="313510"/>
            </a:xfrm>
            <a:prstGeom prst="rightBracket">
              <a:avLst>
                <a:gd name="adj" fmla="val 226836"/>
              </a:avLst>
            </a:prstGeom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1781"/>
            </a:p>
          </p:txBody>
        </p:sp>
        <p:sp>
          <p:nvSpPr>
            <p:cNvPr id="8" name="오른쪽 대괄호 7">
              <a:extLst>
                <a:ext uri="{FF2B5EF4-FFF2-40B4-BE49-F238E27FC236}">
                  <a16:creationId xmlns:a16="http://schemas.microsoft.com/office/drawing/2014/main" id="{D94A8AED-A547-F950-9B39-245A4B6E6948}"/>
                </a:ext>
              </a:extLst>
            </p:cNvPr>
            <p:cNvSpPr/>
            <p:nvPr/>
          </p:nvSpPr>
          <p:spPr>
            <a:xfrm rot="16200000" flipV="1">
              <a:off x="8138964" y="1499475"/>
              <a:ext cx="69105" cy="313510"/>
            </a:xfrm>
            <a:prstGeom prst="rightBracket">
              <a:avLst>
                <a:gd name="adj" fmla="val 226836"/>
              </a:avLst>
            </a:prstGeom>
            <a:ln w="28575">
              <a:solidFill>
                <a:srgbClr val="FF924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1781"/>
            </a:p>
          </p:txBody>
        </p:sp>
        <p:sp>
          <p:nvSpPr>
            <p:cNvPr id="9" name="화살표: 오른쪽 8">
              <a:extLst>
                <a:ext uri="{FF2B5EF4-FFF2-40B4-BE49-F238E27FC236}">
                  <a16:creationId xmlns:a16="http://schemas.microsoft.com/office/drawing/2014/main" id="{F2AA211E-A18C-2371-5CC8-8A6E75C0D6DE}"/>
                </a:ext>
              </a:extLst>
            </p:cNvPr>
            <p:cNvSpPr/>
            <p:nvPr/>
          </p:nvSpPr>
          <p:spPr>
            <a:xfrm>
              <a:off x="8463390" y="1543135"/>
              <a:ext cx="112027" cy="182496"/>
            </a:xfrm>
            <a:prstGeom prst="rightArrow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781"/>
            </a:p>
          </p:txBody>
        </p:sp>
      </p:grpSp>
      <p:sp>
        <p:nvSpPr>
          <p:cNvPr id="10" name="Text Box 118">
            <a:extLst>
              <a:ext uri="{FF2B5EF4-FFF2-40B4-BE49-F238E27FC236}">
                <a16:creationId xmlns:a16="http://schemas.microsoft.com/office/drawing/2014/main" id="{404E15EF-ACDA-5BE2-0055-FDAD8159D2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8417" y="2065048"/>
            <a:ext cx="1333500" cy="138499"/>
          </a:xfrm>
          <a:prstGeom prst="rect">
            <a:avLst/>
          </a:prstGeom>
          <a:noFill/>
        </p:spPr>
        <p:txBody>
          <a:bodyPr wrap="square" lIns="0" tIns="0" rIns="0" bIns="0" anchor="t" anchorCtr="0">
            <a:spAutoFit/>
          </a:bodyPr>
          <a:lstStyle>
            <a:defPPr>
              <a:defRPr lang="en-US"/>
            </a:defPPr>
            <a:lvl1pPr marR="0" lvl="0" indent="0" defTabSz="914400" fontAlgn="base" latinLnBrk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 kumimoji="0" sz="1200" b="1" i="0" u="none" strike="noStrike" cap="none" spc="0" normalizeH="0" baseline="0">
                <a:ln>
                  <a:noFill/>
                </a:ln>
                <a:effectLst/>
                <a:uLnTx/>
                <a:uFillTx/>
                <a:latin typeface="Arial Narrow" pitchFamily="34" charset="0"/>
                <a:ea typeface="LG스마트체 Regular" pitchFamily="50" charset="-127"/>
              </a:defRPr>
            </a:lvl1pPr>
          </a:lstStyle>
          <a:p>
            <a:pPr>
              <a:spcBef>
                <a:spcPts val="294"/>
              </a:spcBef>
              <a:buNone/>
              <a:defRPr/>
            </a:pPr>
            <a:r>
              <a:rPr lang="en-US" altLang="ko-KR" sz="900" b="0" dirty="0">
                <a:solidFill>
                  <a:srgbClr val="006600"/>
                </a:solidFill>
                <a:cs typeface="Angsana New" panose="02020603050405020304" pitchFamily="18" charset="-34"/>
              </a:rPr>
              <a:t>*</a:t>
            </a:r>
            <a:r>
              <a:rPr lang="ko-KR" altLang="en-US" sz="900" b="0" dirty="0">
                <a:solidFill>
                  <a:srgbClr val="006600"/>
                </a:solidFill>
                <a:cs typeface="Angsana New" panose="02020603050405020304" pitchFamily="18" charset="-34"/>
              </a:rPr>
              <a:t>예시</a:t>
            </a:r>
            <a:r>
              <a:rPr lang="en-US" altLang="ko-KR" sz="900" b="0" dirty="0">
                <a:solidFill>
                  <a:srgbClr val="006600"/>
                </a:solidFill>
                <a:cs typeface="Angsana New" panose="02020603050405020304" pitchFamily="18" charset="-34"/>
              </a:rPr>
              <a:t>. </a:t>
            </a:r>
            <a:r>
              <a:rPr lang="ko-KR" altLang="en-US" sz="900" b="0" dirty="0">
                <a:solidFill>
                  <a:srgbClr val="006600"/>
                </a:solidFill>
                <a:cs typeface="Angsana New" panose="02020603050405020304" pitchFamily="18" charset="-34"/>
              </a:rPr>
              <a:t>동일 </a:t>
            </a:r>
            <a:r>
              <a:rPr lang="en-US" altLang="ko-KR" sz="900" b="0" dirty="0">
                <a:solidFill>
                  <a:srgbClr val="006600"/>
                </a:solidFill>
                <a:cs typeface="Angsana New" panose="02020603050405020304" pitchFamily="18" charset="-34"/>
              </a:rPr>
              <a:t>Bending </a:t>
            </a:r>
            <a:r>
              <a:rPr lang="ko-KR" altLang="en-US" sz="900" b="0" dirty="0">
                <a:solidFill>
                  <a:srgbClr val="006600"/>
                </a:solidFill>
                <a:cs typeface="Angsana New" panose="02020603050405020304" pitchFamily="18" charset="-34"/>
              </a:rPr>
              <a:t>전극 투입</a:t>
            </a:r>
            <a:endParaRPr lang="en-US" altLang="ko-KR" sz="900" b="0" dirty="0">
              <a:solidFill>
                <a:srgbClr val="006600"/>
              </a:solidFill>
              <a:cs typeface="Angsana New" panose="02020603050405020304" pitchFamily="18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863012316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03159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셀추적기술팀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967913"/>
              </p:ext>
            </p:extLst>
          </p:nvPr>
        </p:nvGraphicFramePr>
        <p:xfrm>
          <a:off x="119275" y="872919"/>
          <a:ext cx="9688790" cy="5781637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 dirty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L&amp;S </a:t>
                      </a:r>
                      <a:r>
                        <a:rPr kumimoji="0" lang="ko-KR" altLang="en-US" sz="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수율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0.1%p 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개선 솔루션 개발 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– </a:t>
                      </a:r>
                      <a:r>
                        <a:rPr kumimoji="0" lang="ko-KR" altLang="en-US" sz="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스태킹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 적재 불량 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(Align Gripper)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MEB STK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 호기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Normal  STK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(18Line)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/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금주</a:t>
                      </a:r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(W51) </a:t>
                      </a:r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핵심 내용은 </a:t>
                      </a:r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Align Gripper </a:t>
                      </a:r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동작 데이터 수집을 위한 </a:t>
                      </a:r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DTC PLC </a:t>
                      </a:r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수평전개 작업을 진행 중입니다</a:t>
                      </a:r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lvl="0"/>
                      <a:endParaRPr kumimoji="1" lang="en-US" altLang="ko-KR" sz="1000" b="0" i="0" u="none" strike="noStrike" kern="0" baseline="0" noProof="0" dirty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b="0" i="0" u="none" strike="noStrike" kern="0" baseline="0" noProof="0" dirty="0"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lang="ko-KR" altLang="en-US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 컨셉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] 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대상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: ESWA Normal STK(Gripper Type STK)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총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39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대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(*ESWA Normal STK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개발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적용 후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M-STK, D-STK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확대 적용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검토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: Align Gripper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설비 동작 데이터 셀 단위 매칭을 통한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이상점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감지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       ①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UMAC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을 통해 수집되는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Gripper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동작 데이터를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Cell ID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단위로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DTC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수집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       ②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Gripper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의 동작이 올바르게 제어되고 있는지 모니터링 하여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이상점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근본 원인 도출하여 즉시 개선으로 연계되게 함</a:t>
                      </a:r>
                      <a:b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b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 Action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필요 사항 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:  STK Unit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동작 시퀀스 및 어드레스 확인 →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STK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설비 및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UMAC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데이터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Online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化 관련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SW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작업</a:t>
                      </a:r>
                      <a:b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                              → 상위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IT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및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DTC,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카운터 스펙 정립 및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SW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작업 →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SPC, Align Gripper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동작 데이터 연동 적용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kern="1200" noProof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: ESWA Normal STK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전체 호기 수평 전개 관련 법인과 적용일자 공유하여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개선효과 파악 진행하겠습니다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noProof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: ESWA Normal STK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전체 호기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총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39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대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의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Align Gripper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이상동작 모니터링을 위해 필수적인 데이터를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ERRC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하여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DTC PLC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와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ECS </a:t>
                      </a:r>
                      <a:b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PC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간 통신사양을 작성하여 공정검사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DX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팀으로 송부하였고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(12/9),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수평전개 작업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추진 중입니다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 (Lane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별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53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개 데이터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b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endParaRPr lang="en-US" altLang="ko-KR" sz="1000" b="0" kern="1200" noProof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: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수집예정인 데이터는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1) Mono Cell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이 이동한 경로의 시간 데이터를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Time Stamp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를 활용하여 총 세 가지 위치에서 수집합니다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.(Align Vision, TB1, TB2)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2) Align Vision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위치에선 조립자동보정팀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스택 공정기술팀 요청으로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APC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→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PLC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→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UMAC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으로 보내는 자동보정 값을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수집 합니다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3) TB1, TB2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위치에선 기존에 수집중인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Gripper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의 최종 위치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Align Vision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보정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자동 보정 값을 수집하고 추가적으로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Manual Offset, </a:t>
                      </a:r>
                      <a:b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   </a:t>
                      </a:r>
                      <a:r>
                        <a:rPr lang="ko-KR" altLang="en-US" sz="1000" b="0" kern="1200" noProof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티칭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값을 수집합니다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따라서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Gripper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가 동작 하는데 활용된 모든 값과 최종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Servo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추종 위치 값을 수집 합니다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noProof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2), 3)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의 비교를 통해 </a:t>
                      </a:r>
                      <a:r>
                        <a:rPr lang="en-US" altLang="ko-KR" sz="1000" b="0" kern="1200" noProof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Umac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이 자동 </a:t>
                      </a:r>
                      <a:r>
                        <a:rPr lang="ko-KR" altLang="en-US" sz="1000" b="0" kern="1200" noProof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보정값을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제대로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Input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하고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Output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하는지 확인 예정입니다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.(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자동보정팀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noProof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스택공정기술팀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Needs)</a:t>
                      </a:r>
                      <a:b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3)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을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통해 설비 주요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Unit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동작을  반 제품으로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SPC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에서 관리하는 기반 구축을 하는 것이고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기반 구축 이후에는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추적데이터 기반 신규 </a:t>
                      </a:r>
                      <a:b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솔루션을 상위 시스템에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반영하여 관리 할 예정 입니다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noProof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: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현재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G-STK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의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DTC PLC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수평전개 작업을 진행 중입니다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기존에는 스택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C/V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그리고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noProof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콰뜨로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로봇 부터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NG Box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까지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Mono Cell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이 움직이는 모든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Pitch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총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개 구간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1,116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개 데이터를 수집 하였고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금번에 데이터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ERRC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통하여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Align Vision, Stack Table 2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개 구간만 수집 합니다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데이터 항목은 총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111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개 입니다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이 중엔 기본적으로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Align Gripper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의 축별 동작 데이터가 포함되며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자동보정팀에서 요청한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Gripper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보정 데이터도 포함됩니다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또한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기존에 수집하지 않았던 설비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HMI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통해 설정되는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Manual Offset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값과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RMS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로 관리되는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Align Gripper </a:t>
                      </a:r>
                      <a:r>
                        <a:rPr lang="ko-KR" altLang="en-US" sz="1000" b="0" kern="1200" noProof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티칭값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등도 수집 하게 됩니다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 12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월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일 기준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STK 18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라인의 적용을 마쳤으며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12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월 내로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ESWA 5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동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G-STK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전체호기의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DTC PLC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작업을 완료 할 예정입니다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26.8</a:t>
                      </a: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baseline="0" noProof="0">
                        <a:solidFill>
                          <a:srgbClr val="0066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baseline="0" noProof="0">
                        <a:solidFill>
                          <a:srgbClr val="0066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[G-STK]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수평 전개</a:t>
                      </a: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진행 中</a:t>
                      </a: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baseline="0" noProof="0">
                        <a:solidFill>
                          <a:srgbClr val="0066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baseline="0" noProof="0" dirty="0">
                        <a:solidFill>
                          <a:srgbClr val="0066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김승필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윤병호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  <a:b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박종현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P)</a:t>
                      </a:r>
                      <a:endParaRPr lang="ko-KR" altLang="en-US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3C29B833-2C84-4243-9D4D-9B1D408F91DE}"/>
              </a:ext>
            </a:extLst>
          </p:cNvPr>
          <p:cNvSpPr txBox="1">
            <a:spLocks/>
          </p:cNvSpPr>
          <p:nvPr/>
        </p:nvSpPr>
        <p:spPr>
          <a:xfrm>
            <a:off x="8626650" y="376121"/>
            <a:ext cx="1181414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김승필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윤병호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1B17DB2-3DCC-4A8F-9347-F9695BEF8B6D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12/15 15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3FCB8C80-2818-4DE5-8D06-0CBBB3D9AE5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929408" cy="215444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L&amp;S </a:t>
            </a:r>
            <a:r>
              <a:rPr kumimoji="0" lang="ko-KR" altLang="en-US" sz="1400" b="1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수율</a:t>
            </a: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0.1%p </a:t>
            </a: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개선 솔루션 개발 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– </a:t>
            </a:r>
            <a:r>
              <a:rPr kumimoji="0" lang="ko-KR" altLang="en-US" sz="1400" b="1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스태킹</a:t>
            </a: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적재 불량 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(Align Gripper)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0FEE8D4-249E-4A1E-A47A-4401A1E7C4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9460766"/>
              </p:ext>
            </p:extLst>
          </p:nvPr>
        </p:nvGraphicFramePr>
        <p:xfrm>
          <a:off x="1455327" y="1312346"/>
          <a:ext cx="7005091" cy="577215"/>
        </p:xfrm>
        <a:graphic>
          <a:graphicData uri="http://schemas.openxmlformats.org/drawingml/2006/table">
            <a:tbl>
              <a:tblPr/>
              <a:tblGrid>
                <a:gridCol w="1177846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1316648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1298360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1481231">
                  <a:extLst>
                    <a:ext uri="{9D8B030D-6E8A-4147-A177-3AD203B41FA5}">
                      <a16:colId xmlns:a16="http://schemas.microsoft.com/office/drawing/2014/main" val="1771011708"/>
                    </a:ext>
                  </a:extLst>
                </a:gridCol>
                <a:gridCol w="1731006">
                  <a:extLst>
                    <a:ext uri="{9D8B030D-6E8A-4147-A177-3AD203B41FA5}">
                      <a16:colId xmlns:a16="http://schemas.microsoft.com/office/drawing/2014/main" val="572559789"/>
                    </a:ext>
                  </a:extLst>
                </a:gridCol>
              </a:tblGrid>
              <a:tr h="0"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진행 계획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컨셉 검토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기술 개발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M-STK, G-STK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이상동작 확인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스태킹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수율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개선 솔루션 개발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과제 완료 및 개선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고도화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‘24.12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’25.1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‘25.1~11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‘25.11~’26.08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’26.08~11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sp>
        <p:nvSpPr>
          <p:cNvPr id="19" name="이등변 삼각형 18">
            <a:extLst>
              <a:ext uri="{FF2B5EF4-FFF2-40B4-BE49-F238E27FC236}">
                <a16:creationId xmlns:a16="http://schemas.microsoft.com/office/drawing/2014/main" id="{2E578BFA-4F52-473A-8A6A-891E8673C473}"/>
              </a:ext>
            </a:extLst>
          </p:cNvPr>
          <p:cNvSpPr/>
          <p:nvPr/>
        </p:nvSpPr>
        <p:spPr>
          <a:xfrm rot="10800000">
            <a:off x="5358577" y="1390738"/>
            <a:ext cx="125376" cy="74578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6504C36-E416-4555-A91B-93214BBA4B92}"/>
              </a:ext>
            </a:extLst>
          </p:cNvPr>
          <p:cNvSpPr/>
          <p:nvPr/>
        </p:nvSpPr>
        <p:spPr>
          <a:xfrm>
            <a:off x="5252525" y="1465316"/>
            <a:ext cx="1473214" cy="401501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997622C-91D4-44F3-81E5-6119A89F0A7D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#21,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5559F5F-DBBF-4501-83AB-80A4A2AE3A16}"/>
              </a:ext>
            </a:extLst>
          </p:cNvPr>
          <p:cNvSpPr txBox="1"/>
          <p:nvPr/>
        </p:nvSpPr>
        <p:spPr>
          <a:xfrm>
            <a:off x="1" y="1959958"/>
            <a:ext cx="805758" cy="784830"/>
          </a:xfrm>
          <a:prstGeom prst="rect">
            <a:avLst/>
          </a:prstGeom>
          <a:noFill/>
        </p:spPr>
        <p:txBody>
          <a:bodyPr wrap="square" lIns="36000" tIns="45720" rIns="3600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전주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6/5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차기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83663EA-C7B0-434A-9ECD-E1EE37F619AF}"/>
              </a:ext>
            </a:extLst>
          </p:cNvPr>
          <p:cNvSpPr txBox="1"/>
          <p:nvPr/>
        </p:nvSpPr>
        <p:spPr>
          <a:xfrm>
            <a:off x="8582516" y="2655741"/>
            <a:ext cx="2097322" cy="2215991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개선 전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11/7~11/13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개선 후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11/13~11/19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- STK#18, </a:t>
            </a:r>
            <a:r>
              <a:rPr kumimoji="0" lang="ko-KR" altLang="en-US" sz="900" b="0" i="0" u="none" strike="noStrike" kern="1200" cap="none" spc="0" normalizeH="0" baseline="0" noProof="0" dirty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수율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98.68% → 99.14% (0.46%↑)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- Mono Stacking NG 0.14% →0.03%, </a:t>
            </a:r>
            <a:b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</a:b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 (0.075%↓, 78%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개선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)</a:t>
            </a:r>
          </a:p>
          <a:p>
            <a:pPr marL="171450" marR="0" lvl="0" indent="-17145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endParaRPr kumimoji="0" lang="en-US" altLang="ko-KR" sz="900" b="0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-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불량률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Top 3 → Top 8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하락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*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Top1 : Mono </a:t>
            </a:r>
            <a:r>
              <a:rPr kumimoji="0" lang="en-US" altLang="ko-KR" sz="900" b="0" i="0" u="none" strike="noStrike" kern="1200" cap="none" spc="0" normalizeH="0" baseline="0" noProof="0" dirty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Sepa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Appearance(0.18%)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      2 : HC Overhang (0.18%)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      3 : Stack Dimension(0.11%)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      4 : Others (Visual inspection) (0.05%)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      5 : Mono Tab Nonexistence(0.04%)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      6 :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쇼트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(0.04%)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      7 : MD Overhang(0.03%)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    </a:t>
            </a:r>
            <a:r>
              <a:rPr kumimoji="0" lang="en-US" altLang="ko-KR" sz="900" b="0" i="0" u="sng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 8 : Mono Stacking (0.03%)</a:t>
            </a:r>
          </a:p>
        </p:txBody>
      </p:sp>
      <p:sp>
        <p:nvSpPr>
          <p:cNvPr id="2" name="Text Box 118">
            <a:extLst>
              <a:ext uri="{FF2B5EF4-FFF2-40B4-BE49-F238E27FC236}">
                <a16:creationId xmlns:a16="http://schemas.microsoft.com/office/drawing/2014/main" id="{8EA77976-9F12-005A-A758-ABB7C96FE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29140" y="2848957"/>
            <a:ext cx="2459658" cy="123111"/>
          </a:xfrm>
          <a:prstGeom prst="rect">
            <a:avLst/>
          </a:prstGeom>
          <a:noFill/>
        </p:spPr>
        <p:txBody>
          <a:bodyPr wrap="square" lIns="0" tIns="0" rIns="0" bIns="0" anchor="t" anchorCtr="0">
            <a:spAutoFit/>
          </a:bodyPr>
          <a:lstStyle>
            <a:defPPr>
              <a:defRPr lang="en-US"/>
            </a:defPPr>
            <a:lvl1pPr marR="0" lvl="0" indent="0" defTabSz="914400" fontAlgn="base" latinLnBrk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 kumimoji="0" sz="1200" b="1" i="0" u="none" strike="noStrike" cap="none" spc="0" normalizeH="0" baseline="0">
                <a:ln>
                  <a:noFill/>
                </a:ln>
                <a:effectLst/>
                <a:uLnTx/>
                <a:uFillTx/>
                <a:latin typeface="Arial Narrow" pitchFamily="34" charset="0"/>
                <a:ea typeface="LG스마트체 Regular" pitchFamily="50" charset="-127"/>
              </a:defRPr>
            </a:lvl1pPr>
          </a:lstStyle>
          <a:p>
            <a:pPr marL="0" marR="0" lvl="0" indent="0" defTabSz="91440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lang="en-US" altLang="ko-KR" sz="800" b="0" kern="0" dirty="0">
                <a:solidFill>
                  <a:srgbClr val="006600"/>
                </a:solidFill>
              </a:rPr>
              <a:t>*SPC</a:t>
            </a:r>
            <a:r>
              <a:rPr lang="ko-KR" altLang="en-US" sz="800" b="0" kern="0" dirty="0">
                <a:solidFill>
                  <a:srgbClr val="006600"/>
                </a:solidFill>
              </a:rPr>
              <a:t> 모니터링 화면 현장 </a:t>
            </a:r>
            <a:r>
              <a:rPr lang="en-US" altLang="ko-KR" sz="800" b="0" kern="0" dirty="0">
                <a:solidFill>
                  <a:srgbClr val="006600"/>
                </a:solidFill>
              </a:rPr>
              <a:t>Display </a:t>
            </a:r>
            <a:r>
              <a:rPr lang="ko-KR" altLang="en-US" sz="800" b="0" kern="0" dirty="0">
                <a:solidFill>
                  <a:srgbClr val="006600"/>
                </a:solidFill>
              </a:rPr>
              <a:t>시</a:t>
            </a:r>
            <a:r>
              <a:rPr lang="en-US" altLang="ko-KR" sz="800" b="0" kern="0" dirty="0">
                <a:solidFill>
                  <a:srgbClr val="006600"/>
                </a:solidFill>
              </a:rPr>
              <a:t>, </a:t>
            </a:r>
            <a:r>
              <a:rPr lang="ko-KR" altLang="en-US" sz="800" b="0" kern="0" dirty="0">
                <a:solidFill>
                  <a:srgbClr val="006600"/>
                </a:solidFill>
              </a:rPr>
              <a:t>즉시 개선 연계 용이함</a:t>
            </a: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itchFamily="34" charset="0"/>
              <a:ea typeface="LG스마트체 Regular" pitchFamily="50" charset="-127"/>
              <a:cs typeface="Angsana New" panose="02020603050405020304" pitchFamily="18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559780372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03159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셀추적기술팀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4535423"/>
              </p:ext>
            </p:extLst>
          </p:nvPr>
        </p:nvGraphicFramePr>
        <p:xfrm>
          <a:off x="119275" y="872919"/>
          <a:ext cx="9688790" cy="5731081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 dirty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 dirty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L&amp;S </a:t>
                      </a:r>
                      <a:r>
                        <a:rPr kumimoji="0" lang="ko-KR" altLang="en-US" sz="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수율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0.1%p 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개선 솔루션 개발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– </a:t>
                      </a:r>
                      <a:r>
                        <a:rPr kumimoji="0" lang="ko-KR" altLang="en-US" sz="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라미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위치불량  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18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lang="ko-KR" altLang="en-US" sz="900" b="0" i="0" u="none" strike="noStrike" baseline="0" noProof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라미</a:t>
                      </a:r>
                      <a:endParaRPr lang="en-US" altLang="ko-KR" sz="9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/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금주</a:t>
                      </a:r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(W51) </a:t>
                      </a:r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핵심 내용은 </a:t>
                      </a:r>
                      <a:r>
                        <a:rPr kumimoji="1" lang="ko-KR" altLang="en-US" sz="1000" kern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라미</a:t>
                      </a:r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중앙</a:t>
                      </a:r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/</a:t>
                      </a:r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상부 전극 </a:t>
                      </a:r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Cutter</a:t>
                      </a:r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를 제어하는 </a:t>
                      </a:r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UMAC </a:t>
                      </a:r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제어 시퀀스를 </a:t>
                      </a:r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ID</a:t>
                      </a:r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와 매칭 하기위해 </a:t>
                      </a:r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UMAC </a:t>
                      </a:r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업체와 워크샵 진행 예정입니다</a:t>
                      </a:r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endParaRPr kumimoji="1" lang="en-US" altLang="ko-KR" sz="1000" kern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b="0" i="0" u="none" strike="noStrike" kern="0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kumimoji="1" lang="en-US" altLang="ko-KR" sz="1000" b="0" i="0" u="none" strike="noStrike" kern="0" baseline="0" noProof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/>
                      <a:endParaRPr lang="ko-KR" altLang="en-US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 컨셉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] 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: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라미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위치불량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개선을 위해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Cell ID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단위로 설비 동작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비전을 모니터링하는 체계를 상위 시스템에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미정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구축</a:t>
                      </a: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1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[Y</a:t>
                      </a:r>
                      <a:r>
                        <a:rPr lang="ko-KR" altLang="en-US" sz="1000" b="1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축 불량 컨셉</a:t>
                      </a:r>
                      <a:r>
                        <a:rPr lang="en-US" altLang="ko-KR" sz="1000" b="1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대상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: ESWA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라미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일반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L&amp;S ≒ Gripper Type STK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라인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b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검토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: Y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축 관련 설비 동작 데이터 셀 단위 매칭을 통한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이상점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감지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       ① 설비 제어기를 통해 수집되는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Y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축 관련 설비의 주요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Unit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동작 데이터를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DTC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PLC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를 통해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Cell ID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단위로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매칭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       ②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Y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축 사행 조정 동작이 올바르게 제어되고 있는지 모니터링 하여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이상점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근본 원인 도출 및 즉시 개선으로 연계되게 함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b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       →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추가로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DTC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를 활용하여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EPC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보정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Logic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을 선제적으로 보완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제어하여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수율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개선 할 수 있는 솔루션을 개발 하고자 함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b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 Action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필요 사항 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: 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주요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Unit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동작 시퀀스 및 어드레스 확인 → 설비 동작 데이터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Online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化 관련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SW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작업</a:t>
                      </a:r>
                      <a:b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                           → 상위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IT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및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DTC,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카운터 스펙 정립 및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SW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작업 →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SPC,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주요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Unit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동작 데이터 연동 적용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업무추진 방향 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:  1)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오창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마더라인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라미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설비에서 근본 원인 도출 및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수율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개선 솔루션 초도 개발</a:t>
                      </a:r>
                      <a:b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                    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2) WA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대표호기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18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호에 적용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검증 후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WA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라미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수평전개 개선</a:t>
                      </a: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171450" lvl="0" indent="-17145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Char char="-"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1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[X</a:t>
                      </a:r>
                      <a:r>
                        <a:rPr lang="ko-KR" altLang="en-US" sz="1000" b="1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축 불량 컨셉</a:t>
                      </a:r>
                      <a:r>
                        <a:rPr lang="en-US" altLang="ko-KR" sz="1000" b="1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대상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: ESWA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라미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일반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L&amp;S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≒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Gripper Type STK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라인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b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검토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: X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축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관련 설비 동작 데이터 셀 단위 매칭을 통한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이상점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감지</a:t>
                      </a:r>
                    </a:p>
                    <a:p>
                      <a:pPr>
                        <a:defRPr/>
                      </a:pP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       ①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설비 제어기를 통해 수집되는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Y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축 관련 설비의 주요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Unit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동작 데이터를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DTC PLC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를 통해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Cell ID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단위로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매칭</a:t>
                      </a:r>
                      <a:endParaRPr lang="ko-KR" altLang="en-US" sz="10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defTabSz="457200" fontAlgn="ctr" latinLnBrk="0"/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       ②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X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축에서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중요한 부분인 탭 폭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피치 측정 및 전극 커팅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합치 동작이 올바르게 제어되고 있는지 모니터링 하여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이상점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근본 원인 </a:t>
                      </a:r>
                      <a:b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           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도출하여 즉시 개선으로 연계되게 함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b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           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→ 추가로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DTC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를 활용하여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UMAC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제어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Logic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을 선제적으로 보완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제어 할 수 있는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수율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개선 솔루션을 개발 하고자 함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b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 Action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필요 사항 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: 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주요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Unit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동작 시퀀스 및 어드레스 확인 → 데이터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Online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化 관련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SW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작업 → 상위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IT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및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DTC,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카운터스펙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정립 및 </a:t>
                      </a:r>
                      <a:b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                           SW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작업 →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SPC,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데이터 연동 적용</a:t>
                      </a:r>
                      <a:endParaRPr lang="en-US" altLang="ko-KR" sz="10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defTabSz="457200" fontAlgn="ctr" latinLnBrk="0"/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업무추진 방향 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:  1) WA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대표호기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18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호에서 데이터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Online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화 작업 진행 및 데이터 탐색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특이점 확인부터 진행 해야함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b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                          2) WA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대표호기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18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호에서 근본 원인 도출 및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수율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개선 솔루션 초도 개발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검증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후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WA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라미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수평전개 개선</a:t>
                      </a:r>
                      <a:endParaRPr lang="en-US" altLang="ko-KR" sz="10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1" kern="1200" noProof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1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1000" b="1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진행 사항</a:t>
                      </a:r>
                      <a:r>
                        <a:rPr lang="en-US" altLang="ko-KR" sz="1000" b="1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]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1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: (X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축 불량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과제 컨셉 구상을 위해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ER System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社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kern="1200" noProof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라미네이션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UMAC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제어 협력업체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와 워크샵 예정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(12/16)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: (Y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축 불량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1000" b="0" kern="1200" noProof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오창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noProof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마더라인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noProof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라미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설비에서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EPC, Dancer Roller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부 전극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Edge Y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축 거동 영상 확보 및 재료 교체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가 감속 시점에 변동되는 </a:t>
                      </a:r>
                      <a:b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            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장력 특성 변경 시점 데이터를 거리기반 제어로 수집하여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Test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하는 </a:t>
                      </a:r>
                      <a:r>
                        <a:rPr lang="en-US" altLang="ko-KR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PoC </a:t>
                      </a:r>
                      <a:r>
                        <a:rPr lang="ko-KR" altLang="en-US" sz="1000" b="0" kern="1200" noProof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진행 중</a:t>
                      </a:r>
                      <a:endParaRPr lang="en-US" altLang="ko-KR" sz="1000" b="0" kern="1200" noProof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kern="1200" noProof="0" dirty="0">
                          <a:solidFill>
                            <a:srgbClr val="0000FF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</a:t>
                      </a:r>
                      <a:r>
                        <a:rPr lang="en-US" altLang="ko-KR" sz="900" b="0" kern="1200" noProof="0" dirty="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*</a:t>
                      </a:r>
                      <a:r>
                        <a:rPr lang="ko-KR" altLang="en-US" sz="900" b="0" kern="1200" noProof="0" dirty="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기존 전극의 이음매 </a:t>
                      </a:r>
                      <a:r>
                        <a:rPr lang="en-US" altLang="ko-KR" sz="900" b="0" kern="1200" noProof="0" dirty="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Tape</a:t>
                      </a:r>
                      <a:r>
                        <a:rPr lang="ko-KR" altLang="en-US" sz="900" b="0" kern="1200" noProof="0" dirty="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가 </a:t>
                      </a:r>
                      <a:r>
                        <a:rPr lang="en-US" altLang="ko-KR" sz="900" b="0" kern="1200" noProof="0" dirty="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EPC</a:t>
                      </a:r>
                      <a:r>
                        <a:rPr lang="ko-KR" altLang="en-US" sz="900" b="0" kern="1200" noProof="0" dirty="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를 지난 시점 부터 </a:t>
                      </a:r>
                      <a:r>
                        <a:rPr lang="ko-KR" altLang="en-US" sz="900" b="0" kern="1200" noProof="0" dirty="0" err="1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피딩</a:t>
                      </a:r>
                      <a:r>
                        <a:rPr lang="ko-KR" altLang="en-US" sz="900" b="0" kern="1200" noProof="0" dirty="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롤에 물릴 때 까지의 장력이 약하여 </a:t>
                      </a:r>
                      <a:r>
                        <a:rPr lang="en-US" altLang="ko-KR" sz="900" b="0" kern="1200" noProof="0" dirty="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EPC Actuator</a:t>
                      </a:r>
                      <a:r>
                        <a:rPr lang="ko-KR" altLang="en-US" sz="900" b="0" kern="1200" noProof="0" dirty="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의 거동이 </a:t>
                      </a:r>
                      <a:r>
                        <a:rPr lang="en-US" altLang="ko-KR" sz="900" b="0" kern="1200" noProof="0" dirty="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EPC </a:t>
                      </a:r>
                      <a:r>
                        <a:rPr lang="ko-KR" altLang="en-US" sz="900" b="0" kern="1200" noProof="0" dirty="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센서 측정 명령 값 대로 </a:t>
                      </a:r>
                      <a:br>
                        <a:rPr lang="en-US" altLang="ko-KR" sz="900" b="0" kern="1200" noProof="0" dirty="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kern="1200" noProof="0" dirty="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   </a:t>
                      </a:r>
                      <a:r>
                        <a:rPr lang="ko-KR" altLang="en-US" sz="900" b="0" kern="1200" noProof="0" dirty="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거동 되지 않습니다</a:t>
                      </a:r>
                      <a:r>
                        <a:rPr lang="en-US" altLang="ko-KR" sz="900" b="0" kern="1200" noProof="0" dirty="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.(</a:t>
                      </a:r>
                      <a:r>
                        <a:rPr lang="ko-KR" altLang="en-US" sz="900" b="0" kern="1200" noProof="0" dirty="0" err="1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라미공정기술</a:t>
                      </a:r>
                      <a:r>
                        <a:rPr lang="ko-KR" altLang="en-US" sz="900" b="0" kern="1200" noProof="0" dirty="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공통의견</a:t>
                      </a:r>
                      <a:r>
                        <a:rPr lang="en-US" altLang="ko-KR" sz="900" b="0" kern="1200" noProof="0" dirty="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900" b="0" kern="1200" noProof="0" dirty="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이 현상을 보다 명확히 확인하고</a:t>
                      </a:r>
                      <a:r>
                        <a:rPr lang="en-US" altLang="ko-KR" sz="900" b="0" kern="1200" noProof="0" dirty="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DTC PLC</a:t>
                      </a:r>
                      <a:r>
                        <a:rPr lang="ko-KR" altLang="en-US" sz="900" b="0" kern="1200" noProof="0" dirty="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를 통한 개선 솔루션 초도 개발하는 것이 목적 입니다</a:t>
                      </a:r>
                      <a:r>
                        <a:rPr lang="en-US" altLang="ko-KR" sz="900" b="0" kern="1200" noProof="0" dirty="0">
                          <a:solidFill>
                            <a:srgbClr val="0066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26.8</a:t>
                      </a: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baseline="0" noProof="0" dirty="0">
                        <a:solidFill>
                          <a:srgbClr val="0066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baseline="0" noProof="0" dirty="0">
                        <a:solidFill>
                          <a:srgbClr val="0066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윤병호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김승필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임상현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박종현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3C29B833-2C84-4243-9D4D-9B1D408F91DE}"/>
              </a:ext>
            </a:extLst>
          </p:cNvPr>
          <p:cNvSpPr txBox="1">
            <a:spLocks/>
          </p:cNvSpPr>
          <p:nvPr/>
        </p:nvSpPr>
        <p:spPr>
          <a:xfrm>
            <a:off x="9029005" y="376121"/>
            <a:ext cx="779059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윤병호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1B17DB2-3DCC-4A8F-9347-F9695BEF8B6D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12/15 15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3FCB8C80-2818-4DE5-8D06-0CBBB3D9AE54}"/>
              </a:ext>
            </a:extLst>
          </p:cNvPr>
          <p:cNvSpPr txBox="1">
            <a:spLocks/>
          </p:cNvSpPr>
          <p:nvPr/>
        </p:nvSpPr>
        <p:spPr>
          <a:xfrm>
            <a:off x="108655" y="612730"/>
            <a:ext cx="5228275" cy="215444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L&amp;S </a:t>
            </a:r>
            <a:r>
              <a:rPr kumimoji="0" lang="ko-KR" altLang="en-US" sz="1400" b="1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수율</a:t>
            </a: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0.1%p </a:t>
            </a: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개선 솔루션 개발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– </a:t>
            </a:r>
            <a:r>
              <a:rPr kumimoji="0" lang="ko-KR" altLang="en-US" sz="1400" b="1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라미</a:t>
            </a: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위치불량 </a:t>
            </a: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0FEE8D4-249E-4A1E-A47A-4401A1E7C4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473793"/>
              </p:ext>
            </p:extLst>
          </p:nvPr>
        </p:nvGraphicFramePr>
        <p:xfrm>
          <a:off x="1455327" y="1312346"/>
          <a:ext cx="5523860" cy="440055"/>
        </p:xfrm>
        <a:graphic>
          <a:graphicData uri="http://schemas.openxmlformats.org/drawingml/2006/table">
            <a:tbl>
              <a:tblPr/>
              <a:tblGrid>
                <a:gridCol w="1177846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1316648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1298360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1731006">
                  <a:extLst>
                    <a:ext uri="{9D8B030D-6E8A-4147-A177-3AD203B41FA5}">
                      <a16:colId xmlns:a16="http://schemas.microsoft.com/office/drawing/2014/main" val="572559789"/>
                    </a:ext>
                  </a:extLst>
                </a:gridCol>
              </a:tblGrid>
              <a:tr h="0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진행 계획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컨셉 검토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기술 개발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대표호기 적용 및 고도화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과제 완료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‘25.12</a:t>
                      </a:r>
                      <a:endParaRPr kumimoji="0" lang="ko-KR" altLang="en-US" sz="9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’26.1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‘26.3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’26.8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1997622C-91D4-44F3-81E5-6119A89F0A7D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</a:t>
            </a:r>
            <a:r>
              <a:rPr lang="en-US" altLang="ko-KR" sz="100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5559F5F-DBBF-4501-83AB-80A4A2AE3A16}"/>
              </a:ext>
            </a:extLst>
          </p:cNvPr>
          <p:cNvSpPr txBox="1"/>
          <p:nvPr/>
        </p:nvSpPr>
        <p:spPr>
          <a:xfrm>
            <a:off x="1" y="1959958"/>
            <a:ext cx="805758" cy="784830"/>
          </a:xfrm>
          <a:prstGeom prst="rect">
            <a:avLst/>
          </a:prstGeom>
          <a:noFill/>
        </p:spPr>
        <p:txBody>
          <a:bodyPr wrap="square" lIns="36000" tIns="45720" rIns="3600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전주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6/5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차기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" name="이등변 삼각형 1">
            <a:extLst>
              <a:ext uri="{FF2B5EF4-FFF2-40B4-BE49-F238E27FC236}">
                <a16:creationId xmlns:a16="http://schemas.microsoft.com/office/drawing/2014/main" id="{CCD59D0A-1F05-8AFD-64A1-0A3D93EF8BD4}"/>
              </a:ext>
            </a:extLst>
          </p:cNvPr>
          <p:cNvSpPr/>
          <p:nvPr/>
        </p:nvSpPr>
        <p:spPr>
          <a:xfrm rot="10800000">
            <a:off x="2490698" y="1390738"/>
            <a:ext cx="85478" cy="74578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E90A025-8E67-94C3-E577-B943B936FBEF}"/>
              </a:ext>
            </a:extLst>
          </p:cNvPr>
          <p:cNvSpPr/>
          <p:nvPr/>
        </p:nvSpPr>
        <p:spPr>
          <a:xfrm>
            <a:off x="1455328" y="1465316"/>
            <a:ext cx="1163586" cy="287085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93023446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제목 1">
            <a:extLst>
              <a:ext uri="{FF2B5EF4-FFF2-40B4-BE49-F238E27FC236}">
                <a16:creationId xmlns:a16="http://schemas.microsoft.com/office/drawing/2014/main" id="{9A827236-CBCC-49D2-9B46-30EC7E88B370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셀추적기술팀</a:t>
            </a:r>
          </a:p>
        </p:txBody>
      </p:sp>
      <p:sp>
        <p:nvSpPr>
          <p:cNvPr id="31" name="내용 개체 틀 20">
            <a:extLst>
              <a:ext uri="{FF2B5EF4-FFF2-40B4-BE49-F238E27FC236}">
                <a16:creationId xmlns:a16="http://schemas.microsoft.com/office/drawing/2014/main" id="{1FB25863-3516-47CA-AD74-128C0F2A16FC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630528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LAMI </a:t>
            </a:r>
            <a:r>
              <a:rPr kumimoji="0" lang="ko-KR" altLang="en-US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수율</a:t>
            </a: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 자동 분석 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XAI </a:t>
            </a: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모듈 개발</a:t>
            </a:r>
          </a:p>
        </p:txBody>
      </p:sp>
      <p:sp>
        <p:nvSpPr>
          <p:cNvPr id="32" name="내용 개체 틀 20">
            <a:extLst>
              <a:ext uri="{FF2B5EF4-FFF2-40B4-BE49-F238E27FC236}">
                <a16:creationId xmlns:a16="http://schemas.microsoft.com/office/drawing/2014/main" id="{1419F9ED-001D-4BF3-9CD7-97EC1EF76E49}"/>
              </a:ext>
            </a:extLst>
          </p:cNvPr>
          <p:cNvSpPr txBox="1">
            <a:spLocks/>
          </p:cNvSpPr>
          <p:nvPr/>
        </p:nvSpPr>
        <p:spPr>
          <a:xfrm>
            <a:off x="9029005" y="376121"/>
            <a:ext cx="779059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박영헌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D72F316-602B-48D7-851D-262E403B6ADD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12/16 10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시</a:t>
            </a:r>
          </a:p>
        </p:txBody>
      </p:sp>
      <p:graphicFrame>
        <p:nvGraphicFramePr>
          <p:cNvPr id="39" name="표 1">
            <a:extLst>
              <a:ext uri="{FF2B5EF4-FFF2-40B4-BE49-F238E27FC236}">
                <a16:creationId xmlns:a16="http://schemas.microsoft.com/office/drawing/2014/main" id="{36D09815-1974-4BCF-A55B-BBF74D36A8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4431860"/>
              </p:ext>
            </p:extLst>
          </p:nvPr>
        </p:nvGraphicFramePr>
        <p:xfrm>
          <a:off x="156219" y="848482"/>
          <a:ext cx="9719707" cy="5850892"/>
        </p:xfrm>
        <a:graphic>
          <a:graphicData uri="http://schemas.openxmlformats.org/drawingml/2006/table">
            <a:tbl>
              <a:tblPr/>
              <a:tblGrid>
                <a:gridCol w="5735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8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57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040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81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292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86946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LAMI </a:t>
                      </a: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수율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자동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분석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AI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모듈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개발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ESWA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금주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(W51)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는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LAMI </a:t>
                      </a:r>
                      <a:r>
                        <a:rPr lang="ko-KR" altLang="en-US" sz="1000" b="0" i="0" u="none" strike="noStrike" baseline="0" noProof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수율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자동 분석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AI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모듈 개발 계약 체결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(12/15)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완료하였습니다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. XAI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구동 및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DB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인프라 사양 검토 중입니다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.(~12/24)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5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[ </a:t>
                      </a:r>
                      <a:r>
                        <a:rPr lang="ko-KR" altLang="en-US" sz="10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과제 목적 </a:t>
                      </a:r>
                      <a:r>
                        <a:rPr lang="en-US" altLang="ko-KR" sz="10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]</a:t>
                      </a: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LAMI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공정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수율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자동 분석을 위해 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라인별 추가 튜닝 없이 사용 가능한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범용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XAI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개발하여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Daily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수율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자동 분석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Report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와</a:t>
                      </a:r>
                      <a:endParaRPr lang="en-US" altLang="ko-KR" sz="10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        Chatbot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제공을 통해 데이터 기반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수율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개선 활동을 가속화하고자 함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[ </a:t>
                      </a:r>
                      <a:r>
                        <a:rPr lang="ko-KR" altLang="en-US" sz="10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주요 사양 </a:t>
                      </a:r>
                      <a:r>
                        <a:rPr lang="en-US" altLang="ko-KR" sz="10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] </a:t>
                      </a: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① 공정</a:t>
                      </a: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설비 </a:t>
                      </a: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Data 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분석을 통한 </a:t>
                      </a: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LAMI 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수율 자동 분석 기능</a:t>
                      </a: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+ 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라인별 별도 튜닝 없이 사용 가능한 범용 </a:t>
                      </a: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XAI 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모듈 개발</a:t>
                      </a:r>
                      <a:endParaRPr lang="en-US" altLang="ko-KR" sz="1000" b="0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                     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② </a:t>
                      </a: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Daily 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수율 자동 분석 </a:t>
                      </a: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Report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와 </a:t>
                      </a: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ChatBot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을 통해 실시간 분석 결과 제공</a:t>
                      </a: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데이터 시각화 및 질의 응답 기능 포함</a:t>
                      </a:r>
                      <a:endParaRPr lang="en-US" altLang="ko-KR" sz="1000" b="0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[ </a:t>
                      </a:r>
                      <a:r>
                        <a:rPr lang="ko-KR" altLang="en-US" sz="10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컨셉 모식도 </a:t>
                      </a:r>
                      <a:r>
                        <a:rPr lang="en-US" altLang="ko-KR" sz="10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10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진행 사항 </a:t>
                      </a:r>
                      <a:r>
                        <a:rPr lang="en-US" altLang="ko-KR" sz="1000" b="1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i="0" u="none" strike="noStrike" kern="1200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-. INEEJI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社 </a:t>
                      </a: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AI SW 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공급 계약 체결 완료하였습니다</a:t>
                      </a: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. (12/15)</a:t>
                      </a:r>
                    </a:p>
                    <a:p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-. </a:t>
                      </a:r>
                      <a:r>
                        <a:rPr lang="ko-KR" altLang="en-US" sz="1000" b="0" i="0" u="none" strike="noStrike" kern="1200" spc="-4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① </a:t>
                      </a:r>
                      <a:r>
                        <a:rPr lang="en-US" altLang="ko-KR" sz="1000" b="0" i="0" u="none" strike="noStrike" kern="1200" spc="-4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LLM / </a:t>
                      </a:r>
                      <a:r>
                        <a:rPr lang="ko-KR" altLang="en-US" sz="1000" b="0" i="0" u="none" strike="noStrike" kern="1200" spc="-4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라미 공정 데이터 분석 </a:t>
                      </a:r>
                      <a:r>
                        <a:rPr lang="en-US" altLang="ko-KR" sz="1000" b="0" i="0" u="none" strike="noStrike" kern="1200" spc="-4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Agent, Core XAI </a:t>
                      </a:r>
                      <a:r>
                        <a:rPr lang="ko-KR" altLang="en-US" sz="1000" b="0" i="0" u="none" strike="noStrike" kern="1200" spc="-4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엔진 개발 및 ② 비정형 </a:t>
                      </a:r>
                      <a:r>
                        <a:rPr lang="en-US" altLang="ko-KR" sz="1000" b="0" i="0" u="none" strike="noStrike" kern="1200" spc="-4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Data </a:t>
                      </a:r>
                      <a:r>
                        <a:rPr lang="ko-KR" altLang="en-US" sz="1000" b="0" i="0" u="none" strike="noStrike" kern="1200" spc="-4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수집 </a:t>
                      </a:r>
                      <a:r>
                        <a:rPr lang="en-US" altLang="ko-KR" sz="1000" b="0" i="0" u="none" strike="noStrike" kern="1200" spc="-4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Pipe Line </a:t>
                      </a:r>
                      <a:r>
                        <a:rPr lang="ko-KR" altLang="en-US" sz="1000" b="0" i="0" u="none" strike="noStrike" kern="1200" spc="-4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구축 관련 </a:t>
                      </a:r>
                      <a:r>
                        <a:rPr lang="en-US" altLang="ko-KR" sz="1000" b="0" i="0" u="none" strike="noStrike" kern="1200" spc="-4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Infra </a:t>
                      </a:r>
                      <a:r>
                        <a:rPr lang="ko-KR" altLang="en-US" sz="1000" b="0" i="0" u="none" strike="noStrike" kern="1200" spc="-4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검토 중입니다</a:t>
                      </a:r>
                      <a:r>
                        <a:rPr lang="en-US" altLang="ko-KR" sz="1000" b="0" i="0" u="none" strike="noStrike" kern="1200" spc="-4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. (~’25.12, w/DAVINCI</a:t>
                      </a:r>
                      <a:r>
                        <a:rPr lang="ko-KR" altLang="en-US" sz="1000" b="0" i="0" u="none" strike="noStrike" kern="1200" spc="-4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팀</a:t>
                      </a:r>
                      <a:r>
                        <a:rPr lang="en-US" altLang="ko-KR" sz="1000" b="0" i="0" u="none" strike="noStrike" kern="1200" spc="-4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, AI</a:t>
                      </a:r>
                      <a:r>
                        <a:rPr lang="ko-KR" altLang="en-US" sz="1000" b="0" i="0" u="none" strike="noStrike" kern="1200" spc="-4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솔루션</a:t>
                      </a:r>
                      <a:r>
                        <a:rPr lang="en-US" altLang="ko-KR" sz="1000" b="0" i="0" u="none" strike="noStrike" kern="1200" spc="-4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1000" b="0" i="0" u="none" strike="noStrike" kern="1200" spc="-4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팀</a:t>
                      </a:r>
                      <a:r>
                        <a:rPr lang="en-US" altLang="ko-KR" sz="1000" b="0" i="0" u="none" strike="noStrike" kern="1200" spc="-4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1000" b="0" i="0" u="none" strike="noStrike" kern="1200" spc="-4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① </a:t>
                      </a: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Agent 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개발 관련 </a:t>
                      </a: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: Gen AI Platform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에서 현재 사용하고 있는 </a:t>
                      </a: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LLM 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모델은 이미지 분석이 불가하여</a:t>
                      </a: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아래 두 가지 방향으로 검토 중입니다</a:t>
                      </a: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.(~12/24)</a:t>
                      </a:r>
                    </a:p>
                    <a:p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                                     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① 이미지 분석</a:t>
                      </a:r>
                      <a:r>
                        <a:rPr lang="en-US" altLang="ko-KR" sz="8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검사기 이미지 向</a:t>
                      </a:r>
                      <a:r>
                        <a:rPr lang="en-US" altLang="ko-KR" sz="8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은 </a:t>
                      </a: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LLM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에서 미사용 및 사용자 미제공하는 방향</a:t>
                      </a: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(* Core XAI Engine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분석 시에만 사용</a:t>
                      </a: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                                     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② </a:t>
                      </a: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Gen AI Platform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에서 현재 </a:t>
                      </a: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Test 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중인 </a:t>
                      </a:r>
                      <a:r>
                        <a:rPr lang="en-US" altLang="ko-KR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VLM 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모델</a:t>
                      </a:r>
                      <a:r>
                        <a:rPr lang="en-US" altLang="ko-KR" sz="8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이미지 분석 가능</a:t>
                      </a:r>
                      <a:r>
                        <a:rPr lang="en-US" altLang="ko-KR" sz="8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8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을</a:t>
                      </a:r>
                      <a:r>
                        <a:rPr lang="ko-KR" altLang="en-US" sz="1000" b="0" i="0" u="none" strike="noStrike" kern="1200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활용하는 방향</a:t>
                      </a:r>
                      <a:endParaRPr kumimoji="1" lang="en-US" altLang="ko-KR" sz="500" kern="0" noProof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     Core XAI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엔진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관련 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: IT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인프라팀에서 라미 수율 분석용 일일 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Data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송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/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수신량 기준 검토 시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DAVINCI ESWA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서버 내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설치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/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운영하는 것으로 진행</a:t>
                      </a:r>
                      <a:b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                                       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다만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Core XAI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엔진 학습을 위해 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DAVINCI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OC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서버 내 소규모 인프라를 할당 받아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(12/12)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업무 진행 예정입니다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 (~’26.02)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② 비정형 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Data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수집 관련 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: BLEX</a:t>
                      </a:r>
                      <a:r>
                        <a:rPr kumimoji="1" lang="en-US" altLang="ko-KR" sz="8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</a:t>
                      </a:r>
                      <a:r>
                        <a:rPr kumimoji="1" lang="ko-KR" altLang="en-US" sz="8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전자지식솔루션</a:t>
                      </a:r>
                      <a:r>
                        <a:rPr kumimoji="1" lang="en-US" altLang="ko-KR" sz="8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DB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와 연결된 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Pipe Line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를 직접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활용 방안에 대해 정보보안팀에 보안 위배 여부 문의를 하였고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</a:t>
                      </a:r>
                      <a:b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                                             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특이사항 없다는 검토 의견 회신 받았습니다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이후 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AI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솔루션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3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팀과 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Pipe Line </a:t>
                      </a:r>
                      <a:r>
                        <a:rPr kumimoji="1" lang="ko-KR" altLang="en-US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활용에 대해 협의 예정입니다</a:t>
                      </a:r>
                      <a:r>
                        <a:rPr kumimoji="1" lang="en-US" altLang="ko-KR" sz="1000" kern="0" noProof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.(~12/24)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 ‘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26.07</a:t>
                      </a:r>
                      <a:endParaRPr lang="ko-KR" altLang="en-US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박영헌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S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조현우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S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이성규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S</a:t>
                      </a: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buNone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baseline="0" noProof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김준범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P)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4" name="TextBox 43">
            <a:extLst>
              <a:ext uri="{FF2B5EF4-FFF2-40B4-BE49-F238E27FC236}">
                <a16:creationId xmlns:a16="http://schemas.microsoft.com/office/drawing/2014/main" id="{0C5CF277-63DD-4226-AA84-F3CCE1D2DD90}"/>
              </a:ext>
            </a:extLst>
          </p:cNvPr>
          <p:cNvSpPr txBox="1"/>
          <p:nvPr/>
        </p:nvSpPr>
        <p:spPr>
          <a:xfrm>
            <a:off x="175313" y="1460853"/>
            <a:ext cx="890427" cy="754053"/>
          </a:xfrm>
          <a:prstGeom prst="rect">
            <a:avLst/>
          </a:prstGeom>
          <a:noFill/>
        </p:spPr>
        <p:txBody>
          <a:bodyPr wrap="square" lIns="36000" tIns="45720" rIns="3600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전주 정기 </a:t>
            </a:r>
            <a:b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b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</a:b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차기 정기 </a:t>
            </a:r>
            <a:b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-</a:t>
            </a: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ADA66B10-CC92-FB16-4E6F-1CCF9F247AA4}"/>
              </a:ext>
            </a:extLst>
          </p:cNvPr>
          <p:cNvGrpSpPr/>
          <p:nvPr/>
        </p:nvGrpSpPr>
        <p:grpSpPr>
          <a:xfrm>
            <a:off x="1423920" y="3251831"/>
            <a:ext cx="7057140" cy="1743192"/>
            <a:chOff x="1423920" y="3128289"/>
            <a:chExt cx="7057140" cy="1995189"/>
          </a:xfrm>
        </p:grpSpPr>
        <p:sp>
          <p:nvSpPr>
            <p:cNvPr id="241" name="직사각형 240">
              <a:extLst>
                <a:ext uri="{FF2B5EF4-FFF2-40B4-BE49-F238E27FC236}">
                  <a16:creationId xmlns:a16="http://schemas.microsoft.com/office/drawing/2014/main" id="{1D440FFD-C8F8-D4B2-9B89-7C5AF9D1C786}"/>
                </a:ext>
              </a:extLst>
            </p:cNvPr>
            <p:cNvSpPr/>
            <p:nvPr/>
          </p:nvSpPr>
          <p:spPr>
            <a:xfrm>
              <a:off x="3468864" y="3249000"/>
              <a:ext cx="1486708" cy="36000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사내 시스템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Data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9B518572-CD10-3D5C-45E7-2AEA351528AE}"/>
                </a:ext>
              </a:extLst>
            </p:cNvPr>
            <p:cNvSpPr txBox="1"/>
            <p:nvPr/>
          </p:nvSpPr>
          <p:spPr>
            <a:xfrm>
              <a:off x="3528218" y="3452794"/>
              <a:ext cx="1368000" cy="126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1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DAVINCI</a:t>
              </a:r>
              <a:r>
                <a:rPr kumimoji="0" lang="ko-KR" altLang="en-US" sz="600" b="1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 </a:t>
              </a:r>
              <a:r>
                <a:rPr kumimoji="0" lang="en-US" altLang="ko-KR" sz="600" b="1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/</a:t>
              </a:r>
              <a:r>
                <a:rPr kumimoji="0" lang="ko-KR" altLang="en-US" sz="600" b="1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 생산</a:t>
              </a:r>
              <a:r>
                <a:rPr kumimoji="0" lang="en-US" altLang="ko-KR" sz="600" b="1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 / </a:t>
              </a:r>
              <a:r>
                <a:rPr kumimoji="0" lang="ko-KR" altLang="en-US" sz="600" b="1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추적 </a:t>
              </a:r>
              <a:r>
                <a:rPr kumimoji="0" lang="en-US" altLang="ko-KR" sz="600" b="1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/ </a:t>
              </a:r>
              <a:r>
                <a:rPr kumimoji="0" lang="ko-KR" altLang="en-US" sz="600" b="1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검사</a:t>
              </a:r>
              <a:r>
                <a:rPr kumimoji="0" lang="en-US" altLang="ko-KR" sz="600" b="1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 / </a:t>
              </a:r>
              <a:r>
                <a:rPr kumimoji="0" lang="ko-KR" altLang="en-US" sz="600" b="1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시계열 </a:t>
              </a:r>
              <a:r>
                <a:rPr kumimoji="0" lang="en-US" altLang="ko-KR" sz="600" b="1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Data</a:t>
              </a:r>
              <a:endParaRPr kumimoji="0" lang="ko-KR" altLang="en-US" sz="600" b="1" i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endParaRPr>
            </a:p>
          </p:txBody>
        </p:sp>
        <p:sp>
          <p:nvSpPr>
            <p:cNvPr id="246" name="직사각형 245">
              <a:extLst>
                <a:ext uri="{FF2B5EF4-FFF2-40B4-BE49-F238E27FC236}">
                  <a16:creationId xmlns:a16="http://schemas.microsoft.com/office/drawing/2014/main" id="{622C3596-F84D-5426-C6A8-B0517032CEFF}"/>
                </a:ext>
              </a:extLst>
            </p:cNvPr>
            <p:cNvSpPr/>
            <p:nvPr/>
          </p:nvSpPr>
          <p:spPr>
            <a:xfrm>
              <a:off x="3468864" y="3856364"/>
              <a:ext cx="1486708" cy="36000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 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비정형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Data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97651F41-B4E6-B9AB-C7DE-A90D9FF66FBB}"/>
                </a:ext>
              </a:extLst>
            </p:cNvPr>
            <p:cNvSpPr txBox="1"/>
            <p:nvPr/>
          </p:nvSpPr>
          <p:spPr>
            <a:xfrm>
              <a:off x="3528218" y="4053197"/>
              <a:ext cx="1368000" cy="126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공정 분석 관련 문서 </a:t>
              </a:r>
              <a:r>
                <a:rPr kumimoji="0" lang="en-US" altLang="ko-KR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/ </a:t>
              </a:r>
              <a:r>
                <a:rPr kumimoji="0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이메일 </a:t>
              </a:r>
              <a:r>
                <a:rPr kumimoji="0" lang="en-US" altLang="ko-KR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/ </a:t>
              </a:r>
              <a:r>
                <a:rPr kumimoji="0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이미지 등</a:t>
              </a:r>
            </a:p>
          </p:txBody>
        </p:sp>
        <p:sp>
          <p:nvSpPr>
            <p:cNvPr id="250" name="직사각형 249">
              <a:extLst>
                <a:ext uri="{FF2B5EF4-FFF2-40B4-BE49-F238E27FC236}">
                  <a16:creationId xmlns:a16="http://schemas.microsoft.com/office/drawing/2014/main" id="{DDF15B59-D634-67E8-A8D4-5217D02CB2F0}"/>
                </a:ext>
              </a:extLst>
            </p:cNvPr>
            <p:cNvSpPr/>
            <p:nvPr/>
          </p:nvSpPr>
          <p:spPr>
            <a:xfrm>
              <a:off x="3468864" y="4458323"/>
              <a:ext cx="1486708" cy="52200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최신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 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비정형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Data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32BF06E3-F86A-454F-1757-087B00C71E06}"/>
                </a:ext>
              </a:extLst>
            </p:cNvPr>
            <p:cNvSpPr txBox="1"/>
            <p:nvPr/>
          </p:nvSpPr>
          <p:spPr>
            <a:xfrm>
              <a:off x="3528218" y="4667296"/>
              <a:ext cx="1368000" cy="27699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1" i="0" u="none" strike="noStrike" kern="1200" cap="none" spc="-4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Daily </a:t>
              </a:r>
              <a:r>
                <a:rPr kumimoji="0" lang="ko-KR" altLang="en-US" sz="600" b="1" i="0" u="none" strike="noStrike" kern="1200" cap="none" spc="-4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분석 결과 </a:t>
              </a:r>
              <a:r>
                <a:rPr kumimoji="0" lang="en-US" altLang="ko-KR" sz="600" b="1" i="0" u="none" strike="noStrike" kern="1200" cap="none" spc="-4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/ </a:t>
              </a:r>
              <a:r>
                <a:rPr kumimoji="0" lang="ko-KR" altLang="en-US" sz="600" b="1" i="0" u="none" strike="noStrike" kern="1200" cap="none" spc="-4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공정 분석 관련 문서</a:t>
              </a:r>
              <a:r>
                <a:rPr kumimoji="0" lang="en-US" altLang="ko-KR" sz="600" b="1" i="0" u="none" strike="noStrike" kern="1200" cap="none" spc="-4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 / </a:t>
              </a:r>
              <a:r>
                <a:rPr kumimoji="0" lang="ko-KR" altLang="en-US" sz="600" b="1" i="0" u="none" strike="noStrike" kern="1200" cap="none" spc="-4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이메일</a:t>
              </a:r>
              <a:endParaRPr kumimoji="0" lang="en-US" altLang="ko-KR" sz="600" b="1" i="0" u="none" strike="noStrike" kern="1200" cap="none" spc="-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endParaRPr>
            </a:p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(LLM Agent </a:t>
              </a:r>
              <a:r>
                <a:rPr kumimoji="0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생성 텍스트</a:t>
              </a:r>
              <a:r>
                <a:rPr kumimoji="0" lang="en-US" altLang="ko-KR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)</a:t>
              </a:r>
              <a:endParaRPr kumimoji="0" lang="ko-KR" altLang="en-US" sz="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endParaRPr>
            </a:p>
          </p:txBody>
        </p:sp>
        <p:sp>
          <p:nvSpPr>
            <p:cNvPr id="254" name="직사각형 253">
              <a:extLst>
                <a:ext uri="{FF2B5EF4-FFF2-40B4-BE49-F238E27FC236}">
                  <a16:creationId xmlns:a16="http://schemas.microsoft.com/office/drawing/2014/main" id="{29EB053B-D957-FB26-9E79-1FCD0AC1005E}"/>
                </a:ext>
              </a:extLst>
            </p:cNvPr>
            <p:cNvSpPr/>
            <p:nvPr/>
          </p:nvSpPr>
          <p:spPr>
            <a:xfrm>
              <a:off x="1495044" y="3249000"/>
              <a:ext cx="1486708" cy="36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LLM Agent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E594DC22-25E3-04FD-81E5-86CE2539952F}"/>
                </a:ext>
              </a:extLst>
            </p:cNvPr>
            <p:cNvSpPr txBox="1"/>
            <p:nvPr/>
          </p:nvSpPr>
          <p:spPr>
            <a:xfrm>
              <a:off x="1554398" y="3448260"/>
              <a:ext cx="1368000" cy="12612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사용자 질문 의도 분석 </a:t>
              </a:r>
              <a:r>
                <a:rPr kumimoji="0" lang="en-US" altLang="ko-KR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/ </a:t>
              </a:r>
              <a:r>
                <a:rPr kumimoji="0" lang="ko-KR" altLang="en-US" sz="6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전처리</a:t>
              </a:r>
              <a:r>
                <a:rPr kumimoji="0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 및 파싱</a:t>
              </a:r>
            </a:p>
          </p:txBody>
        </p:sp>
        <p:sp>
          <p:nvSpPr>
            <p:cNvPr id="256" name="직사각형 255">
              <a:extLst>
                <a:ext uri="{FF2B5EF4-FFF2-40B4-BE49-F238E27FC236}">
                  <a16:creationId xmlns:a16="http://schemas.microsoft.com/office/drawing/2014/main" id="{336C3F11-9480-1EBB-9656-2D4D54FBB485}"/>
                </a:ext>
              </a:extLst>
            </p:cNvPr>
            <p:cNvSpPr/>
            <p:nvPr/>
          </p:nvSpPr>
          <p:spPr>
            <a:xfrm>
              <a:off x="1495044" y="3853661"/>
              <a:ext cx="1486708" cy="36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라미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 공정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Data 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분석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Agent</a:t>
              </a:r>
            </a:p>
          </p:txBody>
        </p:sp>
        <p:sp>
          <p:nvSpPr>
            <p:cNvPr id="258" name="직사각형 257">
              <a:extLst>
                <a:ext uri="{FF2B5EF4-FFF2-40B4-BE49-F238E27FC236}">
                  <a16:creationId xmlns:a16="http://schemas.microsoft.com/office/drawing/2014/main" id="{FDFD7A10-BBBF-1998-3D02-0B2A8A0B5D45}"/>
                </a:ext>
              </a:extLst>
            </p:cNvPr>
            <p:cNvSpPr/>
            <p:nvPr/>
          </p:nvSpPr>
          <p:spPr>
            <a:xfrm>
              <a:off x="1495044" y="4458323"/>
              <a:ext cx="1486708" cy="36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Core XAI 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엔진</a:t>
              </a:r>
              <a:endPara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endParaRP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1B5AF976-860E-453E-5612-496560E055E6}"/>
                </a:ext>
              </a:extLst>
            </p:cNvPr>
            <p:cNvSpPr txBox="1"/>
            <p:nvPr/>
          </p:nvSpPr>
          <p:spPr>
            <a:xfrm>
              <a:off x="1554398" y="4666711"/>
              <a:ext cx="1368000" cy="126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불량 현상</a:t>
              </a:r>
              <a:r>
                <a:rPr kumimoji="0" lang="en-US" altLang="ko-KR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 </a:t>
              </a:r>
              <a:r>
                <a:rPr kumimoji="0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및 원인 분석</a:t>
              </a:r>
              <a:r>
                <a:rPr kumimoji="0" lang="en-US" altLang="ko-KR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 / </a:t>
              </a:r>
              <a:r>
                <a:rPr kumimoji="0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시계열 예측 등</a:t>
              </a:r>
            </a:p>
          </p:txBody>
        </p:sp>
        <p:cxnSp>
          <p:nvCxnSpPr>
            <p:cNvPr id="264" name="직선 화살표 연결선 263">
              <a:extLst>
                <a:ext uri="{FF2B5EF4-FFF2-40B4-BE49-F238E27FC236}">
                  <a16:creationId xmlns:a16="http://schemas.microsoft.com/office/drawing/2014/main" id="{C8FDCB6D-7072-7CDE-E6B0-9394EA3DF5D6}"/>
                </a:ext>
              </a:extLst>
            </p:cNvPr>
            <p:cNvCxnSpPr>
              <a:stCxn id="254" idx="2"/>
              <a:endCxn id="256" idx="0"/>
            </p:cNvCxnSpPr>
            <p:nvPr/>
          </p:nvCxnSpPr>
          <p:spPr>
            <a:xfrm>
              <a:off x="2238398" y="3609000"/>
              <a:ext cx="0" cy="244661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직선 화살표 연결선 264">
              <a:extLst>
                <a:ext uri="{FF2B5EF4-FFF2-40B4-BE49-F238E27FC236}">
                  <a16:creationId xmlns:a16="http://schemas.microsoft.com/office/drawing/2014/main" id="{DBA1D035-D469-905B-08EC-88DC3236EA65}"/>
                </a:ext>
              </a:extLst>
            </p:cNvPr>
            <p:cNvCxnSpPr>
              <a:cxnSpLocks/>
              <a:stCxn id="256" idx="2"/>
            </p:cNvCxnSpPr>
            <p:nvPr/>
          </p:nvCxnSpPr>
          <p:spPr>
            <a:xfrm>
              <a:off x="2238398" y="4213661"/>
              <a:ext cx="0" cy="244662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A56D7968-20BB-ABBE-F634-D69C68E724AC}"/>
                </a:ext>
              </a:extLst>
            </p:cNvPr>
            <p:cNvSpPr txBox="1"/>
            <p:nvPr/>
          </p:nvSpPr>
          <p:spPr>
            <a:xfrm>
              <a:off x="1675347" y="3622998"/>
              <a:ext cx="57419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호출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결과</a:t>
              </a:r>
              <a:endPara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endParaRP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459A3543-C464-0779-D1AF-CD57BC479A00}"/>
                </a:ext>
              </a:extLst>
            </p:cNvPr>
            <p:cNvSpPr txBox="1"/>
            <p:nvPr/>
          </p:nvSpPr>
          <p:spPr>
            <a:xfrm>
              <a:off x="1675347" y="4229030"/>
              <a:ext cx="57419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호출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결과</a:t>
              </a:r>
              <a:endParaRPr kumimoji="0" lang="ko-KR" altLang="en-US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endParaRPr>
            </a:p>
          </p:txBody>
        </p:sp>
        <p:cxnSp>
          <p:nvCxnSpPr>
            <p:cNvPr id="272" name="직선 화살표 연결선 271">
              <a:extLst>
                <a:ext uri="{FF2B5EF4-FFF2-40B4-BE49-F238E27FC236}">
                  <a16:creationId xmlns:a16="http://schemas.microsoft.com/office/drawing/2014/main" id="{F3083768-4016-1A94-47E1-D51D2994B42C}"/>
                </a:ext>
              </a:extLst>
            </p:cNvPr>
            <p:cNvCxnSpPr>
              <a:cxnSpLocks/>
              <a:endCxn id="254" idx="3"/>
            </p:cNvCxnSpPr>
            <p:nvPr/>
          </p:nvCxnSpPr>
          <p:spPr>
            <a:xfrm flipH="1" flipV="1">
              <a:off x="2981752" y="3429000"/>
              <a:ext cx="487112" cy="4659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연결선: 꺾임 273">
              <a:extLst>
                <a:ext uri="{FF2B5EF4-FFF2-40B4-BE49-F238E27FC236}">
                  <a16:creationId xmlns:a16="http://schemas.microsoft.com/office/drawing/2014/main" id="{4455EA8F-823F-4875-94A6-BC4559E136C6}"/>
                </a:ext>
              </a:extLst>
            </p:cNvPr>
            <p:cNvCxnSpPr>
              <a:cxnSpLocks/>
              <a:stCxn id="246" idx="1"/>
              <a:endCxn id="254" idx="3"/>
            </p:cNvCxnSpPr>
            <p:nvPr/>
          </p:nvCxnSpPr>
          <p:spPr>
            <a:xfrm rot="10800000">
              <a:off x="2981752" y="3429000"/>
              <a:ext cx="487112" cy="607364"/>
            </a:xfrm>
            <a:prstGeom prst="bentConnector3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연결선: 꺾임 276">
              <a:extLst>
                <a:ext uri="{FF2B5EF4-FFF2-40B4-BE49-F238E27FC236}">
                  <a16:creationId xmlns:a16="http://schemas.microsoft.com/office/drawing/2014/main" id="{560D21D5-C8EA-920A-443B-CC2BF257DC3F}"/>
                </a:ext>
              </a:extLst>
            </p:cNvPr>
            <p:cNvCxnSpPr>
              <a:stCxn id="250" idx="3"/>
              <a:endCxn id="246" idx="3"/>
            </p:cNvCxnSpPr>
            <p:nvPr/>
          </p:nvCxnSpPr>
          <p:spPr>
            <a:xfrm flipV="1">
              <a:off x="4955572" y="4036364"/>
              <a:ext cx="12700" cy="682959"/>
            </a:xfrm>
            <a:prstGeom prst="bentConnector3">
              <a:avLst>
                <a:gd name="adj1" fmla="val 1800000"/>
              </a:avLst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8E4F1B15-C2F2-225F-7628-F64A4B036CA2}"/>
                </a:ext>
              </a:extLst>
            </p:cNvPr>
            <p:cNvSpPr txBox="1"/>
            <p:nvPr/>
          </p:nvSpPr>
          <p:spPr>
            <a:xfrm>
              <a:off x="3180722" y="3249000"/>
              <a:ext cx="59663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SQL Agent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endParaRP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6C0ED701-8534-1987-0355-565D6EC50EFF}"/>
                </a:ext>
              </a:extLst>
            </p:cNvPr>
            <p:cNvSpPr txBox="1"/>
            <p:nvPr/>
          </p:nvSpPr>
          <p:spPr>
            <a:xfrm>
              <a:off x="3180722" y="3866777"/>
              <a:ext cx="74090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Retrieve Agent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endParaRP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E3C1E31E-E716-A21B-2A3F-DEF2AC84A8FD}"/>
                </a:ext>
              </a:extLst>
            </p:cNvPr>
            <p:cNvSpPr txBox="1"/>
            <p:nvPr/>
          </p:nvSpPr>
          <p:spPr>
            <a:xfrm>
              <a:off x="4510557" y="3849556"/>
              <a:ext cx="83067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* Vector DB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검색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CF9D25BC-1F5E-151E-774D-D0FBC3E68CE8}"/>
                </a:ext>
              </a:extLst>
            </p:cNvPr>
            <p:cNvSpPr txBox="1"/>
            <p:nvPr/>
          </p:nvSpPr>
          <p:spPr>
            <a:xfrm>
              <a:off x="4510557" y="4457016"/>
              <a:ext cx="918841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* Vector DB Update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endParaRPr>
            </a:p>
          </p:txBody>
        </p:sp>
        <p:cxnSp>
          <p:nvCxnSpPr>
            <p:cNvPr id="284" name="연결선: 꺾임 283">
              <a:extLst>
                <a:ext uri="{FF2B5EF4-FFF2-40B4-BE49-F238E27FC236}">
                  <a16:creationId xmlns:a16="http://schemas.microsoft.com/office/drawing/2014/main" id="{DC7EB9E7-8A64-4381-2DFB-40FF128AE410}"/>
                </a:ext>
              </a:extLst>
            </p:cNvPr>
            <p:cNvCxnSpPr>
              <a:stCxn id="241" idx="3"/>
              <a:endCxn id="258" idx="2"/>
            </p:cNvCxnSpPr>
            <p:nvPr/>
          </p:nvCxnSpPr>
          <p:spPr>
            <a:xfrm flipH="1">
              <a:off x="2238398" y="3429000"/>
              <a:ext cx="2717174" cy="1389323"/>
            </a:xfrm>
            <a:prstGeom prst="bentConnector4">
              <a:avLst>
                <a:gd name="adj1" fmla="val -17387"/>
                <a:gd name="adj2" fmla="val 119275"/>
              </a:avLst>
            </a:prstGeom>
            <a:ln>
              <a:solidFill>
                <a:schemeClr val="tx1"/>
              </a:solidFill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1176BA7F-20C9-BDF3-EF7C-A45F156DB6C6}"/>
                </a:ext>
              </a:extLst>
            </p:cNvPr>
            <p:cNvSpPr txBox="1"/>
            <p:nvPr/>
          </p:nvSpPr>
          <p:spPr>
            <a:xfrm>
              <a:off x="5383274" y="4133231"/>
              <a:ext cx="41229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DB</a:t>
              </a:r>
            </a:p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Query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endParaRPr>
            </a:p>
          </p:txBody>
        </p:sp>
        <p:sp>
          <p:nvSpPr>
            <p:cNvPr id="288" name="타원 287">
              <a:extLst>
                <a:ext uri="{FF2B5EF4-FFF2-40B4-BE49-F238E27FC236}">
                  <a16:creationId xmlns:a16="http://schemas.microsoft.com/office/drawing/2014/main" id="{97FC1B40-7821-C257-8EE7-098F6F522A9B}"/>
                </a:ext>
              </a:extLst>
            </p:cNvPr>
            <p:cNvSpPr/>
            <p:nvPr/>
          </p:nvSpPr>
          <p:spPr>
            <a:xfrm>
              <a:off x="1423920" y="3177871"/>
              <a:ext cx="142248" cy="142248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1</a:t>
              </a:r>
              <a:endPara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289" name="타원 288">
              <a:extLst>
                <a:ext uri="{FF2B5EF4-FFF2-40B4-BE49-F238E27FC236}">
                  <a16:creationId xmlns:a16="http://schemas.microsoft.com/office/drawing/2014/main" id="{20B0FF2C-7607-4C38-0414-0A31F8C57E64}"/>
                </a:ext>
              </a:extLst>
            </p:cNvPr>
            <p:cNvSpPr/>
            <p:nvPr/>
          </p:nvSpPr>
          <p:spPr>
            <a:xfrm>
              <a:off x="1423920" y="3787890"/>
              <a:ext cx="142248" cy="142248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2</a:t>
              </a:r>
              <a:endPara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290" name="타원 289">
              <a:extLst>
                <a:ext uri="{FF2B5EF4-FFF2-40B4-BE49-F238E27FC236}">
                  <a16:creationId xmlns:a16="http://schemas.microsoft.com/office/drawing/2014/main" id="{56C51A75-CF01-4020-1F16-FEC32801FDBA}"/>
                </a:ext>
              </a:extLst>
            </p:cNvPr>
            <p:cNvSpPr/>
            <p:nvPr/>
          </p:nvSpPr>
          <p:spPr>
            <a:xfrm>
              <a:off x="1423920" y="4386258"/>
              <a:ext cx="142248" cy="142248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3</a:t>
              </a:r>
              <a:endPara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291" name="타원 290">
              <a:extLst>
                <a:ext uri="{FF2B5EF4-FFF2-40B4-BE49-F238E27FC236}">
                  <a16:creationId xmlns:a16="http://schemas.microsoft.com/office/drawing/2014/main" id="{B05091B7-B845-3DF9-1C87-22A6B5BC01A3}"/>
                </a:ext>
              </a:extLst>
            </p:cNvPr>
            <p:cNvSpPr/>
            <p:nvPr/>
          </p:nvSpPr>
          <p:spPr>
            <a:xfrm>
              <a:off x="3409740" y="3177871"/>
              <a:ext cx="142248" cy="142248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4</a:t>
              </a:r>
              <a:endPara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292" name="타원 291">
              <a:extLst>
                <a:ext uri="{FF2B5EF4-FFF2-40B4-BE49-F238E27FC236}">
                  <a16:creationId xmlns:a16="http://schemas.microsoft.com/office/drawing/2014/main" id="{CCB0CB3D-652F-0679-0719-53FE5851D8D9}"/>
                </a:ext>
              </a:extLst>
            </p:cNvPr>
            <p:cNvSpPr/>
            <p:nvPr/>
          </p:nvSpPr>
          <p:spPr>
            <a:xfrm>
              <a:off x="3409740" y="3787890"/>
              <a:ext cx="142248" cy="142248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5</a:t>
              </a:r>
              <a:endPara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293" name="타원 292">
              <a:extLst>
                <a:ext uri="{FF2B5EF4-FFF2-40B4-BE49-F238E27FC236}">
                  <a16:creationId xmlns:a16="http://schemas.microsoft.com/office/drawing/2014/main" id="{A817BC70-989B-EEC2-3C6F-7CE583F0DB39}"/>
                </a:ext>
              </a:extLst>
            </p:cNvPr>
            <p:cNvSpPr/>
            <p:nvPr/>
          </p:nvSpPr>
          <p:spPr>
            <a:xfrm>
              <a:off x="3409740" y="4386258"/>
              <a:ext cx="142248" cy="142248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6</a:t>
              </a:r>
              <a:endPara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71659A5F-22CF-A57F-805B-78AE87ECD6A9}"/>
                </a:ext>
              </a:extLst>
            </p:cNvPr>
            <p:cNvSpPr txBox="1"/>
            <p:nvPr/>
          </p:nvSpPr>
          <p:spPr>
            <a:xfrm>
              <a:off x="6668024" y="3128289"/>
              <a:ext cx="1083950" cy="21544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ysClr val="windowText" lastClr="000000"/>
              </a:solidFill>
            </a:ln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/>
                  <a:ea typeface="LG스마트체 Regular"/>
                  <a:cs typeface="+mn-cs"/>
                </a:rPr>
                <a:t>XAI Agent</a:t>
              </a:r>
              <a:r>
                <a:rPr kumimoji="0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/>
                  <a:ea typeface="LG스마트체 Regular"/>
                  <a:cs typeface="+mn-cs"/>
                </a:rPr>
                <a:t> 실행 순서도</a:t>
              </a:r>
            </a:p>
          </p:txBody>
        </p:sp>
        <p:cxnSp>
          <p:nvCxnSpPr>
            <p:cNvPr id="389" name="직선 연결선 388">
              <a:extLst>
                <a:ext uri="{FF2B5EF4-FFF2-40B4-BE49-F238E27FC236}">
                  <a16:creationId xmlns:a16="http://schemas.microsoft.com/office/drawing/2014/main" id="{30D6FCC4-6080-BE27-9BC5-9825DEA2E817}"/>
                </a:ext>
              </a:extLst>
            </p:cNvPr>
            <p:cNvCxnSpPr>
              <a:cxnSpLocks/>
            </p:cNvCxnSpPr>
            <p:nvPr/>
          </p:nvCxnSpPr>
          <p:spPr>
            <a:xfrm>
              <a:off x="7213934" y="3395478"/>
              <a:ext cx="0" cy="1728000"/>
            </a:xfrm>
            <a:prstGeom prst="line">
              <a:avLst/>
            </a:prstGeom>
            <a:noFill/>
            <a:ln w="6350" cap="flat" cmpd="sng" algn="ctr">
              <a:solidFill>
                <a:sysClr val="window" lastClr="FFFFFF">
                  <a:lumMod val="65000"/>
                </a:sysClr>
              </a:solidFill>
              <a:prstDash val="dash"/>
              <a:miter lim="800000"/>
            </a:ln>
            <a:effectLst/>
          </p:spPr>
        </p:cxn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1D3D5150-5E0F-0FE3-788C-58C32AA73A26}"/>
                </a:ext>
              </a:extLst>
            </p:cNvPr>
            <p:cNvSpPr txBox="1"/>
            <p:nvPr/>
          </p:nvSpPr>
          <p:spPr>
            <a:xfrm>
              <a:off x="6147717" y="3565691"/>
              <a:ext cx="672620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② </a:t>
              </a:r>
              <a:r>
                <a:rPr kumimoji="0" lang="en-US" altLang="ko-KR" sz="800" b="0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: Site </a:t>
              </a:r>
              <a:r>
                <a:rPr kumimoji="0" lang="ko-KR" altLang="en-US" sz="800" b="0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선택</a:t>
              </a:r>
            </a:p>
          </p:txBody>
        </p:sp>
        <p:sp>
          <p:nvSpPr>
            <p:cNvPr id="395" name="TextBox 394">
              <a:extLst>
                <a:ext uri="{FF2B5EF4-FFF2-40B4-BE49-F238E27FC236}">
                  <a16:creationId xmlns:a16="http://schemas.microsoft.com/office/drawing/2014/main" id="{88190A7E-D59C-7AB2-8A1C-41307DF224C8}"/>
                </a:ext>
              </a:extLst>
            </p:cNvPr>
            <p:cNvSpPr txBox="1"/>
            <p:nvPr/>
          </p:nvSpPr>
          <p:spPr>
            <a:xfrm>
              <a:off x="7648792" y="3134228"/>
              <a:ext cx="827471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* 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좌측 번호 기준</a:t>
              </a:r>
            </a:p>
          </p:txBody>
        </p:sp>
        <p:sp>
          <p:nvSpPr>
            <p:cNvPr id="396" name="TextBox 395">
              <a:extLst>
                <a:ext uri="{FF2B5EF4-FFF2-40B4-BE49-F238E27FC236}">
                  <a16:creationId xmlns:a16="http://schemas.microsoft.com/office/drawing/2014/main" id="{D7210009-F928-0259-C335-9A24FA7F6F2E}"/>
                </a:ext>
              </a:extLst>
            </p:cNvPr>
            <p:cNvSpPr txBox="1"/>
            <p:nvPr/>
          </p:nvSpPr>
          <p:spPr>
            <a:xfrm>
              <a:off x="6147717" y="3896269"/>
              <a:ext cx="1057021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③ </a:t>
              </a:r>
              <a:r>
                <a:rPr kumimoji="0" lang="en-US" altLang="ko-KR" sz="800" b="0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: Core XAI </a:t>
              </a:r>
              <a:r>
                <a:rPr kumimoji="0" lang="ko-KR" altLang="en-US" sz="800" b="0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엔진 동작</a:t>
              </a:r>
            </a:p>
          </p:txBody>
        </p:sp>
        <p:sp>
          <p:nvSpPr>
            <p:cNvPr id="397" name="직사각형 396">
              <a:extLst>
                <a:ext uri="{FF2B5EF4-FFF2-40B4-BE49-F238E27FC236}">
                  <a16:creationId xmlns:a16="http://schemas.microsoft.com/office/drawing/2014/main" id="{B9500C0E-AB62-AC57-B177-B09722D4E54F}"/>
                </a:ext>
              </a:extLst>
            </p:cNvPr>
            <p:cNvSpPr/>
            <p:nvPr/>
          </p:nvSpPr>
          <p:spPr>
            <a:xfrm>
              <a:off x="6048450" y="3468081"/>
              <a:ext cx="1123875" cy="1615541"/>
            </a:xfrm>
            <a:prstGeom prst="rect">
              <a:avLst/>
            </a:prstGeom>
            <a:noFill/>
            <a:ln w="12700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EBF5F840-3CB7-F1C5-3B15-5EFCFDF22BB5}"/>
                </a:ext>
              </a:extLst>
            </p:cNvPr>
            <p:cNvSpPr txBox="1"/>
            <p:nvPr/>
          </p:nvSpPr>
          <p:spPr>
            <a:xfrm>
              <a:off x="6270391" y="3357379"/>
              <a:ext cx="679993" cy="215444"/>
            </a:xfrm>
            <a:prstGeom prst="rect">
              <a:avLst/>
            </a:prstGeom>
            <a:solidFill>
              <a:sysClr val="window" lastClr="FFFFFF"/>
            </a:solidFill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/>
                  <a:ea typeface="LG스마트체 Regular"/>
                  <a:cs typeface="+mn-cs"/>
                </a:rPr>
                <a:t>Daily Report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5226695A-CAC1-D586-8A20-924A3EC0DA27}"/>
                </a:ext>
              </a:extLst>
            </p:cNvPr>
            <p:cNvSpPr txBox="1"/>
            <p:nvPr/>
          </p:nvSpPr>
          <p:spPr>
            <a:xfrm>
              <a:off x="6147717" y="4226847"/>
              <a:ext cx="978153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⑤ </a:t>
              </a:r>
              <a:r>
                <a:rPr kumimoji="0" lang="en-US" altLang="ko-KR" sz="800" b="0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: </a:t>
              </a:r>
              <a:r>
                <a:rPr kumimoji="0" lang="ko-KR" altLang="en-US" sz="800" b="0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사례 </a:t>
              </a:r>
              <a:r>
                <a:rPr kumimoji="0" lang="en-US" altLang="ko-KR" sz="800" b="0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 문서 조회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41FD8411-EA39-3057-37E0-196ADC3AC373}"/>
                </a:ext>
              </a:extLst>
            </p:cNvPr>
            <p:cNvSpPr txBox="1"/>
            <p:nvPr/>
          </p:nvSpPr>
          <p:spPr>
            <a:xfrm>
              <a:off x="6147717" y="4557424"/>
              <a:ext cx="1023998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① </a:t>
              </a:r>
              <a:r>
                <a:rPr kumimoji="0" lang="en-US" altLang="ko-KR" sz="800" b="0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: </a:t>
              </a:r>
              <a:r>
                <a:rPr kumimoji="0" lang="ko-KR" altLang="en-US" sz="800" b="0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추론 및 답변 생성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0CA7CB52-B4A8-45B3-3366-1C3DD3D1998A}"/>
                </a:ext>
              </a:extLst>
            </p:cNvPr>
            <p:cNvSpPr txBox="1"/>
            <p:nvPr/>
          </p:nvSpPr>
          <p:spPr>
            <a:xfrm>
              <a:off x="6235043" y="4838514"/>
              <a:ext cx="845103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Daily Report </a:t>
              </a:r>
              <a:r>
                <a:rPr kumimoji="0" lang="ko-KR" altLang="en-US" sz="800" b="1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발행</a:t>
              </a:r>
            </a:p>
          </p:txBody>
        </p:sp>
        <p:cxnSp>
          <p:nvCxnSpPr>
            <p:cNvPr id="403" name="직선 화살표 연결선 402">
              <a:extLst>
                <a:ext uri="{FF2B5EF4-FFF2-40B4-BE49-F238E27FC236}">
                  <a16:creationId xmlns:a16="http://schemas.microsoft.com/office/drawing/2014/main" id="{3F289551-A31F-81A6-448F-5F096609C8CD}"/>
                </a:ext>
              </a:extLst>
            </p:cNvPr>
            <p:cNvCxnSpPr/>
            <p:nvPr/>
          </p:nvCxnSpPr>
          <p:spPr>
            <a:xfrm>
              <a:off x="6142741" y="3526508"/>
              <a:ext cx="0" cy="1501476"/>
            </a:xfrm>
            <a:prstGeom prst="straightConnector1">
              <a:avLst/>
            </a:prstGeom>
            <a:ln>
              <a:solidFill>
                <a:srgbClr val="0066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F1A9075B-CE53-A5C6-D741-88B560003FF6}"/>
                </a:ext>
              </a:extLst>
            </p:cNvPr>
            <p:cNvSpPr txBox="1"/>
            <p:nvPr/>
          </p:nvSpPr>
          <p:spPr>
            <a:xfrm>
              <a:off x="5698924" y="3516538"/>
              <a:ext cx="431402" cy="147151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실행 순서</a:t>
              </a:r>
            </a:p>
          </p:txBody>
        </p:sp>
        <p:sp>
          <p:nvSpPr>
            <p:cNvPr id="405" name="직사각형 404">
              <a:extLst>
                <a:ext uri="{FF2B5EF4-FFF2-40B4-BE49-F238E27FC236}">
                  <a16:creationId xmlns:a16="http://schemas.microsoft.com/office/drawing/2014/main" id="{2559FFDD-C97E-8E31-15F7-C585D3003529}"/>
                </a:ext>
              </a:extLst>
            </p:cNvPr>
            <p:cNvSpPr/>
            <p:nvPr/>
          </p:nvSpPr>
          <p:spPr>
            <a:xfrm>
              <a:off x="7267722" y="3468081"/>
              <a:ext cx="1213338" cy="1615541"/>
            </a:xfrm>
            <a:prstGeom prst="rect">
              <a:avLst/>
            </a:prstGeom>
            <a:noFill/>
            <a:ln w="12700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cxnSp>
          <p:nvCxnSpPr>
            <p:cNvPr id="406" name="직선 화살표 연결선 405">
              <a:extLst>
                <a:ext uri="{FF2B5EF4-FFF2-40B4-BE49-F238E27FC236}">
                  <a16:creationId xmlns:a16="http://schemas.microsoft.com/office/drawing/2014/main" id="{6E9005B2-5396-6C8A-ADC3-6A486D5CBB0B}"/>
                </a:ext>
              </a:extLst>
            </p:cNvPr>
            <p:cNvCxnSpPr/>
            <p:nvPr/>
          </p:nvCxnSpPr>
          <p:spPr>
            <a:xfrm>
              <a:off x="7362013" y="3526508"/>
              <a:ext cx="0" cy="1501476"/>
            </a:xfrm>
            <a:prstGeom prst="straightConnector1">
              <a:avLst/>
            </a:prstGeom>
            <a:ln>
              <a:solidFill>
                <a:srgbClr val="0066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FB6BE8C3-9000-BCC1-F9BD-CAB8616DD95F}"/>
                </a:ext>
              </a:extLst>
            </p:cNvPr>
            <p:cNvSpPr txBox="1"/>
            <p:nvPr/>
          </p:nvSpPr>
          <p:spPr>
            <a:xfrm>
              <a:off x="7562599" y="3357379"/>
              <a:ext cx="534121" cy="215444"/>
            </a:xfrm>
            <a:prstGeom prst="rect">
              <a:avLst/>
            </a:prstGeom>
            <a:solidFill>
              <a:sysClr val="window" lastClr="FFFFFF"/>
            </a:solidFill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/>
                  <a:ea typeface="LG스마트체 Regular"/>
                  <a:cs typeface="+mn-cs"/>
                </a:rPr>
                <a:t>Chat Bot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26029A30-E880-7951-8475-666D6301262B}"/>
                </a:ext>
              </a:extLst>
            </p:cNvPr>
            <p:cNvSpPr txBox="1"/>
            <p:nvPr/>
          </p:nvSpPr>
          <p:spPr>
            <a:xfrm>
              <a:off x="7354714" y="3565691"/>
              <a:ext cx="650178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사용자 질의</a:t>
              </a:r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5219E3E9-2DD0-9750-8F64-4E7FC81CAB1D}"/>
                </a:ext>
              </a:extLst>
            </p:cNvPr>
            <p:cNvSpPr txBox="1"/>
            <p:nvPr/>
          </p:nvSpPr>
          <p:spPr>
            <a:xfrm>
              <a:off x="7354714" y="3810800"/>
              <a:ext cx="913712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① </a:t>
              </a:r>
              <a:r>
                <a:rPr kumimoji="0" lang="en-US" altLang="ko-KR" sz="800" b="0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: </a:t>
              </a:r>
              <a:r>
                <a:rPr kumimoji="0" lang="ko-KR" altLang="en-US" sz="800" b="0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질문 의도 파악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B60512B6-10FA-4182-F94C-66567BB55D6E}"/>
                </a:ext>
              </a:extLst>
            </p:cNvPr>
            <p:cNvSpPr txBox="1"/>
            <p:nvPr/>
          </p:nvSpPr>
          <p:spPr>
            <a:xfrm>
              <a:off x="7354714" y="4055909"/>
              <a:ext cx="1112805" cy="507831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⑤ </a:t>
              </a:r>
              <a:r>
                <a:rPr kumimoji="0" lang="en-US" altLang="ko-KR" sz="800" b="0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: </a:t>
              </a:r>
              <a:r>
                <a:rPr kumimoji="0" lang="ko-KR" altLang="en-US" sz="800" b="0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과거 분석 결과 조회</a:t>
              </a:r>
              <a:endParaRPr kumimoji="0" lang="en-US" altLang="ko-KR" sz="800" b="0" i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endParaRPr>
            </a:p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300" b="0" i="0" u="none" strike="noStrike" kern="1200" cap="none" spc="-2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endParaRPr>
            </a:p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-20" normalizeH="0" baseline="0" noProof="0" dirty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※ </a:t>
              </a:r>
              <a:r>
                <a:rPr kumimoji="0" lang="ko-KR" altLang="en-US" sz="800" b="0" i="0" u="none" strike="noStrike" kern="1200" cap="none" spc="-20" normalizeH="0" baseline="0" noProof="0" dirty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과거 분석 사례 부족</a:t>
              </a:r>
              <a:endParaRPr kumimoji="0" lang="en-US" altLang="ko-KR" sz="800" b="0" i="0" u="none" strike="noStrike" kern="1200" cap="none" spc="-2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endParaRPr>
            </a:p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-20" normalizeH="0" baseline="0" noProof="0" dirty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    : Core XAI </a:t>
              </a:r>
              <a:r>
                <a:rPr kumimoji="0" lang="ko-KR" altLang="en-US" sz="800" b="0" i="0" u="none" strike="noStrike" kern="1200" cap="none" spc="-20" normalizeH="0" baseline="0" noProof="0" dirty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실행 </a:t>
              </a:r>
              <a:r>
                <a:rPr kumimoji="0" lang="en-US" altLang="ko-KR" sz="800" b="0" i="0" u="none" strike="noStrike" kern="1200" cap="none" spc="-20" normalizeH="0" baseline="0" noProof="0" dirty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( </a:t>
              </a:r>
              <a:r>
                <a:rPr kumimoji="0" lang="ko-KR" altLang="en-US" sz="800" b="0" i="0" u="none" strike="noStrike" kern="1200" cap="none" spc="-20" normalizeH="0" baseline="0" noProof="0" dirty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⑧ </a:t>
              </a:r>
              <a:r>
                <a:rPr kumimoji="0" lang="en-US" altLang="ko-KR" sz="800" b="0" i="0" u="none" strike="noStrike" kern="1200" cap="none" spc="-20" normalizeH="0" baseline="0" noProof="0" dirty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)</a:t>
              </a:r>
              <a:endParaRPr kumimoji="0" lang="ko-KR" altLang="en-US" sz="800" b="0" i="0" u="none" strike="noStrike" kern="1200" cap="none" spc="-2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endParaRP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76A03DAA-0CBD-D63D-146E-34D436C9B4D9}"/>
                </a:ext>
              </a:extLst>
            </p:cNvPr>
            <p:cNvSpPr txBox="1"/>
            <p:nvPr/>
          </p:nvSpPr>
          <p:spPr>
            <a:xfrm>
              <a:off x="7354714" y="4593405"/>
              <a:ext cx="1023998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① </a:t>
              </a:r>
              <a:r>
                <a:rPr kumimoji="0" lang="en-US" altLang="ko-KR" sz="800" b="0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: </a:t>
              </a:r>
              <a:r>
                <a:rPr kumimoji="0" lang="ko-KR" altLang="en-US" sz="800" b="0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추론 및 답변 생성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5B6C9F38-C020-D86B-876C-F00AF52327EC}"/>
                </a:ext>
              </a:extLst>
            </p:cNvPr>
            <p:cNvSpPr txBox="1"/>
            <p:nvPr/>
          </p:nvSpPr>
          <p:spPr>
            <a:xfrm>
              <a:off x="7442040" y="4838514"/>
              <a:ext cx="359073" cy="21544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-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/>
                  <a:cs typeface="+mn-cs"/>
                </a:rPr>
                <a:t>답변</a:t>
              </a:r>
            </a:p>
          </p:txBody>
        </p:sp>
        <p:cxnSp>
          <p:nvCxnSpPr>
            <p:cNvPr id="414" name="연결선: 꺾임 413">
              <a:extLst>
                <a:ext uri="{FF2B5EF4-FFF2-40B4-BE49-F238E27FC236}">
                  <a16:creationId xmlns:a16="http://schemas.microsoft.com/office/drawing/2014/main" id="{F4D4CFCB-C20B-7133-0C35-DDC20AE858DD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6853679" y="3697228"/>
              <a:ext cx="534377" cy="636412"/>
            </a:xfrm>
            <a:prstGeom prst="bentConnector3">
              <a:avLst>
                <a:gd name="adj1" fmla="val 27185"/>
              </a:avLst>
            </a:prstGeom>
            <a:ln w="12700">
              <a:solidFill>
                <a:srgbClr val="00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6" name="타원 415">
              <a:extLst>
                <a:ext uri="{FF2B5EF4-FFF2-40B4-BE49-F238E27FC236}">
                  <a16:creationId xmlns:a16="http://schemas.microsoft.com/office/drawing/2014/main" id="{5B827AD1-7BC6-D2CA-3808-10BC17E0913C}"/>
                </a:ext>
              </a:extLst>
            </p:cNvPr>
            <p:cNvSpPr/>
            <p:nvPr/>
          </p:nvSpPr>
          <p:spPr>
            <a:xfrm>
              <a:off x="7139929" y="3598809"/>
              <a:ext cx="142248" cy="142248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FF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8</a:t>
              </a:r>
              <a:endPara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</p:grpSp>
      <p:sp>
        <p:nvSpPr>
          <p:cNvPr id="449" name="TextBox 448">
            <a:extLst>
              <a:ext uri="{FF2B5EF4-FFF2-40B4-BE49-F238E27FC236}">
                <a16:creationId xmlns:a16="http://schemas.microsoft.com/office/drawing/2014/main" id="{1B66AA33-B781-ADDA-BE84-86A5980522CD}"/>
              </a:ext>
            </a:extLst>
          </p:cNvPr>
          <p:cNvSpPr txBox="1"/>
          <p:nvPr/>
        </p:nvSpPr>
        <p:spPr>
          <a:xfrm>
            <a:off x="4080739" y="2070273"/>
            <a:ext cx="2564763" cy="147151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* GPU </a:t>
            </a: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구매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, DAVINCI </a:t>
            </a: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서버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(</a:t>
            </a: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또는 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Gen AI Platform) </a:t>
            </a: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내 설치 등</a:t>
            </a:r>
            <a:endParaRPr kumimoji="0" lang="en-US" altLang="ko-KR" sz="800" b="0" i="0" u="none" strike="noStrike" kern="1200" cap="none" spc="0" normalizeH="0" baseline="0" noProof="1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453" name="TextBox 452">
            <a:extLst>
              <a:ext uri="{FF2B5EF4-FFF2-40B4-BE49-F238E27FC236}">
                <a16:creationId xmlns:a16="http://schemas.microsoft.com/office/drawing/2014/main" id="{B7D40A96-EF08-447A-FF23-E860D09ACBF4}"/>
              </a:ext>
            </a:extLst>
          </p:cNvPr>
          <p:cNvSpPr txBox="1"/>
          <p:nvPr/>
        </p:nvSpPr>
        <p:spPr>
          <a:xfrm>
            <a:off x="8096720" y="5232459"/>
            <a:ext cx="152157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┌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Gen AI Platform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구축 담당 부서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23212AB3-D028-18C6-50E3-185D16AC9600}"/>
              </a:ext>
            </a:extLst>
          </p:cNvPr>
          <p:cNvGraphicFramePr>
            <a:graphicFrameLocks noGrp="1"/>
          </p:cNvGraphicFramePr>
          <p:nvPr/>
        </p:nvGraphicFramePr>
        <p:xfrm>
          <a:off x="1397584" y="1334872"/>
          <a:ext cx="7110831" cy="555731"/>
        </p:xfrm>
        <a:graphic>
          <a:graphicData uri="http://schemas.openxmlformats.org/drawingml/2006/table">
            <a:tbl>
              <a:tblPr/>
              <a:tblGrid>
                <a:gridCol w="1015833">
                  <a:extLst>
                    <a:ext uri="{9D8B030D-6E8A-4147-A177-3AD203B41FA5}">
                      <a16:colId xmlns:a16="http://schemas.microsoft.com/office/drawing/2014/main" val="1390370801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2553345754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1613716825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1708881871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3337103197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2808303964"/>
                    </a:ext>
                  </a:extLst>
                </a:gridCol>
                <a:gridCol w="1015833">
                  <a:extLst>
                    <a:ext uri="{9D8B030D-6E8A-4147-A177-3AD203B41FA5}">
                      <a16:colId xmlns:a16="http://schemas.microsoft.com/office/drawing/2014/main" val="3597836841"/>
                    </a:ext>
                  </a:extLst>
                </a:gridCol>
              </a:tblGrid>
              <a:tr h="183347">
                <a:tc gridSpan="7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537349406"/>
                  </a:ext>
                </a:extLst>
              </a:tr>
              <a:tr h="18334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컨셉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사양 검토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계약 체결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XAI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</a:t>
                      </a:r>
                      <a:endParaRPr 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중간 검수</a:t>
                      </a:r>
                      <a:endParaRPr 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 검수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776614"/>
                  </a:ext>
                </a:extLst>
              </a:tr>
              <a:tr h="189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</a:t>
                      </a:r>
                    </a:p>
                  </a:txBody>
                  <a:tcPr marL="6675" marR="6675" marT="667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87520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81A3D16D-3A08-23D0-3126-16F1EB82E8FE}"/>
              </a:ext>
            </a:extLst>
          </p:cNvPr>
          <p:cNvSpPr/>
          <p:nvPr/>
        </p:nvSpPr>
        <p:spPr>
          <a:xfrm>
            <a:off x="4441448" y="1520113"/>
            <a:ext cx="1020605" cy="370540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6" name="이등변 삼각형 5">
            <a:extLst>
              <a:ext uri="{FF2B5EF4-FFF2-40B4-BE49-F238E27FC236}">
                <a16:creationId xmlns:a16="http://schemas.microsoft.com/office/drawing/2014/main" id="{1D26A3BC-F086-6872-DA4D-3CA7F618991E}"/>
              </a:ext>
            </a:extLst>
          </p:cNvPr>
          <p:cNvSpPr/>
          <p:nvPr/>
        </p:nvSpPr>
        <p:spPr>
          <a:xfrm flipV="1">
            <a:off x="4389054" y="1413376"/>
            <a:ext cx="116276" cy="100238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7" name="이등변 삼각형 6">
            <a:extLst>
              <a:ext uri="{FF2B5EF4-FFF2-40B4-BE49-F238E27FC236}">
                <a16:creationId xmlns:a16="http://schemas.microsoft.com/office/drawing/2014/main" id="{5A1C7F6F-B0D0-A138-A2E6-196127DD5737}"/>
              </a:ext>
            </a:extLst>
          </p:cNvPr>
          <p:cNvSpPr/>
          <p:nvPr/>
        </p:nvSpPr>
        <p:spPr>
          <a:xfrm flipV="1">
            <a:off x="6417180" y="1413376"/>
            <a:ext cx="116276" cy="100238"/>
          </a:xfrm>
          <a:prstGeom prst="triangle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8" name="이등변 삼각형 7">
            <a:extLst>
              <a:ext uri="{FF2B5EF4-FFF2-40B4-BE49-F238E27FC236}">
                <a16:creationId xmlns:a16="http://schemas.microsoft.com/office/drawing/2014/main" id="{96B354F3-7DBD-83D0-AE62-4D66DB110521}"/>
              </a:ext>
            </a:extLst>
          </p:cNvPr>
          <p:cNvSpPr/>
          <p:nvPr/>
        </p:nvSpPr>
        <p:spPr>
          <a:xfrm flipV="1">
            <a:off x="7432810" y="1413376"/>
            <a:ext cx="116276" cy="100238"/>
          </a:xfrm>
          <a:prstGeom prst="triangle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4E0188-44E8-BCB8-7A39-47CE23A7CDF8}"/>
              </a:ext>
            </a:extLst>
          </p:cNvPr>
          <p:cNvSpPr txBox="1"/>
          <p:nvPr/>
        </p:nvSpPr>
        <p:spPr>
          <a:xfrm>
            <a:off x="6469396" y="1253842"/>
            <a:ext cx="78098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초도 개발 모듈</a:t>
            </a:r>
            <a:endParaRPr kumimoji="0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사용 평가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/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보완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7FD12FA-7C8B-8926-866C-FF402D6A98AE}"/>
              </a:ext>
            </a:extLst>
          </p:cNvPr>
          <p:cNvSpPr txBox="1"/>
          <p:nvPr/>
        </p:nvSpPr>
        <p:spPr>
          <a:xfrm>
            <a:off x="7499460" y="1315397"/>
            <a:ext cx="94128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WA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사용 평가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/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보완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602A268-73C3-2470-D946-6EADE16D0BF4}"/>
              </a:ext>
            </a:extLst>
          </p:cNvPr>
          <p:cNvSpPr txBox="1"/>
          <p:nvPr/>
        </p:nvSpPr>
        <p:spPr>
          <a:xfrm>
            <a:off x="1366209" y="1905561"/>
            <a:ext cx="714220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※ (</a:t>
            </a: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필요 시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) Infra </a:t>
            </a: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구축 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(</a:t>
            </a: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협업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, w/ DAVINCI</a:t>
            </a: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팀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, AI</a:t>
            </a: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솔루션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3</a:t>
            </a: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팀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) </a:t>
            </a: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병행 검토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 : Infra </a:t>
            </a: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사양 검토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(~’25.12) </a:t>
            </a: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→ 투자검토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(~’26.01) </a:t>
            </a: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→ 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Infra </a:t>
            </a: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구축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(~’26.04)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6D8CF6D-170B-C998-1046-E057ABCD3A1F}"/>
              </a:ext>
            </a:extLst>
          </p:cNvPr>
          <p:cNvSpPr txBox="1"/>
          <p:nvPr/>
        </p:nvSpPr>
        <p:spPr>
          <a:xfrm>
            <a:off x="73820" y="6536297"/>
            <a:ext cx="2099702" cy="254360"/>
          </a:xfrm>
          <a:prstGeom prst="rect">
            <a:avLst/>
          </a:prstGeom>
          <a:solidFill>
            <a:schemeClr val="bg1"/>
          </a:solidFill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EX) Daily </a:t>
            </a:r>
            <a:r>
              <a:rPr kumimoji="1" lang="ko-KR" altLang="en-US" sz="800" b="0" i="0" u="none" strike="noStrike" kern="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수율 분석 </a:t>
            </a:r>
            <a:r>
              <a:rPr kumimoji="1" lang="en-US" altLang="ko-KR" sz="800" b="0" i="0" u="none" strike="noStrike" kern="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Report, </a:t>
            </a:r>
            <a:r>
              <a:rPr kumimoji="1" lang="ko-KR" altLang="en-US" sz="800" b="0" i="0" u="none" strike="noStrike" kern="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공정 개선 </a:t>
            </a:r>
            <a:r>
              <a:rPr kumimoji="1" lang="en-US" altLang="ko-KR" sz="800" b="0" i="0" u="none" strike="noStrike" kern="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Report </a:t>
            </a:r>
            <a:r>
              <a:rPr kumimoji="1" lang="ko-KR" altLang="en-US" sz="800" b="0" i="0" u="none" strike="noStrike" kern="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┘</a:t>
            </a:r>
            <a:endParaRPr kumimoji="1" lang="en-US" altLang="ko-KR" sz="800" b="0" i="0" u="none" strike="noStrike" kern="0" cap="none" spc="0" normalizeH="0" baseline="0" noProof="1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                           FTA </a:t>
            </a:r>
            <a:r>
              <a:rPr kumimoji="1" lang="ko-KR" altLang="en-US" sz="800" b="0" i="0" u="none" strike="noStrike" kern="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등 생산</a:t>
            </a:r>
            <a:r>
              <a:rPr kumimoji="1" lang="en-US" altLang="ko-KR" sz="800" b="0" i="0" u="none" strike="noStrike" kern="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kumimoji="1" lang="ko-KR" altLang="en-US" sz="800" b="0" i="0" u="none" strike="noStrike" kern="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공정기술 문서</a:t>
            </a:r>
            <a:endParaRPr kumimoji="1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F6AC33A-2C96-D601-71ED-F6C4A816EEDF}"/>
              </a:ext>
            </a:extLst>
          </p:cNvPr>
          <p:cNvSpPr txBox="1"/>
          <p:nvPr/>
        </p:nvSpPr>
        <p:spPr>
          <a:xfrm>
            <a:off x="6398418" y="5910120"/>
            <a:ext cx="3219788" cy="133774"/>
          </a:xfrm>
          <a:prstGeom prst="rect">
            <a:avLst/>
          </a:prstGeom>
          <a:solidFill>
            <a:schemeClr val="bg1"/>
          </a:solidFill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* Gen AI Platform VLM Test</a:t>
            </a:r>
            <a:r>
              <a:rPr kumimoji="1" lang="ko-KR" altLang="en-US" sz="800" b="0" i="0" u="none" strike="noStrike" kern="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를 위해 검사 이미지 분석을 역으로 제안하고자 함</a:t>
            </a:r>
            <a:r>
              <a:rPr kumimoji="1" lang="en-US" altLang="ko-KR" sz="800" b="0" i="0" u="none" strike="noStrike" kern="0" cap="none" spc="0" normalizeH="0" baseline="0" noProof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969703136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표 1">
            <a:extLst>
              <a:ext uri="{FF2B5EF4-FFF2-40B4-BE49-F238E27FC236}">
                <a16:creationId xmlns:a16="http://schemas.microsoft.com/office/drawing/2014/main" id="{C3023DD0-7C43-4203-B5A2-FEE1D52EE026}"/>
              </a:ext>
            </a:extLst>
          </p:cNvPr>
          <p:cNvGraphicFramePr>
            <a:graphicFrameLocks noGrp="1"/>
          </p:cNvGraphicFramePr>
          <p:nvPr/>
        </p:nvGraphicFramePr>
        <p:xfrm>
          <a:off x="156219" y="872919"/>
          <a:ext cx="9719707" cy="5660857"/>
        </p:xfrm>
        <a:graphic>
          <a:graphicData uri="http://schemas.openxmlformats.org/drawingml/2006/table">
            <a:tbl>
              <a:tblPr/>
              <a:tblGrid>
                <a:gridCol w="6396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71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57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040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81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491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과제명  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25945"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셀 추적</a:t>
                      </a: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PLC</a:t>
                      </a: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프로그램</a:t>
                      </a: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생성형</a:t>
                      </a: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AI 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구축</a:t>
                      </a: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6273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/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sz="10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(W43)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핵심 내용은 없습니다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lvl="0"/>
                      <a:endParaRPr lang="en-US" altLang="ko-KR" sz="1000" baseline="0">
                        <a:solidFill>
                          <a:srgbClr val="0000FF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목적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외부 업체에서 만든 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PLC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프로그램을 점검 및 분석 가능하고 추후 자체적으로 수정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생성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및 유지 가능한 생성형 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AI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구축을 통하여 업체 의존성을 줄이고 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LGES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독자적으로 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PLC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대응을 가능하도록 체계 구축</a:t>
                      </a:r>
                      <a:endParaRPr lang="en-US" altLang="ko-KR" sz="10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lang="ko-KR" altLang="en-US" sz="100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진행사항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lvl="0"/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-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개발된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AI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솔루션에 대한 결과 검증 방법으로는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*Test Data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에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대해서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AI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솔루션에 문의 시 실제 답변 대비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AI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솔루션의 답변이 유효한지를</a:t>
                      </a:r>
                      <a:endParaRPr lang="en-US" altLang="ko-KR" sz="10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lvl="0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확인하여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*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분석 정확성을 산정하였습니다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lvl="0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</a:t>
                      </a:r>
                      <a:r>
                        <a:rPr lang="en-US" altLang="ko-KR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*Test Set : ‘</a:t>
                      </a:r>
                      <a:r>
                        <a:rPr lang="ko-KR" altLang="en-US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샘플 래더 </a:t>
                      </a:r>
                      <a:r>
                        <a:rPr lang="en-US" altLang="ko-KR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+ </a:t>
                      </a:r>
                      <a:r>
                        <a:rPr lang="ko-KR" altLang="en-US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샘플 질의 프롬프트 </a:t>
                      </a:r>
                      <a:r>
                        <a:rPr lang="en-US" altLang="ko-KR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+ </a:t>
                      </a:r>
                      <a:r>
                        <a:rPr lang="ko-KR" altLang="en-US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프롬프트에 대한 답변</a:t>
                      </a:r>
                      <a:r>
                        <a:rPr lang="en-US" altLang="ko-KR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‘ </a:t>
                      </a:r>
                      <a:r>
                        <a:rPr lang="ko-KR" altLang="en-US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로 구성된 </a:t>
                      </a:r>
                      <a:r>
                        <a:rPr lang="en-US" altLang="ko-KR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Data Set</a:t>
                      </a:r>
                      <a:r>
                        <a:rPr lang="ko-KR" altLang="en-US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으로 추후 </a:t>
                      </a:r>
                      <a:r>
                        <a:rPr lang="en-US" altLang="ko-KR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AI </a:t>
                      </a:r>
                      <a:r>
                        <a:rPr lang="ko-KR" altLang="en-US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검증 시 샘플 래더</a:t>
                      </a:r>
                      <a:r>
                        <a:rPr lang="en-US" altLang="ko-KR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및 질의 프롬프트가 주어졌을때의 </a:t>
                      </a:r>
                      <a:endParaRPr lang="en-US" altLang="ko-KR" sz="900">
                        <a:solidFill>
                          <a:srgbClr val="008000"/>
                        </a:solidFill>
                        <a:latin typeface="+mn-lt"/>
                        <a:ea typeface="+mn-ea"/>
                      </a:endParaRPr>
                    </a:p>
                    <a:p>
                      <a:pPr lvl="0"/>
                      <a:r>
                        <a:rPr lang="en-US" altLang="ko-KR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                        </a:t>
                      </a:r>
                      <a:r>
                        <a:rPr lang="ko-KR" altLang="en-US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답변을 사전에 업체를 통해서 작성된 실제 답변과 비교 예정입니다</a:t>
                      </a:r>
                      <a:r>
                        <a:rPr lang="en-US" altLang="ko-KR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lvl="0"/>
                      <a:r>
                        <a:rPr lang="en-US" altLang="ko-KR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     *</a:t>
                      </a:r>
                      <a:r>
                        <a:rPr lang="ko-KR" altLang="en-US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분석 정확성 </a:t>
                      </a:r>
                      <a:r>
                        <a:rPr lang="en-US" altLang="ko-KR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: </a:t>
                      </a:r>
                      <a:r>
                        <a:rPr lang="ko-KR" altLang="en-US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개발 완료된 </a:t>
                      </a:r>
                      <a:r>
                        <a:rPr lang="en-US" altLang="ko-KR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AI </a:t>
                      </a:r>
                      <a:r>
                        <a:rPr lang="ko-KR" altLang="en-US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솔루션이 셀 추적 제어 업체를 통해 구성된 </a:t>
                      </a:r>
                      <a:r>
                        <a:rPr lang="en-US" altLang="ko-KR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Test Set</a:t>
                      </a:r>
                      <a:r>
                        <a:rPr lang="ko-KR" altLang="en-US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을 정확히 분석한 비율 </a:t>
                      </a:r>
                      <a:r>
                        <a:rPr lang="en-US" altLang="ko-KR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/ </a:t>
                      </a:r>
                      <a:r>
                        <a:rPr lang="ko-KR" altLang="en-US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산출식 </a:t>
                      </a:r>
                      <a:r>
                        <a:rPr lang="en-US" altLang="ko-KR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= (</a:t>
                      </a:r>
                      <a:r>
                        <a:rPr lang="ko-KR" altLang="en-US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정확히 분석된 수 </a:t>
                      </a:r>
                      <a:r>
                        <a:rPr lang="en-US" altLang="ko-KR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/ </a:t>
                      </a:r>
                      <a:r>
                        <a:rPr lang="ko-KR" altLang="en-US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전체 </a:t>
                      </a:r>
                      <a:r>
                        <a:rPr lang="en-US" altLang="ko-KR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Test Set </a:t>
                      </a:r>
                      <a:r>
                        <a:rPr lang="ko-KR" altLang="en-US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수</a:t>
                      </a:r>
                      <a:r>
                        <a:rPr lang="en-US" altLang="ko-KR" sz="9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) * 100</a:t>
                      </a:r>
                    </a:p>
                    <a:p>
                      <a:pPr lvl="0"/>
                      <a:endParaRPr lang="en-US" altLang="ko-KR" sz="1000">
                        <a:solidFill>
                          <a:srgbClr val="008000"/>
                        </a:solidFill>
                        <a:latin typeface="+mn-lt"/>
                        <a:ea typeface="+mn-ea"/>
                      </a:endParaRPr>
                    </a:p>
                    <a:p>
                      <a:pPr lvl="0"/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셀 추적 관련 자료들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프로그램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사양서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카운터스팩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등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을 기반으로 시나리오 분석 후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주요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Agent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개발 및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Test Set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기반으로 성능 검증하였습니다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lvl="0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1,2,3,4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차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Test Set (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총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100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문항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으로 성능 검증 시 약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93. 3%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수준의 분석 정확성이 확인 되었습니다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(4/22)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진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행 현황에 대해 담당님 보고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(6/2) </a:t>
                      </a:r>
                    </a:p>
                    <a:p>
                      <a:pPr lvl="0"/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그룹장님 보고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(6/4)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드렸습니다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.Test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Set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이외에 검증용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Set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을 구성하여 최종 성능 검증을 하였고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94.05%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성능을 확인하였습니다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(6/17)</a:t>
                      </a:r>
                    </a:p>
                    <a:p>
                      <a:pPr lvl="0"/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</a:t>
                      </a:r>
                      <a:r>
                        <a:rPr lang="en-US" altLang="ko-KR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 *</a:t>
                      </a:r>
                      <a:r>
                        <a:rPr lang="ko-KR" altLang="en-US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주요 </a:t>
                      </a:r>
                      <a:r>
                        <a:rPr lang="en-US" altLang="ko-KR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Agent</a:t>
                      </a:r>
                      <a:r>
                        <a:rPr lang="ko-KR" altLang="en-US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는 </a:t>
                      </a:r>
                      <a:r>
                        <a:rPr lang="en-US" altLang="ko-KR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Supervisor Agent</a:t>
                      </a:r>
                      <a:r>
                        <a:rPr lang="ko-KR" altLang="en-US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와 </a:t>
                      </a:r>
                      <a:r>
                        <a:rPr lang="en-US" altLang="ko-KR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Worker Agent </a:t>
                      </a:r>
                      <a:r>
                        <a:rPr lang="ko-KR" altLang="en-US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두가지로 나누어지며 각각 하기와 같습니다</a:t>
                      </a:r>
                      <a:r>
                        <a:rPr lang="en-US" altLang="ko-KR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lvl="0"/>
                      <a:r>
                        <a:rPr lang="en-US" altLang="ko-KR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     Supervisor Agent : UI </a:t>
                      </a:r>
                      <a:r>
                        <a:rPr lang="ko-KR" altLang="en-US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통해 </a:t>
                      </a:r>
                      <a:r>
                        <a:rPr lang="en-US" altLang="ko-KR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Input</a:t>
                      </a:r>
                      <a:r>
                        <a:rPr lang="ko-KR" altLang="en-US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된 사용자 질문의 의도를 파악하여 질문 타입에 맞게 분류하는 코드</a:t>
                      </a:r>
                      <a:endParaRPr lang="en-US" altLang="ko-KR" sz="1000">
                        <a:solidFill>
                          <a:srgbClr val="008000"/>
                        </a:solidFill>
                        <a:latin typeface="+mn-lt"/>
                        <a:ea typeface="+mn-ea"/>
                      </a:endParaRPr>
                    </a:p>
                    <a:p>
                      <a:pPr lvl="0"/>
                      <a:r>
                        <a:rPr lang="en-US" altLang="ko-KR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     Worker Agent : Supervisor Agent</a:t>
                      </a:r>
                      <a:r>
                        <a:rPr lang="ko-KR" altLang="en-US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에서 분류된 질문 타입에 맞춰 코드 탐색</a:t>
                      </a:r>
                      <a:r>
                        <a:rPr lang="en-US" altLang="ko-KR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정보 확인</a:t>
                      </a:r>
                      <a:r>
                        <a:rPr lang="en-US" altLang="ko-KR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및 </a:t>
                      </a:r>
                      <a:r>
                        <a:rPr lang="en-US" altLang="ko-KR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ChatGPT</a:t>
                      </a:r>
                      <a:r>
                        <a:rPr lang="ko-KR" altLang="en-US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와 인터페이스 하여 답변을 획득하는 코드</a:t>
                      </a:r>
                    </a:p>
                    <a:p>
                      <a:pPr lvl="0"/>
                      <a:r>
                        <a:rPr lang="en-US" altLang="ko-KR" sz="105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*</a:t>
                      </a:r>
                      <a:r>
                        <a:rPr lang="ko-KR" altLang="en-US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질문 유형 </a:t>
                      </a:r>
                      <a:r>
                        <a:rPr lang="en-US" altLang="ko-KR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: 1) </a:t>
                      </a:r>
                      <a:r>
                        <a:rPr lang="ko-KR" altLang="en-US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코드 해석</a:t>
                      </a:r>
                      <a:r>
                        <a:rPr lang="en-US" altLang="ko-KR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, 2) </a:t>
                      </a:r>
                      <a:r>
                        <a:rPr lang="ko-KR" altLang="en-US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코드 검사</a:t>
                      </a:r>
                      <a:r>
                        <a:rPr lang="en-US" altLang="ko-KR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, 3) </a:t>
                      </a:r>
                      <a:r>
                        <a:rPr lang="ko-KR" altLang="en-US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시뮬레이션</a:t>
                      </a:r>
                      <a:r>
                        <a:rPr lang="en-US" altLang="ko-KR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, 4) </a:t>
                      </a:r>
                      <a:r>
                        <a:rPr lang="ko-KR" altLang="en-US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정보 확인</a:t>
                      </a: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lvl="0"/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lvl="0"/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사내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AI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플랫폼 내에서 솔루션 사용 가능하도록 이관 완료되었습니다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기존 사용되던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GPT4.1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의 사외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API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사용에 따른 토큰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비용 문제로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LLM </a:t>
                      </a:r>
                    </a:p>
                    <a:p>
                      <a:pPr lvl="0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변경이 불가피하였고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AI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솔루션팀과 검토하여 활용 가능한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LLM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중 모델 규모가 가장 크고 타 모델들 대비 효과적인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EXAONE 4.0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 변경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및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적용</a:t>
                      </a:r>
                      <a:endParaRPr lang="en-US" altLang="ko-KR" sz="10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lvl="0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완료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(8/4)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하였습니다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사내 플랫폼에 적용된 솔루션을 기존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Test Set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을 통해 검증 결과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약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90.1%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의 분석 정확성이 확인되었습니다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(8/19)</a:t>
                      </a:r>
                    </a:p>
                    <a:p>
                      <a:pPr lvl="0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최신 버전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PLC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프로그램 및 도메인 문서들 정리 및 업로드 후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Global Site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셀 추적 전담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인원들 대상으로 배포 완료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(8/31)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하였습니다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lvl="0"/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사내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AI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플랫폼 내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*GPT-OSS-120B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사용 가능하도록 작업이 되어 솔루션의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LLM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을 변경하였고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(9/15),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기존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GPT4.1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과 동일 수준의 분석 정확성인</a:t>
                      </a:r>
                      <a:endParaRPr lang="en-US" altLang="ko-KR" sz="10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lvl="0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94.05%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로 솔루션 성능 확인되었습니다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(9/17) </a:t>
                      </a:r>
                    </a:p>
                    <a:p>
                      <a:pPr lvl="0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</a:t>
                      </a:r>
                      <a:r>
                        <a:rPr lang="en-US" altLang="ko-KR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*GPT-OSS-120B : ‘25.08 OpenAI </a:t>
                      </a:r>
                      <a:r>
                        <a:rPr lang="ko-KR" altLang="en-US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社에서 공개된 </a:t>
                      </a:r>
                      <a:r>
                        <a:rPr lang="en-US" altLang="ko-KR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Chat GPT</a:t>
                      </a:r>
                      <a:r>
                        <a:rPr lang="ko-KR" altLang="en-US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의 오픈 소스 버전 </a:t>
                      </a:r>
                      <a:r>
                        <a:rPr lang="en-US" altLang="ko-KR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LLM </a:t>
                      </a:r>
                      <a:r>
                        <a:rPr lang="ko-KR" altLang="en-US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모델</a:t>
                      </a:r>
                      <a:endParaRPr lang="en-US" altLang="ko-KR" sz="10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lvl="0"/>
                      <a:endParaRPr lang="en-US" altLang="ko-KR" sz="10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lvl="0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변경된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LLM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기반의 솔루션을 기존 배포된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Global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Site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셀 추적 인원들 대상으로 설명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시연회 완료하였으며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(9/23) Cyber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보안팀과 추가 검토 시 </a:t>
                      </a:r>
                      <a:endParaRPr lang="en-US" altLang="ko-KR" sz="10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lvl="0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“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전사이트의 프로그램이 포함되어있는 솔루션은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JV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법인에서 접근되면 안된다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”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는 가이드에 맞춰서 금번 솔루션을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JV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법인 별 총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*6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개의 버전으로</a:t>
                      </a:r>
                      <a:endParaRPr lang="en-US" altLang="ko-KR" sz="10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lvl="0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나누어서 운영 배포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(9/30)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하였습니다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추가적으로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EnPortal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시스템맵의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AI/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챗봇 영역에서 금번 솔루션을 반영하도록 구성 중입니다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</a:t>
                      </a:r>
                    </a:p>
                    <a:p>
                      <a:pPr lvl="0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(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자사법인 완료 및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JV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법인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~10/23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완료 예정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해당 내용 및 솔루션 사용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VoE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관련 담당님 대면 보고 및 그룹장님 서면 보고 완료하였으며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(10/1),</a:t>
                      </a:r>
                    </a:p>
                    <a:p>
                      <a:pPr lvl="0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그룹장님 코멘트 사항에 맞춰 법인 별 실제 활용 방안에 대해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VoE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청취 후 추가 서면 보고 예정입니다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(~10/24)</a:t>
                      </a:r>
                    </a:p>
                    <a:p>
                      <a:pPr lvl="0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</a:t>
                      </a:r>
                      <a:r>
                        <a:rPr lang="en-US" altLang="ko-KR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*</a:t>
                      </a:r>
                      <a:r>
                        <a:rPr lang="ko-KR" altLang="en-US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법인 별 </a:t>
                      </a:r>
                      <a:r>
                        <a:rPr lang="en-US" altLang="ko-KR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6</a:t>
                      </a:r>
                      <a:r>
                        <a:rPr lang="ko-KR" altLang="en-US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개의 버전 </a:t>
                      </a:r>
                      <a:r>
                        <a:rPr lang="en-US" altLang="ko-KR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: 1) </a:t>
                      </a:r>
                      <a:r>
                        <a:rPr lang="ko-KR" altLang="en-US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자사법인</a:t>
                      </a:r>
                      <a:r>
                        <a:rPr lang="en-US" altLang="ko-KR" sz="1000">
                          <a:solidFill>
                            <a:srgbClr val="008000"/>
                          </a:solidFill>
                          <a:latin typeface="+mn-lt"/>
                          <a:ea typeface="+mn-ea"/>
                        </a:rPr>
                        <a:t>, 2) UC, 3) ST, 4) HD, 5) HM, 6) HG</a:t>
                      </a:r>
                      <a:endParaRPr lang="en-US" altLang="ko-KR" sz="10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lvl="0"/>
                      <a:endParaRPr lang="en-US" altLang="ko-KR" sz="10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‘25.08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ko-KR" altLang="en-US" sz="10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임상현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</a:t>
                      </a: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이성규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</a:t>
                      </a: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박종현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P)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17" name="제목 1">
            <a:extLst>
              <a:ext uri="{FF2B5EF4-FFF2-40B4-BE49-F238E27FC236}">
                <a16:creationId xmlns:a16="http://schemas.microsoft.com/office/drawing/2014/main" id="{0730E4BE-CEB8-4953-B7F9-6844E8EA7623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셀추적기술팀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sp>
        <p:nvSpPr>
          <p:cNvPr id="18" name="내용 개체 틀 20">
            <a:extLst>
              <a:ext uri="{FF2B5EF4-FFF2-40B4-BE49-F238E27FC236}">
                <a16:creationId xmlns:a16="http://schemas.microsoft.com/office/drawing/2014/main" id="{90781495-C08E-4203-BC61-9C85525803E4}"/>
              </a:ext>
            </a:extLst>
          </p:cNvPr>
          <p:cNvSpPr txBox="1">
            <a:spLocks/>
          </p:cNvSpPr>
          <p:nvPr/>
        </p:nvSpPr>
        <p:spPr>
          <a:xfrm>
            <a:off x="9038623" y="376121"/>
            <a:ext cx="769441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임상현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D1808FA-2311-4DE7-933E-F986BA64E04F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10/22 14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400AC479-67D7-453E-BDF4-1B9EAAC0D211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155257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■ 셀 추적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PLC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프로그램 점검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분석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생산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및 유지를 위한 생성형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AI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구축</a:t>
            </a: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3DDAB598-7DC8-4E3D-82EE-5610378EC5D5}"/>
              </a:ext>
            </a:extLst>
          </p:cNvPr>
          <p:cNvSpPr/>
          <p:nvPr/>
        </p:nvSpPr>
        <p:spPr>
          <a:xfrm>
            <a:off x="160858" y="1137961"/>
            <a:ext cx="396000" cy="180000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D18366C-3F80-40AA-A62F-C4E8283F880F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#19,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66BEC9D2-5BFB-4D80-B17D-3FA4F6E7CC62}"/>
              </a:ext>
            </a:extLst>
          </p:cNvPr>
          <p:cNvSpPr txBox="1"/>
          <p:nvPr/>
        </p:nvSpPr>
        <p:spPr>
          <a:xfrm>
            <a:off x="1" y="1959958"/>
            <a:ext cx="805758" cy="784830"/>
          </a:xfrm>
          <a:prstGeom prst="rect">
            <a:avLst/>
          </a:prstGeom>
          <a:noFill/>
        </p:spPr>
        <p:txBody>
          <a:bodyPr wrap="square" lIns="36000" tIns="45720" rIns="3600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전주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7/3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차기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10/1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244853322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셀추적기술팀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19275" y="865299"/>
          <a:ext cx="9688790" cy="5731081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66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780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 dirty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Cell ID </a:t>
                      </a:r>
                      <a:br>
                        <a:rPr lang="en-US" altLang="ko-KR" sz="900" b="0" i="0" u="none" strike="noStrike" baseline="0" noProof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기반의 </a:t>
                      </a:r>
                      <a:br>
                        <a:rPr lang="en-US" altLang="ko-KR" sz="900" b="0" i="0" u="none" strike="noStrike" baseline="0" noProof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신규 계측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Data(SV/PV) </a:t>
                      </a: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연계 기술 적용</a:t>
                      </a:r>
                      <a:endParaRPr lang="ko-KR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ESWA, ESNB, ESNA, ESNJ, ESMI,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ESOC</a:t>
                      </a: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금주</a:t>
                      </a:r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(W49) </a:t>
                      </a:r>
                      <a:r>
                        <a:rPr kumimoji="1" lang="ko-KR" altLang="en-US" sz="1000" kern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핵심 내용은 없습니다</a:t>
                      </a:r>
                      <a:r>
                        <a:rPr kumimoji="1" lang="en-US" altLang="ko-KR" sz="1000" kern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br>
                        <a:rPr lang="en-US" altLang="ko-KR" sz="10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endParaRPr lang="ko-KR" altLang="en-US" sz="1000" b="0" i="0" u="none" strike="noStrike" baseline="0" noProof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10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br>
                        <a:rPr lang="en-US" altLang="ko-KR" sz="10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br>
                        <a:rPr lang="en-US" altLang="ko-KR" sz="10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endParaRPr lang="ko-KR" altLang="en-US" sz="1000" b="0" i="0" u="none" strike="noStrike" baseline="0" noProof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10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br>
                        <a:rPr lang="en-US" altLang="ko-KR" sz="10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endParaRPr lang="ko-KR" altLang="en-US" sz="1000" b="0" i="0" u="none" strike="noStrike" baseline="0" noProof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br>
                        <a:rPr lang="en-US" altLang="ko-KR" sz="1000" b="0" i="0" u="none" strike="noStrike" kern="1200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br>
                        <a:rPr lang="en-US" altLang="ko-KR" sz="1000" b="0" i="0" u="none" strike="noStrike" kern="1200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br>
                        <a:rPr lang="en-US" altLang="ko-KR" sz="1000" b="0" i="0" u="none" strike="noStrike" kern="1200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br>
                        <a:rPr lang="en-US" altLang="ko-KR" sz="1000" b="0" i="0" u="none" strike="noStrike" kern="1200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br>
                        <a:rPr lang="en-US" altLang="ko-KR" sz="1000" b="0" i="0" u="none" strike="noStrike" kern="1200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br>
                        <a:rPr lang="en-US" altLang="ko-KR" sz="1000" b="0" i="0" u="none" strike="noStrike" kern="1200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br>
                        <a:rPr lang="en-US" altLang="ko-KR" sz="1000" b="0" i="0" u="none" strike="noStrike" kern="1200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endParaRPr lang="en-US" altLang="ko-KR" sz="1000" b="0" i="0" u="none" strike="noStrike" kern="1200" baseline="0" noProof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1000" b="0" i="0" u="none" strike="noStrike" kern="1200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1)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진행 사항</a:t>
                      </a: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-.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직속법인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HW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셋업 진행 중에 있습니다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-. HW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셋업은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WA (5/28), NB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(3/25), NA (3/25)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되었습니다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-. NJ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는 수평 전개 대상 라인의 생산이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25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이후로 없어 투자 취소 되었습니다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.(ESNJ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법인 요청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-. MI  FOB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완료되었습니다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(11/15), 12/15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까지 자재 입고 예정이며 작업 일정 협의 중에 있습니다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.(~12/15)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-. OC Pilot B5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호기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HW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설치 완료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(9/17)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되었습니다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Pilot B6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설치 완료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(10/23),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마더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라인 설치 완료 되었습니다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(10/28)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-.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직속 법인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SW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셋업 진행 중에 있습니다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-. WA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API 셋업 기준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 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부동 설비 제외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(10/28)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되었습니다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WA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Cell ID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매칭률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조립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99.94%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활성화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99.89%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수준입니다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-. NA 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API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 셋업 기준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 부동 설비 제외 완료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(10/27)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되었습니다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NA Cell ID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매칭률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조립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99.93%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활성화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99.97%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수준입니다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-. NB 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API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 셋업 기준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 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부동 설비 제외 완료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(9/3)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되었습니다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NB Cell ID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매칭률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조립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99.93%,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활성화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99.92%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-. MI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투자심의 완료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(6/3)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집행품의 완료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(6/23)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되었습니다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PR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(7/8) PO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(7/12)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되었습니다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-. OC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Pilot B5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셋업 완료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(10/28) Pilot B6,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마더라인은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설비 가동 시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(‘25.02)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셋업 예정입니다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26.03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이성규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</a:t>
                      </a:r>
                      <a:br>
                        <a:rPr lang="en-US" altLang="ko-KR" sz="10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김준범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P)</a:t>
                      </a:r>
                      <a:endParaRPr lang="ko-KR" altLang="en-US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endParaRPr lang="ko-KR" altLang="en-US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3C29B833-2C84-4243-9D4D-9B1D408F91DE}"/>
              </a:ext>
            </a:extLst>
          </p:cNvPr>
          <p:cNvSpPr txBox="1">
            <a:spLocks/>
          </p:cNvSpPr>
          <p:nvPr/>
        </p:nvSpPr>
        <p:spPr>
          <a:xfrm>
            <a:off x="8993739" y="376121"/>
            <a:ext cx="814325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이성규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1B17DB2-3DCC-4A8F-9347-F9695BEF8B6D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12/3 09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3FCB8C80-2818-4DE5-8D06-0CBBB3D9AE5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4932441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Cell ID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기반의 신규 계측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Data(SV/PV)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연계 기술 수평 전개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파우치형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2AFD5F15-67A7-4DE0-B97B-E94C6F9E69D9}"/>
              </a:ext>
            </a:extLst>
          </p:cNvPr>
          <p:cNvGraphicFramePr>
            <a:graphicFrameLocks noGrp="1"/>
          </p:cNvGraphicFramePr>
          <p:nvPr/>
        </p:nvGraphicFramePr>
        <p:xfrm>
          <a:off x="1513141" y="2433263"/>
          <a:ext cx="7642113" cy="1483995"/>
        </p:xfrm>
        <a:graphic>
          <a:graphicData uri="http://schemas.openxmlformats.org/drawingml/2006/table">
            <a:tbl>
              <a:tblPr/>
              <a:tblGrid>
                <a:gridCol w="609823">
                  <a:extLst>
                    <a:ext uri="{9D8B030D-6E8A-4147-A177-3AD203B41FA5}">
                      <a16:colId xmlns:a16="http://schemas.microsoft.com/office/drawing/2014/main" val="2589469805"/>
                    </a:ext>
                  </a:extLst>
                </a:gridCol>
                <a:gridCol w="703229">
                  <a:extLst>
                    <a:ext uri="{9D8B030D-6E8A-4147-A177-3AD203B41FA5}">
                      <a16:colId xmlns:a16="http://schemas.microsoft.com/office/drawing/2014/main" val="4158260577"/>
                    </a:ext>
                  </a:extLst>
                </a:gridCol>
                <a:gridCol w="703229">
                  <a:extLst>
                    <a:ext uri="{9D8B030D-6E8A-4147-A177-3AD203B41FA5}">
                      <a16:colId xmlns:a16="http://schemas.microsoft.com/office/drawing/2014/main" val="1009246450"/>
                    </a:ext>
                  </a:extLst>
                </a:gridCol>
                <a:gridCol w="703229">
                  <a:extLst>
                    <a:ext uri="{9D8B030D-6E8A-4147-A177-3AD203B41FA5}">
                      <a16:colId xmlns:a16="http://schemas.microsoft.com/office/drawing/2014/main" val="1837502572"/>
                    </a:ext>
                  </a:extLst>
                </a:gridCol>
                <a:gridCol w="703229">
                  <a:extLst>
                    <a:ext uri="{9D8B030D-6E8A-4147-A177-3AD203B41FA5}">
                      <a16:colId xmlns:a16="http://schemas.microsoft.com/office/drawing/2014/main" val="2788831170"/>
                    </a:ext>
                  </a:extLst>
                </a:gridCol>
                <a:gridCol w="703229">
                  <a:extLst>
                    <a:ext uri="{9D8B030D-6E8A-4147-A177-3AD203B41FA5}">
                      <a16:colId xmlns:a16="http://schemas.microsoft.com/office/drawing/2014/main" val="2396317001"/>
                    </a:ext>
                  </a:extLst>
                </a:gridCol>
                <a:gridCol w="703229">
                  <a:extLst>
                    <a:ext uri="{9D8B030D-6E8A-4147-A177-3AD203B41FA5}">
                      <a16:colId xmlns:a16="http://schemas.microsoft.com/office/drawing/2014/main" val="1157631969"/>
                    </a:ext>
                  </a:extLst>
                </a:gridCol>
                <a:gridCol w="703229">
                  <a:extLst>
                    <a:ext uri="{9D8B030D-6E8A-4147-A177-3AD203B41FA5}">
                      <a16:colId xmlns:a16="http://schemas.microsoft.com/office/drawing/2014/main" val="446067393"/>
                    </a:ext>
                  </a:extLst>
                </a:gridCol>
                <a:gridCol w="703229">
                  <a:extLst>
                    <a:ext uri="{9D8B030D-6E8A-4147-A177-3AD203B41FA5}">
                      <a16:colId xmlns:a16="http://schemas.microsoft.com/office/drawing/2014/main" val="1706312261"/>
                    </a:ext>
                  </a:extLst>
                </a:gridCol>
                <a:gridCol w="703229">
                  <a:extLst>
                    <a:ext uri="{9D8B030D-6E8A-4147-A177-3AD203B41FA5}">
                      <a16:colId xmlns:a16="http://schemas.microsoft.com/office/drawing/2014/main" val="678941865"/>
                    </a:ext>
                  </a:extLst>
                </a:gridCol>
                <a:gridCol w="703229">
                  <a:extLst>
                    <a:ext uri="{9D8B030D-6E8A-4147-A177-3AD203B41FA5}">
                      <a16:colId xmlns:a16="http://schemas.microsoft.com/office/drawing/2014/main" val="2684286986"/>
                    </a:ext>
                  </a:extLst>
                </a:gridCol>
              </a:tblGrid>
              <a:tr h="129319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수평 전개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5672508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조립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활성화 공통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조립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latin typeface="+mn-lt"/>
                          <a:ea typeface="+mn-ea"/>
                        </a:rPr>
                        <a:t>활성화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80899592"/>
                  </a:ext>
                </a:extLst>
              </a:tr>
              <a:tr h="85769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집행품의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(HW)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집행품의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(SW)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단동셋업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연동셋업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정합성검증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검수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단동셋업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연동셋업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정합성검증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검수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5711425"/>
                  </a:ext>
                </a:extLst>
              </a:tr>
              <a:tr h="829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WA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(25.02.10)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(25.02.10)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(25.05.28)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(25.10.28)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(25.12.30)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(25.12.30)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(25.05.28)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(25.10.28)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(25.12.30)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(25.12.30)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9580387"/>
                  </a:ext>
                </a:extLst>
              </a:tr>
              <a:tr h="829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NB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(25.03.12)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(25.03.12)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(25.03.25)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(25.09.02)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(25.12.30)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(25.12.30)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●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(25.03.25)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(25.09.02)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(25.12.30)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(25.12.30)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8347429"/>
                  </a:ext>
                </a:extLst>
              </a:tr>
              <a:tr h="829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NA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(25.03.07)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(25.03.07)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(25.03.25)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(25.10.27)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(25.12.30)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(25.12.30)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●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(25.03.25)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(25.10.27)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(25.12.30)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(25.12.30)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6485973"/>
                  </a:ext>
                </a:extLst>
              </a:tr>
              <a:tr h="829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NJ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투자 취소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생산 계획 없음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sng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sng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sng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sng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sng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sng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sng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sng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844150"/>
                  </a:ext>
                </a:extLst>
              </a:tr>
              <a:tr h="829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MI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(25.06.23)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(25.06.23)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(26.01.30)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(25.02.28)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(26.03.15)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(26.03.15)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(26.01.30)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(25.02.28)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(26.03.15)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(26.03.15)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1838263"/>
                  </a:ext>
                </a:extLst>
              </a:tr>
              <a:tr h="829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OC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(25.06.30)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(25.06.30)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(25.10.28)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(26.02.28)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(26.03.15)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(26.03.30)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(25.10.28)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(26.02.28)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(26.03.15)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(26.03.30)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6639071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C71CE0D6-01CC-4FCA-BCC0-69BDDE1CF5E4}"/>
              </a:ext>
            </a:extLst>
          </p:cNvPr>
          <p:cNvGraphicFramePr>
            <a:graphicFrameLocks noGrp="1"/>
          </p:cNvGraphicFramePr>
          <p:nvPr/>
        </p:nvGraphicFramePr>
        <p:xfrm>
          <a:off x="1513141" y="1320975"/>
          <a:ext cx="6724928" cy="1044769"/>
        </p:xfrm>
        <a:graphic>
          <a:graphicData uri="http://schemas.openxmlformats.org/drawingml/2006/table">
            <a:tbl>
              <a:tblPr/>
              <a:tblGrid>
                <a:gridCol w="960704">
                  <a:extLst>
                    <a:ext uri="{9D8B030D-6E8A-4147-A177-3AD203B41FA5}">
                      <a16:colId xmlns:a16="http://schemas.microsoft.com/office/drawing/2014/main" val="434962289"/>
                    </a:ext>
                  </a:extLst>
                </a:gridCol>
                <a:gridCol w="960704">
                  <a:extLst>
                    <a:ext uri="{9D8B030D-6E8A-4147-A177-3AD203B41FA5}">
                      <a16:colId xmlns:a16="http://schemas.microsoft.com/office/drawing/2014/main" val="548148166"/>
                    </a:ext>
                  </a:extLst>
                </a:gridCol>
                <a:gridCol w="960704">
                  <a:extLst>
                    <a:ext uri="{9D8B030D-6E8A-4147-A177-3AD203B41FA5}">
                      <a16:colId xmlns:a16="http://schemas.microsoft.com/office/drawing/2014/main" val="3029542346"/>
                    </a:ext>
                  </a:extLst>
                </a:gridCol>
                <a:gridCol w="960704">
                  <a:extLst>
                    <a:ext uri="{9D8B030D-6E8A-4147-A177-3AD203B41FA5}">
                      <a16:colId xmlns:a16="http://schemas.microsoft.com/office/drawing/2014/main" val="595829290"/>
                    </a:ext>
                  </a:extLst>
                </a:gridCol>
                <a:gridCol w="960704">
                  <a:extLst>
                    <a:ext uri="{9D8B030D-6E8A-4147-A177-3AD203B41FA5}">
                      <a16:colId xmlns:a16="http://schemas.microsoft.com/office/drawing/2014/main" val="2597318231"/>
                    </a:ext>
                  </a:extLst>
                </a:gridCol>
                <a:gridCol w="960704">
                  <a:extLst>
                    <a:ext uri="{9D8B030D-6E8A-4147-A177-3AD203B41FA5}">
                      <a16:colId xmlns:a16="http://schemas.microsoft.com/office/drawing/2014/main" val="1041315854"/>
                    </a:ext>
                  </a:extLst>
                </a:gridCol>
                <a:gridCol w="960704">
                  <a:extLst>
                    <a:ext uri="{9D8B030D-6E8A-4147-A177-3AD203B41FA5}">
                      <a16:colId xmlns:a16="http://schemas.microsoft.com/office/drawing/2014/main" val="1825275577"/>
                    </a:ext>
                  </a:extLst>
                </a:gridCol>
              </a:tblGrid>
              <a:tr h="143398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사이트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기본품의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집행품의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(HW)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집행품의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(SW)</a:t>
                      </a:r>
                      <a:endParaRPr 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Set-up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정합성 검증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비고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36558"/>
                  </a:ext>
                </a:extLst>
              </a:tr>
              <a:tr h="16329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WA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'24.02.09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'24.08.17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'25.02.10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’25.10.30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’25.12.30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2871159"/>
                  </a:ext>
                </a:extLst>
              </a:tr>
              <a:tr h="16329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NB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'24.02.09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'24.12.06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'25.03.12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’25.09.30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’25.12.30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sng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9086501"/>
                  </a:ext>
                </a:extLst>
              </a:tr>
              <a:tr h="10727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NA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'24.02.09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'24.12.06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'25.03.07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’25.10.30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’25.12.30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3439501"/>
                  </a:ext>
                </a:extLst>
              </a:tr>
              <a:tr h="16329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NJ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'24.02.09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투자 취소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생산 계획 없음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sng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sng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sng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1800731"/>
                  </a:ext>
                </a:extLst>
              </a:tr>
              <a:tr h="10727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MI 1, 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'24.02.09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‘25.06.23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‘25.06.23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‘26.01.30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‘26.02.28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8358934"/>
                  </a:ext>
                </a:extLst>
              </a:tr>
              <a:tr h="10727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OC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'24.02.09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'25.06.30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'25.06.30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'25.12.30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'25.12.30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27376700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0201E0CF-7D81-4105-AB33-6E6CD408BB1E}"/>
              </a:ext>
            </a:extLst>
          </p:cNvPr>
          <p:cNvSpPr/>
          <p:nvPr/>
        </p:nvSpPr>
        <p:spPr>
          <a:xfrm>
            <a:off x="6320028" y="1607355"/>
            <a:ext cx="964491" cy="170264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15" name="이등변 삼각형 14">
            <a:extLst>
              <a:ext uri="{FF2B5EF4-FFF2-40B4-BE49-F238E27FC236}">
                <a16:creationId xmlns:a16="http://schemas.microsoft.com/office/drawing/2014/main" id="{0EDE0EFF-7719-46F8-A003-8AAECD70C084}"/>
              </a:ext>
            </a:extLst>
          </p:cNvPr>
          <p:cNvSpPr/>
          <p:nvPr/>
        </p:nvSpPr>
        <p:spPr>
          <a:xfrm rot="10800000">
            <a:off x="6228327" y="1312836"/>
            <a:ext cx="199441" cy="134216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EF7F3B7-A66D-4846-B4E9-2A92861A1F80}"/>
              </a:ext>
            </a:extLst>
          </p:cNvPr>
          <p:cNvSpPr txBox="1"/>
          <p:nvPr/>
        </p:nvSpPr>
        <p:spPr>
          <a:xfrm>
            <a:off x="6834164" y="2431647"/>
            <a:ext cx="2321088" cy="230832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○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진행예정 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진행 중 ●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진행완료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377D5494-9D9D-4192-AFD8-3E681E78917A}"/>
              </a:ext>
            </a:extLst>
          </p:cNvPr>
          <p:cNvSpPr/>
          <p:nvPr/>
        </p:nvSpPr>
        <p:spPr>
          <a:xfrm>
            <a:off x="5363558" y="2091689"/>
            <a:ext cx="964490" cy="274055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19" name="이등변 삼각형 18">
            <a:extLst>
              <a:ext uri="{FF2B5EF4-FFF2-40B4-BE49-F238E27FC236}">
                <a16:creationId xmlns:a16="http://schemas.microsoft.com/office/drawing/2014/main" id="{CC7B42E3-CB7C-4FC8-A4BC-EC26EB306F3C}"/>
              </a:ext>
            </a:extLst>
          </p:cNvPr>
          <p:cNvSpPr/>
          <p:nvPr/>
        </p:nvSpPr>
        <p:spPr>
          <a:xfrm rot="10800000">
            <a:off x="5269795" y="1942465"/>
            <a:ext cx="199441" cy="134216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5310E0D-4197-482C-93F5-3CEBFD639492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#9,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83CBEDA6-7AF4-45FC-8DFC-D0DEAF38622D}"/>
              </a:ext>
            </a:extLst>
          </p:cNvPr>
          <p:cNvSpPr/>
          <p:nvPr/>
        </p:nvSpPr>
        <p:spPr>
          <a:xfrm>
            <a:off x="6314559" y="1447052"/>
            <a:ext cx="964490" cy="170264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3FFA8F30-A80C-42A6-B2A2-A57FA43EFC72}"/>
              </a:ext>
            </a:extLst>
          </p:cNvPr>
          <p:cNvSpPr/>
          <p:nvPr/>
        </p:nvSpPr>
        <p:spPr>
          <a:xfrm>
            <a:off x="6314559" y="1766637"/>
            <a:ext cx="964490" cy="170264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48A78E2-9BDF-41FE-98FE-4B49AB5E73A0}"/>
              </a:ext>
            </a:extLst>
          </p:cNvPr>
          <p:cNvSpPr txBox="1"/>
          <p:nvPr/>
        </p:nvSpPr>
        <p:spPr>
          <a:xfrm>
            <a:off x="1409598" y="6137548"/>
            <a:ext cx="422743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※ Cell ID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매칭률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관리 기준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99.7%)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(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중복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누락 제외한 정상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Cell ID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수량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)/(SPC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보고 전체 데이터 수량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007887036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제목 1">
            <a:extLst>
              <a:ext uri="{FF2B5EF4-FFF2-40B4-BE49-F238E27FC236}">
                <a16:creationId xmlns:a16="http://schemas.microsoft.com/office/drawing/2014/main" id="{21BAE1A2-F81C-4680-B645-7AC71D1CECB1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9166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셀추적기술팀</a:t>
            </a:r>
          </a:p>
        </p:txBody>
      </p:sp>
      <p:sp>
        <p:nvSpPr>
          <p:cNvPr id="125" name="내용 개체 틀 20">
            <a:extLst>
              <a:ext uri="{FF2B5EF4-FFF2-40B4-BE49-F238E27FC236}">
                <a16:creationId xmlns:a16="http://schemas.microsoft.com/office/drawing/2014/main" id="{03560B4A-6DFF-4B0D-BD2B-2F8FB159704D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280770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■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저전압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Feed Forward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예측 기술 개발</a:t>
            </a:r>
          </a:p>
        </p:txBody>
      </p:sp>
      <p:graphicFrame>
        <p:nvGraphicFramePr>
          <p:cNvPr id="128" name="표 1">
            <a:extLst>
              <a:ext uri="{FF2B5EF4-FFF2-40B4-BE49-F238E27FC236}">
                <a16:creationId xmlns:a16="http://schemas.microsoft.com/office/drawing/2014/main" id="{BBF379D4-99A2-4D31-9CB5-2BDACF36F890}"/>
              </a:ext>
            </a:extLst>
          </p:cNvPr>
          <p:cNvGraphicFramePr>
            <a:graphicFrameLocks noGrp="1"/>
          </p:cNvGraphicFramePr>
          <p:nvPr/>
        </p:nvGraphicFramePr>
        <p:xfrm>
          <a:off x="156219" y="848481"/>
          <a:ext cx="9719707" cy="5748256"/>
        </p:xfrm>
        <a:graphic>
          <a:graphicData uri="http://schemas.openxmlformats.org/drawingml/2006/table">
            <a:tbl>
              <a:tblPr/>
              <a:tblGrid>
                <a:gridCol w="6396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98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3075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127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81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95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007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저전압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Feed Forward 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예측 기술 개발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24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라인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/>
                      <a:r>
                        <a:rPr kumimoji="1" lang="ko-KR" altLang="en-US" sz="1000" kern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금주</a:t>
                      </a:r>
                      <a:r>
                        <a:rPr kumimoji="1" lang="en-US" altLang="ko-KR" sz="1000" kern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(W42) </a:t>
                      </a:r>
                      <a:r>
                        <a:rPr kumimoji="1" lang="ko-KR" altLang="en-US" sz="1000" kern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핵심 내용은 </a:t>
                      </a:r>
                      <a:r>
                        <a:rPr kumimoji="1" lang="en-US" altLang="ko-KR" sz="1000" kern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26 </a:t>
                      </a:r>
                      <a:r>
                        <a:rPr kumimoji="1" lang="ko-KR" altLang="en-US" sz="1000" kern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라인 </a:t>
                      </a:r>
                      <a:r>
                        <a:rPr kumimoji="1" lang="en-US" altLang="ko-KR" sz="1000" kern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E-PMS </a:t>
                      </a:r>
                      <a:r>
                        <a:rPr kumimoji="1" lang="ko-KR" altLang="en-US" sz="1000" kern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데이터 확인 했으나</a:t>
                      </a:r>
                      <a:r>
                        <a:rPr kumimoji="1" lang="en-US" altLang="ko-KR" sz="1000" kern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, </a:t>
                      </a:r>
                      <a:r>
                        <a:rPr kumimoji="1" lang="ko-KR" altLang="en-US" sz="1000" kern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원재료 기인 불량 다발로 확인이 어려워 추후 추가 확인 예정 입니다</a:t>
                      </a:r>
                      <a:r>
                        <a:rPr kumimoji="1" lang="en-US" altLang="ko-KR" sz="1000" kern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.</a:t>
                      </a:r>
                    </a:p>
                    <a:p>
                      <a:pPr lvl="0"/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[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 배경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   -. </a:t>
                      </a:r>
                      <a:r>
                        <a:rPr lang="ko-KR" altLang="en-US" sz="9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저전압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불량 발생 시 분해 분석 혹은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Lot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단위 분석 등 사후 분석을 진행하여 즉각 대응이 어려움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[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분석 대상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-. ESWA 24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E79A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모델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MEB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생산중단으로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17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E71A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모델로 변경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목표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-. MTTD (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불량 분석 시간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활성화 투입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Lead Time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수준으로 단축 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 현황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  -.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EMA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 진행 했을 때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설비 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호기별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모델별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인자별로 각각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Peak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구간을 찾아야 할 것으로 판단하여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딥러닝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모델로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NCR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구간 찾고자 합니다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    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하이브리드 트랜스포머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-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어텐션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오토 인코더 모델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HyTAA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개발 하였습니다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. (’25.07)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        </a:t>
                      </a:r>
                      <a:r>
                        <a:rPr lang="en-US" altLang="ko-KR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0) X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변수 </a:t>
                      </a:r>
                      <a:r>
                        <a:rPr lang="en-US" altLang="ko-KR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– </a:t>
                      </a:r>
                      <a:r>
                        <a:rPr lang="ko-KR" altLang="en-US" sz="850" b="0" i="0" u="none" strike="noStrike" baseline="0" err="1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라미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 공정 </a:t>
                      </a:r>
                      <a:r>
                        <a:rPr lang="en-US" altLang="ko-KR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Data, Y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변수 </a:t>
                      </a:r>
                      <a:r>
                        <a:rPr lang="en-US" altLang="ko-KR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– </a:t>
                      </a:r>
                      <a:r>
                        <a:rPr lang="ko-KR" altLang="en-US" sz="850" b="0" i="0" u="none" strike="noStrike" baseline="0" err="1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저전압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 발생 구간 </a:t>
                      </a:r>
                      <a:r>
                        <a:rPr lang="ko-KR" altLang="en-US" sz="850" b="0" i="0" u="none" strike="noStrike" baseline="0" err="1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라벨링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            </a:t>
                      </a:r>
                      <a:r>
                        <a:rPr lang="en-US" altLang="ko-KR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1) 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하이브리드 </a:t>
                      </a:r>
                      <a:r>
                        <a:rPr lang="en-US" altLang="ko-KR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: X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변수 </a:t>
                      </a:r>
                      <a:r>
                        <a:rPr lang="ko-KR" altLang="en-US" sz="850" b="0" i="0" u="none" strike="noStrike" baseline="0" err="1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입력값으로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 ‘</a:t>
                      </a:r>
                      <a:r>
                        <a:rPr lang="en-US" altLang="ko-KR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X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변수 원본 데이터</a:t>
                      </a:r>
                      <a:r>
                        <a:rPr lang="en-US" altLang="ko-KR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, EMA 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단기</a:t>
                      </a:r>
                      <a:r>
                        <a:rPr lang="en-US" altLang="ko-KR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, EMA 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중장기’ 데이터를 입력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        </a:t>
                      </a:r>
                      <a:r>
                        <a:rPr lang="en-US" altLang="ko-KR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2) 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트랜스포머</a:t>
                      </a:r>
                      <a:r>
                        <a:rPr lang="en-US" altLang="ko-KR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850" b="0" i="0" u="none" strike="noStrike" baseline="0" err="1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어텐션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: 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본 과제 모델의 전체적인 기본 모델로 시간변화 데이터의 특성을 학습하여 예측하는 </a:t>
                      </a:r>
                      <a:r>
                        <a:rPr lang="en-US" altLang="ko-KR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LSTM 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모델의 개선된 타입의 모델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        </a:t>
                      </a:r>
                      <a:r>
                        <a:rPr lang="en-US" altLang="ko-KR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3) </a:t>
                      </a:r>
                      <a:r>
                        <a:rPr lang="ko-KR" altLang="en-US" sz="850" b="0" i="0" u="none" strike="noStrike" baseline="0" err="1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오토인코더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: X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변수 중</a:t>
                      </a:r>
                      <a:r>
                        <a:rPr lang="en-US" altLang="ko-KR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학습 시에는 존재하지만 실제 입력으로는 넣어줄 수 </a:t>
                      </a:r>
                      <a:r>
                        <a:rPr lang="ko-KR" altLang="en-US" sz="850" b="0" i="0" u="none" strike="noStrike" baseline="0" err="1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없는휘발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X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변수</a:t>
                      </a:r>
                      <a:r>
                        <a:rPr lang="en-US" altLang="ko-KR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본 과제는 단위시간당 </a:t>
                      </a:r>
                      <a:r>
                        <a:rPr lang="ko-KR" altLang="en-US" sz="850" b="0" i="0" u="none" strike="noStrike" baseline="0" err="1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저전압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 발생률이 해당</a:t>
                      </a:r>
                      <a:r>
                        <a:rPr lang="en-US" altLang="ko-KR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에 대해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                                 다른 </a:t>
                      </a:r>
                      <a:r>
                        <a:rPr lang="en-US" altLang="ko-KR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X</a:t>
                      </a:r>
                      <a:r>
                        <a:rPr lang="ko-KR" altLang="en-US" sz="850" b="0" i="0" u="none" strike="noStrike" baseline="0" err="1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변수들과의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 특징을 학습</a:t>
                      </a:r>
                      <a:r>
                        <a:rPr lang="en-US" altLang="ko-KR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추출하여 </a:t>
                      </a:r>
                      <a:r>
                        <a:rPr lang="ko-KR" altLang="en-US" sz="850" b="0" i="0" u="none" strike="noStrike" baseline="0" err="1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딥러닝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 모델에 </a:t>
                      </a:r>
                      <a:r>
                        <a:rPr lang="ko-KR" altLang="en-US" sz="850" b="0" i="0" u="none" strike="noStrike" baseline="0" err="1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특성값을</a:t>
                      </a:r>
                      <a:r>
                        <a:rPr lang="ko-KR" altLang="en-US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+mn-lt"/>
                          <a:ea typeface="+mn-ea"/>
                        </a:rPr>
                        <a:t> 임베디드 하는 기법임</a:t>
                      </a:r>
                      <a:r>
                        <a:rPr lang="en-US" altLang="ko-KR" sz="85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/>
                          <a:ea typeface="LG스마트체 Regular"/>
                        </a:rPr>
                        <a:t>      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 -.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NCR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라벨링을 임의로 진행 하던 것에서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저전압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불량률 데이터를 활용하여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저전압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불량률 데이터와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EMA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변환 데이터 차이가 표준편차 초과인 경우 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라벨링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     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하는 것으로 변경 하였습니다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 -.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기존 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딥러닝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모델을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Base Learner(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특징학습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으로 두고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, Base Learner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가 찾은 특징을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Meta Learner 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최종 예측 모델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, *</a:t>
                      </a: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LightGBM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의 입력으로 넣는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    Base Learner + Meta Learner, Stacking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구조의 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딥러닝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모델을 구성하였습니다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/>
                          <a:ea typeface="LG스마트체 Regular"/>
                        </a:rPr>
                        <a:t>     *</a:t>
                      </a:r>
                      <a:r>
                        <a:rPr lang="en-US" altLang="ko-KR" sz="900" b="0" i="0" u="none" strike="noStrike" baseline="0" err="1">
                          <a:solidFill>
                            <a:srgbClr val="006600"/>
                          </a:solidFill>
                          <a:effectLst/>
                          <a:latin typeface="Arial Narrow"/>
                          <a:ea typeface="LG스마트체 Regular"/>
                        </a:rPr>
                        <a:t>LightGBM</a:t>
                      </a:r>
                      <a:r>
                        <a:rPr lang="en-US" altLang="ko-KR" sz="9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/>
                          <a:ea typeface="LG스마트체 Regular"/>
                        </a:rPr>
                        <a:t>(Light Gradient </a:t>
                      </a:r>
                      <a:r>
                        <a:rPr lang="en-US" altLang="ko-KR" sz="900" b="0" i="0" u="none" strike="noStrike" baseline="0" err="1">
                          <a:solidFill>
                            <a:srgbClr val="006600"/>
                          </a:solidFill>
                          <a:effectLst/>
                          <a:latin typeface="Arial Narrow"/>
                          <a:ea typeface="LG스마트체 Regular"/>
                        </a:rPr>
                        <a:t>Bossting</a:t>
                      </a:r>
                      <a:r>
                        <a:rPr lang="en-US" altLang="ko-KR" sz="9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/>
                          <a:ea typeface="LG스마트체 Regular"/>
                        </a:rPr>
                        <a:t> Machine) :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66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결정트리</a:t>
                      </a:r>
                      <a:r>
                        <a:rPr lang="en-US" altLang="ko-KR" sz="9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/>
                          <a:ea typeface="LG스마트체 Regular"/>
                        </a:rPr>
                        <a:t>(Decision Tree) </a:t>
                      </a:r>
                      <a:r>
                        <a:rPr lang="ko-KR" altLang="en-US" sz="9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기반 알고리즘 구조의 모델로 분류</a:t>
                      </a:r>
                      <a:r>
                        <a:rPr lang="en-US" altLang="ko-KR" sz="9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/>
                          <a:ea typeface="LG스마트체 Regular"/>
                        </a:rPr>
                        <a:t>,</a:t>
                      </a:r>
                      <a:r>
                        <a:rPr lang="ko-KR" altLang="en-US" sz="9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/>
                          <a:ea typeface="LG스마트체 Regular"/>
                        </a:rPr>
                        <a:t>회귀</a:t>
                      </a:r>
                      <a:r>
                        <a:rPr lang="en-US" altLang="ko-KR" sz="9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/>
                          <a:ea typeface="LG스마트체 Regular"/>
                        </a:rPr>
                        <a:t>,</a:t>
                      </a:r>
                      <a:r>
                        <a:rPr lang="ko-KR" altLang="en-US" sz="9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랭킹 등에 활용되는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66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딥러닝</a:t>
                      </a:r>
                      <a:r>
                        <a:rPr lang="ko-KR" altLang="en-US" sz="9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/>
                          <a:ea typeface="LG스마트체 Regular"/>
                        </a:rPr>
                        <a:t> 모델</a:t>
                      </a:r>
                      <a:endParaRPr lang="en-US" altLang="ko-KR" sz="900" b="0" i="0" u="none" strike="noStrike" baseline="0">
                        <a:solidFill>
                          <a:srgbClr val="0066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  -.</a:t>
                      </a:r>
                      <a:r>
                        <a:rPr lang="ko-KR" altLang="en-US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HyTAA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+ </a:t>
                      </a: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TabPFN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모델이 예측한 셀에 대해서 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마이너리티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레포트를 구성하여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ESWA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법인에 공유 하였으며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, (8/21)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     18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E81B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모델 추가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+ 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레포트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UI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일부 수정 요청이 있어 수정 후 법인에 공유 하였습니다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. (9/11)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 -.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모델 성능 개선을 위해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아래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가지 사항 진행 후 모델 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재학습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하였으며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,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17, 18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라인 전체 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저전압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불량률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(0.17%)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대비 모델이 예측한 구간의 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저전압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불량률은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0.18%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   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 거의 유사하여 추가 보완이 필요 합니다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   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① 학습 시 불량 데이터가 많지 않아 임의로 불량 데이터를 증강 시켜 학습을 진행 하는데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실제 불량 데이터가 아닌 경우 학습에 좋지 않은 영향을 줄 듯 하여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,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        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구간을 줄여 임의의 불량 데이터 생성을 줄이고자 각 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NCR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별 기간을 보통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7~10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일에서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5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일로 단축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   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② 모델에서 사용하는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X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변수 중 부동 관련 변수가 청소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파단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, Jamming, Short, Cutter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총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5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가지 인데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이 중 청소 부동은 불량 여부와 상관 없이  발생 횟수가 많아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,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        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예측시에 오히려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Noise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가 될 수 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있을거라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판단하여 제외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   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③ 모델 입력에 설비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Type 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일반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LNS, MEB, D-STK)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및 라인 정보를 함께 넣어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라인 별로 일관성 있는 결과 도출하고자 함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    → 위 내용 수정 시 모델이 예측한 구간의 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저전압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불량률이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0.18%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에서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0.21%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로 증가하여 레포트도 해당 내용 반영한 것으로 변경하였습니다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-.  X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변수 추가를 위해 이물측정기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E-PMS Data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확보 하였으며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(9/29), </a:t>
                      </a:r>
                      <a:r>
                        <a:rPr lang="en-US" altLang="ko-KR" sz="9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/>
                          <a:ea typeface="LG스마트체 Regular"/>
                        </a:rPr>
                        <a:t>* 21</a:t>
                      </a:r>
                      <a:r>
                        <a:rPr lang="ko-KR" altLang="en-US" sz="9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9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/>
                          <a:ea typeface="LG스마트체 Regular"/>
                        </a:rPr>
                        <a:t>6~8</a:t>
                      </a:r>
                      <a:r>
                        <a:rPr lang="ko-KR" altLang="en-US" sz="9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 데이터 </a:t>
                      </a:r>
                      <a:r>
                        <a:rPr lang="en-US" altLang="ko-KR" sz="9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/>
                          <a:ea typeface="LG스마트체 Regular"/>
                        </a:rPr>
                        <a:t>/ 26</a:t>
                      </a:r>
                      <a:r>
                        <a:rPr lang="ko-KR" altLang="en-US" sz="9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9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/>
                          <a:ea typeface="LG스마트체 Regular"/>
                        </a:rPr>
                        <a:t>9</a:t>
                      </a:r>
                      <a:r>
                        <a:rPr lang="ko-KR" altLang="en-US" sz="9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 데이터</a:t>
                      </a:r>
                      <a:endParaRPr lang="en-US" altLang="ko-KR" sz="900" b="0" i="0" u="none" strike="noStrike" baseline="0">
                        <a:solidFill>
                          <a:srgbClr val="0066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  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기존에 모델에 학습한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NCR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데이터와는 일자 및 호기가 맞지 않아 추가로 인자를 학습하는 것은 불가능하고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,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  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데이터가 있는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21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6~8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월 데이터 중 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저전압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튀는 구간 확인하여 해당 구간에 한해 모델 학습 시킨 후 예측 시 효과가 있는지 검증 해 볼 예정 입니다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  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21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라인은 해당 일자에 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저전압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불량률이 매우 낮아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확인하지 못하였으며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,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         26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라인의 경우 현재 원재료 이슈로 인해 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저전압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불량률이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2~3 %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대로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라미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이물 기인의 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저전압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불량을 확인하기 어려워 추후 재확인 하도록 하겠습니다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.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’25.10</a:t>
                      </a:r>
                      <a:endParaRPr lang="ko-KR" altLang="en-US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이희원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김준범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03E1CA3-8817-404D-894C-DD2C0893E0C2}"/>
              </a:ext>
            </a:extLst>
          </p:cNvPr>
          <p:cNvGraphicFramePr>
            <a:graphicFrameLocks noGrp="1"/>
          </p:cNvGraphicFramePr>
          <p:nvPr/>
        </p:nvGraphicFramePr>
        <p:xfrm>
          <a:off x="1420427" y="1339299"/>
          <a:ext cx="6365294" cy="577215"/>
        </p:xfrm>
        <a:graphic>
          <a:graphicData uri="http://schemas.openxmlformats.org/drawingml/2006/table">
            <a:tbl>
              <a:tblPr/>
              <a:tblGrid>
                <a:gridCol w="1206029">
                  <a:extLst>
                    <a:ext uri="{9D8B030D-6E8A-4147-A177-3AD203B41FA5}">
                      <a16:colId xmlns:a16="http://schemas.microsoft.com/office/drawing/2014/main" val="3691376724"/>
                    </a:ext>
                  </a:extLst>
                </a:gridCol>
                <a:gridCol w="1031853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1031853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1031853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1031853">
                  <a:extLst>
                    <a:ext uri="{9D8B030D-6E8A-4147-A177-3AD203B41FA5}">
                      <a16:colId xmlns:a16="http://schemas.microsoft.com/office/drawing/2014/main" val="209375685"/>
                    </a:ext>
                  </a:extLst>
                </a:gridCol>
                <a:gridCol w="1031853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</a:tblGrid>
              <a:tr h="10860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계획</a:t>
                      </a:r>
                      <a:r>
                        <a:rPr lang="en-US" altLang="ko-KR" sz="900" b="1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1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안</a:t>
                      </a:r>
                      <a:r>
                        <a:rPr lang="en-US" altLang="ko-KR" sz="900" b="1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900" b="1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210155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컨셉 확정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저전압</a:t>
                      </a:r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인자 도출</a:t>
                      </a:r>
                      <a:endParaRPr lang="en-US" altLang="ko-KR" sz="9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레포트 구성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모델 개발</a:t>
                      </a:r>
                      <a:endParaRPr lang="en-US" altLang="ko-KR" sz="9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1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개선점 보완 </a:t>
                      </a:r>
                      <a:endParaRPr lang="en-US" altLang="ko-KR" sz="900" b="1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lang="ko-KR" altLang="en-US" sz="900" b="1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및 과제 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08603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저전압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Feed Forward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‘25.01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‘25.04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‘25.07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‘25.10</a:t>
                      </a:r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F3E81AF1-B7EF-4CB5-8B72-65A8CFD23CBD}"/>
              </a:ext>
            </a:extLst>
          </p:cNvPr>
          <p:cNvSpPr/>
          <p:nvPr/>
        </p:nvSpPr>
        <p:spPr>
          <a:xfrm>
            <a:off x="5719494" y="1490430"/>
            <a:ext cx="1042525" cy="426084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7" name="이등변 삼각형 6">
            <a:extLst>
              <a:ext uri="{FF2B5EF4-FFF2-40B4-BE49-F238E27FC236}">
                <a16:creationId xmlns:a16="http://schemas.microsoft.com/office/drawing/2014/main" id="{437CE637-F5C0-41D5-A806-EFE0FCB33983}"/>
              </a:ext>
            </a:extLst>
          </p:cNvPr>
          <p:cNvSpPr/>
          <p:nvPr/>
        </p:nvSpPr>
        <p:spPr>
          <a:xfrm rot="10800000">
            <a:off x="5642128" y="1383168"/>
            <a:ext cx="169979" cy="108000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A56D2BDF-FD45-444E-BD00-648667CD59A6}"/>
              </a:ext>
            </a:extLst>
          </p:cNvPr>
          <p:cNvSpPr txBox="1">
            <a:spLocks/>
          </p:cNvSpPr>
          <p:nvPr/>
        </p:nvSpPr>
        <p:spPr>
          <a:xfrm>
            <a:off x="9038623" y="376121"/>
            <a:ext cx="769441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이희원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9A3330B-1352-4DDC-A3C0-ADC1C57EAB8C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10/14(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화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 17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BC7DC5F-78B5-4E43-AC31-D53B9D366EBA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#22,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A67C112-693A-474D-B4D7-DF5E2E6F162A}"/>
              </a:ext>
            </a:extLst>
          </p:cNvPr>
          <p:cNvSpPr txBox="1"/>
          <p:nvPr/>
        </p:nvSpPr>
        <p:spPr>
          <a:xfrm>
            <a:off x="1" y="1729138"/>
            <a:ext cx="805758" cy="784830"/>
          </a:xfrm>
          <a:prstGeom prst="rect">
            <a:avLst/>
          </a:prstGeom>
          <a:noFill/>
        </p:spPr>
        <p:txBody>
          <a:bodyPr wrap="square" lIns="36000" tIns="45720" rIns="3600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전주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6/5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차기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6/19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415672777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표 1">
            <a:extLst>
              <a:ext uri="{FF2B5EF4-FFF2-40B4-BE49-F238E27FC236}">
                <a16:creationId xmlns:a16="http://schemas.microsoft.com/office/drawing/2014/main" id="{C3023DD0-7C43-4203-B5A2-FEE1D52EE026}"/>
              </a:ext>
            </a:extLst>
          </p:cNvPr>
          <p:cNvGraphicFramePr>
            <a:graphicFrameLocks noGrp="1"/>
          </p:cNvGraphicFramePr>
          <p:nvPr/>
        </p:nvGraphicFramePr>
        <p:xfrm>
          <a:off x="156219" y="872919"/>
          <a:ext cx="9719707" cy="5664100"/>
        </p:xfrm>
        <a:graphic>
          <a:graphicData uri="http://schemas.openxmlformats.org/drawingml/2006/table">
            <a:tbl>
              <a:tblPr/>
              <a:tblGrid>
                <a:gridCol w="6396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71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57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040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81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81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  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25945"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용량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로딩량</a:t>
                      </a: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관계 확인 및 용량 영향 인자 파악</a:t>
                      </a: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ESGM1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/>
                      <a:r>
                        <a:rPr kumimoji="1" lang="ko-KR" altLang="en-US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금주</a:t>
                      </a:r>
                      <a:r>
                        <a:rPr kumimoji="1" lang="en-US" altLang="ko-KR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(W42) </a:t>
                      </a:r>
                      <a:r>
                        <a:rPr kumimoji="1" lang="ko-KR" altLang="en-US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핵심 내용은 없습니다</a:t>
                      </a:r>
                      <a:r>
                        <a:rPr kumimoji="1" lang="en-US" altLang="ko-KR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lang="en-US" altLang="ko-KR" sz="10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 </a:t>
                      </a:r>
                      <a:r>
                        <a:rPr lang="ko-KR" altLang="en-US" sz="100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롤맵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추적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/FCS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데이터 등을 연결하여 </a:t>
                      </a:r>
                      <a:r>
                        <a:rPr lang="ko-KR" altLang="en-US" sz="100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공정의 </a:t>
                      </a:r>
                      <a:r>
                        <a:rPr lang="ko-KR" altLang="en-US" sz="100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로딩량을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통해 용량을 예측하고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활성화 공정에서 측정한 실제 용량과 </a:t>
                      </a:r>
                      <a:b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예측 용량 간 관계를 확인하고 있습니다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예측 용량 대비 실제 용량이 저하되는 셀들을 통해 개선 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point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를 발굴하고자 합니다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lang="ko-KR" altLang="en-US" sz="10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진행사항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-. </a:t>
                      </a:r>
                      <a:r>
                        <a:rPr lang="ko-KR" altLang="en-US" sz="100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충방전공정기술팀에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충방전기의 용량 정밀도에 대해 문의 하였고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용량에 대한 정밀도는 별도로 존재 하지 않고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전압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전류는 정밀도는 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0.1%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라고 합니다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* </a:t>
                      </a:r>
                      <a:r>
                        <a:rPr lang="ko-KR" altLang="en-US" sz="100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방전시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용량 측정 조건은 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61.08A , 2.5V CC Cut-off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입니다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참고로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웹게이지의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정밀도도 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0.1%,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반복 정밀도는 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1mg/cm2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입니다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-.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동일한 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Lot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에서 </a:t>
                      </a:r>
                      <a:r>
                        <a:rPr lang="ko-KR" altLang="en-US" sz="100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로딩량이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같으면 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Fitted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용량이 </a:t>
                      </a:r>
                      <a:r>
                        <a:rPr lang="ko-KR" altLang="en-US" sz="100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같은지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확인 해보고자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00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로딩량을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이용해 예측한 용량이 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104.7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± 0.1 Ah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 경우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(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즉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로딩량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편차도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0.1%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내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Data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를 확인 했으나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Fitted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용량은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101.4 ~ 103.2 Ah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 </a:t>
                      </a:r>
                      <a:r>
                        <a:rPr lang="ko-KR" altLang="en-US" sz="100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로딩량이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거의 비슷하더라도 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Fitted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용량은 편차가 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Ah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정도 </a:t>
                      </a:r>
                      <a:endParaRPr lang="en-US" altLang="ko-KR" sz="10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됩니다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다만 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95%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이상의 셀은 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Fitted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용량의 편차가 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 Ah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이내에 포함 되어 있어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</a:t>
                      </a:r>
                      <a:r>
                        <a:rPr lang="ko-KR" altLang="en-US" sz="100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로딩량과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Fitted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용량 간의 선형 관계는 띌 수 없지만 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범위가 좁기 때문에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어떤 범위 내에 포함 될 것이다 라고</a:t>
                      </a:r>
                      <a:endParaRPr lang="en-US" altLang="ko-KR" sz="10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예측은 가능하다고 판단 됩니다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-.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앞서서는 동일 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Lot /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동일 </a:t>
                      </a:r>
                      <a:r>
                        <a:rPr lang="ko-KR" altLang="en-US" sz="100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로딩량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내에서 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Fitted 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용량의 편차를 봤다면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로딩량을</a:t>
                      </a: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군 별로 </a:t>
                      </a: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104.13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± 0.01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104.15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± 0.01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…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104.95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± 0.01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나누어 </a:t>
                      </a:r>
                      <a:endParaRPr lang="en-US" altLang="ko-KR" sz="10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평균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Fitted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용량 과의 관계를 확인 했을 때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R-squared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값이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0.93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으로 선형 관계를 띄는 것을 확인 했습니다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결론적으로 기존에는 </a:t>
                      </a:r>
                      <a:r>
                        <a:rPr lang="ko-KR" altLang="en-US" sz="10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웹게이지와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충방전기의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측정 오차를 고려하지 않아 선형성이 나타나지 않은 것으로 판단 됩니다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-.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예측 용량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– Fitted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용량을 통해 도출한 회귀 식을 통해 용량을 계산 했습니다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*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설계 용량으로 표현</a:t>
                      </a:r>
                      <a:endParaRPr lang="en-US" altLang="ko-KR" sz="10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</a:t>
                      </a:r>
                      <a:r>
                        <a:rPr lang="ko-KR" altLang="en-US" sz="10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잔차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(Fitted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용량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–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설계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용량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는 평균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0.46 Ah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나왔습니다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용량이 온도에 의한 영향을 많이 받기 때문에 충방전기 </a:t>
                      </a:r>
                      <a:r>
                        <a:rPr lang="en-US" altLang="ko-KR" sz="10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WorkBox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1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개에서 생산 된 셀들로 데이터를 제한하면</a:t>
                      </a:r>
                      <a:endParaRPr lang="en-US" altLang="ko-KR" sz="10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</a:t>
                      </a:r>
                      <a:r>
                        <a:rPr lang="ko-KR" altLang="en-US" sz="10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잔차가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줄어들 것이라 예측하였으나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그렇지 않았습니다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* </a:t>
                      </a:r>
                      <a:r>
                        <a:rPr lang="en-US" altLang="ko-KR" sz="9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WorkBox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를 제한하는 경우 데이터 개수가 많이 줄어드는 문제로 인해 기존 대비 선형 관계가 감소할 수 있다고도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생각 됩니다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따라서 기존과 동일하게 </a:t>
                      </a:r>
                      <a:r>
                        <a:rPr lang="ko-KR" altLang="en-US" sz="10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호기만 제한하여 다른 일자의 </a:t>
                      </a:r>
                      <a:r>
                        <a:rPr lang="ko-KR" altLang="en-US" sz="10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잔차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확인 했을 때는 평균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0.24 Ah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정도로 확인 됩니다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-.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설계 용량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–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실제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Fitted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용량 간의 관계에서 도출한 회귀식을 통해 예측한 용량을 온도 보정을 진행하고자 했으나</a:t>
                      </a:r>
                      <a:endParaRPr lang="en-US" altLang="ko-KR" sz="10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Fitted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용량은 이미 온도 보정이 진행 된 용량으로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온도 보정을 추가로 진행 하는 것은 맞지 않다고 판단되어</a:t>
                      </a:r>
                      <a:endParaRPr lang="en-US" altLang="ko-KR" sz="10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설계 용량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–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실제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Fitted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 용량으로 회귀식을 도출해 온도에 따른 </a:t>
                      </a:r>
                      <a:r>
                        <a:rPr lang="ko-KR" altLang="en-US" sz="10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잔차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Trend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를 확인 했을 때</a:t>
                      </a:r>
                      <a:endParaRPr lang="en-US" altLang="ko-KR" sz="10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온도에 따라서 </a:t>
                      </a:r>
                      <a:r>
                        <a:rPr lang="ko-KR" altLang="en-US" sz="10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잔차가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증가하는 경향성을 확인 했습니다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-.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예측 용량 정확도를 더 높이기 위해 </a:t>
                      </a:r>
                      <a:r>
                        <a:rPr lang="en-US" altLang="ko-KR" sz="10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dOCV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값이 낮은 셀들로 제한하여 </a:t>
                      </a:r>
                      <a:r>
                        <a:rPr lang="ko-KR" altLang="en-US" sz="10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회귀식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다시 산출 했을 때 </a:t>
                      </a:r>
                      <a:endParaRPr lang="en-US" altLang="ko-KR" sz="10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R-Squared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값이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0.97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 기존 대비 증가 했으며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해당 회귀 식으로 용량 예측 시 </a:t>
                      </a:r>
                      <a:r>
                        <a:rPr lang="ko-KR" altLang="en-US" sz="10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잔차도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평균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0.20 Ah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 기존 대비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0.03 Ah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감소 했습니다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-.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동일 </a:t>
                      </a:r>
                      <a:r>
                        <a:rPr lang="ko-KR" altLang="en-US" sz="10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설비에서 생산 되었더라도 </a:t>
                      </a:r>
                      <a:r>
                        <a:rPr lang="ko-KR" altLang="en-US" sz="10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Lot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 따라 잔차들의 편차가 커서 믹서에서 원자재 비율에 다른 점이</a:t>
                      </a:r>
                      <a:endParaRPr lang="en-US" altLang="ko-KR" sz="10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있는지 확인하였으나 특이사항은 확인하지 못했습니다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Pre-aging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시간이 평균보다 긴 경우 예측 용량보다 실제 용량이 큰 셀을 일부 확인</a:t>
                      </a:r>
                      <a:endParaRPr lang="en-US" altLang="ko-KR" sz="10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하였습니다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-.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그룹장님께서 별도로 용량 불량 셀에 대해 </a:t>
                      </a:r>
                      <a:r>
                        <a:rPr lang="ko-KR" altLang="en-US" sz="10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로딩량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이외 인자 파악해서 알려 달라는 코멘트 사항이 있으셔서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확인 후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2/18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그룹장님께 별도 대면 보고 예정 입니다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▶ 그룹장님 보고 시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(2/18)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다빈치 워크플로우 정리하여 다른 모델로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용량 불량이 많거나 개발 진행 중인 모델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과제를 확장할 필요성이</a:t>
                      </a:r>
                      <a:endParaRPr lang="en-US" altLang="ko-KR" sz="10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있다는 코멘트 사항이 있으셔서 모델 별 용량 불량률 확인 후 진행 예정 입니다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용량</a:t>
                      </a:r>
                      <a:endParaRPr lang="en-US" altLang="ko-KR" sz="1000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algn="ctr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로딩량 관계 확인</a:t>
                      </a:r>
                      <a:endParaRPr lang="en-US" altLang="ko-KR" sz="1000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algn="ctr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~’24.12</a:t>
                      </a:r>
                    </a:p>
                    <a:p>
                      <a:pPr marL="0" lvl="0" algn="ctr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algn="ctr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영향인자파악</a:t>
                      </a:r>
                      <a:endParaRPr lang="en-US" altLang="ko-KR" sz="1000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lvl="0" algn="ctr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~’25.12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이희원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</a:t>
                      </a:r>
                    </a:p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김준범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P)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17" name="제목 1">
            <a:extLst>
              <a:ext uri="{FF2B5EF4-FFF2-40B4-BE49-F238E27FC236}">
                <a16:creationId xmlns:a16="http://schemas.microsoft.com/office/drawing/2014/main" id="{0730E4BE-CEB8-4953-B7F9-6844E8EA7623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9166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Arial"/>
              </a:rPr>
              <a:t>셀추적기술팀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Arial"/>
            </a:endParaRPr>
          </a:p>
        </p:txBody>
      </p:sp>
      <p:sp>
        <p:nvSpPr>
          <p:cNvPr id="18" name="내용 개체 틀 20">
            <a:extLst>
              <a:ext uri="{FF2B5EF4-FFF2-40B4-BE49-F238E27FC236}">
                <a16:creationId xmlns:a16="http://schemas.microsoft.com/office/drawing/2014/main" id="{90781495-C08E-4203-BC61-9C85525803E4}"/>
              </a:ext>
            </a:extLst>
          </p:cNvPr>
          <p:cNvSpPr txBox="1">
            <a:spLocks/>
          </p:cNvSpPr>
          <p:nvPr/>
        </p:nvSpPr>
        <p:spPr>
          <a:xfrm>
            <a:off x="9038623" y="376121"/>
            <a:ext cx="769441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이희원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D1808FA-2311-4DE7-933E-F986BA64E04F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10/14(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화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 17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400AC479-67D7-453E-BDF4-1B9EAAC0D211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398366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■ 미래 과제 발굴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_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용량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-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로딩양 관계 분석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725C676-D6DE-45BE-8056-4AB89FB7C40B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#18,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EE0601C-8E55-43B8-B897-8497D78D2A15}"/>
              </a:ext>
            </a:extLst>
          </p:cNvPr>
          <p:cNvSpPr txBox="1"/>
          <p:nvPr/>
        </p:nvSpPr>
        <p:spPr>
          <a:xfrm>
            <a:off x="1" y="1959958"/>
            <a:ext cx="805758" cy="784830"/>
          </a:xfrm>
          <a:prstGeom prst="rect">
            <a:avLst/>
          </a:prstGeom>
          <a:noFill/>
        </p:spPr>
        <p:txBody>
          <a:bodyPr wrap="square" lIns="36000" tIns="45720" rIns="3600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전주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6/5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차기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6/19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1939008890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제목 1">
            <a:extLst>
              <a:ext uri="{FF2B5EF4-FFF2-40B4-BE49-F238E27FC236}">
                <a16:creationId xmlns:a16="http://schemas.microsoft.com/office/drawing/2014/main" id="{21BAE1A2-F81C-4680-B645-7AC71D1CECB1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pitchFamily="34" charset="0"/>
              </a:rPr>
              <a:t>셀추적기술팀</a:t>
            </a:r>
          </a:p>
        </p:txBody>
      </p:sp>
      <p:sp>
        <p:nvSpPr>
          <p:cNvPr id="125" name="내용 개체 틀 20">
            <a:extLst>
              <a:ext uri="{FF2B5EF4-FFF2-40B4-BE49-F238E27FC236}">
                <a16:creationId xmlns:a16="http://schemas.microsoft.com/office/drawing/2014/main" id="{03560B4A-6DFF-4B0D-BD2B-2F8FB159704D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65324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PKG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공정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STK ID-PKG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ID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정합성 실시간 모니터링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628BE0DA-18D3-45D2-8DC1-4306EF9068BC}"/>
              </a:ext>
            </a:extLst>
          </p:cNvPr>
          <p:cNvSpPr txBox="1"/>
          <p:nvPr/>
        </p:nvSpPr>
        <p:spPr>
          <a:xfrm>
            <a:off x="7994708" y="587343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8/19 9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127" name="내용 개체 틀 20">
            <a:extLst>
              <a:ext uri="{FF2B5EF4-FFF2-40B4-BE49-F238E27FC236}">
                <a16:creationId xmlns:a16="http://schemas.microsoft.com/office/drawing/2014/main" id="{9776A257-D0AE-4975-A494-FF235FF98820}"/>
              </a:ext>
            </a:extLst>
          </p:cNvPr>
          <p:cNvSpPr txBox="1">
            <a:spLocks/>
          </p:cNvSpPr>
          <p:nvPr/>
        </p:nvSpPr>
        <p:spPr>
          <a:xfrm>
            <a:off x="8957981" y="418066"/>
            <a:ext cx="779059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이성규</a:t>
            </a:r>
          </a:p>
        </p:txBody>
      </p:sp>
      <p:graphicFrame>
        <p:nvGraphicFramePr>
          <p:cNvPr id="128" name="표 1">
            <a:extLst>
              <a:ext uri="{FF2B5EF4-FFF2-40B4-BE49-F238E27FC236}">
                <a16:creationId xmlns:a16="http://schemas.microsoft.com/office/drawing/2014/main" id="{BBF379D4-99A2-4D31-9CB5-2BDACF36F890}"/>
              </a:ext>
            </a:extLst>
          </p:cNvPr>
          <p:cNvGraphicFramePr>
            <a:graphicFrameLocks noGrp="1"/>
          </p:cNvGraphicFramePr>
          <p:nvPr/>
        </p:nvGraphicFramePr>
        <p:xfrm>
          <a:off x="156219" y="848481"/>
          <a:ext cx="9719707" cy="3494260"/>
        </p:xfrm>
        <a:graphic>
          <a:graphicData uri="http://schemas.openxmlformats.org/drawingml/2006/table">
            <a:tbl>
              <a:tblPr/>
              <a:tblGrid>
                <a:gridCol w="6396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98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162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040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81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95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3936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PKG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STK ID-PKG ID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정합성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실시간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ESOC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대표라인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적용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(W34)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핵심 내용 없습니다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1) 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개발 배경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-. ID </a:t>
                      </a:r>
                      <a:r>
                        <a:rPr lang="ko-KR" altLang="en-US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트래킹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정합성 모니터링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  PKG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는 </a:t>
                      </a:r>
                      <a:r>
                        <a:rPr lang="ko-KR" altLang="en-US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메인설비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신호 기반으로 </a:t>
                      </a:r>
                      <a:r>
                        <a:rPr lang="ko-KR" altLang="en-US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트래킹을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하기에 </a:t>
                      </a:r>
                      <a:r>
                        <a:rPr lang="ko-KR" altLang="en-US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메인설비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프로그램 변경 시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신호 변경 시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정합성 문제가 발생 할 수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 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있음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.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정합성 문제 조기 감지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리스크 최소화 위해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PKG 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전구간에 대해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ID </a:t>
                      </a:r>
                      <a:r>
                        <a:rPr lang="ko-KR" altLang="en-US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트래킹에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대한 정합성을 모니터링할 수 있는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  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방안 필요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2) 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개발 컨셉 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-. 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동일한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Key 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값을 </a:t>
                      </a:r>
                      <a:r>
                        <a:rPr lang="ko-KR" altLang="en-US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메인설비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PLC, DTC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PLC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가 각각 </a:t>
                      </a:r>
                      <a:r>
                        <a:rPr lang="ko-KR" altLang="en-US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트래킹을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하고 매 피치 마다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Key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값을 비교하여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ID </a:t>
                      </a:r>
                      <a:r>
                        <a:rPr lang="ko-KR" altLang="en-US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트래킹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정합성을 검증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-. 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진행사항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-.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프로그램 적용 완료 되었습니다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.(3/24)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-. EDC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반영 완료 되었습니다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.(4/28)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디버깅 완료 되었습니다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.(6/26)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-.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법인에 공유 회 진행하여 수평 전개 니즈 확인하겠습니다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.(~8/26)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  NB,NA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에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공유회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진행하였고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(7/16)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니즈는 있으나 수평 전개 비용 검토 후 의견 회신 주기로 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.(~8/26)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-.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설비기술팀과 기본 사양 적용 논의 진행하겠습니다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.(~8/26)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-.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설비사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셀 추적 업체와 수평 전개 사양 논의 진행하였고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(7/22)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해당 사양 기준으로 수평 전개 투자비 산정 예정입니다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 (~8/26)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‘25.08</a:t>
                      </a:r>
                      <a:endParaRPr lang="ko-KR" altLang="en-US" sz="10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이성규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김준범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29" name="TextBox 128">
            <a:extLst>
              <a:ext uri="{FF2B5EF4-FFF2-40B4-BE49-F238E27FC236}">
                <a16:creationId xmlns:a16="http://schemas.microsoft.com/office/drawing/2014/main" id="{A9677F3C-8B2D-444C-809E-580A83C23A8B}"/>
              </a:ext>
            </a:extLst>
          </p:cNvPr>
          <p:cNvSpPr txBox="1"/>
          <p:nvPr/>
        </p:nvSpPr>
        <p:spPr>
          <a:xfrm>
            <a:off x="131535" y="1087198"/>
            <a:ext cx="67999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PJT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과제</a:t>
            </a:r>
          </a:p>
        </p:txBody>
      </p:sp>
      <p:graphicFrame>
        <p:nvGraphicFramePr>
          <p:cNvPr id="47" name="표 46">
            <a:extLst>
              <a:ext uri="{FF2B5EF4-FFF2-40B4-BE49-F238E27FC236}">
                <a16:creationId xmlns:a16="http://schemas.microsoft.com/office/drawing/2014/main" id="{1ED56EF5-5011-4584-B620-7BE9ACD9294D}"/>
              </a:ext>
            </a:extLst>
          </p:cNvPr>
          <p:cNvGraphicFramePr>
            <a:graphicFrameLocks noGrp="1"/>
          </p:cNvGraphicFramePr>
          <p:nvPr/>
        </p:nvGraphicFramePr>
        <p:xfrm>
          <a:off x="1352754" y="1271145"/>
          <a:ext cx="6361940" cy="577215"/>
        </p:xfrm>
        <a:graphic>
          <a:graphicData uri="http://schemas.openxmlformats.org/drawingml/2006/table">
            <a:tbl>
              <a:tblPr/>
              <a:tblGrid>
                <a:gridCol w="1272388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1272388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1272388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1272388">
                  <a:extLst>
                    <a:ext uri="{9D8B030D-6E8A-4147-A177-3AD203B41FA5}">
                      <a16:colId xmlns:a16="http://schemas.microsoft.com/office/drawing/2014/main" val="209375685"/>
                    </a:ext>
                  </a:extLst>
                </a:gridCol>
                <a:gridCol w="1272388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</a:tblGrid>
              <a:tr h="129454"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진행 계획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안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6451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컨셉 확정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투자 심의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기술 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대표호기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Test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개선점 보완 및</a:t>
                      </a: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과제 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2945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’24.11.15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24.12.12</a:t>
                      </a: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‘25.01.10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25.03.25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’25.08.30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sp>
        <p:nvSpPr>
          <p:cNvPr id="48" name="이등변 삼각형 47">
            <a:extLst>
              <a:ext uri="{FF2B5EF4-FFF2-40B4-BE49-F238E27FC236}">
                <a16:creationId xmlns:a16="http://schemas.microsoft.com/office/drawing/2014/main" id="{F08AB4AA-D3D2-4790-A8EB-1EC7FD68202D}"/>
              </a:ext>
            </a:extLst>
          </p:cNvPr>
          <p:cNvSpPr/>
          <p:nvPr/>
        </p:nvSpPr>
        <p:spPr>
          <a:xfrm rot="10800000">
            <a:off x="7034594" y="1276146"/>
            <a:ext cx="185628" cy="124033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683C77A3-A732-49CB-8AF4-F88B2CC90D9C}"/>
              </a:ext>
            </a:extLst>
          </p:cNvPr>
          <p:cNvSpPr/>
          <p:nvPr/>
        </p:nvSpPr>
        <p:spPr>
          <a:xfrm>
            <a:off x="6441641" y="1421034"/>
            <a:ext cx="1271176" cy="42732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5517537-98D8-4276-8FBD-E3A58252BAFD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#7,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60242218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제목 1">
            <a:extLst>
              <a:ext uri="{FF2B5EF4-FFF2-40B4-BE49-F238E27FC236}">
                <a16:creationId xmlns:a16="http://schemas.microsoft.com/office/drawing/2014/main" id="{8EB6EB50-DA15-4288-9D3C-6DA4B49DE47E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Arial" pitchFamily="34" charset="0"/>
              </a:rPr>
              <a:t>셀추적기술팀</a:t>
            </a: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7B1A5204-CE12-457F-B9AE-9E4F3699B25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290966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■ 정합성 자동 검증 기술개발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(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스태킹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,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패키지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graphicFrame>
        <p:nvGraphicFramePr>
          <p:cNvPr id="18" name="표 1">
            <a:extLst>
              <a:ext uri="{FF2B5EF4-FFF2-40B4-BE49-F238E27FC236}">
                <a16:creationId xmlns:a16="http://schemas.microsoft.com/office/drawing/2014/main" id="{55131CA1-94C5-4119-9FFA-B59478564C56}"/>
              </a:ext>
            </a:extLst>
          </p:cNvPr>
          <p:cNvGraphicFramePr>
            <a:graphicFrameLocks noGrp="1"/>
          </p:cNvGraphicFramePr>
          <p:nvPr/>
        </p:nvGraphicFramePr>
        <p:xfrm>
          <a:off x="156219" y="848481"/>
          <a:ext cx="9719707" cy="5814589"/>
        </p:xfrm>
        <a:graphic>
          <a:graphicData uri="http://schemas.openxmlformats.org/drawingml/2006/table">
            <a:tbl>
              <a:tblPr/>
              <a:tblGrid>
                <a:gridCol w="6396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71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57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040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81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104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5209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정합성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 검증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기술개발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스태킹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패키지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ESNB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(ESS2)</a:t>
                      </a: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/>
                      <a:r>
                        <a:rPr kumimoji="1" lang="ko-KR" altLang="en-US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금주</a:t>
                      </a:r>
                      <a:r>
                        <a:rPr kumimoji="1" lang="en-US" altLang="ko-KR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(W22) </a:t>
                      </a:r>
                      <a:r>
                        <a:rPr kumimoji="1" lang="ko-KR" altLang="en-US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핵심 내용은 없습니다</a:t>
                      </a:r>
                      <a:r>
                        <a:rPr kumimoji="1" lang="en-US" altLang="ko-KR" sz="10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lvl="0"/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1)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검토 대상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 장표 내용의 검토 대상입니다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.) :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①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Site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및 대표호기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ESNB ESS 2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</a:t>
                      </a:r>
                      <a:b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② 공정 및 검사기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총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종 비전검사기 정합성 자동 검증 기술개발을 검토하고 있습니다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ⓐ 스태킹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종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모노셀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종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분리막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Align,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적재 비전검사기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,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하프셀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종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분리막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Align,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적재 비전검사기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ⓑ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PKG 3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종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TW(-), TW(+),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리드 비전검사기</a:t>
                      </a:r>
                      <a:endParaRPr kumimoji="0" lang="en-US" altLang="ko-KR" sz="10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 2)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과제 진행 사항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</a:t>
                      </a:r>
                      <a:b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-.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컨셉 검토 </a:t>
                      </a:r>
                      <a:endParaRPr kumimoji="0" lang="en-US" altLang="ko-KR" sz="10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-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총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종 비전검사기 정합성 자동 검증의 경우 비전검사기 또는 셀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ID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리딩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BCR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이미지 활용 컨셉이 아니라 서로 다른</a:t>
                      </a:r>
                      <a:b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시스템과 경로를 통해 수집되는 공통 데이터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일명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Key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값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기준으로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서로 다른 시스템에 있는 셀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ID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가 동일한지 확인하는</a:t>
                      </a:r>
                      <a:b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방법으로 정합성을 자동 검증 하고자 합니다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-.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ESNB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출장 기간 동안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ESS 2-3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 대상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HW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설치 완료 하였으며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* HW : 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최외곽 모노셀 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ID 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리딩용 </a:t>
                      </a:r>
                      <a:r>
                        <a:rPr kumimoji="0" lang="en-US" altLang="ko-KR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BCR, LMS No. </a:t>
                      </a:r>
                      <a:r>
                        <a:rPr kumimoji="0" lang="ko-KR" altLang="en-US" sz="9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카메라</a:t>
                      </a: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66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ESS 2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라인 전체에 대해 셀추적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설비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검사기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SW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업데이트 완료 하였습니다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(1/13)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-. ESNB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의 경우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EDC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가 아닌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SPC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에 셀추적 기능이 구현 되고 있어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추가 수집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Data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SPC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및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Davinci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업로드는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3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 중 완료 될 예정 입니다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Davinci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추가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Data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수집 확인하여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(4/8) Report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초안 구성 완료 하였습니다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(4/15) ESNB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법인에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Report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공유 및 검수 관련 논의 하였으며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(4/23)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해당 과제가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ESNB ESS 2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라인에 개발 되어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관세 문제로 생산이 잠정중단 된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라인으로 기존 데이터로 검수 하기로 협의 하였습니다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검수 자료 작성하여 법인에 전달 하였으며 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(5/12)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해당 자료로 법인에서 검수 진행 하였습니다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</a:t>
                      </a:r>
                      <a:r>
                        <a:rPr kumimoji="0" lang="ko-KR" altLang="en-US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▶ 해당 과제 관련하여 담당님께 대면으로 완료 보고 진행 하였습니다</a:t>
                      </a:r>
                      <a:r>
                        <a:rPr kumimoji="0" lang="en-US" altLang="ko-KR" sz="10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(5/22)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 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24.10</a:t>
                      </a:r>
                    </a:p>
                    <a:p>
                      <a:pPr marL="0" marR="0" lvl="0" indent="0" algn="ctr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25.04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박영헌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이희원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박소영</a:t>
                      </a:r>
                      <a:r>
                        <a:rPr lang="en-US" altLang="ko-KR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</a:t>
                      </a:r>
                      <a:br>
                        <a:rPr lang="en-US" altLang="ko-KR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김준범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0217002A-7656-465B-845E-A8FA61E482AF}"/>
              </a:ext>
            </a:extLst>
          </p:cNvPr>
          <p:cNvSpPr txBox="1">
            <a:spLocks/>
          </p:cNvSpPr>
          <p:nvPr/>
        </p:nvSpPr>
        <p:spPr>
          <a:xfrm>
            <a:off x="8993739" y="376121"/>
            <a:ext cx="814325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이희원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 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3786B7C-669B-490A-AFCC-DBC98F5227D4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5/27(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화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 17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7DB9B6F5-39C6-47D6-B419-A0E6694C347D}"/>
              </a:ext>
            </a:extLst>
          </p:cNvPr>
          <p:cNvGraphicFramePr>
            <a:graphicFrameLocks noGrp="1"/>
          </p:cNvGraphicFramePr>
          <p:nvPr/>
        </p:nvGraphicFramePr>
        <p:xfrm>
          <a:off x="1379846" y="1305970"/>
          <a:ext cx="7000758" cy="652377"/>
        </p:xfrm>
        <a:graphic>
          <a:graphicData uri="http://schemas.openxmlformats.org/drawingml/2006/table">
            <a:tbl>
              <a:tblPr/>
              <a:tblGrid>
                <a:gridCol w="1166793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1166793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1166793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1166793">
                  <a:extLst>
                    <a:ext uri="{9D8B030D-6E8A-4147-A177-3AD203B41FA5}">
                      <a16:colId xmlns:a16="http://schemas.microsoft.com/office/drawing/2014/main" val="209375685"/>
                    </a:ext>
                  </a:extLst>
                </a:gridCol>
                <a:gridCol w="1166793">
                  <a:extLst>
                    <a:ext uri="{9D8B030D-6E8A-4147-A177-3AD203B41FA5}">
                      <a16:colId xmlns:a16="http://schemas.microsoft.com/office/drawing/2014/main" val="492292267"/>
                    </a:ext>
                  </a:extLst>
                </a:gridCol>
                <a:gridCol w="1166793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</a:tblGrid>
              <a:tr h="184266"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계획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안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8426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컨셉 확정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기술 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대표호기 적용 설치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설치 후 디버깅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검증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레포트 구성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모니터링 보완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및 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8426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’24.06.14</a:t>
                      </a:r>
                    </a:p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‘24.07.31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24.07.31</a:t>
                      </a:r>
                    </a:p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‘24.10.15</a:t>
                      </a: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‘24.08.31</a:t>
                      </a:r>
                    </a:p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’24.1.13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24.09.30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’25.02.14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sng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‘25.03.31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‘25.04.15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sng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’25.04.15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‘25.04.30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grpSp>
        <p:nvGrpSpPr>
          <p:cNvPr id="29" name="그룹 28">
            <a:extLst>
              <a:ext uri="{FF2B5EF4-FFF2-40B4-BE49-F238E27FC236}">
                <a16:creationId xmlns:a16="http://schemas.microsoft.com/office/drawing/2014/main" id="{B1DEC9F6-DB69-43F0-B4E9-66333BAD4C30}"/>
              </a:ext>
            </a:extLst>
          </p:cNvPr>
          <p:cNvGrpSpPr/>
          <p:nvPr/>
        </p:nvGrpSpPr>
        <p:grpSpPr>
          <a:xfrm>
            <a:off x="7201394" y="1351469"/>
            <a:ext cx="1164638" cy="606878"/>
            <a:chOff x="3651379" y="1501667"/>
            <a:chExt cx="1059383" cy="606878"/>
          </a:xfrm>
        </p:grpSpPr>
        <p:sp>
          <p:nvSpPr>
            <p:cNvPr id="30" name="이등변 삼각형 29">
              <a:extLst>
                <a:ext uri="{FF2B5EF4-FFF2-40B4-BE49-F238E27FC236}">
                  <a16:creationId xmlns:a16="http://schemas.microsoft.com/office/drawing/2014/main" id="{C4F24E07-D4E1-4942-8787-7147799CF65A}"/>
                </a:ext>
              </a:extLst>
            </p:cNvPr>
            <p:cNvSpPr/>
            <p:nvPr/>
          </p:nvSpPr>
          <p:spPr>
            <a:xfrm rot="10800000">
              <a:off x="4133574" y="1501667"/>
              <a:ext cx="185628" cy="124033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1B2D87C-9FE4-447F-B683-3A2E087E1619}"/>
                </a:ext>
              </a:extLst>
            </p:cNvPr>
            <p:cNvSpPr/>
            <p:nvPr/>
          </p:nvSpPr>
          <p:spPr>
            <a:xfrm flipH="1">
              <a:off x="3651379" y="1641871"/>
              <a:ext cx="1059383" cy="466674"/>
            </a:xfrm>
            <a:prstGeom prst="rect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</p:grp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BBE6C6A0-D5B7-442E-9920-B92124D4CBAD}"/>
              </a:ext>
            </a:extLst>
          </p:cNvPr>
          <p:cNvGraphicFramePr>
            <a:graphicFrameLocks noGrp="1"/>
          </p:cNvGraphicFramePr>
          <p:nvPr/>
        </p:nvGraphicFramePr>
        <p:xfrm>
          <a:off x="1584110" y="3807724"/>
          <a:ext cx="6863923" cy="1513479"/>
        </p:xfrm>
        <a:graphic>
          <a:graphicData uri="http://schemas.openxmlformats.org/drawingml/2006/table">
            <a:tbl>
              <a:tblPr firstRow="1" bandRow="1"/>
              <a:tblGrid>
                <a:gridCol w="366899">
                  <a:extLst>
                    <a:ext uri="{9D8B030D-6E8A-4147-A177-3AD203B41FA5}">
                      <a16:colId xmlns:a16="http://schemas.microsoft.com/office/drawing/2014/main" val="2193908752"/>
                    </a:ext>
                  </a:extLst>
                </a:gridCol>
                <a:gridCol w="370352">
                  <a:extLst>
                    <a:ext uri="{9D8B030D-6E8A-4147-A177-3AD203B41FA5}">
                      <a16:colId xmlns:a16="http://schemas.microsoft.com/office/drawing/2014/main" val="2744373667"/>
                    </a:ext>
                  </a:extLst>
                </a:gridCol>
                <a:gridCol w="497330">
                  <a:extLst>
                    <a:ext uri="{9D8B030D-6E8A-4147-A177-3AD203B41FA5}">
                      <a16:colId xmlns:a16="http://schemas.microsoft.com/office/drawing/2014/main" val="1872691280"/>
                    </a:ext>
                  </a:extLst>
                </a:gridCol>
                <a:gridCol w="750132">
                  <a:extLst>
                    <a:ext uri="{9D8B030D-6E8A-4147-A177-3AD203B41FA5}">
                      <a16:colId xmlns:a16="http://schemas.microsoft.com/office/drawing/2014/main" val="3578307607"/>
                    </a:ext>
                  </a:extLst>
                </a:gridCol>
                <a:gridCol w="1440234">
                  <a:extLst>
                    <a:ext uri="{9D8B030D-6E8A-4147-A177-3AD203B41FA5}">
                      <a16:colId xmlns:a16="http://schemas.microsoft.com/office/drawing/2014/main" val="477169760"/>
                    </a:ext>
                  </a:extLst>
                </a:gridCol>
                <a:gridCol w="597854">
                  <a:extLst>
                    <a:ext uri="{9D8B030D-6E8A-4147-A177-3AD203B41FA5}">
                      <a16:colId xmlns:a16="http://schemas.microsoft.com/office/drawing/2014/main" val="1745000722"/>
                    </a:ext>
                  </a:extLst>
                </a:gridCol>
                <a:gridCol w="597854">
                  <a:extLst>
                    <a:ext uri="{9D8B030D-6E8A-4147-A177-3AD203B41FA5}">
                      <a16:colId xmlns:a16="http://schemas.microsoft.com/office/drawing/2014/main" val="1353141213"/>
                    </a:ext>
                  </a:extLst>
                </a:gridCol>
                <a:gridCol w="560817">
                  <a:extLst>
                    <a:ext uri="{9D8B030D-6E8A-4147-A177-3AD203B41FA5}">
                      <a16:colId xmlns:a16="http://schemas.microsoft.com/office/drawing/2014/main" val="658546435"/>
                    </a:ext>
                  </a:extLst>
                </a:gridCol>
                <a:gridCol w="560817">
                  <a:extLst>
                    <a:ext uri="{9D8B030D-6E8A-4147-A177-3AD203B41FA5}">
                      <a16:colId xmlns:a16="http://schemas.microsoft.com/office/drawing/2014/main" val="2960009232"/>
                    </a:ext>
                  </a:extLst>
                </a:gridCol>
                <a:gridCol w="560817">
                  <a:extLst>
                    <a:ext uri="{9D8B030D-6E8A-4147-A177-3AD203B41FA5}">
                      <a16:colId xmlns:a16="http://schemas.microsoft.com/office/drawing/2014/main" val="1759055215"/>
                    </a:ext>
                  </a:extLst>
                </a:gridCol>
                <a:gridCol w="560817">
                  <a:extLst>
                    <a:ext uri="{9D8B030D-6E8A-4147-A177-3AD203B41FA5}">
                      <a16:colId xmlns:a16="http://schemas.microsoft.com/office/drawing/2014/main" val="2765193179"/>
                    </a:ext>
                  </a:extLst>
                </a:gridCol>
              </a:tblGrid>
              <a:tr h="137589">
                <a:tc rowSpan="2"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공정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6E6"/>
                    </a:solidFill>
                  </a:tcPr>
                </a:tc>
                <a:tc rowSpan="2" gridSpan="2"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검사기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6E6"/>
                    </a:solidFill>
                  </a:tcPr>
                </a:tc>
                <a:tc rowSpan="2" hMerge="1"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/>
                </a:tc>
                <a:tc rowSpan="2" gridSpan="2"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검증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Key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값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6E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정합성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검증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6E6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6E6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SPC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6E6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EDC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6E6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14185577"/>
                  </a:ext>
                </a:extLst>
              </a:tr>
              <a:tr h="137589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6E6"/>
                    </a:solidFill>
                  </a:tcPr>
                </a:tc>
                <a:tc gridSpan="2" vMerge="1"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6E6"/>
                    </a:solidFill>
                  </a:tcPr>
                </a:tc>
                <a:tc hMerge="1" vMerge="1"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/>
                </a:tc>
                <a:tc gridSpan="2" vMerge="1"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6E6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SPC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EDC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Key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값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Key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값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850167"/>
                  </a:ext>
                </a:extLst>
              </a:tr>
              <a:tr h="137589">
                <a:tc rowSpan="6"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모노</a:t>
                      </a:r>
                      <a:endParaRPr lang="en-US" altLang="ko-KR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분리막</a:t>
                      </a:r>
                      <a:endParaRPr lang="en-US" altLang="ko-KR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STK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순번</a:t>
                      </a:r>
                      <a:endParaRPr lang="en-US" altLang="ko-KR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모노셀이 적재되는</a:t>
                      </a:r>
                      <a:b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스택 순번 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ID,</a:t>
                      </a:r>
                    </a:p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STK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순번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ID,</a:t>
                      </a:r>
                    </a:p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STK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순번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9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DTC</a:t>
                      </a:r>
                    </a:p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 검사기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9"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설비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PLC</a:t>
                      </a:r>
                    </a:p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 검사기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9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설비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PLC</a:t>
                      </a:r>
                    </a:p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DTC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9"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DTC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66459685"/>
                  </a:ext>
                </a:extLst>
              </a:tr>
              <a:tr h="13758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Align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8345616"/>
                  </a:ext>
                </a:extLst>
              </a:tr>
              <a:tr h="13758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적재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9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9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73576120"/>
                  </a:ext>
                </a:extLst>
              </a:tr>
              <a:tr h="137589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하프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분리막</a:t>
                      </a:r>
                      <a:endParaRPr lang="en-US" altLang="ko-KR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STK LMS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번호</a:t>
                      </a:r>
                      <a:endParaRPr lang="en-US" altLang="ko-KR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하프셀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적재 시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셀이 놓여있는</a:t>
                      </a:r>
                      <a:b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STK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케리어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(LMS)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ID,</a:t>
                      </a:r>
                    </a:p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STK LMS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ID,</a:t>
                      </a:r>
                    </a:p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STK LMS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4691680"/>
                  </a:ext>
                </a:extLst>
              </a:tr>
              <a:tr h="13758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Align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9315854"/>
                  </a:ext>
                </a:extLst>
              </a:tr>
              <a:tr h="13758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적재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4394819"/>
                  </a:ext>
                </a:extLst>
              </a:tr>
              <a:tr h="137589">
                <a:tc rowSpan="3"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PKG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TW(-)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TW LMS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셀이 이동할 때 놓여있는</a:t>
                      </a:r>
                      <a:b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PKG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케리어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(LMS)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ID,</a:t>
                      </a:r>
                    </a:p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TW LMS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ID,</a:t>
                      </a:r>
                    </a:p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TW LMS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237843"/>
                  </a:ext>
                </a:extLst>
              </a:tr>
              <a:tr h="137589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TW(+)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6007281"/>
                  </a:ext>
                </a:extLst>
              </a:tr>
              <a:tr h="137589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리드 비전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3938766"/>
                  </a:ext>
                </a:extLst>
              </a:tr>
            </a:tbl>
          </a:graphicData>
        </a:graphic>
      </p:graphicFrame>
      <p:sp>
        <p:nvSpPr>
          <p:cNvPr id="33" name="직사각형 32">
            <a:extLst>
              <a:ext uri="{FF2B5EF4-FFF2-40B4-BE49-F238E27FC236}">
                <a16:creationId xmlns:a16="http://schemas.microsoft.com/office/drawing/2014/main" id="{F4F94F1B-C13B-4FBB-BAE0-A0CE11B1F911}"/>
              </a:ext>
            </a:extLst>
          </p:cNvPr>
          <p:cNvSpPr/>
          <p:nvPr/>
        </p:nvSpPr>
        <p:spPr>
          <a:xfrm>
            <a:off x="6424290" y="4286622"/>
            <a:ext cx="1761083" cy="15946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prstDash val="dash"/>
          </a:ln>
        </p:spPr>
        <p:txBody>
          <a:bodyPr wrap="square" lIns="18000" tIns="18000" rIns="18000" bIns="18000" anchor="ctr" anchorCtr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*Data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입수 경로</a:t>
            </a: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5FB81B1-791D-4507-92C4-47DB4CE535BD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#5,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3C4CDD3-78C5-4D7B-87BE-D6DCF6594594}"/>
              </a:ext>
            </a:extLst>
          </p:cNvPr>
          <p:cNvSpPr txBox="1"/>
          <p:nvPr/>
        </p:nvSpPr>
        <p:spPr>
          <a:xfrm>
            <a:off x="1" y="1959958"/>
            <a:ext cx="805758" cy="784830"/>
          </a:xfrm>
          <a:prstGeom prst="rect">
            <a:avLst/>
          </a:prstGeom>
          <a:noFill/>
        </p:spPr>
        <p:txBody>
          <a:bodyPr wrap="square" lIns="36000" tIns="45720" rIns="3600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전주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6/5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차기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6/19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C102B9B-326A-455F-B831-2F6A9F96A41F}"/>
              </a:ext>
            </a:extLst>
          </p:cNvPr>
          <p:cNvSpPr txBox="1"/>
          <p:nvPr/>
        </p:nvSpPr>
        <p:spPr>
          <a:xfrm>
            <a:off x="6070142" y="2003845"/>
            <a:ext cx="3849131" cy="215444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5E5E1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*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5E5E1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일정 변경 사유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5E5E1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SPC+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5E5E1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→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5E5E1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DAVINCI,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5E5E1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추가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5E5E1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Data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5E5E1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수집 일정 지연에 따른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5E5E1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Report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5E5E11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구성 일정 변경</a:t>
            </a:r>
          </a:p>
        </p:txBody>
      </p:sp>
    </p:spTree>
    <p:extLst>
      <p:ext uri="{BB962C8B-B14F-4D97-AF65-F5344CB8AC3E}">
        <p14:creationId xmlns:p14="http://schemas.microsoft.com/office/powerpoint/2010/main" val="823201166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03159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셀추적기술팀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19275" y="872919"/>
          <a:ext cx="9688790" cy="5921337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 dirty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신규모델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FDC&amp;Cell ID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추가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데이터 매칭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5, 8, 15, 18, 26, 28 Line</a:t>
                      </a:r>
                      <a:b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(NND~PKG)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금주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(W29)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핵심 내용은 없습니다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i="0" u="none" strike="noStrike" baseline="0" noProof="0"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추진 배경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- ESWA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신규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PJT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모델 조기 수율 안정화를 위한 데이터 추가 연계 작업</a:t>
                      </a:r>
                      <a:b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과제 컨셉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  <a:b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- FDC Data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와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Cell ID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를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추가 연계 하여 신규 모델 불량 분석 범위 확대 적용</a:t>
                      </a:r>
                      <a:endParaRPr lang="en-US" altLang="ko-KR" sz="1000" kern="1200" noProof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- Time Stamp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기술 대표호기 적용</a:t>
                      </a:r>
                      <a:endParaRPr lang="en-US" altLang="ko-KR" sz="1000" kern="1200" noProof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과제 대상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- ESWA NND~PKG 5, 8, 15, 18, 26, 28Line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총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64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대</a:t>
                      </a:r>
                      <a:endParaRPr lang="en-US" altLang="ko-KR" sz="1000" kern="1200" noProof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rgbClr val="0000FF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rgbClr val="0000FF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rgbClr val="0000FF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rgbClr val="0000FF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rgbClr val="0000FF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rgbClr val="0000FF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rgbClr val="0000FF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rgbClr val="0000FF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진행 사항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데이터통합분석팀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공정검사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DX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팀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제조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DX.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기획팀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ESWA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법인 유관부서 실무자 회의 완료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(4/8)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데이터통합분석팀으로 공정별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FDC List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송부 및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ID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연계 필요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Data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선정 요청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(4/11)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데이터통합분석팀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법인 유관부서 협의 하에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FDC Data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최종 선정하여 회신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(4/17)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선정된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Data, PLC Address, Size, Type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확보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후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DTC PLC – ECS PC Counter Spec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반영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(4/22)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공정검사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DX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팀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Counter Spec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공식 발행 완료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(4/23)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도면 거리값 측정 후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수집 항목 별 보고 거리값 기입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자동공급부 연계 필요 영역 법인 설비기술 협조하에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Address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본기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PLC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Move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완료</a:t>
                      </a:r>
                      <a:endParaRPr lang="en-US" altLang="ko-KR" sz="1000" kern="1200" noProof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업체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삼익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THK)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로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Counter Spec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전달 및 작업 지시 완료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(4/25)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- DTC PLC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작업은 완료 하였으며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(5/7),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부동호기 제외 데이터 수집 확인 완료 하였습니다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중입니다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.(5/19)</a:t>
                      </a:r>
                      <a:b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- Time Stamp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디버깅 완료하여 정합성 검증 완료 하였으며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NND 8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호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325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구간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LAMI 8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호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192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구간으로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FDC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모든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Data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를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Time </a:t>
                      </a:r>
                      <a:b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Stamp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와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Data Join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하여 조회 할 수 있습니다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금년도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월 샘플 생산 예정인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5Line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은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FDC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데이터 항목수가 기타 라인대비 너무 적어서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데이터통합분석팀 및 법인과 추가 데이터 수집 </a:t>
                      </a:r>
                      <a:b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  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여부 확인 중에 있습니다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 5Line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제외 데이터 수집은 현재 다빈치까지 정상 업로드 되고 있습니다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b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투자 진행사항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투자 심의 완료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(4/25),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공정검사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DX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팀 변동비 이관 진행완료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(5/2),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집행품의 완료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(5/2),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법인 구매팀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Nego Report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(5/13)</a:t>
                      </a:r>
                      <a:endParaRPr lang="en-US" altLang="ko-KR" sz="1000" kern="1200" noProof="0">
                        <a:solidFill>
                          <a:srgbClr val="0000FF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25.06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윤병호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3C29B833-2C84-4243-9D4D-9B1D408F91DE}"/>
              </a:ext>
            </a:extLst>
          </p:cNvPr>
          <p:cNvSpPr txBox="1">
            <a:spLocks/>
          </p:cNvSpPr>
          <p:nvPr/>
        </p:nvSpPr>
        <p:spPr>
          <a:xfrm>
            <a:off x="9029005" y="376121"/>
            <a:ext cx="779059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윤병호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1B17DB2-3DCC-4A8F-9347-F9695BEF8B6D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7/16 14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3FCB8C80-2818-4DE5-8D06-0CBBB3D9AE5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685304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ESWA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신규모델 </a:t>
            </a:r>
            <a:r>
              <a:rPr kumimoji="0" lang="en-US" altLang="ko-KR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FDC&amp;Cell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ID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추가 데이터 매칭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0FEE8D4-249E-4A1E-A47A-4401A1E7C448}"/>
              </a:ext>
            </a:extLst>
          </p:cNvPr>
          <p:cNvGraphicFramePr>
            <a:graphicFrameLocks noGrp="1"/>
          </p:cNvGraphicFramePr>
          <p:nvPr/>
        </p:nvGraphicFramePr>
        <p:xfrm>
          <a:off x="1496689" y="1334451"/>
          <a:ext cx="2574780" cy="577215"/>
        </p:xfrm>
        <a:graphic>
          <a:graphicData uri="http://schemas.openxmlformats.org/drawingml/2006/table">
            <a:tbl>
              <a:tblPr/>
              <a:tblGrid>
                <a:gridCol w="858260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858260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858260">
                  <a:extLst>
                    <a:ext uri="{9D8B030D-6E8A-4147-A177-3AD203B41FA5}">
                      <a16:colId xmlns:a16="http://schemas.microsoft.com/office/drawing/2014/main" val="1597824487"/>
                    </a:ext>
                  </a:extLst>
                </a:gridCol>
              </a:tblGrid>
              <a:tr h="135133"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진행 계획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3513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데이터 수집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사양서 발행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데이터 수집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사양서 적용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과제완료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35133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‘25.4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’25.5~6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’25.7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grpSp>
        <p:nvGrpSpPr>
          <p:cNvPr id="16" name="그룹 15">
            <a:extLst>
              <a:ext uri="{FF2B5EF4-FFF2-40B4-BE49-F238E27FC236}">
                <a16:creationId xmlns:a16="http://schemas.microsoft.com/office/drawing/2014/main" id="{EBEBA6D1-3187-4E2E-8242-D9FD8CAB6FCA}"/>
              </a:ext>
            </a:extLst>
          </p:cNvPr>
          <p:cNvGrpSpPr/>
          <p:nvPr/>
        </p:nvGrpSpPr>
        <p:grpSpPr>
          <a:xfrm>
            <a:off x="2347068" y="1431234"/>
            <a:ext cx="873209" cy="480431"/>
            <a:chOff x="4496898" y="4792607"/>
            <a:chExt cx="1358100" cy="464862"/>
          </a:xfrm>
        </p:grpSpPr>
        <p:sp>
          <p:nvSpPr>
            <p:cNvPr id="19" name="이등변 삼각형 18">
              <a:extLst>
                <a:ext uri="{FF2B5EF4-FFF2-40B4-BE49-F238E27FC236}">
                  <a16:creationId xmlns:a16="http://schemas.microsoft.com/office/drawing/2014/main" id="{2E578BFA-4F52-473A-8A6A-891E8673C473}"/>
                </a:ext>
              </a:extLst>
            </p:cNvPr>
            <p:cNvSpPr/>
            <p:nvPr/>
          </p:nvSpPr>
          <p:spPr>
            <a:xfrm rot="10800000">
              <a:off x="4584441" y="4792607"/>
              <a:ext cx="244718" cy="54281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56504C36-E416-4555-A91B-93214BBA4B92}"/>
                </a:ext>
              </a:extLst>
            </p:cNvPr>
            <p:cNvSpPr/>
            <p:nvPr/>
          </p:nvSpPr>
          <p:spPr>
            <a:xfrm>
              <a:off x="4496898" y="4846892"/>
              <a:ext cx="1358100" cy="410577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1997622C-91D4-44F3-81E5-6119A89F0A7D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#20,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5559F5F-DBBF-4501-83AB-80A4A2AE3A16}"/>
              </a:ext>
            </a:extLst>
          </p:cNvPr>
          <p:cNvSpPr txBox="1"/>
          <p:nvPr/>
        </p:nvSpPr>
        <p:spPr>
          <a:xfrm>
            <a:off x="1" y="1959958"/>
            <a:ext cx="805758" cy="784830"/>
          </a:xfrm>
          <a:prstGeom prst="rect">
            <a:avLst/>
          </a:prstGeom>
          <a:noFill/>
        </p:spPr>
        <p:txBody>
          <a:bodyPr wrap="square" lIns="36000" tIns="45720" rIns="3600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전주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6/5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차기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6/19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CAD3D60-514A-48C0-AE3D-BE06FD88F2CB}"/>
              </a:ext>
            </a:extLst>
          </p:cNvPr>
          <p:cNvSpPr txBox="1"/>
          <p:nvPr/>
        </p:nvSpPr>
        <p:spPr>
          <a:xfrm>
            <a:off x="5358285" y="2350898"/>
            <a:ext cx="202597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30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*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E81B : SOP(’25.5), E77A : SOP(’25.5~6),   </a:t>
            </a:r>
            <a:b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E161A/E128A : SOP(’25.7), E90B : SOP(’25.11),</a:t>
            </a:r>
            <a:b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JF1R : SOP(’26.5),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데이터 연계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(~’25.6)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9F5CEEF6-D1A3-4115-807A-2FEAACC48AF3}"/>
              </a:ext>
            </a:extLst>
          </p:cNvPr>
          <p:cNvGraphicFramePr>
            <a:graphicFrameLocks noGrp="1"/>
          </p:cNvGraphicFramePr>
          <p:nvPr/>
        </p:nvGraphicFramePr>
        <p:xfrm>
          <a:off x="1496689" y="2958655"/>
          <a:ext cx="6838547" cy="14935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7188">
                  <a:extLst>
                    <a:ext uri="{9D8B030D-6E8A-4147-A177-3AD203B41FA5}">
                      <a16:colId xmlns:a16="http://schemas.microsoft.com/office/drawing/2014/main" val="2831075424"/>
                    </a:ext>
                  </a:extLst>
                </a:gridCol>
                <a:gridCol w="587462">
                  <a:extLst>
                    <a:ext uri="{9D8B030D-6E8A-4147-A177-3AD203B41FA5}">
                      <a16:colId xmlns:a16="http://schemas.microsoft.com/office/drawing/2014/main" val="2708658430"/>
                    </a:ext>
                  </a:extLst>
                </a:gridCol>
                <a:gridCol w="330481">
                  <a:extLst>
                    <a:ext uri="{9D8B030D-6E8A-4147-A177-3AD203B41FA5}">
                      <a16:colId xmlns:a16="http://schemas.microsoft.com/office/drawing/2014/main" val="2857917975"/>
                    </a:ext>
                  </a:extLst>
                </a:gridCol>
                <a:gridCol w="961937">
                  <a:extLst>
                    <a:ext uri="{9D8B030D-6E8A-4147-A177-3AD203B41FA5}">
                      <a16:colId xmlns:a16="http://schemas.microsoft.com/office/drawing/2014/main" val="1604438228"/>
                    </a:ext>
                  </a:extLst>
                </a:gridCol>
                <a:gridCol w="465647">
                  <a:extLst>
                    <a:ext uri="{9D8B030D-6E8A-4147-A177-3AD203B41FA5}">
                      <a16:colId xmlns:a16="http://schemas.microsoft.com/office/drawing/2014/main" val="1977672148"/>
                    </a:ext>
                  </a:extLst>
                </a:gridCol>
                <a:gridCol w="559837">
                  <a:extLst>
                    <a:ext uri="{9D8B030D-6E8A-4147-A177-3AD203B41FA5}">
                      <a16:colId xmlns:a16="http://schemas.microsoft.com/office/drawing/2014/main" val="2790493241"/>
                    </a:ext>
                  </a:extLst>
                </a:gridCol>
                <a:gridCol w="1641360">
                  <a:extLst>
                    <a:ext uri="{9D8B030D-6E8A-4147-A177-3AD203B41FA5}">
                      <a16:colId xmlns:a16="http://schemas.microsoft.com/office/drawing/2014/main" val="2275236418"/>
                    </a:ext>
                  </a:extLst>
                </a:gridCol>
                <a:gridCol w="601545">
                  <a:extLst>
                    <a:ext uri="{9D8B030D-6E8A-4147-A177-3AD203B41FA5}">
                      <a16:colId xmlns:a16="http://schemas.microsoft.com/office/drawing/2014/main" val="2276913218"/>
                    </a:ext>
                  </a:extLst>
                </a:gridCol>
                <a:gridCol w="601545">
                  <a:extLst>
                    <a:ext uri="{9D8B030D-6E8A-4147-A177-3AD203B41FA5}">
                      <a16:colId xmlns:a16="http://schemas.microsoft.com/office/drawing/2014/main" val="3122953096"/>
                    </a:ext>
                  </a:extLst>
                </a:gridCol>
                <a:gridCol w="601545">
                  <a:extLst>
                    <a:ext uri="{9D8B030D-6E8A-4147-A177-3AD203B41FA5}">
                      <a16:colId xmlns:a16="http://schemas.microsoft.com/office/drawing/2014/main" val="1644894513"/>
                    </a:ext>
                  </a:extLst>
                </a:gridCol>
              </a:tblGrid>
              <a:tr h="0">
                <a:tc rowSpan="3"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u="none" strike="noStrike">
                          <a:effectLst/>
                          <a:latin typeface="+mn-ea"/>
                          <a:ea typeface="+mn-ea"/>
                        </a:rPr>
                        <a:t>모델</a:t>
                      </a:r>
                      <a:r>
                        <a:rPr lang="en-US" altLang="ko-KR" sz="800" b="1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u="none" strike="noStrike">
                          <a:effectLst/>
                          <a:latin typeface="+mn-ea"/>
                          <a:ea typeface="+mn-ea"/>
                        </a:rPr>
                        <a:t>라인</a:t>
                      </a:r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n-US" sz="800" b="1" u="none" strike="noStrike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SOP(</a:t>
                      </a:r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예상</a:t>
                      </a:r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목표 일정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작업 완료일</a:t>
                      </a:r>
                      <a:endParaRPr lang="en-US" sz="8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~PKG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1572098"/>
                  </a:ext>
                </a:extLst>
              </a:tr>
              <a:tr h="0">
                <a:tc gridSpan="2" vMerge="1">
                  <a:txBody>
                    <a:bodyPr/>
                    <a:lstStyle/>
                    <a:p>
                      <a:pPr algn="ctr" rtl="0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sz="11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sz="11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Data </a:t>
                      </a:r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항목 수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9040381"/>
                  </a:ext>
                </a:extLst>
              </a:tr>
              <a:tr h="0">
                <a:tc gridSpan="2" vMerge="1">
                  <a:txBody>
                    <a:bodyPr/>
                    <a:lstStyle/>
                    <a:p>
                      <a:pPr algn="ctr" rtl="0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1100" b="1" u="none" strike="noStrike" kern="120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1100" b="1" u="none" strike="noStrike" kern="120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AS 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TO BE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추가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8517760"/>
                  </a:ext>
                </a:extLst>
              </a:tr>
              <a:tr h="0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sz="800" b="1" u="none" strike="noStrike" kern="120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EV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800" b="1" u="none" strike="noStrike">
                          <a:effectLst/>
                          <a:latin typeface="+mn-ea"/>
                          <a:ea typeface="+mn-ea"/>
                        </a:rPr>
                        <a:t>E81B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u="none" strike="noStrike">
                          <a:effectLst/>
                          <a:latin typeface="+mn-ea"/>
                          <a:ea typeface="+mn-ea"/>
                        </a:rPr>
                        <a:t>15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>
                          <a:effectLst/>
                          <a:latin typeface="+mn-ea"/>
                          <a:ea typeface="+mn-ea"/>
                        </a:rPr>
                        <a:t>Normal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u="none" strike="noStrike">
                          <a:effectLst/>
                          <a:latin typeface="+mn-ea"/>
                          <a:ea typeface="+mn-ea"/>
                        </a:rPr>
                        <a:t>25.05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~’25.05.16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NND(5/6), L&amp;S(4/29), PKG(4/27)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253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1,225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972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814883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u="none" strike="noStrike">
                          <a:effectLst/>
                          <a:latin typeface="+mn-ea"/>
                          <a:ea typeface="+mn-ea"/>
                        </a:rPr>
                        <a:t>18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u="none" strike="noStrike">
                          <a:effectLst/>
                          <a:latin typeface="+mn-ea"/>
                          <a:ea typeface="+mn-ea"/>
                        </a:rPr>
                        <a:t>25.05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1,225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972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099054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u="none" strike="noStrike">
                          <a:effectLst/>
                          <a:latin typeface="+mn-ea"/>
                          <a:ea typeface="+mn-ea"/>
                        </a:rPr>
                        <a:t>E161A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u="none" strike="noStrike">
                          <a:effectLst/>
                          <a:latin typeface="+mn-ea"/>
                          <a:ea typeface="+mn-ea"/>
                        </a:rPr>
                        <a:t>28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>
                          <a:effectLst/>
                          <a:latin typeface="+mn-ea"/>
                          <a:ea typeface="+mn-ea"/>
                        </a:rPr>
                        <a:t>D-STK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u="none" strike="noStrike">
                          <a:effectLst/>
                          <a:latin typeface="+mn-ea"/>
                          <a:ea typeface="+mn-ea"/>
                        </a:rPr>
                        <a:t>25.07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NND(5/7), L&amp;S(5/1)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1,312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2,141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829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9625010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u="none" strike="noStrike">
                          <a:effectLst/>
                          <a:latin typeface="+mn-ea"/>
                          <a:ea typeface="+mn-ea"/>
                        </a:rPr>
                        <a:t>E128A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u="none" strike="noStrike">
                          <a:effectLst/>
                          <a:latin typeface="+mn-ea"/>
                          <a:ea typeface="+mn-ea"/>
                        </a:rPr>
                        <a:t>26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u="none" strike="noStrike">
                          <a:effectLst/>
                          <a:latin typeface="+mn-ea"/>
                          <a:ea typeface="+mn-ea"/>
                        </a:rPr>
                        <a:t>25.07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1,312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2,141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829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00097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u="none" strike="noStrike" kern="120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ESS</a:t>
                      </a:r>
                      <a:endParaRPr lang="ko-KR" altLang="en-US" sz="800" b="1" u="none" strike="noStrike" kern="1200">
                        <a:solidFill>
                          <a:schemeClr val="dk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u="none" strike="noStrike" kern="120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JF1R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u="none" strike="noStrike">
                          <a:effectLst/>
                          <a:latin typeface="+mn-ea"/>
                          <a:ea typeface="+mn-ea"/>
                        </a:rPr>
                        <a:t>5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>
                          <a:effectLst/>
                          <a:latin typeface="+mn-ea"/>
                          <a:ea typeface="+mn-ea"/>
                        </a:rPr>
                        <a:t>Normal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u="none" strike="noStrike">
                          <a:effectLst/>
                          <a:latin typeface="+mn-ea"/>
                          <a:ea typeface="+mn-ea"/>
                        </a:rPr>
                        <a:t>26.05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~25.07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371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68063946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u="none" strike="noStrike" kern="120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Time Stamp 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900" b="1" u="none" strike="noStrike" kern="120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Normal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노칭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라미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~25.06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NND(5/2), LAM(5/5)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Time Stamp </a:t>
                      </a:r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기술 적용</a:t>
                      </a:r>
                      <a:endParaRPr lang="en-US" altLang="ko-KR" sz="8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1" i="0" u="none" strike="noStrike">
                        <a:solidFill>
                          <a:srgbClr val="0000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66031062"/>
                  </a:ext>
                </a:extLst>
              </a:tr>
              <a:tr h="0">
                <a:tc gridSpan="9">
                  <a:txBody>
                    <a:bodyPr/>
                    <a:lstStyle/>
                    <a:p>
                      <a:pPr algn="r" latinLnBrk="1"/>
                      <a:r>
                        <a:rPr lang="ko-KR" altLang="en-US" sz="800" b="1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추가 데이터 연계 항목 합계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900" b="1" u="none" strike="noStrike" kern="120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3,903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8783356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A2CA5BD3-5A16-4EE0-861F-8F80A3954014}"/>
              </a:ext>
            </a:extLst>
          </p:cNvPr>
          <p:cNvSpPr txBox="1"/>
          <p:nvPr/>
        </p:nvSpPr>
        <p:spPr>
          <a:xfrm>
            <a:off x="1496689" y="4236731"/>
            <a:ext cx="417539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30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*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’26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년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SOP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예정인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, 5Line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의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FDC Data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가 너무 적어 추가 수집 항목이 있는지 확인 예정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13456565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pitchFamily="34" charset="0"/>
              </a:rPr>
              <a:t>셀추적기술팀</a:t>
            </a:r>
          </a:p>
        </p:txBody>
      </p:sp>
      <p:sp>
        <p:nvSpPr>
          <p:cNvPr id="5" name="내용 개체 틀 20"/>
          <p:cNvSpPr txBox="1">
            <a:spLocks/>
          </p:cNvSpPr>
          <p:nvPr/>
        </p:nvSpPr>
        <p:spPr>
          <a:xfrm>
            <a:off x="108656" y="612730"/>
            <a:ext cx="688008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■ 정합성 자동 검증 기술개발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(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스태킹 외관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,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사면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탈리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비전 이미지 활용 정합성 검증 자동화 전개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5E0A1D3-B483-461F-8910-05808D9E6822}"/>
              </a:ext>
            </a:extLst>
          </p:cNvPr>
          <p:cNvSpPr txBox="1"/>
          <p:nvPr/>
        </p:nvSpPr>
        <p:spPr>
          <a:xfrm>
            <a:off x="7994708" y="587343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5/27 16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2FFB41B0-31A3-46A9-B10E-5D446CF478A5}"/>
              </a:ext>
            </a:extLst>
          </p:cNvPr>
          <p:cNvSpPr txBox="1">
            <a:spLocks/>
          </p:cNvSpPr>
          <p:nvPr/>
        </p:nvSpPr>
        <p:spPr>
          <a:xfrm>
            <a:off x="8957981" y="418066"/>
            <a:ext cx="779059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이충성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27E2D345-B6CE-4ADC-A147-DCFDEFBE886E}"/>
              </a:ext>
            </a:extLst>
          </p:cNvPr>
          <p:cNvGraphicFramePr>
            <a:graphicFrameLocks noGrp="1"/>
          </p:cNvGraphicFramePr>
          <p:nvPr/>
        </p:nvGraphicFramePr>
        <p:xfrm>
          <a:off x="150464" y="848953"/>
          <a:ext cx="9719707" cy="5769511"/>
        </p:xfrm>
        <a:graphic>
          <a:graphicData uri="http://schemas.openxmlformats.org/drawingml/2006/table">
            <a:tbl>
              <a:tblPr/>
              <a:tblGrid>
                <a:gridCol w="6396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71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57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040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81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45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+mj-ea"/>
                          <a:ea typeface="+mj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j-ea"/>
                          <a:ea typeface="+mj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j-ea"/>
                          <a:ea typeface="+mj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6035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정합성 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자동 검증 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기술 적용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스태킹 외관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사면 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탈리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 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비전 이미지 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활용 검증 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자동화 전개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</a:t>
                      </a: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ESWA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대표라인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(11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STK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적용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금주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W22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핵심 내용 없습니다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1) 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개발 배경 및 목적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   </a:t>
                      </a:r>
                      <a:r>
                        <a:rPr kumimoji="1" lang="ko-KR" altLang="en-US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셀</a:t>
                      </a:r>
                      <a:r>
                        <a:rPr kumimoji="1" lang="en-US" altLang="ko-KR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ID</a:t>
                      </a:r>
                      <a:r>
                        <a:rPr kumimoji="1" lang="ko-KR" altLang="en-US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와 비전 </a:t>
                      </a:r>
                      <a:r>
                        <a:rPr kumimoji="1" lang="en-US" altLang="ko-KR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Data</a:t>
                      </a:r>
                      <a:r>
                        <a:rPr kumimoji="1" lang="ko-KR" altLang="en-US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의 정합성은 현재 수동으로 실물 검증하여 확인하고 있으며 </a:t>
                      </a:r>
                      <a:r>
                        <a:rPr kumimoji="1" lang="en-US" altLang="ko-KR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,</a:t>
                      </a:r>
                      <a:r>
                        <a:rPr kumimoji="1" lang="ko-KR" altLang="en-US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수동</a:t>
                      </a:r>
                      <a:r>
                        <a:rPr kumimoji="1" lang="en-US" altLang="ko-KR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 </a:t>
                      </a:r>
                      <a:r>
                        <a:rPr kumimoji="1" lang="ko-KR" altLang="en-US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검증 여건 상 긴 주기</a:t>
                      </a:r>
                      <a:r>
                        <a:rPr kumimoji="1" lang="en-US" altLang="ko-KR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(2</a:t>
                      </a:r>
                      <a:r>
                        <a:rPr kumimoji="1" lang="ko-KR" altLang="en-US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주</a:t>
                      </a:r>
                      <a:r>
                        <a:rPr kumimoji="1" lang="en-US" altLang="ko-KR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)</a:t>
                      </a:r>
                      <a:r>
                        <a:rPr kumimoji="1" lang="ko-KR" altLang="en-US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로 검증을 </a:t>
                      </a:r>
                      <a:endParaRPr kumimoji="1" lang="en-US" altLang="ko-KR" sz="100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 pitchFamily="34" charset="0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ko-KR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   </a:t>
                      </a:r>
                      <a:r>
                        <a:rPr kumimoji="1" lang="ko-KR" altLang="en-US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하고 있음</a:t>
                      </a:r>
                      <a:r>
                        <a:rPr kumimoji="1" lang="en-US" altLang="ko-KR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. </a:t>
                      </a:r>
                      <a:r>
                        <a:rPr kumimoji="1" lang="ko-KR" altLang="en-US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정합성 불일치는 다음 수동 검증까지 알 수 없으며</a:t>
                      </a:r>
                      <a:r>
                        <a:rPr kumimoji="1" lang="en-US" altLang="ko-KR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정합성 불일치 확인 시 </a:t>
                      </a:r>
                      <a:r>
                        <a:rPr kumimoji="1" lang="en-US" altLang="ko-KR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2</a:t>
                      </a:r>
                      <a:r>
                        <a:rPr kumimoji="1" lang="ko-KR" altLang="en-US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주간의 데이터 신뢰성을 잃어버려</a:t>
                      </a:r>
                      <a:endParaRPr kumimoji="1" lang="en-US" altLang="ko-KR" sz="100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 pitchFamily="34" charset="0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ko-KR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   </a:t>
                      </a:r>
                      <a:r>
                        <a:rPr kumimoji="1" lang="ko-KR" altLang="en-US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보정하여 사용해야함</a:t>
                      </a:r>
                      <a:endParaRPr kumimoji="1" lang="en-US" altLang="ko-KR" sz="100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 pitchFamily="34" charset="0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ko-KR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   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2) 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목표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   </a:t>
                      </a:r>
                      <a:r>
                        <a:rPr kumimoji="1" lang="ko-KR" altLang="en-US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셀</a:t>
                      </a:r>
                      <a:r>
                        <a:rPr kumimoji="1" lang="en-US" altLang="ko-KR" sz="1000">
                          <a:solidFill>
                            <a:schemeClr val="tx1"/>
                          </a:solidFill>
                          <a:latin typeface="+mn-lt"/>
                          <a:ea typeface="+mj-ea"/>
                          <a:cs typeface="Arial" pitchFamily="34" charset="0"/>
                        </a:rPr>
                        <a:t>ID</a:t>
                      </a:r>
                      <a:r>
                        <a:rPr kumimoji="1" lang="en-US" altLang="ko-KR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 </a:t>
                      </a:r>
                      <a:r>
                        <a:rPr kumimoji="1" lang="ko-KR" altLang="en-US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비전 </a:t>
                      </a:r>
                      <a:r>
                        <a:rPr kumimoji="1" lang="en-US" altLang="ko-KR" sz="1000">
                          <a:solidFill>
                            <a:schemeClr val="tx1"/>
                          </a:solidFill>
                          <a:latin typeface="+mn-lt"/>
                          <a:ea typeface="+mj-ea"/>
                          <a:cs typeface="Arial" pitchFamily="34" charset="0"/>
                        </a:rPr>
                        <a:t>Data</a:t>
                      </a:r>
                      <a:r>
                        <a:rPr kumimoji="1" lang="en-US" altLang="ko-KR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 </a:t>
                      </a:r>
                      <a:r>
                        <a:rPr kumimoji="1" lang="ko-KR" altLang="en-US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정합성에 대해 자동화된 검증 방안을 도입하여</a:t>
                      </a:r>
                      <a:r>
                        <a:rPr kumimoji="1" lang="en-US" altLang="ko-KR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 </a:t>
                      </a:r>
                      <a:r>
                        <a:rPr kumimoji="1" lang="ko-KR" altLang="en-US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불일치 발생 시 빠른 보정을 하여 데이터 품질을 향상 시키고</a:t>
                      </a:r>
                      <a:r>
                        <a:rPr kumimoji="1" lang="en-US" altLang="ko-KR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, </a:t>
                      </a:r>
                      <a:br>
                        <a:rPr kumimoji="1" lang="en-US" altLang="ko-KR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</a:br>
                      <a:r>
                        <a:rPr kumimoji="1" lang="en-US" altLang="ko-KR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   </a:t>
                      </a:r>
                      <a:r>
                        <a:rPr kumimoji="1" lang="ko-KR" altLang="en-US" sz="10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 pitchFamily="34" charset="0"/>
                        </a:rPr>
                        <a:t>수동 검증으로 인한 공수 투입을 감소시키고자 과제를 진행하게 됨</a:t>
                      </a:r>
                      <a:endParaRPr kumimoji="1" lang="en-US" altLang="ko-KR" sz="100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 pitchFamily="34" charset="0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3) 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개발 컨셉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: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 1) 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스태킹 외관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사면 탈리 비전 이미지의 테이프 바코드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ID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를 취출하여 파일명의 셀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ID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와 비교하여 정합성을 자동으로 검증함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</a:b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-. 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진행사항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WA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 11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라인 대상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: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①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WA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HW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서버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셋업 이후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SPC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서버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DFS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서버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이미지 보관 서버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와 마운팅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통신 연결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 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. (1/6)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②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SW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프로그램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은 정합성 검증하는 기능 개발되어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WA HW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서버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에서 적용하였습니다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.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(1/16)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③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SPC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테스트 서버로 정합성 검증 결과를 보낼 수 있도록 공정검사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DX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팀과 테스트 진행하였습니다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.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(1/20)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 ④ 코그넥스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Vision Pro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프로그램 사용을 위해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WA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물리 서버에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USB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동글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프로그램 라이선스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발송 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(2/21)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연결 완료하였습니다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.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(3/31)</a:t>
                      </a:r>
                      <a:b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⑤ 현재 비전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–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셀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ID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정합성 검증 프로그램 동작하고 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(4/2~)</a:t>
                      </a:r>
                      <a:b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⑥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WA ISE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인원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(Adrianna, Tomasz)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과 화상 미팅을 통해 정합성 검증 기술 내용을 공유하였습니다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 (4/3)</a:t>
                      </a:r>
                      <a:b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⑦ 정합성 검증 결과에 대해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SPC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테스트 서버에서 운영 서버로 기능 이관되었습니다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(4/23)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  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운영 서버에서 현재 정합성 검증 결과 조회 가능합니다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</a:t>
                      </a:r>
                      <a:b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완료된 결과에 대해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WA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법인에 내용 공유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(5/19)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하였으며 담당님께 대면으로 보고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(5/22)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드렸습니다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‘25.05</a:t>
                      </a:r>
                      <a:endParaRPr lang="ko-KR" altLang="en-US" sz="10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이충성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A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김준범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P)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5" name="TextBox 24">
            <a:extLst>
              <a:ext uri="{FF2B5EF4-FFF2-40B4-BE49-F238E27FC236}">
                <a16:creationId xmlns:a16="http://schemas.microsoft.com/office/drawing/2014/main" id="{A9E1ECC6-27CF-41BD-AF44-12FA7AF4D630}"/>
              </a:ext>
            </a:extLst>
          </p:cNvPr>
          <p:cNvSpPr txBox="1"/>
          <p:nvPr/>
        </p:nvSpPr>
        <p:spPr>
          <a:xfrm>
            <a:off x="131535" y="1087198"/>
            <a:ext cx="67999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PJT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과제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194504A-20B0-4862-B1E0-5AC7D60E61C4}"/>
              </a:ext>
            </a:extLst>
          </p:cNvPr>
          <p:cNvGraphicFramePr>
            <a:graphicFrameLocks noGrp="1"/>
          </p:cNvGraphicFramePr>
          <p:nvPr/>
        </p:nvGraphicFramePr>
        <p:xfrm>
          <a:off x="1352754" y="1228970"/>
          <a:ext cx="6361940" cy="577215"/>
        </p:xfrm>
        <a:graphic>
          <a:graphicData uri="http://schemas.openxmlformats.org/drawingml/2006/table">
            <a:tbl>
              <a:tblPr/>
              <a:tblGrid>
                <a:gridCol w="1272388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1272388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1272388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1272388">
                  <a:extLst>
                    <a:ext uri="{9D8B030D-6E8A-4147-A177-3AD203B41FA5}">
                      <a16:colId xmlns:a16="http://schemas.microsoft.com/office/drawing/2014/main" val="209375685"/>
                    </a:ext>
                  </a:extLst>
                </a:gridCol>
                <a:gridCol w="1272388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</a:tblGrid>
              <a:tr h="115426"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진행 계획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1542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컨셉 확정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투자 심의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HW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서버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셋업 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SW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프로그램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셋업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검증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22335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’24.05.10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’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24.09.11</a:t>
                      </a: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‘24.12.15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25.01.16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’25.02.21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→  ‘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25.04.02~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sp>
        <p:nvSpPr>
          <p:cNvPr id="13" name="이등변 삼각형 12">
            <a:extLst>
              <a:ext uri="{FF2B5EF4-FFF2-40B4-BE49-F238E27FC236}">
                <a16:creationId xmlns:a16="http://schemas.microsoft.com/office/drawing/2014/main" id="{21D54ABA-96EC-4D37-8FB7-E5DC4D2F7215}"/>
              </a:ext>
            </a:extLst>
          </p:cNvPr>
          <p:cNvSpPr/>
          <p:nvPr/>
        </p:nvSpPr>
        <p:spPr>
          <a:xfrm rot="10800000">
            <a:off x="6380199" y="1224917"/>
            <a:ext cx="185628" cy="124033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8AE4B142-A1D8-4A8D-9442-DA0893F7AA19}"/>
              </a:ext>
            </a:extLst>
          </p:cNvPr>
          <p:cNvSpPr/>
          <p:nvPr/>
        </p:nvSpPr>
        <p:spPr>
          <a:xfrm>
            <a:off x="6445303" y="1369805"/>
            <a:ext cx="1270845" cy="454210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D0809B0E-41CE-4ABC-9EAD-B08C826C971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65560" y="3460961"/>
            <a:ext cx="3341142" cy="1686458"/>
          </a:xfrm>
          <a:prstGeom prst="rect">
            <a:avLst/>
          </a:prstGeom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4AEF9029-E511-44BB-BBCC-C24145C880BF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#6,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D9E0A0A-F7BF-4D05-B0D4-8853BD09A747}"/>
              </a:ext>
            </a:extLst>
          </p:cNvPr>
          <p:cNvSpPr txBox="1"/>
          <p:nvPr/>
        </p:nvSpPr>
        <p:spPr>
          <a:xfrm>
            <a:off x="1" y="1959958"/>
            <a:ext cx="805758" cy="784830"/>
          </a:xfrm>
          <a:prstGeom prst="rect">
            <a:avLst/>
          </a:prstGeom>
          <a:noFill/>
        </p:spPr>
        <p:txBody>
          <a:bodyPr wrap="square" lIns="36000" tIns="45720" rIns="3600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전주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6/5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차기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6/19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312834589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제목 1">
            <a:extLst>
              <a:ext uri="{FF2B5EF4-FFF2-40B4-BE49-F238E27FC236}">
                <a16:creationId xmlns:a16="http://schemas.microsoft.com/office/drawing/2014/main" id="{21BAE1A2-F81C-4680-B645-7AC71D1CECB1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9166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셀추적기술팀</a:t>
            </a:r>
          </a:p>
        </p:txBody>
      </p:sp>
      <p:sp>
        <p:nvSpPr>
          <p:cNvPr id="125" name="내용 개체 틀 20">
            <a:extLst>
              <a:ext uri="{FF2B5EF4-FFF2-40B4-BE49-F238E27FC236}">
                <a16:creationId xmlns:a16="http://schemas.microsoft.com/office/drawing/2014/main" id="{03560B4A-6DFF-4B0D-BD2B-2F8FB159704D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618598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■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정합성 자동 검증 기술개발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(BCR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미인식 이미지 분류를 통한 정합성 검증 자동화 전개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128" name="표 1">
            <a:extLst>
              <a:ext uri="{FF2B5EF4-FFF2-40B4-BE49-F238E27FC236}">
                <a16:creationId xmlns:a16="http://schemas.microsoft.com/office/drawing/2014/main" id="{BBF379D4-99A2-4D31-9CB5-2BDACF36F890}"/>
              </a:ext>
            </a:extLst>
          </p:cNvPr>
          <p:cNvGraphicFramePr>
            <a:graphicFrameLocks noGrp="1"/>
          </p:cNvGraphicFramePr>
          <p:nvPr/>
        </p:nvGraphicFramePr>
        <p:xfrm>
          <a:off x="156219" y="848481"/>
          <a:ext cx="9719707" cy="3633960"/>
        </p:xfrm>
        <a:graphic>
          <a:graphicData uri="http://schemas.openxmlformats.org/drawingml/2006/table">
            <a:tbl>
              <a:tblPr/>
              <a:tblGrid>
                <a:gridCol w="6396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98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162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040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81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95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3622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BCR 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kern="1200" baseline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미인식</a:t>
                      </a: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이미지</a:t>
                      </a: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분류를</a:t>
                      </a: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통한 </a:t>
                      </a: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정합성</a:t>
                      </a: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검증</a:t>
                      </a: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자동화  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ESWA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대표라인</a:t>
                      </a: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(11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라인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적용</a:t>
                      </a: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금주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(W24)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핵심 내용은 없습니다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1)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-. </a:t>
                      </a: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개발 배경</a:t>
                      </a: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1) </a:t>
                      </a:r>
                      <a:r>
                        <a:rPr kumimoji="1"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셀</a:t>
                      </a:r>
                      <a:r>
                        <a:rPr kumimoji="1"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ID</a:t>
                      </a:r>
                      <a:r>
                        <a:rPr kumimoji="1"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와 비전 </a:t>
                      </a:r>
                      <a:r>
                        <a:rPr kumimoji="1"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Data</a:t>
                      </a:r>
                      <a:r>
                        <a:rPr kumimoji="1"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의 정합성은 현재 수동으로 실물 검증하여 확인하고 있으며 </a:t>
                      </a:r>
                      <a:r>
                        <a:rPr kumimoji="1"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,</a:t>
                      </a:r>
                      <a:r>
                        <a:rPr kumimoji="1"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수동</a:t>
                      </a:r>
                      <a:r>
                        <a:rPr kumimoji="1"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 </a:t>
                      </a:r>
                      <a:r>
                        <a:rPr kumimoji="1"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검증 여건 상 긴 주기</a:t>
                      </a:r>
                      <a:r>
                        <a:rPr kumimoji="1"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(2</a:t>
                      </a:r>
                      <a:r>
                        <a:rPr kumimoji="1"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주</a:t>
                      </a:r>
                      <a:r>
                        <a:rPr kumimoji="1"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)</a:t>
                      </a:r>
                      <a:r>
                        <a:rPr kumimoji="1"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로 검증을 </a:t>
                      </a:r>
                      <a:endParaRPr kumimoji="1" lang="en-US" altLang="ko-KR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 pitchFamily="34" charset="0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  </a:t>
                      </a:r>
                      <a:r>
                        <a:rPr kumimoji="1"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하고 있음</a:t>
                      </a:r>
                      <a:r>
                        <a:rPr kumimoji="1"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. </a:t>
                      </a:r>
                      <a:r>
                        <a:rPr kumimoji="1"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정합성 불일치는 다음 수동 검증까지 알 수 없으며</a:t>
                      </a:r>
                      <a:r>
                        <a:rPr kumimoji="1"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, </a:t>
                      </a:r>
                      <a:r>
                        <a:rPr kumimoji="1"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정합성 불일치 확인 시 </a:t>
                      </a:r>
                      <a:r>
                        <a:rPr kumimoji="1"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2</a:t>
                      </a:r>
                      <a:r>
                        <a:rPr kumimoji="1"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주간의 데이터 신뢰성을 잃어버려</a:t>
                      </a:r>
                      <a:endParaRPr kumimoji="1" lang="en-US" altLang="ko-KR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 pitchFamily="34" charset="0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  </a:t>
                      </a:r>
                      <a:r>
                        <a:rPr kumimoji="1"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보정하여 사용해야함</a:t>
                      </a:r>
                      <a:endParaRPr kumimoji="1" lang="en-US" altLang="ko-KR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 pitchFamily="34" charset="0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 2) </a:t>
                      </a:r>
                      <a:r>
                        <a:rPr kumimoji="1"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셀</a:t>
                      </a:r>
                      <a:r>
                        <a:rPr kumimoji="1"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ID </a:t>
                      </a:r>
                      <a:r>
                        <a:rPr kumimoji="1"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비전 </a:t>
                      </a:r>
                      <a:r>
                        <a:rPr kumimoji="1"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Data </a:t>
                      </a:r>
                      <a:r>
                        <a:rPr kumimoji="1"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정합성에 대해 자동화된 검증 방안을 도입하여</a:t>
                      </a:r>
                      <a:r>
                        <a:rPr kumimoji="1"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 </a:t>
                      </a:r>
                      <a:r>
                        <a:rPr kumimoji="1"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불일치 발생 시 빠른 보정을 하여 데이터 품질을 향상 시키고</a:t>
                      </a:r>
                      <a:r>
                        <a:rPr kumimoji="1"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, </a:t>
                      </a:r>
                      <a:br>
                        <a:rPr kumimoji="1"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</a:br>
                      <a:r>
                        <a:rPr kumimoji="1"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     </a:t>
                      </a:r>
                      <a:r>
                        <a:rPr kumimoji="1"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 pitchFamily="34" charset="0"/>
                        </a:rPr>
                        <a:t>수동 검증으로 인한 공수 투입을 감소시키고자 과제를 진행하게 됨</a:t>
                      </a:r>
                      <a:endParaRPr lang="ko-KR" altLang="en-US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-. </a:t>
                      </a: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개발 컨셉 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: 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 -. BCR </a:t>
                      </a:r>
                      <a:r>
                        <a:rPr lang="ko-KR" altLang="en-US" sz="1000" b="0" i="0" u="none" strike="noStrike" kern="1200" baseline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미인식</a:t>
                      </a: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이미지와 </a:t>
                      </a:r>
                      <a:r>
                        <a:rPr lang="ko-KR" altLang="en-US" sz="1000" b="0" i="0" u="none" strike="noStrike" kern="1200" baseline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라미</a:t>
                      </a: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치수 비전 이미지의 특징 정보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탭 찌그러짐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를 자동으로 비교하여 정합성을 검증함</a:t>
                      </a: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-. </a:t>
                      </a: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진행사항 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: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-. WA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서버 셋업 이후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SPC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서버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, DFS(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이미지 보관용 스토리지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와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마운팅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통신 연결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 (1/6)</a:t>
                      </a:r>
                      <a:b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-. ECS PC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QA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망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(BCR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미인식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이미지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DFS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전송용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연결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작업 완료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(1/22)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되었습니다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-.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샘플 메시지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솔라스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통신 테스트 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 (2/6)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수정 사항 반영하여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솔라스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통신 프로그램 완료되었습니다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(3/17)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-.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연동 테스트 완료되었습니다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(3/24)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-.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운영 서버 전환 완료되었습니다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.(4/23) SPC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에서 검증 결과 모니터링 중에 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.(~6/30) 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’25.06</a:t>
                      </a:r>
                      <a:endParaRPr lang="ko-KR" altLang="en-US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이성규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baseline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김준범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A56D2BDF-FD45-444E-BD00-648667CD59A6}"/>
              </a:ext>
            </a:extLst>
          </p:cNvPr>
          <p:cNvSpPr txBox="1">
            <a:spLocks/>
          </p:cNvSpPr>
          <p:nvPr/>
        </p:nvSpPr>
        <p:spPr>
          <a:xfrm>
            <a:off x="9038623" y="376121"/>
            <a:ext cx="769441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이성규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9A3330B-1352-4DDC-A3C0-ADC1C57EAB8C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6/11 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BC7DC5F-78B5-4E43-AC31-D53B9D366EBA}"/>
              </a:ext>
            </a:extLst>
          </p:cNvPr>
          <p:cNvSpPr txBox="1"/>
          <p:nvPr/>
        </p:nvSpPr>
        <p:spPr>
          <a:xfrm>
            <a:off x="6690629" y="314545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#23,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BA71F7A0-E4B0-419F-BB22-E82D5DBB6DD7}"/>
              </a:ext>
            </a:extLst>
          </p:cNvPr>
          <p:cNvGraphicFramePr>
            <a:graphicFrameLocks noGrp="1"/>
          </p:cNvGraphicFramePr>
          <p:nvPr/>
        </p:nvGraphicFramePr>
        <p:xfrm>
          <a:off x="1352754" y="1590459"/>
          <a:ext cx="6361940" cy="457886"/>
        </p:xfrm>
        <a:graphic>
          <a:graphicData uri="http://schemas.openxmlformats.org/drawingml/2006/table">
            <a:tbl>
              <a:tblPr/>
              <a:tblGrid>
                <a:gridCol w="1272388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1272388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1272388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1272388">
                  <a:extLst>
                    <a:ext uri="{9D8B030D-6E8A-4147-A177-3AD203B41FA5}">
                      <a16:colId xmlns:a16="http://schemas.microsoft.com/office/drawing/2014/main" val="209375685"/>
                    </a:ext>
                  </a:extLst>
                </a:gridCol>
                <a:gridCol w="1272388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</a:tblGrid>
              <a:tr h="129454"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진행 계획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안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6451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수평 전개 컨셉 확정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투자 심의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HW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셋업 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셋업 완료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검증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2945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’24.05.10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24.10.17</a:t>
                      </a: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‘25.01.22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25.05.02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’25.06.30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sp>
        <p:nvSpPr>
          <p:cNvPr id="16" name="이등변 삼각형 15">
            <a:extLst>
              <a:ext uri="{FF2B5EF4-FFF2-40B4-BE49-F238E27FC236}">
                <a16:creationId xmlns:a16="http://schemas.microsoft.com/office/drawing/2014/main" id="{58432884-ECC9-4816-9B90-B2E6B6F61098}"/>
              </a:ext>
            </a:extLst>
          </p:cNvPr>
          <p:cNvSpPr/>
          <p:nvPr/>
        </p:nvSpPr>
        <p:spPr>
          <a:xfrm rot="10800000">
            <a:off x="6544563" y="1595460"/>
            <a:ext cx="185628" cy="124033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021CB39-1D9E-48D2-9835-A79305B5B492}"/>
              </a:ext>
            </a:extLst>
          </p:cNvPr>
          <p:cNvSpPr/>
          <p:nvPr/>
        </p:nvSpPr>
        <p:spPr>
          <a:xfrm>
            <a:off x="6462428" y="1740348"/>
            <a:ext cx="1252266" cy="296884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329593C7-37F1-400E-8857-A43761903864}"/>
              </a:ext>
            </a:extLst>
          </p:cNvPr>
          <p:cNvSpPr txBox="1"/>
          <p:nvPr/>
        </p:nvSpPr>
        <p:spPr>
          <a:xfrm>
            <a:off x="1" y="3484057"/>
            <a:ext cx="805758" cy="784830"/>
          </a:xfrm>
          <a:prstGeom prst="rect">
            <a:avLst/>
          </a:prstGeom>
          <a:noFill/>
        </p:spPr>
        <p:txBody>
          <a:bodyPr wrap="square" lIns="36000" tIns="45720" rIns="3600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전주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6/5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차기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6/19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2437512027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  <a:t>셀추적기술팀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Arial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19275" y="872919"/>
          <a:ext cx="9688790" cy="5794337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410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0544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093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알람정보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Cell ID </a:t>
                      </a: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연계 기술 개발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21Line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(NND, LAM,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STK,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PKG)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(W31)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핵심 내용은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7/29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완료보고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서면보고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진행 하였습니다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br>
                        <a:rPr lang="en-US" altLang="ko-KR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br>
                        <a:rPr lang="en-US" altLang="ko-KR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[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추진 배경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]</a:t>
                      </a:r>
                    </a:p>
                    <a:p>
                      <a:pPr marL="0" lvl="0" indent="0">
                        <a:spcBef>
                          <a:spcPts val="300"/>
                        </a:spcBef>
                        <a:buFont typeface="Wingdings" panose="05000000000000000000" pitchFamily="2" charset="2"/>
                        <a:buNone/>
                        <a:defRPr/>
                      </a:pP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-.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셀 생산 시 발생한 </a:t>
                      </a:r>
                      <a:r>
                        <a:rPr lang="ko-KR" altLang="en-US" sz="1000" kern="1200" err="1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중알람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이력을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Cell ID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단위로 관리하여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알람 정보와 추적정보 연계 분석 기반 구축 및 정합성 확보</a:t>
                      </a:r>
                      <a:endParaRPr lang="en-US" altLang="ko-KR" sz="1000" kern="120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대표 호기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-. ESWA 21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NND(-), LAM, STK, PKG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과제 컨셉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]</a:t>
                      </a:r>
                      <a:br>
                        <a:rPr lang="en-US" altLang="ko-KR" sz="1000" kern="1200" noProof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-.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설비단에서는 →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DTC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를 활용하여 </a:t>
                      </a:r>
                      <a:r>
                        <a:rPr lang="ko-KR" altLang="en-US" sz="1000" kern="1200" noProof="0" err="1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알람코드와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Cell ID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를 동시 수집함</a:t>
                      </a:r>
                      <a:endParaRPr lang="en-US" altLang="ko-KR" sz="1000" kern="1200" noProof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-.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시스템단에서는 →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EDC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와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MES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를 활용하여 </a:t>
                      </a:r>
                      <a:r>
                        <a:rPr lang="ko-KR" altLang="en-US" sz="1000" kern="1200" noProof="0" err="1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알람정보와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추적정보를 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DAVINCI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를 통해 연결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연계 분석하고자 함</a:t>
                      </a:r>
                      <a:endParaRPr lang="en-US" altLang="ko-KR" sz="1000" kern="1200" noProof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진행 현황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-.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공정검사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DX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팀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, CNS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와 시스템 구성에 대한 기술 미팅 진행하였으며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, ECS PC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를 활용한 </a:t>
                      </a:r>
                      <a:r>
                        <a:rPr lang="ko-KR" altLang="en-US" sz="1000" kern="1200" err="1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알람코드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수집하는데 기술적 문제가 없음을 확인</a:t>
                      </a:r>
                      <a:endParaRPr lang="en-US" altLang="ko-KR" sz="1000" kern="120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  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하였습니다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.(1/21)</a:t>
                      </a:r>
                      <a:b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   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→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 PLC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프로그램은 현장 적용 완료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(4/7)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하였으며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, ECS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까지는 대표호기 적용 하였습니다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.(4/22)</a:t>
                      </a:r>
                      <a:b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   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→ </a:t>
                      </a:r>
                      <a:r>
                        <a:rPr lang="ko-KR" altLang="en-US" sz="1000" kern="1200" err="1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알람정보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추적정보 데이터 연결을 위한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EDC/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다빈치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간 연결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(Interface)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는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5/22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에 적용 완료 하였습니다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  <a:b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   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→ 정기보고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(5/28)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kern="1200" err="1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담당님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코멘트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F/up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사항으로 과제 확산 전개 필요성에 대해 데이터통합분석팀에 문의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(6/5)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후 의견 확보하였습니다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. (6/13)</a:t>
                      </a:r>
                      <a:b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         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▶데이터통합분석팀 의견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: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현시점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설비 장기 부동으로 인해 정합성이 제대로 확인되지 않은 상황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기준으로는 확산 전개 니즈가 없음</a:t>
                      </a:r>
                      <a:b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             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→ 추가적으로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확산 전개 필요성에 대해 본사 생산공정운영팀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및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WA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제조역량강화 문의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(7/1)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후 의견 회신 대기 중 입니다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  <a:b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             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→ 현시점엔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Needs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가 없으니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경과를 모니터링 하며 효용성이 확인된다면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추후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Needs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가 발의될 때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F/up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하는 것으로 확인했습니다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.(7/2)</a:t>
                      </a:r>
                      <a:endParaRPr lang="en-US" altLang="ko-KR" sz="1000" kern="120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-.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본 과제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대표호기 적용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에 대한 완료보고를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7/29(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화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에 서면보고로 진행하였습니다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25.07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조현우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3FCB8C80-2818-4DE5-8D06-0CBBB3D9AE5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573094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알람정보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Cell ID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연계 기술 개발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(Data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추가 수집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0FEE8D4-249E-4A1E-A47A-4401A1E7C448}"/>
              </a:ext>
            </a:extLst>
          </p:cNvPr>
          <p:cNvGraphicFramePr>
            <a:graphicFrameLocks noGrp="1"/>
          </p:cNvGraphicFramePr>
          <p:nvPr/>
        </p:nvGraphicFramePr>
        <p:xfrm>
          <a:off x="1476956" y="1485331"/>
          <a:ext cx="7010568" cy="714375"/>
        </p:xfrm>
        <a:graphic>
          <a:graphicData uri="http://schemas.openxmlformats.org/drawingml/2006/table">
            <a:tbl>
              <a:tblPr/>
              <a:tblGrid>
                <a:gridCol w="778952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778952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778952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778952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778952">
                  <a:extLst>
                    <a:ext uri="{9D8B030D-6E8A-4147-A177-3AD203B41FA5}">
                      <a16:colId xmlns:a16="http://schemas.microsoft.com/office/drawing/2014/main" val="2261928765"/>
                    </a:ext>
                  </a:extLst>
                </a:gridCol>
                <a:gridCol w="778952">
                  <a:extLst>
                    <a:ext uri="{9D8B030D-6E8A-4147-A177-3AD203B41FA5}">
                      <a16:colId xmlns:a16="http://schemas.microsoft.com/office/drawing/2014/main" val="1771011708"/>
                    </a:ext>
                  </a:extLst>
                </a:gridCol>
                <a:gridCol w="778952">
                  <a:extLst>
                    <a:ext uri="{9D8B030D-6E8A-4147-A177-3AD203B41FA5}">
                      <a16:colId xmlns:a16="http://schemas.microsoft.com/office/drawing/2014/main" val="572559789"/>
                    </a:ext>
                  </a:extLst>
                </a:gridCol>
                <a:gridCol w="778952">
                  <a:extLst>
                    <a:ext uri="{9D8B030D-6E8A-4147-A177-3AD203B41FA5}">
                      <a16:colId xmlns:a16="http://schemas.microsoft.com/office/drawing/2014/main" val="1498455171"/>
                    </a:ext>
                  </a:extLst>
                </a:gridCol>
                <a:gridCol w="778952">
                  <a:extLst>
                    <a:ext uri="{9D8B030D-6E8A-4147-A177-3AD203B41FA5}">
                      <a16:colId xmlns:a16="http://schemas.microsoft.com/office/drawing/2014/main" val="1597824487"/>
                    </a:ext>
                  </a:extLst>
                </a:gridCol>
              </a:tblGrid>
              <a:tr h="135133">
                <a:tc gridSpan="9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진행 계획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3513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컨셉 검토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연계 대상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알람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List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확정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유관부서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(w/ CNS)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컨셉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협의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및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집행품의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상세 설계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&amp;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작업일정 확보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대표호기 적용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알람정보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&amp; 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Cell ID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연동 정합성 검증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알람정보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&amp;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불량정보 수집 및 연계분석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유관부서 결과 공유 및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VOE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취합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과제 완료 및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확장성 검토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35133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‘24.12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’25.1 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’25.2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‘25.03 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‘25.04 (</a:t>
                      </a:r>
                      <a:r>
                        <a:rPr kumimoji="0" lang="ko-KR" altLang="en-US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‘25.05 (</a:t>
                      </a:r>
                      <a:r>
                        <a:rPr kumimoji="0" lang="ko-KR" altLang="en-US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’25.6 (Hold)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’25.7 (</a:t>
                      </a:r>
                      <a:r>
                        <a:rPr kumimoji="0" lang="ko-KR" altLang="en-US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’25.7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grpSp>
        <p:nvGrpSpPr>
          <p:cNvPr id="16" name="그룹 15">
            <a:extLst>
              <a:ext uri="{FF2B5EF4-FFF2-40B4-BE49-F238E27FC236}">
                <a16:creationId xmlns:a16="http://schemas.microsoft.com/office/drawing/2014/main" id="{EBEBA6D1-3187-4E2E-8242-D9FD8CAB6FCA}"/>
              </a:ext>
            </a:extLst>
          </p:cNvPr>
          <p:cNvGrpSpPr/>
          <p:nvPr/>
        </p:nvGrpSpPr>
        <p:grpSpPr>
          <a:xfrm>
            <a:off x="7705524" y="1561389"/>
            <a:ext cx="773611" cy="638319"/>
            <a:chOff x="5851796" y="4792607"/>
            <a:chExt cx="1358100" cy="478750"/>
          </a:xfrm>
        </p:grpSpPr>
        <p:sp>
          <p:nvSpPr>
            <p:cNvPr id="19" name="이등변 삼각형 18">
              <a:extLst>
                <a:ext uri="{FF2B5EF4-FFF2-40B4-BE49-F238E27FC236}">
                  <a16:creationId xmlns:a16="http://schemas.microsoft.com/office/drawing/2014/main" id="{2E578BFA-4F52-473A-8A6A-891E8673C473}"/>
                </a:ext>
              </a:extLst>
            </p:cNvPr>
            <p:cNvSpPr/>
            <p:nvPr/>
          </p:nvSpPr>
          <p:spPr>
            <a:xfrm rot="10800000">
              <a:off x="6422318" y="4792607"/>
              <a:ext cx="244718" cy="54281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56504C36-E416-4555-A91B-93214BBA4B92}"/>
                </a:ext>
              </a:extLst>
            </p:cNvPr>
            <p:cNvSpPr/>
            <p:nvPr/>
          </p:nvSpPr>
          <p:spPr>
            <a:xfrm>
              <a:off x="5851796" y="4846892"/>
              <a:ext cx="1358100" cy="424465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endParaRPr>
            </a:p>
          </p:txBody>
        </p:sp>
      </p:grp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9B210BC4-0528-4A84-B5A4-53ED72A7AE68}"/>
              </a:ext>
            </a:extLst>
          </p:cNvPr>
          <p:cNvGrpSpPr/>
          <p:nvPr/>
        </p:nvGrpSpPr>
        <p:grpSpPr>
          <a:xfrm>
            <a:off x="5731312" y="3827648"/>
            <a:ext cx="4179245" cy="1301121"/>
            <a:chOff x="5731312" y="3429000"/>
            <a:chExt cx="4179245" cy="1427085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68E9BFCB-EEE2-4286-9A97-9B08995EAD6E}"/>
                </a:ext>
              </a:extLst>
            </p:cNvPr>
            <p:cNvSpPr/>
            <p:nvPr/>
          </p:nvSpPr>
          <p:spPr>
            <a:xfrm>
              <a:off x="5731312" y="3429000"/>
              <a:ext cx="4076752" cy="142708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44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1DD22B2C-DE92-455A-B369-254E5B5C0F1D}"/>
                </a:ext>
              </a:extLst>
            </p:cNvPr>
            <p:cNvSpPr/>
            <p:nvPr/>
          </p:nvSpPr>
          <p:spPr>
            <a:xfrm>
              <a:off x="5818692" y="4185510"/>
              <a:ext cx="2934067" cy="59236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rgbClr val="000000">
                  <a:lumMod val="95000"/>
                  <a:lumOff val="5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0" tIns="32888" rIns="0" bIns="0" numCol="1" rtlCol="0" anchor="t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Pct val="120000"/>
                <a:buFontTx/>
                <a:buNone/>
                <a:tabLst/>
                <a:defRPr/>
              </a:pPr>
              <a:r>
                <a:rPr kumimoji="0" lang="ko-KR" altLang="en-US" sz="731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  </a:t>
              </a: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C394D7AA-74C0-4901-9C16-16E94BEBC6BC}"/>
                </a:ext>
              </a:extLst>
            </p:cNvPr>
            <p:cNvSpPr/>
            <p:nvPr/>
          </p:nvSpPr>
          <p:spPr>
            <a:xfrm>
              <a:off x="7108571" y="4312533"/>
              <a:ext cx="539838" cy="219723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  <a:ln w="3175" cap="flat" cmpd="sng" algn="ctr">
              <a:solidFill>
                <a:srgbClr val="000000">
                  <a:lumMod val="95000"/>
                  <a:lumOff val="5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5776" tIns="32888" rIns="65776" bIns="32888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Pct val="120000"/>
                <a:buFontTx/>
                <a:buNone/>
                <a:tabLst/>
                <a:defRPr/>
              </a:pPr>
              <a:r>
                <a:rPr kumimoji="0" lang="ko-KR" altLang="en-US" sz="731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셀추적 </a:t>
              </a:r>
              <a:r>
                <a:rPr kumimoji="0" lang="en-US" altLang="ko-KR" sz="731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PLC</a:t>
              </a:r>
              <a:endParaRPr kumimoji="0" lang="ko-KR" altLang="en-US" sz="731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charset="0"/>
              </a:endParaRPr>
            </a:p>
          </p:txBody>
        </p:sp>
        <p:cxnSp>
          <p:nvCxnSpPr>
            <p:cNvPr id="86" name="직선 화살표 연결선 85">
              <a:extLst>
                <a:ext uri="{FF2B5EF4-FFF2-40B4-BE49-F238E27FC236}">
                  <a16:creationId xmlns:a16="http://schemas.microsoft.com/office/drawing/2014/main" id="{1C92306E-E309-4DFA-86E1-B554467E6C14}"/>
                </a:ext>
              </a:extLst>
            </p:cNvPr>
            <p:cNvCxnSpPr>
              <a:cxnSpLocks/>
            </p:cNvCxnSpPr>
            <p:nvPr/>
          </p:nvCxnSpPr>
          <p:spPr>
            <a:xfrm>
              <a:off x="6725198" y="4422394"/>
              <a:ext cx="395450" cy="0"/>
            </a:xfrm>
            <a:prstGeom prst="straightConnector1">
              <a:avLst/>
            </a:prstGeom>
            <a:ln>
              <a:solidFill>
                <a:srgbClr val="00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9D2BA0EF-F47B-4E31-8C96-2FD37F981442}"/>
                </a:ext>
              </a:extLst>
            </p:cNvPr>
            <p:cNvSpPr/>
            <p:nvPr/>
          </p:nvSpPr>
          <p:spPr>
            <a:xfrm>
              <a:off x="5849944" y="4218121"/>
              <a:ext cx="586325" cy="112467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31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[PKG]</a:t>
              </a:r>
              <a:endParaRPr kumimoji="0" lang="ko-KR" altLang="en-US" sz="731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charset="0"/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232E3DB5-62AE-4B96-940D-19BB61A23D93}"/>
                </a:ext>
              </a:extLst>
            </p:cNvPr>
            <p:cNvSpPr/>
            <p:nvPr/>
          </p:nvSpPr>
          <p:spPr>
            <a:xfrm>
              <a:off x="6779882" y="4558877"/>
              <a:ext cx="655029" cy="112467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31" b="0" i="0" u="none" strike="noStrike" kern="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① 알람코드 수집</a:t>
              </a: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58113FCA-A541-425C-98D8-AAFDD57103B9}"/>
                </a:ext>
              </a:extLst>
            </p:cNvPr>
            <p:cNvSpPr/>
            <p:nvPr/>
          </p:nvSpPr>
          <p:spPr>
            <a:xfrm>
              <a:off x="7848638" y="4558877"/>
              <a:ext cx="1685738" cy="112467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31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Cell ID + </a:t>
              </a:r>
              <a:r>
                <a:rPr kumimoji="0" lang="ko-KR" altLang="en-US" sz="731" b="0" i="0" u="none" strike="noStrike" kern="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알람코드 </a:t>
              </a:r>
              <a:r>
                <a:rPr kumimoji="0" lang="en-US" altLang="ko-KR" sz="731" b="0" i="0" u="none" strike="noStrike" kern="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(</a:t>
              </a:r>
              <a:r>
                <a:rPr kumimoji="0" lang="ko-KR" altLang="en-US" sz="731" b="0" i="0" u="none" strike="noStrike" kern="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② 알람코드 연결</a:t>
              </a:r>
              <a:r>
                <a:rPr kumimoji="0" lang="en-US" altLang="ko-KR" sz="731" b="0" i="0" u="none" strike="noStrike" kern="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)</a:t>
              </a:r>
              <a:endParaRPr kumimoji="0" lang="ko-KR" altLang="en-US" sz="731" b="0" i="0" u="none" strike="noStrike" kern="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charset="0"/>
              </a:endParaRPr>
            </a:p>
          </p:txBody>
        </p:sp>
        <p:cxnSp>
          <p:nvCxnSpPr>
            <p:cNvPr id="93" name="직선 화살표 연결선 92">
              <a:extLst>
                <a:ext uri="{FF2B5EF4-FFF2-40B4-BE49-F238E27FC236}">
                  <a16:creationId xmlns:a16="http://schemas.microsoft.com/office/drawing/2014/main" id="{1928106E-4831-4EEB-83A5-BF35FEE1F7CF}"/>
                </a:ext>
              </a:extLst>
            </p:cNvPr>
            <p:cNvCxnSpPr>
              <a:cxnSpLocks/>
            </p:cNvCxnSpPr>
            <p:nvPr/>
          </p:nvCxnSpPr>
          <p:spPr>
            <a:xfrm>
              <a:off x="7648409" y="4422394"/>
              <a:ext cx="267253" cy="0"/>
            </a:xfrm>
            <a:prstGeom prst="straightConnector1">
              <a:avLst/>
            </a:prstGeom>
            <a:ln>
              <a:solidFill>
                <a:srgbClr val="00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B0C36FFD-C342-463C-8341-9422D2F2BDBE}"/>
                </a:ext>
              </a:extLst>
            </p:cNvPr>
            <p:cNvSpPr/>
            <p:nvPr/>
          </p:nvSpPr>
          <p:spPr>
            <a:xfrm>
              <a:off x="7903585" y="4312533"/>
              <a:ext cx="539838" cy="219723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  <a:ln w="3175" cap="flat" cmpd="sng" algn="ctr">
              <a:solidFill>
                <a:srgbClr val="000000">
                  <a:lumMod val="95000"/>
                  <a:lumOff val="5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5776" tIns="32888" rIns="65776" bIns="32888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Pct val="120000"/>
                <a:buFontTx/>
                <a:buNone/>
                <a:tabLst/>
                <a:defRPr/>
              </a:pPr>
              <a:r>
                <a:rPr kumimoji="0" lang="en-US" altLang="ko-KR" sz="731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ECS PC</a:t>
              </a:r>
              <a:endParaRPr kumimoji="0" lang="ko-KR" altLang="en-US" sz="731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charset="0"/>
              </a:endParaRPr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0A2BFFE0-AFBF-41B6-853C-B86B59E4F9DD}"/>
                </a:ext>
              </a:extLst>
            </p:cNvPr>
            <p:cNvSpPr/>
            <p:nvPr/>
          </p:nvSpPr>
          <p:spPr>
            <a:xfrm>
              <a:off x="6127920" y="3957569"/>
              <a:ext cx="655029" cy="126956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  <a:ln w="3175" cap="flat" cmpd="sng" algn="ctr">
              <a:solidFill>
                <a:srgbClr val="000000">
                  <a:lumMod val="95000"/>
                  <a:lumOff val="5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5776" tIns="32888" rIns="65776" bIns="32888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Pct val="120000"/>
                <a:buFontTx/>
                <a:buNone/>
                <a:tabLst/>
                <a:defRPr/>
              </a:pPr>
              <a:r>
                <a:rPr kumimoji="0" lang="en-US" altLang="ko-KR" sz="731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MMD, MES</a:t>
              </a:r>
              <a:endParaRPr kumimoji="0" lang="ko-KR" altLang="en-US" sz="731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charset="0"/>
              </a:endParaRPr>
            </a:p>
          </p:txBody>
        </p:sp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A9302282-C130-4CB2-8BF9-DA6DF864DDAE}"/>
                </a:ext>
              </a:extLst>
            </p:cNvPr>
            <p:cNvSpPr/>
            <p:nvPr/>
          </p:nvSpPr>
          <p:spPr>
            <a:xfrm>
              <a:off x="7845988" y="3957569"/>
              <a:ext cx="655029" cy="126956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  <a:ln w="3175" cap="flat" cmpd="sng" algn="ctr">
              <a:solidFill>
                <a:srgbClr val="000000">
                  <a:lumMod val="95000"/>
                  <a:lumOff val="5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5776" tIns="32888" rIns="65776" bIns="32888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Pct val="120000"/>
                <a:buFontTx/>
                <a:buNone/>
                <a:tabLst/>
                <a:defRPr/>
              </a:pPr>
              <a:r>
                <a:rPr kumimoji="0" lang="en-US" altLang="ko-KR" sz="731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EDC</a:t>
              </a:r>
              <a:endParaRPr kumimoji="0" lang="ko-KR" altLang="en-US" sz="731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charset="0"/>
              </a:endParaRPr>
            </a:p>
          </p:txBody>
        </p:sp>
        <p:cxnSp>
          <p:nvCxnSpPr>
            <p:cNvPr id="100" name="직선 화살표 연결선 99">
              <a:extLst>
                <a:ext uri="{FF2B5EF4-FFF2-40B4-BE49-F238E27FC236}">
                  <a16:creationId xmlns:a16="http://schemas.microsoft.com/office/drawing/2014/main" id="{58B48879-E862-44AE-B914-91E565C10C2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72264" y="3741560"/>
              <a:ext cx="1240" cy="211711"/>
            </a:xfrm>
            <a:prstGeom prst="straightConnector1">
              <a:avLst/>
            </a:prstGeom>
            <a:ln>
              <a:solidFill>
                <a:srgbClr val="00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연결선: 꺾임 17">
              <a:extLst>
                <a:ext uri="{FF2B5EF4-FFF2-40B4-BE49-F238E27FC236}">
                  <a16:creationId xmlns:a16="http://schemas.microsoft.com/office/drawing/2014/main" id="{10D28945-04C2-468F-BA39-4A893BEB1C61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7130046" y="3056963"/>
              <a:ext cx="226799" cy="1586608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1" name="직사각형 100">
              <a:extLst>
                <a:ext uri="{FF2B5EF4-FFF2-40B4-BE49-F238E27FC236}">
                  <a16:creationId xmlns:a16="http://schemas.microsoft.com/office/drawing/2014/main" id="{595D80F5-EC0E-42A9-AAC0-CBF3B3A0933F}"/>
                </a:ext>
              </a:extLst>
            </p:cNvPr>
            <p:cNvSpPr/>
            <p:nvPr/>
          </p:nvSpPr>
          <p:spPr>
            <a:xfrm>
              <a:off x="6185360" y="4312533"/>
              <a:ext cx="539838" cy="219723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  <a:ln w="3175" cap="flat" cmpd="sng" algn="ctr">
              <a:solidFill>
                <a:srgbClr val="000000">
                  <a:lumMod val="95000"/>
                  <a:lumOff val="5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5776" tIns="32888" rIns="65776" bIns="32888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Pct val="120000"/>
                <a:buFontTx/>
                <a:buNone/>
                <a:tabLst/>
                <a:defRPr/>
              </a:pPr>
              <a:r>
                <a:rPr kumimoji="0" lang="ko-KR" altLang="en-US" sz="731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설비 </a:t>
              </a:r>
              <a:r>
                <a:rPr kumimoji="0" lang="en-US" altLang="ko-KR" sz="731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PLC</a:t>
              </a:r>
              <a:endParaRPr kumimoji="0" lang="ko-KR" altLang="en-US" sz="731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charset="0"/>
              </a:endParaRPr>
            </a:p>
          </p:txBody>
        </p:sp>
        <p:cxnSp>
          <p:nvCxnSpPr>
            <p:cNvPr id="103" name="직선 화살표 연결선 102">
              <a:extLst>
                <a:ext uri="{FF2B5EF4-FFF2-40B4-BE49-F238E27FC236}">
                  <a16:creationId xmlns:a16="http://schemas.microsoft.com/office/drawing/2014/main" id="{D1B224C8-CEB4-483C-B136-248013B6695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172264" y="4089341"/>
              <a:ext cx="1240" cy="245011"/>
            </a:xfrm>
            <a:prstGeom prst="straightConnector1">
              <a:avLst/>
            </a:prstGeom>
            <a:ln>
              <a:solidFill>
                <a:srgbClr val="00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화살표 연결선 103">
              <a:extLst>
                <a:ext uri="{FF2B5EF4-FFF2-40B4-BE49-F238E27FC236}">
                  <a16:creationId xmlns:a16="http://schemas.microsoft.com/office/drawing/2014/main" id="{A0A336DD-F20A-4A07-8D39-B694F256AB7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455279" y="4089341"/>
              <a:ext cx="1240" cy="245011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9EC2F99A-5111-4C17-9798-15AB3A7CA9B7}"/>
                </a:ext>
              </a:extLst>
            </p:cNvPr>
            <p:cNvSpPr/>
            <p:nvPr/>
          </p:nvSpPr>
          <p:spPr>
            <a:xfrm>
              <a:off x="6400427" y="3709929"/>
              <a:ext cx="897041" cy="112467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31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알람코드 </a:t>
              </a:r>
              <a:r>
                <a:rPr kumimoji="0" lang="en-US" altLang="ko-KR" sz="731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+ </a:t>
              </a:r>
              <a:r>
                <a:rPr kumimoji="0" lang="ko-KR" altLang="en-US" sz="731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알람정보</a:t>
              </a:r>
            </a:p>
          </p:txBody>
        </p:sp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4F8CFDD6-A8ED-4AAF-9BB2-A9EB144FAC7B}"/>
                </a:ext>
              </a:extLst>
            </p:cNvPr>
            <p:cNvSpPr/>
            <p:nvPr/>
          </p:nvSpPr>
          <p:spPr>
            <a:xfrm>
              <a:off x="8224819" y="3822023"/>
              <a:ext cx="1685738" cy="112467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31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추적정보 </a:t>
              </a:r>
              <a:r>
                <a:rPr kumimoji="0" lang="en-US" altLang="ko-KR" sz="731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+ </a:t>
              </a:r>
              <a:r>
                <a:rPr kumimoji="0" lang="ko-KR" altLang="en-US" sz="731" b="0" i="0" u="none" strike="noStrike" kern="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알람코드 </a:t>
              </a:r>
              <a:r>
                <a:rPr kumimoji="0" lang="en-US" altLang="ko-KR" sz="731" b="0" i="0" u="none" strike="noStrike" kern="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(</a:t>
              </a:r>
              <a:r>
                <a:rPr kumimoji="0" lang="ko-KR" altLang="en-US" sz="731" b="0" i="0" u="none" strike="noStrike" kern="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② 알람코드 연결</a:t>
              </a:r>
              <a:r>
                <a:rPr kumimoji="0" lang="en-US" altLang="ko-KR" sz="731" b="0" i="0" u="none" strike="noStrike" kern="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)</a:t>
              </a:r>
              <a:endParaRPr kumimoji="0" lang="ko-KR" altLang="en-US" sz="731" b="0" i="0" u="none" strike="noStrike" kern="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charset="0"/>
              </a:endParaRPr>
            </a:p>
          </p:txBody>
        </p:sp>
        <p:sp>
          <p:nvSpPr>
            <p:cNvPr id="108" name="직사각형 107">
              <a:extLst>
                <a:ext uri="{FF2B5EF4-FFF2-40B4-BE49-F238E27FC236}">
                  <a16:creationId xmlns:a16="http://schemas.microsoft.com/office/drawing/2014/main" id="{E4EE40BF-83C7-43FB-95C6-DF7A540A48CB}"/>
                </a:ext>
              </a:extLst>
            </p:cNvPr>
            <p:cNvSpPr/>
            <p:nvPr/>
          </p:nvSpPr>
          <p:spPr>
            <a:xfrm>
              <a:off x="7219081" y="3454418"/>
              <a:ext cx="2144951" cy="112467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31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추적정보 </a:t>
              </a:r>
              <a:r>
                <a:rPr kumimoji="0" lang="en-US" altLang="ko-KR" sz="731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+ </a:t>
              </a:r>
              <a:r>
                <a:rPr kumimoji="0" lang="ko-KR" altLang="en-US" sz="731" b="0" i="0" u="none" strike="noStrike" kern="0" cap="none" spc="0" normalizeH="0" baseline="0" noProof="0" err="1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알람정보</a:t>
              </a:r>
              <a:r>
                <a:rPr kumimoji="0" lang="ko-KR" altLang="en-US" sz="731" b="0" i="0" u="none" strike="noStrike" kern="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 </a:t>
              </a:r>
              <a:r>
                <a:rPr kumimoji="0" lang="en-US" altLang="ko-KR" sz="731" b="0" i="0" u="none" strike="noStrike" kern="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(</a:t>
              </a:r>
              <a:r>
                <a:rPr kumimoji="0" lang="ko-KR" altLang="en-US" sz="731" b="0" i="0" u="none" strike="noStrike" kern="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③ 추적정보와 </a:t>
              </a:r>
              <a:r>
                <a:rPr kumimoji="0" lang="ko-KR" altLang="en-US" sz="731" b="0" i="0" u="none" strike="noStrike" kern="0" cap="none" spc="0" normalizeH="0" baseline="0" noProof="0" err="1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알람정보</a:t>
              </a:r>
              <a:r>
                <a:rPr kumimoji="0" lang="ko-KR" altLang="en-US" sz="731" b="0" i="0" u="none" strike="noStrike" kern="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 연결</a:t>
              </a:r>
              <a:r>
                <a:rPr kumimoji="0" lang="en-US" altLang="ko-KR" sz="731" b="0" i="0" u="none" strike="noStrike" kern="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)</a:t>
              </a:r>
              <a:endParaRPr kumimoji="0" lang="ko-KR" altLang="en-US" sz="731" b="0" i="0" u="none" strike="noStrike" kern="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charset="0"/>
              </a:endParaRPr>
            </a:p>
          </p:txBody>
        </p:sp>
        <p:sp>
          <p:nvSpPr>
            <p:cNvPr id="110" name="직사각형 109">
              <a:extLst>
                <a:ext uri="{FF2B5EF4-FFF2-40B4-BE49-F238E27FC236}">
                  <a16:creationId xmlns:a16="http://schemas.microsoft.com/office/drawing/2014/main" id="{263E33E9-EA22-4CFD-ADDF-C787B4BCB492}"/>
                </a:ext>
              </a:extLst>
            </p:cNvPr>
            <p:cNvSpPr/>
            <p:nvPr/>
          </p:nvSpPr>
          <p:spPr>
            <a:xfrm>
              <a:off x="7783845" y="3619174"/>
              <a:ext cx="655029" cy="126956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  <a:ln w="3175" cap="flat" cmpd="sng" algn="ctr">
              <a:solidFill>
                <a:srgbClr val="000000">
                  <a:lumMod val="95000"/>
                  <a:lumOff val="5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5776" tIns="32888" rIns="65776" bIns="32888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Pct val="120000"/>
                <a:buFontTx/>
                <a:buNone/>
                <a:tabLst/>
                <a:defRPr/>
              </a:pPr>
              <a:r>
                <a:rPr kumimoji="0" lang="en-US" altLang="ko-KR" sz="731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LG스마트체 Regular"/>
                  <a:ea typeface="LG스마트체 Regular"/>
                  <a:cs typeface="Arial" charset="0"/>
                </a:rPr>
                <a:t>DAVINCI</a:t>
              </a:r>
              <a:endParaRPr kumimoji="0" lang="ko-KR" altLang="en-US" sz="731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charset="0"/>
              </a:endParaRPr>
            </a:p>
          </p:txBody>
        </p:sp>
      </p:grpSp>
      <p:pic>
        <p:nvPicPr>
          <p:cNvPr id="113" name="그림 112">
            <a:extLst>
              <a:ext uri="{FF2B5EF4-FFF2-40B4-BE49-F238E27FC236}">
                <a16:creationId xmlns:a16="http://schemas.microsoft.com/office/drawing/2014/main" id="{A712A3CB-D439-47FB-8484-772B4BC2914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76955" y="3827648"/>
            <a:ext cx="4169841" cy="1301120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51EFDBF4-46EE-42EA-BE5B-F737881872A7}"/>
              </a:ext>
            </a:extLst>
          </p:cNvPr>
          <p:cNvSpPr/>
          <p:nvPr/>
        </p:nvSpPr>
        <p:spPr>
          <a:xfrm>
            <a:off x="1476955" y="3652843"/>
            <a:ext cx="912698" cy="13849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charset="0"/>
              </a:rPr>
              <a:t>&lt;</a:t>
            </a:r>
            <a:r>
              <a:rPr kumimoji="0" lang="ko-KR" altLang="en-US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charset="0"/>
              </a:rPr>
              <a:t>설비단 컨셉</a:t>
            </a:r>
            <a:r>
              <a:rPr kumimoji="0" lang="en-US" altLang="ko-KR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charset="0"/>
              </a:rPr>
              <a:t>&gt;</a:t>
            </a:r>
            <a:endParaRPr kumimoji="0" lang="ko-KR" altLang="en-US" sz="9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/>
              <a:ea typeface="LG스마트체 Regular"/>
              <a:cs typeface="Arial" charset="0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F29247B2-2017-44FD-934A-BA0FE973A654}"/>
              </a:ext>
            </a:extLst>
          </p:cNvPr>
          <p:cNvSpPr/>
          <p:nvPr/>
        </p:nvSpPr>
        <p:spPr>
          <a:xfrm>
            <a:off x="5731312" y="3652843"/>
            <a:ext cx="1308680" cy="13849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charset="0"/>
              </a:rPr>
              <a:t>&lt;</a:t>
            </a:r>
            <a:r>
              <a:rPr kumimoji="0" lang="ko-KR" altLang="en-US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charset="0"/>
              </a:rPr>
              <a:t>시스템단 컨셉</a:t>
            </a:r>
            <a:r>
              <a:rPr kumimoji="0" lang="en-US" altLang="ko-KR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charset="0"/>
              </a:rPr>
              <a:t>_</a:t>
            </a:r>
            <a:r>
              <a:rPr kumimoji="0" lang="ko-KR" altLang="en-US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charset="0"/>
              </a:rPr>
              <a:t>모식도</a:t>
            </a:r>
            <a:r>
              <a:rPr kumimoji="0" lang="en-US" altLang="ko-KR" sz="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charset="0"/>
              </a:rPr>
              <a:t>&gt;</a:t>
            </a:r>
            <a:endParaRPr kumimoji="0" lang="ko-KR" altLang="en-US" sz="9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/>
              <a:ea typeface="LG스마트체 Regular"/>
              <a:cs typeface="Arial" charset="0"/>
            </a:endParaRPr>
          </a:p>
        </p:txBody>
      </p:sp>
      <p:sp>
        <p:nvSpPr>
          <p:cNvPr id="36" name="내용 개체 틀 20">
            <a:extLst>
              <a:ext uri="{FF2B5EF4-FFF2-40B4-BE49-F238E27FC236}">
                <a16:creationId xmlns:a16="http://schemas.microsoft.com/office/drawing/2014/main" id="{B900B2BF-D441-4187-AA07-8DE051B59FB6}"/>
              </a:ext>
            </a:extLst>
          </p:cNvPr>
          <p:cNvSpPr txBox="1">
            <a:spLocks/>
          </p:cNvSpPr>
          <p:nvPr/>
        </p:nvSpPr>
        <p:spPr>
          <a:xfrm>
            <a:off x="8966823" y="385973"/>
            <a:ext cx="779059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kumimoji="0" lang="en-US" altLang="ko-KR" sz="1000" b="0" i="0" u="none" strike="noStrike" kern="1200" cap="none" spc="0" normalizeH="0" baseline="0" noProof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조현우</a:t>
            </a:r>
          </a:p>
        </p:txBody>
      </p:sp>
      <p:sp>
        <p:nvSpPr>
          <p:cNvPr id="37" name="내용 개체 틀 20">
            <a:extLst>
              <a:ext uri="{FF2B5EF4-FFF2-40B4-BE49-F238E27FC236}">
                <a16:creationId xmlns:a16="http://schemas.microsoft.com/office/drawing/2014/main" id="{B9DDF0C8-055B-4DB8-B6E4-1E44F86F789E}"/>
              </a:ext>
            </a:extLst>
          </p:cNvPr>
          <p:cNvSpPr txBox="1">
            <a:spLocks/>
          </p:cNvSpPr>
          <p:nvPr/>
        </p:nvSpPr>
        <p:spPr>
          <a:xfrm>
            <a:off x="8487524" y="591887"/>
            <a:ext cx="1258358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7/29 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8CC6D7D-1268-4575-AC02-F46F874E89ED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#21,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5608FE2E-E14E-46D1-B137-5D466E33374A}"/>
              </a:ext>
            </a:extLst>
          </p:cNvPr>
          <p:cNvSpPr txBox="1"/>
          <p:nvPr/>
        </p:nvSpPr>
        <p:spPr>
          <a:xfrm>
            <a:off x="1" y="1959958"/>
            <a:ext cx="805758" cy="784830"/>
          </a:xfrm>
          <a:prstGeom prst="rect">
            <a:avLst/>
          </a:prstGeom>
          <a:noFill/>
        </p:spPr>
        <p:txBody>
          <a:bodyPr wrap="square" lIns="36000" tIns="45720" rIns="3600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전주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6/5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차기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-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80173855-999C-4EF3-9A0C-D80D460C042B}"/>
              </a:ext>
            </a:extLst>
          </p:cNvPr>
          <p:cNvSpPr/>
          <p:nvPr/>
        </p:nvSpPr>
        <p:spPr>
          <a:xfrm>
            <a:off x="6450141" y="2185421"/>
            <a:ext cx="2156657" cy="230832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┖ 생산 계획 변동으로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21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라인 장기 부동</a:t>
            </a:r>
          </a:p>
        </p:txBody>
      </p:sp>
    </p:spTree>
    <p:extLst>
      <p:ext uri="{BB962C8B-B14F-4D97-AF65-F5344CB8AC3E}">
        <p14:creationId xmlns:p14="http://schemas.microsoft.com/office/powerpoint/2010/main" val="309422038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3491661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Arial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Arial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Arial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Arial"/>
              </a:rPr>
              <a:t>셀추적기술팀</a:t>
            </a:r>
            <a:endParaRPr kumimoji="1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Arial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19275" y="880870"/>
          <a:ext cx="9688790" cy="5807037"/>
        </p:xfrm>
        <a:graphic>
          <a:graphicData uri="http://schemas.openxmlformats.org/drawingml/2006/table">
            <a:tbl>
              <a:tblPr/>
              <a:tblGrid>
                <a:gridCol w="6289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66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780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6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91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noProof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844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활성화 </a:t>
                      </a: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Degas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FDC Data Cell ID</a:t>
                      </a:r>
                      <a:r>
                        <a:rPr lang="ko-KR" altLang="en-US" sz="900" b="0" i="0" u="none" strike="noStrike" baseline="0" noProof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연계</a:t>
                      </a:r>
                      <a:endParaRPr lang="en-US" altLang="ko-KR" sz="900" b="0" i="0" u="none" strike="noStrike" baseline="0" noProof="1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36000" marR="6273" marT="72000" marB="0" anchor="ctr">
                    <a:lnL w="0"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ESWA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21Line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Degas</a:t>
                      </a: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(W31)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핵심 내용은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7/29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완료보고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서면보고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진행 하였습니다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</a:b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</a:rPr>
                        <a:t>[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</a:rPr>
                        <a:t>추진 배경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</a:rPr>
                        <a:t>]</a:t>
                      </a:r>
                    </a:p>
                    <a:p>
                      <a:pPr marL="0" lvl="0" indent="0">
                        <a:spcBef>
                          <a:spcPts val="300"/>
                        </a:spcBef>
                        <a:buFont typeface="Wingdings" panose="05000000000000000000" pitchFamily="2" charset="2"/>
                        <a:buNone/>
                        <a:defRPr/>
                      </a:pP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-.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NTC~PKG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공정의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CTQ, CTP Data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는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Cell ID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기반으로  관리 되고 있으나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, Degas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공정의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Data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는 시계열로 관리되고 있음</a:t>
                      </a:r>
                      <a:b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</a:b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→ 조립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활성화 공정 간 유기적인 연계 및 분석이 어려움</a:t>
                      </a:r>
                      <a:endParaRPr lang="en-US" altLang="ko-KR" sz="1000" kern="12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-. Degas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후공정에서 불량 제품 발견 시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일반적으로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Degas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공정 기인으로 추정함</a:t>
                      </a:r>
                      <a:endParaRPr lang="en-US" altLang="ko-KR" sz="1000" kern="12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>
                        <a:lnSpc>
                          <a:spcPts val="1100"/>
                        </a:lnSpc>
                      </a:pP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→ 추적성을 확대 적용하여 활성화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Degas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공정에서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Cell ID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기반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FDC Data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수집 시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공정 간 불량 유발 인자에 대한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분석이 용이할 것으로 예상됨</a:t>
                      </a:r>
                      <a:endParaRPr lang="en-US" altLang="ko-KR" sz="1000" kern="12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[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대표 호기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- ESWA 21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라인 활성화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Degas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공정</a:t>
                      </a: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</a:b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과제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목표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]</a:t>
                      </a:r>
                      <a:b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활성화 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Degas </a:t>
                      </a: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공정 데이터 연계를 위한 추적성 기반 구축 확대 적용 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(</a:t>
                      </a: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활성화 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Degas </a:t>
                      </a: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공정 설비데이터 </a:t>
                      </a:r>
                      <a:r>
                        <a:rPr lang="ko-KR" altLang="en-US" sz="1000" b="0" i="0" u="none" strike="noStrike" kern="1200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로딩율</a:t>
                      </a: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99%)</a:t>
                      </a:r>
                      <a:b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→ 활성화 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Degas </a:t>
                      </a: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데이터가 올라가는 시스템 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: MES,</a:t>
                      </a: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FDC,</a:t>
                      </a: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RMS</a:t>
                      </a:r>
                      <a:br>
                        <a:rPr lang="en-US" altLang="ko-KR" sz="1000" spc="-3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</a:br>
                      <a:br>
                        <a:rPr lang="en-US" altLang="ko-KR" sz="1000" spc="-3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</a:b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 noProof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10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진행 현황</a:t>
                      </a:r>
                      <a:r>
                        <a:rPr lang="en-US" altLang="ko-KR" sz="1000" kern="120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- WA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법인 유관부서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활성화 설비기술팀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&amp;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공정기술팀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및 생산공정운영팀과 설명회 진행 하였습니다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. (1/3)</a:t>
                      </a:r>
                      <a:b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</a:b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→ 본 과제 대표호기 적용은 별도 투자 진행하지 않고 진행 하였으며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수평전개는 추후 논의 예정입니다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</a:b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대표호기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(21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라인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Degas)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에 우선 적용하였으며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, FDC Log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데이터와 셀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ID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가 함께 조회되는 것을 확인하였습니다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. (4/15)</a:t>
                      </a:r>
                      <a:b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</a:b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정합성 검증을 위해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BCR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에서 </a:t>
                      </a:r>
                      <a:r>
                        <a:rPr lang="ko-KR" altLang="en-US" sz="1000" kern="120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리딩한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Cell ID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와 설비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PLC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가 </a:t>
                      </a:r>
                      <a:r>
                        <a:rPr lang="ko-KR" altLang="en-US" sz="1000" kern="120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트래킹하는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Cell ID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를 비교할 수 있는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Validation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항목도 추가 요청하였습니다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. (4/30)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- MES Degas Cell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정보 조회 화면에서 </a:t>
                      </a:r>
                      <a:r>
                        <a:rPr lang="ko-KR" altLang="en-US" sz="1000" kern="120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미수집되는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19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개 데이터에 대한 원인 확인하여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WA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활성화 공정기술팀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설비기술팀에 공유하였습니다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. (5/21)</a:t>
                      </a:r>
                      <a:b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</a:b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정기보고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(5/28) </a:t>
                      </a:r>
                      <a:r>
                        <a:rPr lang="ko-KR" altLang="en-US" sz="1000" kern="120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담당님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코멘트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F/up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으로 과제 확산 전개에 대해 데이터통합분석팀에 문의하였으며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(6/5),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니즈가 있음을 확인했습니다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(6/13)</a:t>
                      </a:r>
                      <a:b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→ 확산전개 비용 절감을 위해 연계가 필수적인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Degas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설비데이터를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List-up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중 입니다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(~7/18, w/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데이터통합분석팀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b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셀추적기술팀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KPI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진척 현황 관련 그룹장님 보고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(7/3)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후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F/up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사항으로 조립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FDC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팀 최주영 </a:t>
                      </a:r>
                      <a:r>
                        <a:rPr lang="ko-KR" altLang="en-US" sz="1000" kern="120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님께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본 과제 내용 및 결과 공유 완료하였습니다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(7/4)</a:t>
                      </a:r>
                      <a:b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MMD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기준정보 미입력으로 수집되지 않던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MES Data 3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 항목에 대해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정상적으로 수집되도록 기준정보 입력 및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Data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확인 하였습니다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(7/15)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본 과제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대표호기 적용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에 대한 완료보고를 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7/29(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화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에 서면보고로 진행하였습니다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‘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25.07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조현우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S</a:t>
                      </a:r>
                      <a:b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</a:b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박종현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P)</a:t>
                      </a: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9692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0FEE8D4-249E-4A1E-A47A-4401A1E7C448}"/>
              </a:ext>
            </a:extLst>
          </p:cNvPr>
          <p:cNvGraphicFramePr>
            <a:graphicFrameLocks noGrp="1"/>
          </p:cNvGraphicFramePr>
          <p:nvPr/>
        </p:nvGraphicFramePr>
        <p:xfrm>
          <a:off x="1419055" y="1378795"/>
          <a:ext cx="7056000" cy="714375"/>
        </p:xfrm>
        <a:graphic>
          <a:graphicData uri="http://schemas.openxmlformats.org/drawingml/2006/table">
            <a:tbl>
              <a:tblPr/>
              <a:tblGrid>
                <a:gridCol w="864000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2261928765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572559789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1498455171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597824487"/>
                    </a:ext>
                  </a:extLst>
                </a:gridCol>
              </a:tblGrid>
              <a:tr h="135133">
                <a:tc gridSpan="8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진행 계획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3513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컨셉 검토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연계 대상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Data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List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확정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유관부서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컨셉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협의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(w/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법인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, PI)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투자심의 및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PO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발행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&amp;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작업일정 확보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대표호기 적용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공정 간 설비데이터 연계분석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유관부서 결과공유 및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VOE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취합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과제 완료 및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확장성 검토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35133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‘24.12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’25.1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→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 ’24.12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’25.2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→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 ’25.1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‘25.03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’25.01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‘25.04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’25.6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’25.8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’25.9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grpSp>
        <p:nvGrpSpPr>
          <p:cNvPr id="16" name="그룹 15">
            <a:extLst>
              <a:ext uri="{FF2B5EF4-FFF2-40B4-BE49-F238E27FC236}">
                <a16:creationId xmlns:a16="http://schemas.microsoft.com/office/drawing/2014/main" id="{EBEBA6D1-3187-4E2E-8242-D9FD8CAB6FCA}"/>
              </a:ext>
            </a:extLst>
          </p:cNvPr>
          <p:cNvGrpSpPr/>
          <p:nvPr/>
        </p:nvGrpSpPr>
        <p:grpSpPr>
          <a:xfrm>
            <a:off x="7600771" y="1427911"/>
            <a:ext cx="869051" cy="662690"/>
            <a:chOff x="8573551" y="4802404"/>
            <a:chExt cx="1507992" cy="404056"/>
          </a:xfrm>
        </p:grpSpPr>
        <p:sp>
          <p:nvSpPr>
            <p:cNvPr id="19" name="이등변 삼각형 18">
              <a:extLst>
                <a:ext uri="{FF2B5EF4-FFF2-40B4-BE49-F238E27FC236}">
                  <a16:creationId xmlns:a16="http://schemas.microsoft.com/office/drawing/2014/main" id="{2E578BFA-4F52-473A-8A6A-891E8673C473}"/>
                </a:ext>
              </a:extLst>
            </p:cNvPr>
            <p:cNvSpPr/>
            <p:nvPr/>
          </p:nvSpPr>
          <p:spPr>
            <a:xfrm rot="10800000">
              <a:off x="9197746" y="4802404"/>
              <a:ext cx="244718" cy="54281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56504C36-E416-4555-A91B-93214BBA4B92}"/>
                </a:ext>
              </a:extLst>
            </p:cNvPr>
            <p:cNvSpPr/>
            <p:nvPr/>
          </p:nvSpPr>
          <p:spPr>
            <a:xfrm>
              <a:off x="8573551" y="4860558"/>
              <a:ext cx="1507992" cy="345902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F5522360-C6D8-46BE-9CFF-FF97ADB89D71}"/>
              </a:ext>
            </a:extLst>
          </p:cNvPr>
          <p:cNvSpPr txBox="1"/>
          <p:nvPr/>
        </p:nvSpPr>
        <p:spPr>
          <a:xfrm>
            <a:off x="4233085" y="2082773"/>
            <a:ext cx="2798030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┖ 별도 투자 미진행에 따른 투자심의 및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PO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발행 불필요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57" name="내용 개체 틀 20">
            <a:extLst>
              <a:ext uri="{FF2B5EF4-FFF2-40B4-BE49-F238E27FC236}">
                <a16:creationId xmlns:a16="http://schemas.microsoft.com/office/drawing/2014/main" id="{6B83758F-1413-47FF-B9EA-B6FE10CF8DFB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718693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활성화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Degas FDC Data Cell ID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연계</a:t>
            </a:r>
          </a:p>
        </p:txBody>
      </p:sp>
      <p:sp>
        <p:nvSpPr>
          <p:cNvPr id="58" name="내용 개체 틀 20">
            <a:extLst>
              <a:ext uri="{FF2B5EF4-FFF2-40B4-BE49-F238E27FC236}">
                <a16:creationId xmlns:a16="http://schemas.microsoft.com/office/drawing/2014/main" id="{12077743-DEE2-41C3-872D-B40548BFAF7B}"/>
              </a:ext>
            </a:extLst>
          </p:cNvPr>
          <p:cNvSpPr txBox="1">
            <a:spLocks/>
          </p:cNvSpPr>
          <p:nvPr/>
        </p:nvSpPr>
        <p:spPr>
          <a:xfrm>
            <a:off x="8966823" y="385973"/>
            <a:ext cx="779059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kumimoji="0" lang="en-US" altLang="ko-KR" sz="1000" b="0" i="0" u="none" strike="noStrike" kern="1200" cap="none" spc="0" normalizeH="0" baseline="0" noProof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조현우</a:t>
            </a:r>
          </a:p>
        </p:txBody>
      </p:sp>
      <p:sp>
        <p:nvSpPr>
          <p:cNvPr id="60" name="내용 개체 틀 20">
            <a:extLst>
              <a:ext uri="{FF2B5EF4-FFF2-40B4-BE49-F238E27FC236}">
                <a16:creationId xmlns:a16="http://schemas.microsoft.com/office/drawing/2014/main" id="{4508BDEA-2494-4BFF-922C-DA7B4B9D870C}"/>
              </a:ext>
            </a:extLst>
          </p:cNvPr>
          <p:cNvSpPr txBox="1">
            <a:spLocks/>
          </p:cNvSpPr>
          <p:nvPr/>
        </p:nvSpPr>
        <p:spPr>
          <a:xfrm>
            <a:off x="8487524" y="591887"/>
            <a:ext cx="1258358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7/29 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1515E7BA-444D-4DBF-94AE-BAF100EAA3F6}"/>
              </a:ext>
            </a:extLst>
          </p:cNvPr>
          <p:cNvSpPr txBox="1"/>
          <p:nvPr/>
        </p:nvSpPr>
        <p:spPr>
          <a:xfrm>
            <a:off x="6038064" y="587343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#24,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87FA2475-05FD-4EDC-8AA6-0C3695128E2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68002" y="4018635"/>
            <a:ext cx="2765083" cy="1008955"/>
          </a:xfrm>
          <a:prstGeom prst="rect">
            <a:avLst/>
          </a:prstGeom>
        </p:spPr>
      </p:pic>
      <p:sp>
        <p:nvSpPr>
          <p:cNvPr id="64" name="TextBox 63">
            <a:extLst>
              <a:ext uri="{FF2B5EF4-FFF2-40B4-BE49-F238E27FC236}">
                <a16:creationId xmlns:a16="http://schemas.microsoft.com/office/drawing/2014/main" id="{FE699C1B-F466-4FE0-AA35-00DDB149127B}"/>
              </a:ext>
            </a:extLst>
          </p:cNvPr>
          <p:cNvSpPr txBox="1"/>
          <p:nvPr/>
        </p:nvSpPr>
        <p:spPr>
          <a:xfrm>
            <a:off x="1" y="1959958"/>
            <a:ext cx="805758" cy="784830"/>
          </a:xfrm>
          <a:prstGeom prst="rect">
            <a:avLst/>
          </a:prstGeom>
          <a:noFill/>
        </p:spPr>
        <p:txBody>
          <a:bodyPr wrap="square" lIns="36000" tIns="45720" rIns="3600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전주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6/5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차기 정기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리뷰 일자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-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3979644057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8" name="표 1">
            <a:extLst>
              <a:ext uri="{FF2B5EF4-FFF2-40B4-BE49-F238E27FC236}">
                <a16:creationId xmlns:a16="http://schemas.microsoft.com/office/drawing/2014/main" id="{BBF379D4-99A2-4D31-9CB5-2BDACF36F890}"/>
              </a:ext>
            </a:extLst>
          </p:cNvPr>
          <p:cNvGraphicFramePr>
            <a:graphicFrameLocks noGrp="1"/>
          </p:cNvGraphicFramePr>
          <p:nvPr/>
        </p:nvGraphicFramePr>
        <p:xfrm>
          <a:off x="124961" y="828174"/>
          <a:ext cx="9719707" cy="5589760"/>
        </p:xfrm>
        <a:graphic>
          <a:graphicData uri="http://schemas.openxmlformats.org/drawingml/2006/table">
            <a:tbl>
              <a:tblPr/>
              <a:tblGrid>
                <a:gridCol w="6396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98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162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040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81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95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3622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Data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무결성 확보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추적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Data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정합성 확보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)</a:t>
                      </a: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ESWA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ESHM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ESGM1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ESNB</a:t>
                      </a: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금주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(W48)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핵심 내용은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전사이트 로딩률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99.4%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이상 달성 하였으며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(’25.10)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+mn-ea"/>
                        </a:rPr>
                        <a:t>유지 중 입니다</a:t>
                      </a: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2)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진행 배경 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   -. 24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년도에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ESGM1 CTP, CTQ Data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대상으로 추적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Data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정합성 확보를 진행 했으나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모든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Data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에 대한 정합성 확보가 필요 함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        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3)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대상 사이트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    -. ESWA, ESHM, ESGM1, ESNB</a:t>
                      </a:r>
                      <a:endParaRPr lang="en-US" altLang="ko-KR" sz="900" b="0" i="0" u="none" strike="noStrike" baseline="0" noProof="0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4)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목표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   -.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셀추적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Data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정합성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로딩률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) 99%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이상 달성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* Data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정합성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로딩률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)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= Cell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에 매칭 된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Data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항목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Sum /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인식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Cell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수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x Data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항목 수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5)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진행 사항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   -. HM NND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에서 수집하는 데이터 항목들의 거리값이 지워져 데이터 누락이 발생 하였습니다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      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PLC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로직 상 데이터 보고 하는 부분에 문제가 있었던 것으로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NND 7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호기 로직 수정하여 개선 확인하여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(9/29)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타 호기 전체 수평 전개 하였습니다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. (10/13)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  -. HM PKG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의 경우 수집 위치가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3 point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이나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, 1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개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point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값만 수집하고 있던 문제로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counter spec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수정 하였습니다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. (9/8)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   -. NB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NND, LAM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설비 데이터 수집 위치 거리값이 안맞는 문제로 인해 데이터 누락이 있어 조치 후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(6/25)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횡전개 하였습니다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. (7/15)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      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ECS PC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프로그램에서 설비 데이터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Scan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하는 타임이 맞지 않아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일부 누락이 있었던 걸로 파악 되어 수정 하였습니다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. (9/5)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     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→ 설비 데이터 보고 시 가상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ID –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실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ID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매칭 보고 하게 되는데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,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일부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ID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보고가 누락 되는 문제가 있어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PLC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로직 수정 하였습니다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. (9/16)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-. WA NND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거리기반 로직으로 변경 시 설비 데이터 관련 로직 수정을 하지 않아 현재 타이밍이 어긋나는 문제로 일부 데이터 누락 발생 중으로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    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설비 데이터 로직 수정 하였습니다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(8/22)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     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ECS PC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프로그램에서 설비 데이터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Scan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하는 타임이 맞지 않아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일부 누락이 있었던 걸로 파악 되어 수정 하였습니다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. (9/4)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  -. WA STK MEB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스택 테이블에서 수집 되는 데이터 중 서로 다른 테이블에서 동시에 신호가 발생하면 보고가 누락 되는 문제가 있어 로직 수정 하였습니다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(9/9)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  -. WA 27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라인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NND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설비 데이터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Cell ID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미수집 되는 걸로 확인되어 원인 파악 중에 있습니다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. (~9/26)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→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PLC Address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오지정으로 수정 하였습니다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. (10/1)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  -. WA 8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동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(26,27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라인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) PKG Counter spec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오류로 수정 하였습니다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.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’25.10</a:t>
                      </a:r>
                      <a:endParaRPr lang="ko-KR" altLang="en-US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이희원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S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임상현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S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김준범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P,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박종현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P)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24" name="제목 1">
            <a:extLst>
              <a:ext uri="{FF2B5EF4-FFF2-40B4-BE49-F238E27FC236}">
                <a16:creationId xmlns:a16="http://schemas.microsoft.com/office/drawing/2014/main" id="{21BAE1A2-F81C-4680-B645-7AC71D1CECB1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953326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2.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조립셀추적기술팀</a:t>
            </a:r>
          </a:p>
        </p:txBody>
      </p:sp>
      <p:sp>
        <p:nvSpPr>
          <p:cNvPr id="125" name="내용 개체 틀 20">
            <a:extLst>
              <a:ext uri="{FF2B5EF4-FFF2-40B4-BE49-F238E27FC236}">
                <a16:creationId xmlns:a16="http://schemas.microsoft.com/office/drawing/2014/main" id="{03560B4A-6DFF-4B0D-BD2B-2F8FB159704D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698128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Data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무결성 확보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추적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Data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정합성 확보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03E1CA3-8817-404D-894C-DD2C0893E0C2}"/>
              </a:ext>
            </a:extLst>
          </p:cNvPr>
          <p:cNvGraphicFramePr>
            <a:graphicFrameLocks noGrp="1"/>
          </p:cNvGraphicFramePr>
          <p:nvPr/>
        </p:nvGraphicFramePr>
        <p:xfrm>
          <a:off x="1420427" y="1284872"/>
          <a:ext cx="6143346" cy="577215"/>
        </p:xfrm>
        <a:graphic>
          <a:graphicData uri="http://schemas.openxmlformats.org/drawingml/2006/table">
            <a:tbl>
              <a:tblPr/>
              <a:tblGrid>
                <a:gridCol w="1389170">
                  <a:extLst>
                    <a:ext uri="{9D8B030D-6E8A-4147-A177-3AD203B41FA5}">
                      <a16:colId xmlns:a16="http://schemas.microsoft.com/office/drawing/2014/main" val="3691376724"/>
                    </a:ext>
                  </a:extLst>
                </a:gridCol>
                <a:gridCol w="1188544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1188544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1188544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1188544">
                  <a:extLst>
                    <a:ext uri="{9D8B030D-6E8A-4147-A177-3AD203B41FA5}">
                      <a16:colId xmlns:a16="http://schemas.microsoft.com/office/drawing/2014/main" val="209375685"/>
                    </a:ext>
                  </a:extLst>
                </a:gridCol>
              </a:tblGrid>
              <a:tr h="13654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진행 계획</a:t>
                      </a:r>
                      <a:r>
                        <a:rPr lang="en-US" altLang="ko-KR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(</a:t>
                      </a:r>
                      <a:r>
                        <a:rPr lang="ko-KR" altLang="en-US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안</a:t>
                      </a:r>
                      <a:r>
                        <a:rPr lang="en-US" altLang="ko-KR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)</a:t>
                      </a:r>
                      <a:endParaRPr lang="ko-KR" altLang="en-US" sz="900" b="1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22508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마트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/</a:t>
                      </a:r>
                      <a:r>
                        <a:rPr lang="ko-KR" altLang="en-US" sz="900" b="1" i="0" u="none" strike="noStrike" err="1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레포트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 </a:t>
                      </a:r>
                      <a:endParaRPr lang="en-US" altLang="ko-KR" sz="900" b="1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신규 구성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대표 사이트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(GM1)</a:t>
                      </a:r>
                    </a:p>
                    <a:p>
                      <a:pPr algn="ctr" fontAlgn="ctr"/>
                      <a:r>
                        <a:rPr lang="ko-KR" altLang="en-US" sz="900" b="1" i="0" u="none" strike="noStrike" err="1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로딩률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99% 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달성</a:t>
                      </a:r>
                      <a:endParaRPr lang="en-US" altLang="ko-KR" sz="900" b="1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대상 사이트</a:t>
                      </a:r>
                      <a:endParaRPr lang="en-US" altLang="ko-KR" sz="900" b="1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err="1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로딩률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99% 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달성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대상 사이트</a:t>
                      </a:r>
                      <a:endParaRPr lang="en-US" altLang="ko-KR" sz="900" b="1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err="1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로딩률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99.4% 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달성</a:t>
                      </a:r>
                      <a:endParaRPr lang="en-US" altLang="ko-KR" sz="900" b="1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36543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Data 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무결성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Malgun Gothic"/>
                        </a:rPr>
                        <a:t>25.06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25.09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25.10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F79FBCA0-BFAC-4C9F-8852-4C65E619565C}"/>
              </a:ext>
            </a:extLst>
          </p:cNvPr>
          <p:cNvSpPr/>
          <p:nvPr/>
        </p:nvSpPr>
        <p:spPr>
          <a:xfrm>
            <a:off x="6365088" y="1419278"/>
            <a:ext cx="1202324" cy="442809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8" name="이등변 삼각형 7">
            <a:extLst>
              <a:ext uri="{FF2B5EF4-FFF2-40B4-BE49-F238E27FC236}">
                <a16:creationId xmlns:a16="http://schemas.microsoft.com/office/drawing/2014/main" id="{2AC922BB-E2CC-40E2-A359-8F86D9246C5F}"/>
              </a:ext>
            </a:extLst>
          </p:cNvPr>
          <p:cNvSpPr/>
          <p:nvPr/>
        </p:nvSpPr>
        <p:spPr>
          <a:xfrm rot="10800000">
            <a:off x="6283111" y="1316249"/>
            <a:ext cx="163953" cy="103152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BA9ADE08-918D-4316-AAF1-7C5D617D535E}"/>
              </a:ext>
            </a:extLst>
          </p:cNvPr>
          <p:cNvSpPr txBox="1">
            <a:spLocks/>
          </p:cNvSpPr>
          <p:nvPr/>
        </p:nvSpPr>
        <p:spPr>
          <a:xfrm>
            <a:off x="9029005" y="376121"/>
            <a:ext cx="779059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이희원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ED33F4D-E025-48E2-95AA-BF79E1C3DFD6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: 11/25(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화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) 10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/>
                <a:cs typeface="+mn-cs"/>
              </a:rPr>
              <a:t>시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1E38E9D-BAF2-4D21-B759-68734F53B63F}"/>
              </a:ext>
            </a:extLst>
          </p:cNvPr>
          <p:cNvSpPr txBox="1"/>
          <p:nvPr/>
        </p:nvSpPr>
        <p:spPr>
          <a:xfrm>
            <a:off x="6038064" y="569587"/>
            <a:ext cx="2241810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셀추적기술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#26,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]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AB683A59-EE75-4381-9691-5E781C900586}"/>
              </a:ext>
            </a:extLst>
          </p:cNvPr>
          <p:cNvGraphicFramePr>
            <a:graphicFrameLocks noGrp="1"/>
          </p:cNvGraphicFramePr>
          <p:nvPr/>
        </p:nvGraphicFramePr>
        <p:xfrm>
          <a:off x="132964" y="5127040"/>
          <a:ext cx="3256019" cy="108534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5866">
                  <a:extLst>
                    <a:ext uri="{9D8B030D-6E8A-4147-A177-3AD203B41FA5}">
                      <a16:colId xmlns:a16="http://schemas.microsoft.com/office/drawing/2014/main" val="2661780441"/>
                    </a:ext>
                  </a:extLst>
                </a:gridCol>
                <a:gridCol w="253145">
                  <a:extLst>
                    <a:ext uri="{9D8B030D-6E8A-4147-A177-3AD203B41FA5}">
                      <a16:colId xmlns:a16="http://schemas.microsoft.com/office/drawing/2014/main" val="3207589341"/>
                    </a:ext>
                  </a:extLst>
                </a:gridCol>
                <a:gridCol w="323730">
                  <a:extLst>
                    <a:ext uri="{9D8B030D-6E8A-4147-A177-3AD203B41FA5}">
                      <a16:colId xmlns:a16="http://schemas.microsoft.com/office/drawing/2014/main" val="2461667405"/>
                    </a:ext>
                  </a:extLst>
                </a:gridCol>
                <a:gridCol w="323730">
                  <a:extLst>
                    <a:ext uri="{9D8B030D-6E8A-4147-A177-3AD203B41FA5}">
                      <a16:colId xmlns:a16="http://schemas.microsoft.com/office/drawing/2014/main" val="3270475298"/>
                    </a:ext>
                  </a:extLst>
                </a:gridCol>
                <a:gridCol w="323730">
                  <a:extLst>
                    <a:ext uri="{9D8B030D-6E8A-4147-A177-3AD203B41FA5}">
                      <a16:colId xmlns:a16="http://schemas.microsoft.com/office/drawing/2014/main" val="1983073107"/>
                    </a:ext>
                  </a:extLst>
                </a:gridCol>
                <a:gridCol w="323730">
                  <a:extLst>
                    <a:ext uri="{9D8B030D-6E8A-4147-A177-3AD203B41FA5}">
                      <a16:colId xmlns:a16="http://schemas.microsoft.com/office/drawing/2014/main" val="1617786140"/>
                    </a:ext>
                  </a:extLst>
                </a:gridCol>
                <a:gridCol w="343022">
                  <a:extLst>
                    <a:ext uri="{9D8B030D-6E8A-4147-A177-3AD203B41FA5}">
                      <a16:colId xmlns:a16="http://schemas.microsoft.com/office/drawing/2014/main" val="2150202036"/>
                    </a:ext>
                  </a:extLst>
                </a:gridCol>
                <a:gridCol w="343022">
                  <a:extLst>
                    <a:ext uri="{9D8B030D-6E8A-4147-A177-3AD203B41FA5}">
                      <a16:colId xmlns:a16="http://schemas.microsoft.com/office/drawing/2014/main" val="2092574313"/>
                    </a:ext>
                  </a:extLst>
                </a:gridCol>
                <a:gridCol w="343022">
                  <a:extLst>
                    <a:ext uri="{9D8B030D-6E8A-4147-A177-3AD203B41FA5}">
                      <a16:colId xmlns:a16="http://schemas.microsoft.com/office/drawing/2014/main" val="2957706628"/>
                    </a:ext>
                  </a:extLst>
                </a:gridCol>
                <a:gridCol w="343022">
                  <a:extLst>
                    <a:ext uri="{9D8B030D-6E8A-4147-A177-3AD203B41FA5}">
                      <a16:colId xmlns:a16="http://schemas.microsoft.com/office/drawing/2014/main" val="1151139224"/>
                    </a:ext>
                  </a:extLst>
                </a:gridCol>
              </a:tblGrid>
              <a:tr h="27390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Site</a:t>
                      </a:r>
                      <a:endParaRPr lang="ko-KR" altLang="en-US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</a:t>
                      </a:r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</a:t>
                      </a:r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5493117"/>
                  </a:ext>
                </a:extLst>
              </a:tr>
              <a:tr h="162287"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ESGM1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NND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98.69%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99.88%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99.46%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99.75%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99.72%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99.57%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99.93%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99.75%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0569139"/>
                  </a:ext>
                </a:extLst>
              </a:tr>
              <a:tr h="16228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LAM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99.72%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99.98%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99.81%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99.62%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99.96%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99.97%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99.83%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4359050"/>
                  </a:ext>
                </a:extLst>
              </a:tr>
              <a:tr h="16228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STK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77.14%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99.19%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99.54%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99.34%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99.05%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99.51%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99.27%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99.52%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449872"/>
                  </a:ext>
                </a:extLst>
              </a:tr>
              <a:tr h="16228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PKG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94.03%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94.45%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94.44%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99.13%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94.44%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99.21%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99.32%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99.37%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8064644"/>
                  </a:ext>
                </a:extLst>
              </a:tr>
              <a:tr h="162287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Total</a:t>
                      </a:r>
                      <a:endParaRPr lang="ko-KR" altLang="en-US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94.22%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99.57%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99.57%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99.68%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99.42%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99.74%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99.82%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99.74%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9681177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FC87DDF-ACA3-4032-96CA-AAB9625C9BD7}"/>
              </a:ext>
            </a:extLst>
          </p:cNvPr>
          <p:cNvGraphicFramePr>
            <a:graphicFrameLocks noGrp="1"/>
          </p:cNvGraphicFramePr>
          <p:nvPr/>
        </p:nvGraphicFramePr>
        <p:xfrm>
          <a:off x="5495559" y="5118683"/>
          <a:ext cx="2140893" cy="108534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5992">
                  <a:extLst>
                    <a:ext uri="{9D8B030D-6E8A-4147-A177-3AD203B41FA5}">
                      <a16:colId xmlns:a16="http://schemas.microsoft.com/office/drawing/2014/main" val="2661780441"/>
                    </a:ext>
                  </a:extLst>
                </a:gridCol>
                <a:gridCol w="252211">
                  <a:extLst>
                    <a:ext uri="{9D8B030D-6E8A-4147-A177-3AD203B41FA5}">
                      <a16:colId xmlns:a16="http://schemas.microsoft.com/office/drawing/2014/main" val="3207589341"/>
                    </a:ext>
                  </a:extLst>
                </a:gridCol>
                <a:gridCol w="322538">
                  <a:extLst>
                    <a:ext uri="{9D8B030D-6E8A-4147-A177-3AD203B41FA5}">
                      <a16:colId xmlns:a16="http://schemas.microsoft.com/office/drawing/2014/main" val="426202217"/>
                    </a:ext>
                  </a:extLst>
                </a:gridCol>
                <a:gridCol w="322538">
                  <a:extLst>
                    <a:ext uri="{9D8B030D-6E8A-4147-A177-3AD203B41FA5}">
                      <a16:colId xmlns:a16="http://schemas.microsoft.com/office/drawing/2014/main" val="2160073510"/>
                    </a:ext>
                  </a:extLst>
                </a:gridCol>
                <a:gridCol w="322538">
                  <a:extLst>
                    <a:ext uri="{9D8B030D-6E8A-4147-A177-3AD203B41FA5}">
                      <a16:colId xmlns:a16="http://schemas.microsoft.com/office/drawing/2014/main" val="1644650411"/>
                    </a:ext>
                  </a:extLst>
                </a:gridCol>
                <a:gridCol w="322538">
                  <a:extLst>
                    <a:ext uri="{9D8B030D-6E8A-4147-A177-3AD203B41FA5}">
                      <a16:colId xmlns:a16="http://schemas.microsoft.com/office/drawing/2014/main" val="476967128"/>
                    </a:ext>
                  </a:extLst>
                </a:gridCol>
                <a:gridCol w="322538">
                  <a:extLst>
                    <a:ext uri="{9D8B030D-6E8A-4147-A177-3AD203B41FA5}">
                      <a16:colId xmlns:a16="http://schemas.microsoft.com/office/drawing/2014/main" val="2513494986"/>
                    </a:ext>
                  </a:extLst>
                </a:gridCol>
              </a:tblGrid>
              <a:tr h="25255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Site</a:t>
                      </a:r>
                      <a:endParaRPr lang="ko-KR" altLang="en-US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</a:t>
                      </a:r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</a:t>
                      </a:r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5493117"/>
                  </a:ext>
                </a:extLst>
              </a:tr>
              <a:tr h="166558"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ESNB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NND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82.91%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77.28%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92.82%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99.64%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99.79%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80569139"/>
                  </a:ext>
                </a:extLst>
              </a:tr>
              <a:tr h="166558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LAM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82.75%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98.89%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99.05%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99.47%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99.47%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4359050"/>
                  </a:ext>
                </a:extLst>
              </a:tr>
              <a:tr h="166558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STK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91.88%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99.68%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449872"/>
                  </a:ext>
                </a:extLst>
              </a:tr>
              <a:tr h="166558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PKG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96.70%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99.83%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99.82%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99.83%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99.82%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8064644"/>
                  </a:ext>
                </a:extLst>
              </a:tr>
              <a:tr h="16655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Total</a:t>
                      </a:r>
                      <a:endParaRPr lang="ko-KR" altLang="en-US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83.14%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90.88%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96.77%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99.51%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99.55%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9681177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5E58FC19-0873-487C-BE7D-3D3157207B88}"/>
              </a:ext>
            </a:extLst>
          </p:cNvPr>
          <p:cNvGraphicFramePr>
            <a:graphicFrameLocks noGrp="1"/>
          </p:cNvGraphicFramePr>
          <p:nvPr/>
        </p:nvGraphicFramePr>
        <p:xfrm>
          <a:off x="7738340" y="5127040"/>
          <a:ext cx="2004443" cy="10663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4236">
                  <a:extLst>
                    <a:ext uri="{9D8B030D-6E8A-4147-A177-3AD203B41FA5}">
                      <a16:colId xmlns:a16="http://schemas.microsoft.com/office/drawing/2014/main" val="2661780441"/>
                    </a:ext>
                  </a:extLst>
                </a:gridCol>
                <a:gridCol w="278019">
                  <a:extLst>
                    <a:ext uri="{9D8B030D-6E8A-4147-A177-3AD203B41FA5}">
                      <a16:colId xmlns:a16="http://schemas.microsoft.com/office/drawing/2014/main" val="3207589341"/>
                    </a:ext>
                  </a:extLst>
                </a:gridCol>
                <a:gridCol w="355547">
                  <a:extLst>
                    <a:ext uri="{9D8B030D-6E8A-4147-A177-3AD203B41FA5}">
                      <a16:colId xmlns:a16="http://schemas.microsoft.com/office/drawing/2014/main" val="2173133932"/>
                    </a:ext>
                  </a:extLst>
                </a:gridCol>
                <a:gridCol w="355547">
                  <a:extLst>
                    <a:ext uri="{9D8B030D-6E8A-4147-A177-3AD203B41FA5}">
                      <a16:colId xmlns:a16="http://schemas.microsoft.com/office/drawing/2014/main" val="3642292279"/>
                    </a:ext>
                  </a:extLst>
                </a:gridCol>
                <a:gridCol w="355547">
                  <a:extLst>
                    <a:ext uri="{9D8B030D-6E8A-4147-A177-3AD203B41FA5}">
                      <a16:colId xmlns:a16="http://schemas.microsoft.com/office/drawing/2014/main" val="1939607473"/>
                    </a:ext>
                  </a:extLst>
                </a:gridCol>
                <a:gridCol w="355547">
                  <a:extLst>
                    <a:ext uri="{9D8B030D-6E8A-4147-A177-3AD203B41FA5}">
                      <a16:colId xmlns:a16="http://schemas.microsoft.com/office/drawing/2014/main" val="13723509"/>
                    </a:ext>
                  </a:extLst>
                </a:gridCol>
              </a:tblGrid>
              <a:tr h="25706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Site</a:t>
                      </a:r>
                      <a:endParaRPr lang="ko-KR" altLang="en-US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</a:t>
                      </a:r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(10/13~)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5493117"/>
                  </a:ext>
                </a:extLst>
              </a:tr>
              <a:tr h="161459"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ESHM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NND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89.76%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86.61%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99.82%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99.23%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0569139"/>
                  </a:ext>
                </a:extLst>
              </a:tr>
              <a:tr h="161459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LAM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4359050"/>
                  </a:ext>
                </a:extLst>
              </a:tr>
              <a:tr h="161459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STK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97.67%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99.45%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99.34%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99.42%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449872"/>
                  </a:ext>
                </a:extLst>
              </a:tr>
              <a:tr h="161459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PKG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89.50%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91.84%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99.31%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99.88%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8064644"/>
                  </a:ext>
                </a:extLst>
              </a:tr>
              <a:tr h="161459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Total</a:t>
                      </a:r>
                      <a:endParaRPr lang="ko-KR" altLang="en-US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95.12%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94.90%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99.85%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99.66%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9681177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B25CC356-1EE1-4577-BCA0-736DC496DFA1}"/>
              </a:ext>
            </a:extLst>
          </p:cNvPr>
          <p:cNvGraphicFramePr>
            <a:graphicFrameLocks noGrp="1"/>
          </p:cNvGraphicFramePr>
          <p:nvPr/>
        </p:nvGraphicFramePr>
        <p:xfrm>
          <a:off x="3477215" y="5127042"/>
          <a:ext cx="1930108" cy="10853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2953">
                  <a:extLst>
                    <a:ext uri="{9D8B030D-6E8A-4147-A177-3AD203B41FA5}">
                      <a16:colId xmlns:a16="http://schemas.microsoft.com/office/drawing/2014/main" val="2661780441"/>
                    </a:ext>
                  </a:extLst>
                </a:gridCol>
                <a:gridCol w="267711">
                  <a:extLst>
                    <a:ext uri="{9D8B030D-6E8A-4147-A177-3AD203B41FA5}">
                      <a16:colId xmlns:a16="http://schemas.microsoft.com/office/drawing/2014/main" val="3207589341"/>
                    </a:ext>
                  </a:extLst>
                </a:gridCol>
                <a:gridCol w="342361">
                  <a:extLst>
                    <a:ext uri="{9D8B030D-6E8A-4147-A177-3AD203B41FA5}">
                      <a16:colId xmlns:a16="http://schemas.microsoft.com/office/drawing/2014/main" val="2173133932"/>
                    </a:ext>
                  </a:extLst>
                </a:gridCol>
                <a:gridCol w="342361">
                  <a:extLst>
                    <a:ext uri="{9D8B030D-6E8A-4147-A177-3AD203B41FA5}">
                      <a16:colId xmlns:a16="http://schemas.microsoft.com/office/drawing/2014/main" val="338964486"/>
                    </a:ext>
                  </a:extLst>
                </a:gridCol>
                <a:gridCol w="342361">
                  <a:extLst>
                    <a:ext uri="{9D8B030D-6E8A-4147-A177-3AD203B41FA5}">
                      <a16:colId xmlns:a16="http://schemas.microsoft.com/office/drawing/2014/main" val="331332245"/>
                    </a:ext>
                  </a:extLst>
                </a:gridCol>
                <a:gridCol w="342361">
                  <a:extLst>
                    <a:ext uri="{9D8B030D-6E8A-4147-A177-3AD203B41FA5}">
                      <a16:colId xmlns:a16="http://schemas.microsoft.com/office/drawing/2014/main" val="3183540795"/>
                    </a:ext>
                  </a:extLst>
                </a:gridCol>
              </a:tblGrid>
              <a:tr h="2529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Site</a:t>
                      </a:r>
                      <a:endParaRPr lang="ko-KR" altLang="en-US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</a:t>
                      </a:r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5493117"/>
                  </a:ext>
                </a:extLst>
              </a:tr>
              <a:tr h="166484"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NND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73.74%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99.13%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99.15%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99.25%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80569139"/>
                  </a:ext>
                </a:extLst>
              </a:tr>
              <a:tr h="16648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LAM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98.96%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99.02%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99.81%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99.76%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4359050"/>
                  </a:ext>
                </a:extLst>
              </a:tr>
              <a:tr h="16648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STK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93.69%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99.87%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98.16%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99.53%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449872"/>
                  </a:ext>
                </a:extLst>
              </a:tr>
              <a:tr h="16648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PKG</a:t>
                      </a:r>
                      <a:endParaRPr lang="ko-KR" altLang="en-US" sz="85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91.52%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99.32%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98.70%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98.30%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8064644"/>
                  </a:ext>
                </a:extLst>
              </a:tr>
              <a:tr h="166484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Total</a:t>
                      </a:r>
                      <a:endParaRPr lang="ko-KR" altLang="en-US" sz="850" b="1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91.34%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99.10%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99.50%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99.53%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968117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47513058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BD8A109E-EE72-B93F-FEBC-D5B84127E922}"/>
              </a:ext>
            </a:extLst>
          </p:cNvPr>
          <p:cNvSpPr/>
          <p:nvPr/>
        </p:nvSpPr>
        <p:spPr>
          <a:xfrm>
            <a:off x="-4312" y="5403818"/>
            <a:ext cx="9901687" cy="682515"/>
          </a:xfrm>
          <a:prstGeom prst="rect">
            <a:avLst/>
          </a:prstGeom>
          <a:solidFill>
            <a:srgbClr val="FFFF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C1049C1F-2004-84B9-A2DA-FB004B52BBEF}"/>
              </a:ext>
            </a:extLst>
          </p:cNvPr>
          <p:cNvSpPr/>
          <p:nvPr/>
        </p:nvSpPr>
        <p:spPr>
          <a:xfrm>
            <a:off x="0" y="4356100"/>
            <a:ext cx="9901687" cy="734060"/>
          </a:xfrm>
          <a:prstGeom prst="rect">
            <a:avLst/>
          </a:prstGeom>
          <a:solidFill>
            <a:srgbClr val="FFFF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BC9B294-291A-D23F-C381-45EA6FDC28AB}"/>
              </a:ext>
            </a:extLst>
          </p:cNvPr>
          <p:cNvSpPr txBox="1"/>
          <p:nvPr/>
        </p:nvSpPr>
        <p:spPr>
          <a:xfrm>
            <a:off x="-4312" y="505194"/>
            <a:ext cx="9905999" cy="5593839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5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[</a:t>
            </a:r>
            <a:r>
              <a:rPr kumimoji="1" lang="ko-KR" altLang="en-US" sz="105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수율</a:t>
            </a:r>
            <a:r>
              <a:rPr kumimoji="1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개선</a:t>
            </a:r>
            <a:r>
              <a:rPr kumimoji="1" lang="en-US" altLang="ko-KR" sz="105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] </a:t>
            </a:r>
            <a:r>
              <a:rPr kumimoji="1" lang="en-US" altLang="ko-KR" sz="1050" b="1" kern="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WA</a:t>
            </a:r>
            <a:r>
              <a:rPr kumimoji="1" lang="en-US" altLang="ko-KR" sz="105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L&amp;S </a:t>
            </a:r>
            <a:r>
              <a:rPr kumimoji="1" lang="ko-KR" altLang="en-US" sz="105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수율</a:t>
            </a:r>
            <a:r>
              <a:rPr kumimoji="1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개선</a:t>
            </a:r>
            <a:br>
              <a:rPr kumimoji="1" lang="en-US" altLang="ko-KR" sz="105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</a:b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-.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년간 누적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97.8%   10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월 실적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97.8%, 11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월 실적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97.7% 12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월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(~14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실적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97.9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%  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*E77A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모델 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13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라인 만 생산 중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(12/8 ~, 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고객사 요청 및 패키지 </a:t>
            </a:r>
            <a:r>
              <a:rPr lang="ko-KR" altLang="en-US" sz="90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탭톤</a:t>
            </a:r>
            <a:r>
              <a:rPr lang="ko-KR" altLang="en-US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이슈</a:t>
            </a:r>
            <a:r>
              <a:rPr lang="en-US" altLang="ko-KR" sz="9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kumimoji="0" lang="en-US" altLang="ko-KR" sz="9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946525" algn="l"/>
              </a:tabLst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: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라미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위치 근본 개선을 위한 제조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DX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그룹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WS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진행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실무자 논의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11/26, 12/3) (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서준효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이상익 님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금년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Reflection (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양산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개발 모델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Ramp up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포함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개선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Item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논의 및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List up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목적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lvl="0">
              <a:lnSpc>
                <a:spcPts val="1100"/>
              </a:lnSpc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: 1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차 실무자 논의를 통해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’25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년 제조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DX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그룹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라미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위치 개선 활동 공유 및 미흡 영역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원인 파악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재발 방지 관점 등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에 대한 논의 진행</a:t>
            </a: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각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부문 별 근본 개선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Item list up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하였으며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추가 아이디어 도출이 필요한 건들에 대해  추가 논의 진행하였습니다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: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근본 개선 및 재발 방지를 위해 관리가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필요해보이는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36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 항목 대상으로 제조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DX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솔루션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FDC,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자동보정 관점에서 과제 도출하였습니다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WA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법인과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26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년 진행 방향에 대해 논의 예정입니다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.(12/17)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[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E77A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0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위치불량률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변동 시점 사유 및 연관 인자 확인 건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]</a:t>
            </a: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-.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목적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전극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설비 경향성에 대한 분리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재발방지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불량률 한 단계 더 낮추기 위함</a:t>
            </a: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-.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내용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불량률 변동 시점 설비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Loss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정보 기반으로 그 사유를 확인 및 카테고리화 하고  유형별 상세 분석 진행 중입니다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        10/29 SOP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11/25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까지 불량이 증가 된 일자는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102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회 였으며 그 중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X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축 등속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가감속이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60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회로 대다수였습니다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 </a:t>
            </a: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       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 중 검사기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과검이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15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회로 단일 유형으로는 가장 큰 비중을 차지하였습니다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 (12/8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서면 보고 내용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         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검사기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과검은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밝기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(GV), </a:t>
            </a:r>
            <a:r>
              <a:rPr lang="ko-KR" altLang="en-US" sz="100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촬상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시점 셀의 위치 관점에서 먼저 확인해보았으나 정상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Case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와 차이가 없었습니다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  <a:b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     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검사기 </a:t>
            </a:r>
            <a:r>
              <a:rPr lang="ko-KR" altLang="en-US" sz="100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과검은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APC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이상감지와 연계하여 조기에 조치하는 방향으로 검토하겠습니다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b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      X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축 등속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100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가감속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60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회 중 </a:t>
            </a:r>
            <a:r>
              <a:rPr lang="ko-KR" altLang="en-US" sz="100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탭센서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이상 기인이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5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회였는데 조치 사항으로 </a:t>
            </a:r>
            <a:r>
              <a:rPr lang="ko-KR" altLang="en-US" sz="100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탭센서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위치 조정이 있으며 조정 전까지 탭센서에서 측정한 폭 값이 이틀간 점진적으로 상승하는 현상이 있어</a:t>
            </a:r>
            <a:b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     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특정 범위 이상으로 벗어날 경우 불량이 대폭 증가하는 결과를 확인할 수 있었습니다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추가로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Tab Pitch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이상 전극 기인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건과 </a:t>
            </a:r>
            <a:r>
              <a:rPr lang="ko-KR" altLang="en-US" sz="100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커터부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조정한 것으로 추정되는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건의 상세 데이터 확인 중입니다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[ESMI1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,2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동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라미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위치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] </a:t>
            </a:r>
            <a:b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-.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지표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: MI1 8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월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2.50%, 9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월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1.55%, 10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월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0.97%, 11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월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0.86% *11/25-12/8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추수감사절 휴일 및 생산 물동 변경으로 부동</a:t>
            </a:r>
            <a:b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             MI2 8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월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0.37%, 9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월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0.37%, 10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월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0.46%, 11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월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0.34% 12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월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0.29%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→ 분석 결과 법인 공유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(12/15), 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팀장 참석 정기 미팅 예정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(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미정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)</a:t>
            </a:r>
            <a:b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</a:b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-. MI2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JF2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#3,4,5Line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주요 불량 현황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lang="ko-KR" altLang="en-US" sz="1000" dirty="0">
                <a:latin typeface="Arial Narrow"/>
                <a:ea typeface="LG스마트체 Regular"/>
              </a:rPr>
              <a:t>차기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법인 정기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회의시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조치 사항 상세 및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미조치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사항에 대해 확인 예정</a:t>
            </a: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: #3-2, #3-5 </a:t>
            </a:r>
            <a:r>
              <a:rPr lang="ko-KR" altLang="en-US" sz="1000" dirty="0">
                <a:latin typeface="Arial Narrow"/>
                <a:ea typeface="LG스마트체 Regular"/>
              </a:rPr>
              <a:t>상부 </a:t>
            </a:r>
            <a:r>
              <a:rPr lang="en-US" altLang="ko-KR" sz="1000" dirty="0">
                <a:latin typeface="Arial Narrow"/>
                <a:ea typeface="LG스마트체 Regular"/>
              </a:rPr>
              <a:t>OP</a:t>
            </a:r>
            <a:r>
              <a:rPr lang="ko-KR" altLang="en-US" sz="1000" dirty="0">
                <a:latin typeface="Arial Narrow"/>
                <a:ea typeface="LG스마트체 Regular"/>
              </a:rPr>
              <a:t>측 </a:t>
            </a:r>
            <a:r>
              <a:rPr lang="ko-KR" altLang="en-US" sz="1000" dirty="0" err="1">
                <a:latin typeface="Arial Narrow"/>
                <a:ea typeface="LG스마트체 Regular"/>
              </a:rPr>
              <a:t>그리퍼</a:t>
            </a:r>
            <a:r>
              <a:rPr lang="ko-KR" altLang="en-US" sz="1000" dirty="0">
                <a:latin typeface="Arial Narrow"/>
                <a:ea typeface="LG스마트체 Regular"/>
              </a:rPr>
              <a:t> 유량 상한 </a:t>
            </a:r>
            <a:r>
              <a:rPr lang="ko-KR" altLang="en-US" sz="1000" dirty="0" err="1">
                <a:latin typeface="Arial Narrow"/>
                <a:ea typeface="LG스마트체 Regular"/>
              </a:rPr>
              <a:t>관리선</a:t>
            </a:r>
            <a:r>
              <a:rPr lang="ko-KR" altLang="en-US" sz="1000" dirty="0">
                <a:latin typeface="Arial Narrow"/>
                <a:ea typeface="LG스마트체 Regular"/>
              </a:rPr>
              <a:t> 이탈</a:t>
            </a:r>
            <a:r>
              <a:rPr lang="en-US" altLang="ko-KR" sz="1000" dirty="0">
                <a:latin typeface="Arial Narrow"/>
                <a:ea typeface="LG스마트체 Regular"/>
              </a:rPr>
              <a:t> (12/15 </a:t>
            </a:r>
            <a:r>
              <a:rPr lang="ko-KR" altLang="en-US" sz="1000" dirty="0">
                <a:latin typeface="Arial Narrow"/>
                <a:ea typeface="LG스마트체 Regular"/>
              </a:rPr>
              <a:t>법인 공유</a:t>
            </a:r>
            <a:r>
              <a:rPr lang="en-US" altLang="ko-KR" sz="1000" dirty="0">
                <a:latin typeface="Arial Narrow"/>
                <a:ea typeface="LG스마트체 Regular"/>
              </a:rPr>
              <a:t>)</a:t>
            </a: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: #3-2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양극 재료교체시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연결부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Y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축 단차는 낮은 수준이나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구재료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사행이 심하여 불량 발생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.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노칭</a:t>
            </a:r>
            <a:r>
              <a:rPr lang="ko-KR" altLang="en-US" sz="1000" dirty="0">
                <a:latin typeface="Arial Narrow"/>
                <a:ea typeface="LG스마트체 Regular"/>
              </a:rPr>
              <a:t> </a:t>
            </a:r>
            <a:r>
              <a:rPr lang="ko-KR" altLang="en-US" sz="1000" dirty="0" err="1">
                <a:latin typeface="Arial Narrow"/>
                <a:ea typeface="LG스마트체 Regular"/>
              </a:rPr>
              <a:t>리와인더</a:t>
            </a:r>
            <a:r>
              <a:rPr lang="ko-KR" altLang="en-US" sz="1000" dirty="0">
                <a:latin typeface="Arial Narrow"/>
                <a:ea typeface="LG스마트체 Regular"/>
              </a:rPr>
              <a:t> </a:t>
            </a:r>
            <a:r>
              <a:rPr lang="en-US" altLang="ko-KR" sz="1000" dirty="0">
                <a:latin typeface="Arial Narrow"/>
                <a:ea typeface="LG스마트체 Regular"/>
              </a:rPr>
              <a:t>LPC</a:t>
            </a:r>
            <a:r>
              <a:rPr lang="ko-KR" altLang="en-US" sz="1000" dirty="0">
                <a:latin typeface="Arial Narrow"/>
                <a:ea typeface="LG스마트체 Regular"/>
              </a:rPr>
              <a:t>데이터와 연계하여 추가 분석 진행하겠습니다</a:t>
            </a:r>
            <a:r>
              <a:rPr lang="en-US" altLang="ko-KR" sz="1000" dirty="0">
                <a:latin typeface="Arial Narrow"/>
                <a:ea typeface="LG스마트체 Regular"/>
              </a:rPr>
              <a:t>.</a:t>
            </a:r>
            <a:br>
              <a:rPr lang="en-US" altLang="ko-KR" sz="1000" dirty="0">
                <a:latin typeface="Arial Narrow"/>
                <a:ea typeface="LG스마트체 Regular"/>
              </a:rPr>
            </a:br>
            <a:r>
              <a:rPr lang="en-US" altLang="ko-KR" sz="1000" dirty="0">
                <a:latin typeface="Arial Narrow"/>
                <a:ea typeface="LG스마트체 Regular"/>
              </a:rPr>
              <a:t> : #4-6</a:t>
            </a:r>
            <a:r>
              <a:rPr lang="ko-KR" altLang="en-US" sz="1000" dirty="0">
                <a:latin typeface="Arial Narrow"/>
                <a:ea typeface="LG스마트체 Regular"/>
              </a:rPr>
              <a:t> 음극 커터</a:t>
            </a:r>
            <a:r>
              <a:rPr lang="en-US" altLang="ko-KR" sz="1000" dirty="0">
                <a:latin typeface="Arial Narrow"/>
                <a:ea typeface="LG스마트체 Regular"/>
              </a:rPr>
              <a:t>-</a:t>
            </a:r>
            <a:r>
              <a:rPr lang="ko-KR" altLang="en-US" sz="1000" dirty="0">
                <a:latin typeface="Arial Narrow"/>
                <a:ea typeface="LG스마트체 Regular"/>
              </a:rPr>
              <a:t>합치비전 구간 음극 탭 방향 전극 접힘 </a:t>
            </a:r>
            <a:r>
              <a:rPr lang="en-US" altLang="ko-KR" sz="1000" dirty="0">
                <a:latin typeface="Arial Narrow"/>
                <a:ea typeface="LG스마트체 Regular"/>
              </a:rPr>
              <a:t>(12/15 </a:t>
            </a:r>
            <a:r>
              <a:rPr lang="ko-KR" altLang="en-US" sz="1000" dirty="0">
                <a:latin typeface="Arial Narrow"/>
                <a:ea typeface="LG스마트체 Regular"/>
              </a:rPr>
              <a:t>법인 공유</a:t>
            </a:r>
            <a:r>
              <a:rPr lang="en-US" altLang="ko-KR" sz="1000" dirty="0">
                <a:latin typeface="Arial Narrow"/>
                <a:ea typeface="LG스마트체 Regular"/>
              </a:rPr>
              <a:t>) </a:t>
            </a: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</a:b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  <a:p>
            <a:pPr lvl="0">
              <a:lnSpc>
                <a:spcPts val="1100"/>
              </a:lnSpc>
              <a:defRPr/>
            </a:pPr>
            <a:r>
              <a:rPr lang="en-US" altLang="ko-KR" sz="1000" dirty="0">
                <a:latin typeface="Arial Narrow"/>
                <a:ea typeface="LG스마트체 Regular"/>
              </a:rPr>
              <a:t>-. MI2 JF2 </a:t>
            </a:r>
            <a:r>
              <a:rPr lang="ko-KR" altLang="en-US" sz="1000" dirty="0" err="1">
                <a:latin typeface="Arial Narrow"/>
                <a:ea typeface="LG스마트체 Regular"/>
              </a:rPr>
              <a:t>분리막</a:t>
            </a:r>
            <a:r>
              <a:rPr lang="ko-KR" altLang="en-US" sz="1000" dirty="0">
                <a:latin typeface="Arial Narrow"/>
                <a:ea typeface="LG스마트체 Regular"/>
              </a:rPr>
              <a:t> 생산지에 따른 </a:t>
            </a:r>
            <a:r>
              <a:rPr lang="ko-KR" altLang="en-US" sz="1000" dirty="0" err="1">
                <a:latin typeface="Arial Narrow"/>
                <a:ea typeface="LG스마트체 Regular"/>
              </a:rPr>
              <a:t>라미</a:t>
            </a:r>
            <a:r>
              <a:rPr lang="en-US" altLang="ko-KR" sz="1000" dirty="0">
                <a:latin typeface="Arial Narrow"/>
                <a:ea typeface="LG스마트체 Regular"/>
              </a:rPr>
              <a:t>/</a:t>
            </a:r>
            <a:r>
              <a:rPr lang="ko-KR" altLang="en-US" sz="1000" dirty="0" err="1">
                <a:latin typeface="Arial Narrow"/>
                <a:ea typeface="LG스마트체 Regular"/>
              </a:rPr>
              <a:t>스태킹</a:t>
            </a:r>
            <a:r>
              <a:rPr lang="ko-KR" altLang="en-US" sz="1000" dirty="0">
                <a:latin typeface="Arial Narrow"/>
                <a:ea typeface="LG스마트체 Regular"/>
              </a:rPr>
              <a:t> 쇼트 불량률 확인 건</a:t>
            </a:r>
            <a:br>
              <a:rPr lang="en-US" altLang="ko-KR" sz="1000" dirty="0">
                <a:latin typeface="Arial Narrow"/>
                <a:ea typeface="LG스마트체 Regular"/>
              </a:rPr>
            </a:br>
            <a:r>
              <a:rPr lang="en-US" altLang="ko-KR" sz="1000" dirty="0">
                <a:latin typeface="Arial Narrow"/>
                <a:ea typeface="LG스마트체 Regular"/>
              </a:rPr>
              <a:t> : </a:t>
            </a:r>
            <a:r>
              <a:rPr lang="ko-KR" altLang="en-US" sz="1000" dirty="0">
                <a:latin typeface="Arial Narrow"/>
                <a:ea typeface="LG스마트체 Regular"/>
              </a:rPr>
              <a:t>기존 </a:t>
            </a:r>
            <a:r>
              <a:rPr lang="en-US" altLang="ko-KR" sz="1000" dirty="0">
                <a:latin typeface="Arial Narrow"/>
                <a:ea typeface="LG스마트체 Regular"/>
              </a:rPr>
              <a:t>MI2</a:t>
            </a:r>
            <a:r>
              <a:rPr lang="ko-KR" altLang="en-US" sz="1000" dirty="0">
                <a:latin typeface="Arial Narrow"/>
                <a:ea typeface="LG스마트체 Regular"/>
              </a:rPr>
              <a:t>에서 사용하던 분리막은 상해 에너지사의 </a:t>
            </a:r>
            <a:r>
              <a:rPr lang="ko-KR" altLang="en-US" sz="1000" dirty="0" err="1">
                <a:latin typeface="Arial Narrow"/>
                <a:ea typeface="LG스마트체 Regular"/>
              </a:rPr>
              <a:t>상해산</a:t>
            </a:r>
            <a:r>
              <a:rPr lang="ko-KR" altLang="en-US" sz="1000" dirty="0">
                <a:latin typeface="Arial Narrow"/>
                <a:ea typeface="LG스마트체 Regular"/>
              </a:rPr>
              <a:t> </a:t>
            </a:r>
            <a:r>
              <a:rPr lang="ko-KR" altLang="en-US" sz="1000" dirty="0" err="1">
                <a:latin typeface="Arial Narrow"/>
                <a:ea typeface="LG스마트체 Regular"/>
              </a:rPr>
              <a:t>분리막이었으며</a:t>
            </a:r>
            <a:r>
              <a:rPr lang="ko-KR" altLang="en-US" sz="1000" dirty="0">
                <a:latin typeface="Arial Narrow"/>
                <a:ea typeface="LG스마트체 Regular"/>
              </a:rPr>
              <a:t> 최근 헝가리산 </a:t>
            </a:r>
            <a:r>
              <a:rPr lang="ko-KR" altLang="en-US" sz="1000" dirty="0" err="1">
                <a:latin typeface="Arial Narrow"/>
                <a:ea typeface="LG스마트체 Regular"/>
              </a:rPr>
              <a:t>분리막</a:t>
            </a:r>
            <a:r>
              <a:rPr lang="ko-KR" altLang="en-US" sz="1000" dirty="0">
                <a:latin typeface="Arial Narrow"/>
                <a:ea typeface="LG스마트체 Regular"/>
              </a:rPr>
              <a:t> 투입 시점 이후로 </a:t>
            </a:r>
            <a:r>
              <a:rPr lang="ko-KR" altLang="en-US" sz="1000" dirty="0" err="1">
                <a:latin typeface="Arial Narrow"/>
                <a:ea typeface="LG스마트체 Regular"/>
              </a:rPr>
              <a:t>라미</a:t>
            </a:r>
            <a:r>
              <a:rPr lang="en-US" altLang="ko-KR" sz="1000" dirty="0">
                <a:latin typeface="Arial Narrow"/>
                <a:ea typeface="LG스마트체 Regular"/>
              </a:rPr>
              <a:t>/</a:t>
            </a:r>
            <a:r>
              <a:rPr lang="ko-KR" altLang="en-US" sz="1000" dirty="0" err="1">
                <a:latin typeface="Arial Narrow"/>
                <a:ea typeface="LG스마트체 Regular"/>
              </a:rPr>
              <a:t>스태킹</a:t>
            </a:r>
            <a:r>
              <a:rPr lang="ko-KR" altLang="en-US" sz="1000" dirty="0">
                <a:latin typeface="Arial Narrow"/>
                <a:ea typeface="LG스마트체 Regular"/>
              </a:rPr>
              <a:t> 쇼트 불량률이 증가하여 법인의 분석 지원 요청이 있었습니다</a:t>
            </a:r>
            <a:r>
              <a:rPr lang="en-US" altLang="ko-KR" sz="1000" dirty="0">
                <a:latin typeface="Arial Narrow"/>
                <a:ea typeface="LG스마트체 Regular"/>
              </a:rPr>
              <a:t>.</a:t>
            </a:r>
            <a:endParaRPr kumimoji="0" lang="en-US" altLang="ko-KR" sz="10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: 12/7-12/13 </a:t>
            </a:r>
            <a:r>
              <a:rPr lang="ko-KR" altLang="en-US" sz="1000" kern="0" dirty="0" err="1">
                <a:latin typeface="Arial Narrow"/>
                <a:ea typeface="LG스마트체 Regular"/>
                <a:cs typeface="Arial"/>
              </a:rPr>
              <a:t>분리막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 생산지별 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Lot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별 불량률은 보았을 때 헝가리산 분리막의 경우 특정 </a:t>
            </a:r>
            <a:r>
              <a:rPr lang="ko-KR" altLang="en-US" sz="1000" kern="0" dirty="0" err="1">
                <a:latin typeface="Arial Narrow"/>
                <a:ea typeface="LG스마트체 Regular"/>
                <a:cs typeface="Arial"/>
              </a:rPr>
              <a:t>분리막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 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Lot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에서 쇼트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불량률이 급증하였다가 </a:t>
            </a:r>
            <a:r>
              <a:rPr lang="ko-KR" altLang="en-US" sz="1000" kern="0" dirty="0" err="1">
                <a:latin typeface="Arial Narrow"/>
                <a:ea typeface="LG스마트체 Regular"/>
                <a:cs typeface="Arial"/>
              </a:rPr>
              <a:t>분리막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 다시 교체하면 줄어드는 경향이 반복되고 있습니다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.</a:t>
            </a:r>
            <a:br>
              <a:rPr lang="en-US" altLang="ko-KR" sz="1000" kern="0" dirty="0">
                <a:latin typeface="Arial Narrow"/>
                <a:ea typeface="LG스마트체 Regular"/>
                <a:cs typeface="Arial"/>
              </a:rPr>
            </a:b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: 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해당 데이터를 법인에 공유하였으며 법인에서 본사 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SQA 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팀에 대응 계획 수립 요청한 상태입니다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1000" kern="0" dirty="0">
              <a:latin typeface="Arial Narrow"/>
              <a:ea typeface="LG스마트체 Regular"/>
              <a:cs typeface="Arial"/>
            </a:endParaRPr>
          </a:p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br>
              <a:rPr lang="en-US" altLang="ko-KR" sz="1000" kern="0" dirty="0">
                <a:latin typeface="Arial Narrow"/>
                <a:ea typeface="LG스마트체 Regular"/>
                <a:cs typeface="Arial"/>
              </a:rPr>
            </a:b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[ESST 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협업 진행 사항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]</a:t>
            </a:r>
            <a:br>
              <a:rPr lang="en-US" altLang="ko-KR" sz="1000" kern="0" dirty="0">
                <a:latin typeface="Arial Narrow"/>
                <a:ea typeface="LG스마트체 Regular"/>
                <a:cs typeface="Arial"/>
              </a:rPr>
            </a:b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-. 26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년 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ESST 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안정화 협업을 위해 법인과 미팅 진행하였습니다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. (12/12)</a:t>
            </a:r>
            <a:br>
              <a:rPr lang="en-US" altLang="ko-KR" sz="1000" kern="0" dirty="0">
                <a:latin typeface="Arial Narrow"/>
                <a:ea typeface="LG스마트체 Regular"/>
                <a:cs typeface="Arial"/>
              </a:rPr>
            </a:b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   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참석 예정 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: ESST 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최재용 담당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, </a:t>
            </a:r>
            <a:r>
              <a:rPr lang="ko-KR" altLang="en-US" sz="1000" kern="0" dirty="0" err="1">
                <a:latin typeface="Arial Narrow"/>
                <a:ea typeface="LG스마트체 Regular"/>
                <a:cs typeface="Arial"/>
              </a:rPr>
              <a:t>옥덕호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 팀장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(L&amp;S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공정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), </a:t>
            </a:r>
            <a:r>
              <a:rPr lang="ko-KR" altLang="en-US" sz="1000" kern="0" dirty="0" err="1">
                <a:latin typeface="Arial Narrow"/>
                <a:ea typeface="LG스마트체 Regular"/>
                <a:cs typeface="Arial"/>
              </a:rPr>
              <a:t>김한상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 팀장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(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제조역량강화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)</a:t>
            </a:r>
            <a:br>
              <a:rPr lang="en-US" altLang="ko-KR" sz="1000" kern="0" dirty="0">
                <a:latin typeface="Arial Narrow"/>
                <a:ea typeface="LG스마트체 Regular"/>
                <a:cs typeface="Arial"/>
              </a:rPr>
            </a:b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                       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제조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DX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 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: </a:t>
            </a:r>
            <a:r>
              <a:rPr lang="ko-KR" altLang="en-US" sz="1000" kern="0" dirty="0" err="1">
                <a:latin typeface="Arial Narrow"/>
                <a:ea typeface="LG스마트체 Regular"/>
                <a:cs typeface="Arial"/>
              </a:rPr>
              <a:t>유연택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 담당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, </a:t>
            </a:r>
            <a:r>
              <a:rPr lang="ko-KR" altLang="en-US" sz="1000" kern="0" dirty="0" err="1">
                <a:latin typeface="Arial Narrow"/>
                <a:ea typeface="LG스마트체 Regular"/>
                <a:cs typeface="Arial"/>
              </a:rPr>
              <a:t>박위대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 팀장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, 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서준효 책임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, 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홍진표 사원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, 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하현수 사원   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/   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송무강 상무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, 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민경춘 담당</a:t>
            </a:r>
            <a:br>
              <a:rPr lang="en-US" altLang="ko-KR" sz="1000" kern="0" dirty="0">
                <a:latin typeface="Arial Narrow"/>
                <a:ea typeface="LG스마트체 Regular"/>
                <a:cs typeface="Arial"/>
              </a:rPr>
            </a:b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    MI2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와 마찬가지로 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L&amp;S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공정 대상으로 현상파악 내용을 공유하고 정기 미팅 진행하기로 하였습니다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.</a:t>
            </a:r>
            <a:endParaRPr kumimoji="0" lang="en-US" altLang="ko-KR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63424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lang="ko-KR" altLang="en-US" sz="1800">
                <a:solidFill>
                  <a:schemeClr val="tx1"/>
                </a:solidFill>
                <a:latin typeface="+mj-lt"/>
                <a:ea typeface="+mn-ea"/>
              </a:rPr>
              <a:t>데이터통합분석팀 금주 주요 내용 </a:t>
            </a:r>
            <a:r>
              <a:rPr lang="en-US" altLang="ko-KR" sz="1800">
                <a:solidFill>
                  <a:schemeClr val="tx1"/>
                </a:solidFill>
                <a:latin typeface="+mj-lt"/>
                <a:ea typeface="+mn-ea"/>
              </a:rPr>
              <a:t>(1/2)</a:t>
            </a:r>
            <a:endParaRPr lang="ko-KR" altLang="en-US" sz="1800">
              <a:solidFill>
                <a:schemeClr val="tx1"/>
              </a:solidFill>
              <a:latin typeface="+mj-lt"/>
              <a:ea typeface="+mn-ea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ED1D777A-F458-D0BE-C537-083D00DFCE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6240053"/>
              </p:ext>
            </p:extLst>
          </p:nvPr>
        </p:nvGraphicFramePr>
        <p:xfrm>
          <a:off x="7369830" y="195312"/>
          <a:ext cx="2183972" cy="2468880"/>
        </p:xfrm>
        <a:graphic>
          <a:graphicData uri="http://schemas.openxmlformats.org/drawingml/2006/table">
            <a:tbl>
              <a:tblPr/>
              <a:tblGrid>
                <a:gridCol w="412643">
                  <a:extLst>
                    <a:ext uri="{9D8B030D-6E8A-4147-A177-3AD203B41FA5}">
                      <a16:colId xmlns:a16="http://schemas.microsoft.com/office/drawing/2014/main" val="3106831511"/>
                    </a:ext>
                  </a:extLst>
                </a:gridCol>
                <a:gridCol w="533400">
                  <a:extLst>
                    <a:ext uri="{9D8B030D-6E8A-4147-A177-3AD203B41FA5}">
                      <a16:colId xmlns:a16="http://schemas.microsoft.com/office/drawing/2014/main" val="1175185686"/>
                    </a:ext>
                  </a:extLst>
                </a:gridCol>
                <a:gridCol w="412643">
                  <a:extLst>
                    <a:ext uri="{9D8B030D-6E8A-4147-A177-3AD203B41FA5}">
                      <a16:colId xmlns:a16="http://schemas.microsoft.com/office/drawing/2014/main" val="3969299697"/>
                    </a:ext>
                  </a:extLst>
                </a:gridCol>
                <a:gridCol w="412643">
                  <a:extLst>
                    <a:ext uri="{9D8B030D-6E8A-4147-A177-3AD203B41FA5}">
                      <a16:colId xmlns:a16="http://schemas.microsoft.com/office/drawing/2014/main" val="171870614"/>
                    </a:ext>
                  </a:extLst>
                </a:gridCol>
                <a:gridCol w="412643">
                  <a:extLst>
                    <a:ext uri="{9D8B030D-6E8A-4147-A177-3AD203B41FA5}">
                      <a16:colId xmlns:a16="http://schemas.microsoft.com/office/drawing/2014/main" val="3366422079"/>
                    </a:ext>
                  </a:extLst>
                </a:gridCol>
              </a:tblGrid>
              <a:tr h="6772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E77A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위치불량률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sz="900" b="0" i="0" u="none" strike="noStrike" baseline="0" dirty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0848746"/>
                  </a:ext>
                </a:extLst>
              </a:tr>
              <a:tr h="6772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Total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SOP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0.36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0.35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0.39</a:t>
                      </a:r>
                      <a:endParaRPr lang="en-US" altLang="ko-KR" sz="900" b="0" i="0" u="none" strike="noStrike" baseline="0" dirty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8237160"/>
                  </a:ext>
                </a:extLst>
              </a:tr>
              <a:tr h="6772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13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10/29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0.34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0.37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8166063"/>
                  </a:ext>
                </a:extLst>
              </a:tr>
              <a:tr h="6772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13-1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0.56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0.31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4957749"/>
                  </a:ext>
                </a:extLst>
              </a:tr>
              <a:tr h="6772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13-2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0.37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0.23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2553418"/>
                  </a:ext>
                </a:extLst>
              </a:tr>
              <a:tr h="6772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13-3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0.28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0.26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3206098"/>
                  </a:ext>
                </a:extLst>
              </a:tr>
              <a:tr h="6772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11/8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0.33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3533795"/>
                  </a:ext>
                </a:extLst>
              </a:tr>
              <a:tr h="6772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10-1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7432930"/>
                  </a:ext>
                </a:extLst>
              </a:tr>
              <a:tr h="6772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10-2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0.28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55894051"/>
                  </a:ext>
                </a:extLst>
              </a:tr>
              <a:tr h="6772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10-3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0.29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206467"/>
                  </a:ext>
                </a:extLst>
              </a:tr>
              <a:tr h="6772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22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11/18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0.58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24474171"/>
                  </a:ext>
                </a:extLst>
              </a:tr>
              <a:tr h="67722"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22-1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0.54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2069039"/>
                  </a:ext>
                </a:extLst>
              </a:tr>
              <a:tr h="67722"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22-2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0.48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0295468"/>
                  </a:ext>
                </a:extLst>
              </a:tr>
              <a:tr h="67722"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22-3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0.47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9350258"/>
                  </a:ext>
                </a:extLst>
              </a:tr>
              <a:tr h="6772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0.40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3526036"/>
                  </a:ext>
                </a:extLst>
              </a:tr>
              <a:tr h="67722"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14-1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49202659"/>
                  </a:ext>
                </a:extLst>
              </a:tr>
              <a:tr h="67722"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14-2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0.28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3652362"/>
                  </a:ext>
                </a:extLst>
              </a:tr>
              <a:tr h="67722"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14-3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0.71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6435987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2C06BC50-7391-8F18-C58B-171EEF2ECD90}"/>
              </a:ext>
            </a:extLst>
          </p:cNvPr>
          <p:cNvSpPr txBox="1"/>
          <p:nvPr/>
        </p:nvSpPr>
        <p:spPr>
          <a:xfrm>
            <a:off x="9169022" y="19641"/>
            <a:ext cx="417161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0" dirty="0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~12/14</a:t>
            </a:r>
            <a:endParaRPr kumimoji="1" lang="en-US" altLang="ko-KR" sz="800" b="1" kern="0" dirty="0">
              <a:solidFill>
                <a:srgbClr val="006600"/>
              </a:solidFill>
              <a:cs typeface="Arial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B8F3246-5385-13EF-1800-C65C597E264D}"/>
              </a:ext>
            </a:extLst>
          </p:cNvPr>
          <p:cNvSpPr txBox="1"/>
          <p:nvPr/>
        </p:nvSpPr>
        <p:spPr>
          <a:xfrm>
            <a:off x="5130422" y="4428849"/>
            <a:ext cx="417161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0" dirty="0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12/7~</a:t>
            </a:r>
            <a:endParaRPr kumimoji="1" lang="en-US" altLang="ko-KR" sz="800" b="1" kern="0" dirty="0">
              <a:solidFill>
                <a:srgbClr val="006600"/>
              </a:solidFill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22623579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0082E162-5C0A-80BB-CF4E-27A031B59C65}"/>
              </a:ext>
            </a:extLst>
          </p:cNvPr>
          <p:cNvSpPr/>
          <p:nvPr/>
        </p:nvSpPr>
        <p:spPr>
          <a:xfrm>
            <a:off x="-4312" y="3470770"/>
            <a:ext cx="6803127" cy="215444"/>
          </a:xfrm>
          <a:prstGeom prst="rect">
            <a:avLst/>
          </a:prstGeom>
          <a:solidFill>
            <a:srgbClr val="FFFF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D66DFD72-1418-1B12-1E5F-EF742F1AB1E3}"/>
              </a:ext>
            </a:extLst>
          </p:cNvPr>
          <p:cNvSpPr/>
          <p:nvPr/>
        </p:nvSpPr>
        <p:spPr>
          <a:xfrm>
            <a:off x="-4312" y="1759358"/>
            <a:ext cx="6803127" cy="320454"/>
          </a:xfrm>
          <a:prstGeom prst="rect">
            <a:avLst/>
          </a:prstGeom>
          <a:solidFill>
            <a:srgbClr val="FFFF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63424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lang="ko-KR" altLang="en-US" sz="1800">
                <a:solidFill>
                  <a:schemeClr val="tx1"/>
                </a:solidFill>
              </a:rPr>
              <a:t>데이터통합분석팀 금주 주요 내용 </a:t>
            </a:r>
            <a:r>
              <a:rPr lang="en-US" altLang="ko-KR" sz="1800">
                <a:solidFill>
                  <a:schemeClr val="tx1"/>
                </a:solidFill>
              </a:rPr>
              <a:t>(2/2)</a:t>
            </a:r>
            <a:endParaRPr lang="ko-KR" altLang="en-US" sz="1800">
              <a:solidFill>
                <a:schemeClr val="tx1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B178E88-B809-4A0C-AEDB-08EDDEFC3101}"/>
              </a:ext>
            </a:extLst>
          </p:cNvPr>
          <p:cNvSpPr txBox="1"/>
          <p:nvPr/>
        </p:nvSpPr>
        <p:spPr>
          <a:xfrm>
            <a:off x="124961" y="539620"/>
            <a:ext cx="9732667" cy="592726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[</a:t>
            </a: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신규 모델 </a:t>
            </a:r>
            <a:r>
              <a:rPr kumimoji="0" lang="ko-KR" altLang="en-US" sz="10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수율</a:t>
            </a: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개선</a:t>
            </a:r>
            <a:r>
              <a:rPr kumimoji="0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]   *. E81B</a:t>
            </a: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는 </a:t>
            </a:r>
            <a:r>
              <a:rPr kumimoji="0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5</a:t>
            </a: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월 </a:t>
            </a:r>
            <a:r>
              <a:rPr kumimoji="0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SOP </a:t>
            </a: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후 </a:t>
            </a:r>
            <a:r>
              <a:rPr kumimoji="0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8</a:t>
            </a: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월 </a:t>
            </a:r>
            <a:r>
              <a:rPr kumimoji="0" lang="en-US" altLang="ko-KR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M+3, E161A 7</a:t>
            </a: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월 </a:t>
            </a:r>
            <a:r>
              <a:rPr kumimoji="0" lang="en-US" altLang="ko-KR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SOP </a:t>
            </a: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후 </a:t>
            </a:r>
            <a:r>
              <a:rPr kumimoji="0" lang="en-US" altLang="ko-KR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10</a:t>
            </a: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월 </a:t>
            </a:r>
            <a:r>
              <a:rPr kumimoji="0" lang="en-US" altLang="ko-KR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M+3 </a:t>
            </a: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완료</a:t>
            </a:r>
            <a:endParaRPr kumimoji="0" lang="en-US" altLang="ko-KR" sz="10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-. E128A (SOP 7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월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, M+3 11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월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)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현재까지 셀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수율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누적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94.8% (M+3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누적 목표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94.5%, 5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점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95.6% / 4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점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95.1%)</a:t>
            </a:r>
            <a:endParaRPr lang="en-US" altLang="ko-KR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 :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법인 협업 현지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라미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위치 불량 및 절연 저항 집중 개선 활동 중</a:t>
            </a:r>
            <a:endParaRPr kumimoji="0" lang="en-US" altLang="ko-KR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  <a:p>
            <a:pPr>
              <a:defRPr/>
            </a:pP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  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*. </a:t>
            </a:r>
            <a:r>
              <a:rPr lang="en-US" altLang="ko-KR" sz="1000" kern="0" dirty="0" err="1">
                <a:latin typeface="Arial Narrow"/>
                <a:ea typeface="LG스마트체 Regular"/>
                <a:cs typeface="Arial"/>
              </a:rPr>
              <a:t>절연저항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DGS 26-2호 </a:t>
            </a:r>
            <a:r>
              <a:rPr lang="en-US" altLang="ko-KR" sz="1000" kern="0" dirty="0" err="1">
                <a:latin typeface="Arial Narrow"/>
                <a:ea typeface="LG스마트체 Regular"/>
                <a:cs typeface="Arial"/>
              </a:rPr>
              <a:t>메인실링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2번 </a:t>
            </a:r>
            <a:r>
              <a:rPr lang="en-US" altLang="ko-KR" sz="1000" kern="0" dirty="0" err="1">
                <a:latin typeface="Arial Narrow"/>
                <a:ea typeface="LG스마트체 Regular"/>
                <a:cs typeface="Arial"/>
              </a:rPr>
              <a:t>불량률이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1번 </a:t>
            </a:r>
            <a:r>
              <a:rPr lang="en-US" altLang="ko-KR" sz="1000" kern="0" dirty="0" err="1">
                <a:latin typeface="Arial Narrow"/>
                <a:ea typeface="LG스마트체 Regular"/>
                <a:cs typeface="Arial"/>
              </a:rPr>
              <a:t>대비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</a:t>
            </a:r>
            <a:r>
              <a:rPr lang="en-US" altLang="ko-KR" sz="1000" kern="0" dirty="0" err="1">
                <a:latin typeface="Arial Narrow"/>
                <a:ea typeface="LG스마트체 Regular"/>
                <a:cs typeface="Arial"/>
              </a:rPr>
              <a:t>높아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, </a:t>
            </a:r>
            <a:r>
              <a:rPr lang="en-US" altLang="ko-KR" sz="1000" kern="0" dirty="0" err="1">
                <a:latin typeface="Arial Narrow"/>
                <a:ea typeface="LG스마트체 Regular"/>
                <a:cs typeface="Arial"/>
              </a:rPr>
              <a:t>메인실링압력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</a:t>
            </a:r>
            <a:r>
              <a:rPr lang="en-US" altLang="ko-KR" sz="1000" kern="0" dirty="0" err="1">
                <a:latin typeface="Arial Narrow"/>
                <a:ea typeface="LG스마트체 Regular"/>
                <a:cs typeface="Arial"/>
              </a:rPr>
              <a:t>값을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1번 </a:t>
            </a:r>
            <a:r>
              <a:rPr lang="en-US" altLang="ko-KR" sz="1000" kern="0" dirty="0" err="1">
                <a:latin typeface="Arial Narrow"/>
                <a:ea typeface="LG스마트체 Regular"/>
                <a:cs typeface="Arial"/>
              </a:rPr>
              <a:t>수준으로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</a:t>
            </a:r>
            <a:r>
              <a:rPr lang="en-US" altLang="ko-KR" sz="1000" kern="0" dirty="0" err="1">
                <a:latin typeface="Arial Narrow"/>
                <a:ea typeface="LG스마트체 Regular"/>
                <a:cs typeface="Arial"/>
              </a:rPr>
              <a:t>상향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</a:t>
            </a:r>
            <a:r>
              <a:rPr lang="en-US" altLang="ko-KR" sz="1000" kern="0" dirty="0" err="1">
                <a:latin typeface="Arial Narrow"/>
                <a:ea typeface="LG스마트체 Regular"/>
                <a:cs typeface="Arial"/>
              </a:rPr>
              <a:t>조정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, DGS 26-1호 1,3번 </a:t>
            </a:r>
            <a:r>
              <a:rPr lang="en-US" altLang="ko-KR" sz="1000" kern="0" dirty="0" err="1">
                <a:latin typeface="Arial Narrow"/>
                <a:ea typeface="LG스마트체 Regular"/>
                <a:cs typeface="Arial"/>
              </a:rPr>
              <a:t>챔버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</a:t>
            </a:r>
            <a:r>
              <a:rPr lang="en-US" altLang="ko-KR" sz="1000" kern="0" dirty="0" err="1">
                <a:latin typeface="Arial Narrow"/>
                <a:ea typeface="LG스마트체 Regular"/>
                <a:cs typeface="Arial"/>
              </a:rPr>
              <a:t>투입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시 </a:t>
            </a:r>
            <a:r>
              <a:rPr lang="en-US" altLang="ko-KR" sz="1000" kern="0" dirty="0" err="1">
                <a:latin typeface="Arial Narrow"/>
                <a:ea typeface="LG스마트체 Regular"/>
                <a:cs typeface="Arial"/>
              </a:rPr>
              <a:t>불량이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</a:t>
            </a:r>
            <a:r>
              <a:rPr lang="en-US" altLang="ko-KR" sz="1000" kern="0" dirty="0" err="1">
                <a:latin typeface="Arial Narrow"/>
                <a:ea typeface="LG스마트체 Regular"/>
                <a:cs typeface="Arial"/>
              </a:rPr>
              <a:t>높아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</a:t>
            </a:r>
            <a:r>
              <a:rPr lang="en-US" altLang="ko-KR" sz="1000" kern="0" dirty="0" err="1">
                <a:latin typeface="Arial Narrow"/>
                <a:ea typeface="LG스마트체 Regular"/>
                <a:cs typeface="Arial"/>
              </a:rPr>
              <a:t>챔버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</a:t>
            </a:r>
            <a:r>
              <a:rPr lang="en-US" altLang="ko-KR" sz="1000" kern="0" dirty="0" err="1">
                <a:latin typeface="Arial Narrow"/>
                <a:ea typeface="LG스마트체 Regular"/>
                <a:cs typeface="Arial"/>
              </a:rPr>
              <a:t>이송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P&amp;P Gripper </a:t>
            </a:r>
            <a:r>
              <a:rPr lang="en-US" altLang="ko-KR" sz="1000" kern="0" dirty="0" err="1">
                <a:latin typeface="Arial Narrow"/>
                <a:ea typeface="LG스마트체 Regular"/>
                <a:cs typeface="Arial"/>
              </a:rPr>
              <a:t>위치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</a:t>
            </a:r>
            <a:r>
              <a:rPr lang="en-US" altLang="ko-KR" sz="1000" kern="0" dirty="0" err="1">
                <a:latin typeface="Arial Narrow"/>
                <a:ea typeface="LG스마트체 Regular"/>
                <a:cs typeface="Arial"/>
              </a:rPr>
              <a:t>조정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 </a:t>
            </a:r>
          </a:p>
          <a:p>
            <a:pPr>
              <a:defRPr/>
            </a:pPr>
            <a:endParaRPr lang="en-US" altLang="ko-KR" sz="1000" b="1" kern="0" dirty="0">
              <a:latin typeface="Arial Narrow"/>
              <a:ea typeface="LG스마트체 Regular"/>
              <a:cs typeface="Arial"/>
            </a:endParaRPr>
          </a:p>
          <a:p>
            <a:pPr>
              <a:defRPr/>
            </a:pPr>
            <a:endParaRPr lang="en-US" altLang="ko-KR" sz="1000" b="1" kern="0" dirty="0">
              <a:latin typeface="Arial Narrow"/>
              <a:ea typeface="LG스마트체 Regular"/>
              <a:cs typeface="Arial"/>
            </a:endParaRPr>
          </a:p>
          <a:p>
            <a:pPr>
              <a:defRPr/>
            </a:pPr>
            <a:r>
              <a:rPr kumimoji="0" lang="en-US" altLang="ko-KR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[</a:t>
            </a:r>
            <a:r>
              <a:rPr kumimoji="0" lang="ko-KR" altLang="en-US" sz="1000" b="1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수율</a:t>
            </a: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통합 분석 </a:t>
            </a:r>
            <a:r>
              <a:rPr kumimoji="0" lang="en-US" altLang="ko-KR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Solution </a:t>
            </a: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구축</a:t>
            </a:r>
            <a:r>
              <a:rPr kumimoji="0" lang="en-US" altLang="ko-KR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] </a:t>
            </a:r>
            <a:endParaRPr lang="en-US" altLang="ko-KR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  <a:p>
            <a:pPr marL="0" marR="0" lvl="0" indent="0" algn="l" defTabSz="134302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162050" algn="l"/>
              </a:tabLst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-. ESGM1 : ’25.4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월 구축 완료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, ESWA : ‘25.8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월 완료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, ESMI 2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동 구축 완료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(9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월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)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</a:t>
            </a:r>
            <a:endParaRPr kumimoji="0" lang="en-US" altLang="ko-KR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  <a:p>
            <a:pPr marL="0" marR="0" lvl="0" indent="0" algn="l" defTabSz="134302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162050" algn="l"/>
              </a:tabLst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    [ESWA]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자동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메일링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시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E77A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포함하여 진행 중  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*.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전극 양산 시작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(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코터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기준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10/26~)</a:t>
            </a:r>
            <a:endParaRPr lang="en-US" altLang="ko-KR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  <a:p>
            <a:pPr defTabSz="1343025" latinLnBrk="0">
              <a:tabLst>
                <a:tab pos="1162050" algn="l"/>
              </a:tabLst>
              <a:defRPr/>
            </a:pP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                 </a:t>
            </a:r>
            <a:r>
              <a:rPr lang="en-US" altLang="ko-KR" sz="1000" kern="0" dirty="0">
                <a:ea typeface="LG스마트체 Regular"/>
                <a:cs typeface="Arial"/>
              </a:rPr>
              <a:t>(</a:t>
            </a:r>
            <a:r>
              <a:rPr lang="ko-KR" altLang="en-US" sz="1000" kern="0" dirty="0" err="1">
                <a:ea typeface="LG스마트체 Regular"/>
                <a:cs typeface="Arial"/>
              </a:rPr>
              <a:t>수율</a:t>
            </a:r>
            <a:r>
              <a:rPr lang="en-US" altLang="ko-KR" sz="1000" kern="0" dirty="0">
                <a:ea typeface="LG스마트체 Regular"/>
                <a:cs typeface="Arial"/>
              </a:rPr>
              <a:t>) ESS JF</a:t>
            </a:r>
            <a:r>
              <a:rPr lang="ko-KR" altLang="en-US" sz="1000" kern="0" dirty="0">
                <a:ea typeface="LG스마트체 Regular"/>
                <a:cs typeface="Arial"/>
              </a:rPr>
              <a:t>모델</a:t>
            </a:r>
            <a:r>
              <a:rPr lang="en-US" altLang="ko-KR" sz="1000" kern="0" dirty="0">
                <a:ea typeface="LG스마트체 Regular"/>
                <a:cs typeface="Arial"/>
              </a:rPr>
              <a:t>(4,5</a:t>
            </a:r>
            <a:r>
              <a:rPr lang="ko-KR" altLang="en-US" sz="1000" kern="0" dirty="0">
                <a:ea typeface="LG스마트체 Regular"/>
                <a:cs typeface="Arial"/>
              </a:rPr>
              <a:t>라인</a:t>
            </a:r>
            <a:r>
              <a:rPr lang="en-US" altLang="ko-KR" sz="1000" kern="0" dirty="0">
                <a:ea typeface="LG스마트체 Regular"/>
                <a:cs typeface="Arial"/>
              </a:rPr>
              <a:t>) </a:t>
            </a:r>
            <a:r>
              <a:rPr lang="ko-KR" altLang="en-US" sz="1000" kern="0" dirty="0" err="1">
                <a:ea typeface="LG스마트체 Regular"/>
                <a:cs typeface="Arial"/>
              </a:rPr>
              <a:t>라미</a:t>
            </a:r>
            <a:r>
              <a:rPr lang="ko-KR" altLang="en-US" sz="1000" kern="0" dirty="0">
                <a:ea typeface="LG스마트체 Regular"/>
                <a:cs typeface="Arial"/>
              </a:rPr>
              <a:t> 위치불량 </a:t>
            </a:r>
            <a:r>
              <a:rPr lang="ko-KR" altLang="en-US" sz="1000" kern="0" dirty="0" err="1">
                <a:ea typeface="LG스마트체 Regular"/>
                <a:cs typeface="Arial"/>
              </a:rPr>
              <a:t>레포트</a:t>
            </a:r>
            <a:r>
              <a:rPr lang="ko-KR" altLang="en-US" sz="1000" kern="0" dirty="0">
                <a:ea typeface="LG스마트체 Regular"/>
                <a:cs typeface="Arial"/>
              </a:rPr>
              <a:t> 구축 진행 완료</a:t>
            </a:r>
            <a:r>
              <a:rPr lang="en-US" altLang="ko-KR" sz="1000" kern="0" dirty="0">
                <a:ea typeface="LG스마트체 Regular"/>
                <a:cs typeface="Arial"/>
              </a:rPr>
              <a:t>(12/08) </a:t>
            </a:r>
          </a:p>
          <a:p>
            <a:pPr defTabSz="1343025" latinLnBrk="0">
              <a:tabLst>
                <a:tab pos="1162050" algn="l"/>
              </a:tabLst>
              <a:defRPr/>
            </a:pPr>
            <a:r>
              <a:rPr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                  ESWA </a:t>
            </a:r>
            <a:r>
              <a:rPr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법인 요청사항 </a:t>
            </a:r>
            <a:r>
              <a:rPr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: </a:t>
            </a:r>
            <a:r>
              <a:rPr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설비 </a:t>
            </a:r>
            <a:r>
              <a:rPr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Type (Normal / Long / Folding / ESS ) </a:t>
            </a:r>
            <a:r>
              <a:rPr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별 필터링 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기능 추가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, Daily Mailing 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시에도 반영</a:t>
            </a:r>
            <a:br>
              <a:rPr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    [ESMI2]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수율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통합 분석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/Drill down/Sameness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수평전개 완료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(~9/30),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다빈치 서버 복구 이후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11/18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이후로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Mailing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재진행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중</a:t>
            </a:r>
            <a:endParaRPr kumimoji="0" lang="en-US" altLang="ko-KR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  <a:p>
            <a:pPr lvl="0" defTabSz="1343025" latinLnBrk="0">
              <a:tabLst>
                <a:tab pos="1162050" algn="l"/>
              </a:tabLst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    [ESMI] (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수율외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) L&amp;S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가동율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레포트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복구 완료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(11/24)</a:t>
            </a:r>
            <a:endParaRPr lang="en-US" altLang="ko-KR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  <a:p>
            <a:pPr lvl="0" defTabSz="1343025" latinLnBrk="0">
              <a:tabLst>
                <a:tab pos="1162050" algn="l"/>
              </a:tabLst>
              <a:defRPr/>
            </a:pP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                (</a:t>
            </a:r>
            <a:r>
              <a:rPr lang="ko-KR" altLang="en-US" sz="1000" kern="0" dirty="0" err="1">
                <a:latin typeface="Arial Narrow"/>
                <a:ea typeface="LG스마트체 Regular"/>
                <a:cs typeface="Arial"/>
              </a:rPr>
              <a:t>수율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) </a:t>
            </a:r>
            <a:r>
              <a:rPr lang="ko-KR" altLang="en-US" sz="1000" kern="0" dirty="0" err="1">
                <a:latin typeface="Arial Narrow"/>
                <a:ea typeface="LG스마트체 Regular"/>
                <a:cs typeface="Arial"/>
              </a:rPr>
              <a:t>라미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 위치불량 </a:t>
            </a:r>
            <a:r>
              <a:rPr lang="ko-KR" altLang="en-US" sz="1000" kern="0" dirty="0" err="1">
                <a:latin typeface="Arial Narrow"/>
                <a:ea typeface="LG스마트체 Regular"/>
                <a:cs typeface="Arial"/>
              </a:rPr>
              <a:t>레포트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 복구 완료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(MI1 : 12/02 , MI2 : 11/25)</a:t>
            </a:r>
            <a:endParaRPr lang="en-US" altLang="ko-KR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  <a:p>
            <a:pPr lvl="0" defTabSz="1343025" latinLnBrk="0">
              <a:tabLst>
                <a:tab pos="1162050" algn="l"/>
              </a:tabLst>
              <a:defRPr/>
            </a:pP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   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[ESMI Lansing]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전극 기준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수율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통합 분석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/Drill down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수평전개 완료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(~9/19),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다빈치 서버 복구 후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수율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통합 분석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Report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복구 완료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(11/25)</a:t>
            </a:r>
            <a:endParaRPr lang="en-US" altLang="ko-KR" sz="1000" kern="0" dirty="0">
              <a:latin typeface="Arial Narrow"/>
              <a:ea typeface="LG스마트체 Regular"/>
              <a:cs typeface="Arial"/>
            </a:endParaRPr>
          </a:p>
          <a:p>
            <a:pPr lvl="0" defTabSz="1343025" latinLnBrk="0">
              <a:tabLst>
                <a:tab pos="1162050" algn="l"/>
              </a:tabLst>
              <a:defRPr/>
            </a:pP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                              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법인 관계자 대상 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Daily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 </a:t>
            </a:r>
            <a:r>
              <a:rPr lang="ko-KR" altLang="en-US" sz="1000" kern="0" dirty="0" err="1">
                <a:latin typeface="Arial Narrow"/>
                <a:ea typeface="LG스마트체 Regular"/>
                <a:cs typeface="Arial"/>
              </a:rPr>
              <a:t>메일링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 진행 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(12/04~)	</a:t>
            </a:r>
            <a:br>
              <a:rPr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    [ESGM2]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수율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통합 분석 수평전개 완료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(9/18) </a:t>
            </a:r>
            <a:endParaRPr kumimoji="0" lang="en-US" altLang="ko-KR" sz="4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  <a:p>
            <a:pPr marL="0" marR="0" lvl="0" indent="0" algn="l" defTabSz="134302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162050" algn="l"/>
              </a:tabLst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    [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원통형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NFF-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생산에서 요청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]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수율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통합 분석 수평전개 완료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(9/19),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가동률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(COT~WSH)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구축 완료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(9/30)</a:t>
            </a:r>
            <a:endParaRPr kumimoji="0" lang="en-US" altLang="ko-KR" sz="4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  <a:p>
            <a:pPr marL="0" marR="0" lvl="0" indent="0" algn="l" defTabSz="134302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162050" algn="l"/>
              </a:tabLst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    [ESHD-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법인에서 요청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]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수율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통합 분석 수평전개 완료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(10/13)   *. 11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월 말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Target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구축 예정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조립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SOP : ‘26.2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월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</a:t>
            </a:r>
            <a:br>
              <a:rPr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                 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ㄴ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ESHD MC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공정기술팀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ESMI2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방문시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ESMI2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에서 벤치마킹 목적으로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공유받아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ESHD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법인에서 요청</a:t>
            </a:r>
            <a:endParaRPr kumimoji="0" lang="en-US" altLang="ko-KR" sz="4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  <a:p>
            <a:pPr marL="0" marR="0" lvl="0" indent="0" algn="l" defTabSz="134302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162050" algn="l"/>
              </a:tabLst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    [ESST-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법인에서 요청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]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수율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통합 분석 수평전개 완료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(10/14)   *.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주요 불량 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Drill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 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down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 분석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12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월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Target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구축 예정</a:t>
            </a:r>
            <a:br>
              <a:rPr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               </a:t>
            </a:r>
            <a:br>
              <a:rPr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 </a:t>
            </a:r>
            <a:endParaRPr lang="en-US" altLang="ko-KR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  <a:p>
            <a:pPr marL="0" marR="0" lvl="0" indent="0" algn="l" defTabSz="134302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162050" algn="l"/>
              </a:tabLst>
              <a:defRPr/>
            </a:pPr>
            <a:r>
              <a:rPr kumimoji="0" lang="en-US" altLang="ko-KR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[</a:t>
            </a:r>
            <a:r>
              <a:rPr kumimoji="0" lang="ko-KR" altLang="en-US" sz="1000" b="1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수율</a:t>
            </a: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통합 분석 </a:t>
            </a:r>
            <a:r>
              <a:rPr kumimoji="0" lang="en-US" altLang="ko-KR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Solution </a:t>
            </a: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고도화</a:t>
            </a:r>
            <a:r>
              <a:rPr kumimoji="0" lang="en-US" altLang="ko-KR" sz="1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]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   </a:t>
            </a:r>
            <a:endParaRPr lang="en-US" altLang="ko-KR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  <a:p>
            <a:pPr marL="0" marR="0" lvl="0" indent="0" algn="l" defTabSz="134302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162050" algn="l"/>
              </a:tabLst>
              <a:defRPr/>
            </a:pP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-.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수율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통합 분석 솔루션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- AI Agent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를 통한 불량분석 효율화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(w./DAVINCI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팀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)</a:t>
            </a:r>
            <a:br>
              <a:rPr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 [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진행사항</a:t>
            </a:r>
            <a:r>
              <a:rPr lang="en-US" altLang="ko-KR" sz="1000" kern="0" dirty="0">
                <a:latin typeface="Arial Narrow"/>
                <a:ea typeface="LG스마트체 Regular"/>
                <a:cs typeface="Arial"/>
              </a:rPr>
              <a:t>] phase2 -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불량 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현상파악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Logic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보완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(11/17),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인자 분석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Logic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반영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(11/24), LOSS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 데이터</a:t>
            </a:r>
            <a:r>
              <a:rPr lang="ko-KR" altLang="en-US" sz="1000" kern="0" dirty="0">
                <a:latin typeface="Arial Narrow"/>
                <a:ea typeface="LG스마트체 Regular"/>
                <a:cs typeface="Arial"/>
              </a:rPr>
              <a:t> 연계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(12/02),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rPr>
              <a:t>추가 기능 구현 중</a:t>
            </a:r>
            <a:endParaRPr kumimoji="0" lang="en-US" altLang="ko-KR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  <a:p>
            <a:pPr marL="0" marR="0" lvl="0" indent="0" algn="l" defTabSz="134302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162050" algn="l"/>
              </a:tabLst>
              <a:defRPr/>
            </a:pPr>
            <a:endParaRPr lang="en-US" altLang="ko-KR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  <a:p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E77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모델 대상으로 진행한 불량분석 내용들</a:t>
            </a:r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(human)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과 자동분석 결과</a:t>
            </a:r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(agent)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내용을 비교하며 정합성 검증</a:t>
            </a:r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/ 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추가 고도화 작업 진행</a:t>
            </a:r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</a:p>
          <a:p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*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정합성 고도화 측면</a:t>
            </a:r>
            <a:endParaRPr lang="en-US" altLang="ko-KR" sz="1000" kern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1.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원인인자 해석</a:t>
            </a:r>
            <a:endParaRPr lang="en-US" altLang="ko-KR" sz="1000" kern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</a:t>
            </a:r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유의인자 </a:t>
            </a:r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top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항목 위주의 해석  → 일자별로 추론된 유의 인자들의 중복성을 먼저 고려하여 해석에 활용하도록 보완</a:t>
            </a:r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(~12/19)</a:t>
            </a:r>
          </a:p>
          <a:p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2.Loss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항목 분석 내용 해석</a:t>
            </a:r>
            <a:endParaRPr lang="en-US" altLang="ko-KR" sz="1000" kern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x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축불량과 </a:t>
            </a:r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y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축 불량에 대한 구분 없이</a:t>
            </a:r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나열되고 있음 → </a:t>
            </a:r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x/y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축 불량 분석 시 </a:t>
            </a:r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loss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항목도 분기 처리하여 주요 시점에서의 특이사항만 추천하도록 보완 </a:t>
            </a:r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(12/15)</a:t>
            </a:r>
          </a:p>
          <a:p>
            <a:endParaRPr lang="en-US" altLang="ko-KR" sz="1000" kern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*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추가 고도화</a:t>
            </a:r>
            <a:endParaRPr lang="en-US" altLang="ko-KR" sz="1000" kern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1.Trend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이미지 해석 내용 추가 진행 </a:t>
            </a:r>
            <a:endParaRPr lang="en-US" altLang="ko-KR" sz="1000" kern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: </a:t>
            </a:r>
            <a:r>
              <a:rPr lang="ko-KR" altLang="en-US" sz="1000" kern="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불량율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변화</a:t>
            </a:r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-SV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00" kern="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비교시</a:t>
            </a:r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트랜드 이미지를 생성하고 해석한 내용을 최종 </a:t>
            </a:r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output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에 추가하였음</a:t>
            </a:r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 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불량 변화 주요 시점에서의 </a:t>
            </a:r>
            <a:r>
              <a:rPr lang="en-US" altLang="ko-KR" sz="1000" kern="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sv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값 변화</a:t>
            </a:r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변경횟수 포함 </a:t>
            </a:r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) (12/15)</a:t>
            </a:r>
          </a:p>
          <a:p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  PV</a:t>
            </a:r>
            <a:r>
              <a:rPr lang="ko-KR" altLang="en-US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값도 연계 진행 중에 있음</a:t>
            </a:r>
            <a:r>
              <a:rPr lang="en-US" altLang="ko-KR" sz="10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. (~12/19)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D3EDB68-F13E-2D72-326B-E68EF923D5D8}"/>
              </a:ext>
            </a:extLst>
          </p:cNvPr>
          <p:cNvSpPr txBox="1"/>
          <p:nvPr/>
        </p:nvSpPr>
        <p:spPr>
          <a:xfrm>
            <a:off x="7194455" y="2687643"/>
            <a:ext cx="2315903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defTabSz="1343025" latinLnBrk="0">
              <a:tabLst>
                <a:tab pos="1162050" algn="l"/>
              </a:tabLst>
              <a:defRPr/>
            </a:pPr>
            <a:r>
              <a:rPr lang="en-US" altLang="ko-KR" sz="1000" kern="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Arial"/>
              </a:rPr>
              <a:t>[</a:t>
            </a:r>
            <a:r>
              <a:rPr lang="ko-KR" altLang="en-US" sz="1000" kern="0" err="1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Arial"/>
              </a:rPr>
              <a:t>수율</a:t>
            </a:r>
            <a:r>
              <a:rPr lang="ko-KR" altLang="en-US" sz="1000" kern="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Arial"/>
              </a:rPr>
              <a:t> 통합 분석 </a:t>
            </a:r>
            <a:r>
              <a:rPr lang="en-US" altLang="ko-KR" sz="1000" kern="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Arial"/>
              </a:rPr>
              <a:t>Solution </a:t>
            </a:r>
            <a:r>
              <a:rPr lang="ko-KR" altLang="en-US" sz="1000" kern="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Arial"/>
              </a:rPr>
              <a:t>수평전개 현황</a:t>
            </a:r>
            <a:r>
              <a:rPr lang="en-US" altLang="ko-KR" sz="1000" kern="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Arial"/>
              </a:rPr>
              <a:t>]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654BCC3-9C84-004B-8BFF-8679B4A8FEDF}"/>
              </a:ext>
            </a:extLst>
          </p:cNvPr>
          <p:cNvSpPr txBox="1"/>
          <p:nvPr/>
        </p:nvSpPr>
        <p:spPr>
          <a:xfrm>
            <a:off x="6798815" y="4785269"/>
            <a:ext cx="3107185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sz="800" b="1" kern="0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MI</a:t>
            </a:r>
            <a:r>
              <a:rPr kumimoji="1" lang="ko-KR" altLang="en-US" sz="800" b="1" kern="0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서버 복귀 이후</a:t>
            </a:r>
            <a:r>
              <a:rPr kumimoji="1" lang="en-US" altLang="ko-KR" sz="800" b="1" kern="0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, </a:t>
            </a:r>
            <a:r>
              <a:rPr kumimoji="1" lang="ko-KR" altLang="en-US" sz="800" b="1" kern="0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불량분석에 우선순위가 높은 항목들 부터 재작업 진행</a:t>
            </a:r>
            <a:endParaRPr lang="ko-KR" altLang="en-US" sz="1400" b="1">
              <a:solidFill>
                <a:srgbClr val="006600"/>
              </a:solidFill>
              <a:latin typeface="Arial Narrow"/>
              <a:ea typeface="LG스마트체 Regular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73A3AF91-63B3-634C-B723-8CE6B7EF4C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426861"/>
              </p:ext>
            </p:extLst>
          </p:nvPr>
        </p:nvGraphicFramePr>
        <p:xfrm>
          <a:off x="6924486" y="2933864"/>
          <a:ext cx="2702665" cy="1840230"/>
        </p:xfrm>
        <a:graphic>
          <a:graphicData uri="http://schemas.openxmlformats.org/drawingml/2006/table">
            <a:tbl>
              <a:tblPr/>
              <a:tblGrid>
                <a:gridCol w="460197">
                  <a:extLst>
                    <a:ext uri="{9D8B030D-6E8A-4147-A177-3AD203B41FA5}">
                      <a16:colId xmlns:a16="http://schemas.microsoft.com/office/drawing/2014/main" val="3077415916"/>
                    </a:ext>
                  </a:extLst>
                </a:gridCol>
                <a:gridCol w="918716">
                  <a:extLst>
                    <a:ext uri="{9D8B030D-6E8A-4147-A177-3AD203B41FA5}">
                      <a16:colId xmlns:a16="http://schemas.microsoft.com/office/drawing/2014/main" val="188197894"/>
                    </a:ext>
                  </a:extLst>
                </a:gridCol>
                <a:gridCol w="376220">
                  <a:extLst>
                    <a:ext uri="{9D8B030D-6E8A-4147-A177-3AD203B41FA5}">
                      <a16:colId xmlns:a16="http://schemas.microsoft.com/office/drawing/2014/main" val="2888397818"/>
                    </a:ext>
                  </a:extLst>
                </a:gridCol>
                <a:gridCol w="376220">
                  <a:extLst>
                    <a:ext uri="{9D8B030D-6E8A-4147-A177-3AD203B41FA5}">
                      <a16:colId xmlns:a16="http://schemas.microsoft.com/office/drawing/2014/main" val="255481631"/>
                    </a:ext>
                  </a:extLst>
                </a:gridCol>
                <a:gridCol w="571312">
                  <a:extLst>
                    <a:ext uri="{9D8B030D-6E8A-4147-A177-3AD203B41FA5}">
                      <a16:colId xmlns:a16="http://schemas.microsoft.com/office/drawing/2014/main" val="3877854986"/>
                    </a:ext>
                  </a:extLst>
                </a:gridCol>
              </a:tblGrid>
              <a:tr h="49442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항목</a:t>
                      </a:r>
                      <a:endParaRPr 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MI 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MI(Lansing)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7240800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수율 통합 분석</a:t>
                      </a:r>
                      <a:endParaRPr 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kern="1200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kern="1200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700" b="0" i="0" u="none" strike="noStrike" kern="1200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(11/18)</a:t>
                      </a:r>
                      <a:endParaRPr 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7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(11/25)</a:t>
                      </a:r>
                      <a:endParaRPr 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20077935"/>
                  </a:ext>
                </a:extLst>
              </a:tr>
              <a:tr h="49442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Daily Mailing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700" b="0" i="0" u="none" strike="noStrike" kern="1200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(9/8~)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 dirty="0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700" b="0" i="0" u="none" strike="noStrike" kern="1200" dirty="0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(11/18)</a:t>
                      </a:r>
                      <a:endParaRPr lang="en-US" altLang="ko-KR" sz="7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(12/04)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41107754"/>
                  </a:ext>
                </a:extLst>
              </a:tr>
              <a:tr h="49442">
                <a:tc rowSpan="7"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Drill Down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코터</a:t>
                      </a:r>
                      <a:r>
                        <a:rPr lang="ko-KR" altLang="en-US" sz="800" b="0" i="0" u="none" strike="noStrike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재조건조정</a:t>
                      </a:r>
                      <a:endParaRPr 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9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 dirty="0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lang="en-US" altLang="ko-KR" sz="700" b="0" i="0" u="none" strike="noStrike" kern="1200" dirty="0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9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en-US" altLang="ko-KR" sz="5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9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en-US" altLang="ko-KR" sz="5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10700708"/>
                  </a:ext>
                </a:extLst>
              </a:tr>
              <a:tr h="113336">
                <a:tc v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ko-KR" altLang="en-US" sz="800" b="0" i="0" u="none" strike="noStrike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NG</a:t>
                      </a:r>
                      <a:r>
                        <a:rPr lang="ko-KR" altLang="en-US" sz="800" b="0" i="0" u="none" strike="noStrike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마킹</a:t>
                      </a:r>
                      <a:endParaRPr 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lang="en-US" altLang="ko-KR" sz="700" b="0" i="0" u="none" strike="noStrike" kern="1200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en-US" altLang="ko-KR" sz="5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en-US" altLang="ko-KR" sz="5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3814925"/>
                  </a:ext>
                </a:extLst>
              </a:tr>
              <a:tr h="49442">
                <a:tc v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</a:t>
                      </a:r>
                      <a:r>
                        <a:rPr lang="ko-KR" altLang="en-US" sz="800" b="0" i="0" u="none" strike="noStrike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위치</a:t>
                      </a:r>
                      <a:endParaRPr 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lang="en-US" altLang="ko-KR" sz="700" b="0" i="0" u="none" strike="noStrike" kern="1200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7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(11/25)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SOP : ’26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25822123"/>
                  </a:ext>
                </a:extLst>
              </a:tr>
              <a:tr h="49442">
                <a:tc v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스태킹 모노세파</a:t>
                      </a:r>
                      <a:endParaRPr 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lang="en-US" altLang="ko-KR" sz="700" b="0" i="0" u="none" strike="noStrike" kern="1200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7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(11/24)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SOP : ’26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45317991"/>
                  </a:ext>
                </a:extLst>
              </a:tr>
              <a:tr h="49442">
                <a:tc v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활성화 절연저항</a:t>
                      </a:r>
                      <a:endParaRPr 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lang="en-US" altLang="ko-KR" sz="700" b="0" i="0" u="none" strike="noStrike" kern="1200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9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en-US" altLang="ko-KR" sz="5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SOP : ’26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1486534"/>
                  </a:ext>
                </a:extLst>
              </a:tr>
              <a:tr h="49442">
                <a:tc v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활성화 </a:t>
                      </a:r>
                      <a:r>
                        <a:rPr lang="ko-KR" altLang="en-US" sz="800" b="0" i="0" u="none" strike="noStrike" err="1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저전압</a:t>
                      </a:r>
                      <a:endParaRPr 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lang="en-US" altLang="ko-KR" sz="700" b="0" i="0" u="none" strike="noStrike" kern="1200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SOP : ’26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9209047"/>
                  </a:ext>
                </a:extLst>
              </a:tr>
              <a:tr h="49442">
                <a:tc v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0" i="0" u="none" strike="noStrike" err="1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수율</a:t>
                      </a:r>
                      <a:r>
                        <a:rPr lang="ko-KR" altLang="en-US" sz="800" b="0" i="0" u="none" strike="noStrike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외</a:t>
                      </a:r>
                      <a:r>
                        <a:rPr lang="en-US" altLang="ko-KR" sz="800" b="0" i="0" u="none" strike="noStrike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L&amp;S </a:t>
                      </a:r>
                      <a:r>
                        <a:rPr lang="ko-KR" altLang="en-US" sz="800" b="0" i="0" u="none" strike="noStrike" err="1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가동율</a:t>
                      </a:r>
                      <a:endParaRPr 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lang="en-US" altLang="ko-KR" sz="700" b="0" i="0" u="none" strike="noStrike" kern="1200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7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(11/24)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11/4~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441232"/>
                  </a:ext>
                </a:extLst>
              </a:tr>
              <a:tr h="49442">
                <a:tc rowSpan="4"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Sameness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노칭</a:t>
                      </a:r>
                      <a:endParaRPr 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lang="en-US" altLang="ko-KR" sz="700" b="0" i="0" u="none" strike="noStrike" kern="1200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9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0242787"/>
                  </a:ext>
                </a:extLst>
              </a:tr>
              <a:tr h="49442">
                <a:tc v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</a:t>
                      </a:r>
                      <a:endParaRPr 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lang="en-US" altLang="ko-KR" sz="700" b="0" i="0" u="none" strike="noStrike" kern="1200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9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SOP : ’26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9841974"/>
                  </a:ext>
                </a:extLst>
              </a:tr>
              <a:tr h="49442">
                <a:tc v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스태킹</a:t>
                      </a:r>
                      <a:endParaRPr 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lang="en-US" altLang="ko-KR" sz="700" b="0" i="0" u="none" strike="noStrike" kern="1200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9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SOP : ’26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3512879"/>
                  </a:ext>
                </a:extLst>
              </a:tr>
              <a:tr h="49442">
                <a:tc v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패키지</a:t>
                      </a:r>
                      <a:endParaRPr 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>
                          <a:solidFill>
                            <a:sysClr val="windowText" lastClr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lang="en-US" altLang="ko-KR" sz="700" b="0" i="0" u="none" strike="noStrike" kern="1200">
                        <a:solidFill>
                          <a:sysClr val="windowText" lastClr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9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SOP : ’26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136586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E2EBE7D-DDC3-97AF-1560-59ACDD24D5D3}"/>
              </a:ext>
            </a:extLst>
          </p:cNvPr>
          <p:cNvSpPr txBox="1"/>
          <p:nvPr/>
        </p:nvSpPr>
        <p:spPr>
          <a:xfrm>
            <a:off x="4160176" y="1860420"/>
            <a:ext cx="983644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ko-KR" altLang="en-US" sz="700" b="1" kern="0" dirty="0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┌</a:t>
            </a:r>
            <a:r>
              <a:rPr kumimoji="1" lang="en-US" altLang="ko-KR" sz="700" b="1" kern="0" dirty="0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&gt;</a:t>
            </a:r>
            <a:r>
              <a:rPr kumimoji="1" lang="ko-KR" altLang="en-US" sz="700" b="1" kern="0" dirty="0" err="1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가감속</a:t>
            </a:r>
            <a:r>
              <a:rPr kumimoji="1" lang="ko-KR" altLang="en-US" sz="700" b="1" kern="0" dirty="0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 </a:t>
            </a:r>
            <a:r>
              <a:rPr kumimoji="1" lang="en-US" altLang="ko-KR" sz="700" b="1" kern="0" dirty="0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logic</a:t>
            </a:r>
            <a:r>
              <a:rPr kumimoji="1" lang="ko-KR" altLang="en-US" sz="700" b="1" kern="0" dirty="0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제외</a:t>
            </a:r>
            <a:endParaRPr kumimoji="1" lang="en-US" altLang="ko-KR" sz="800" b="1" kern="0" dirty="0">
              <a:solidFill>
                <a:srgbClr val="006600"/>
              </a:solidFill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72448725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435401" y="418066"/>
            <a:ext cx="1301639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이상익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,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서동민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8515902"/>
              </p:ext>
            </p:extLst>
          </p:nvPr>
        </p:nvGraphicFramePr>
        <p:xfrm>
          <a:off x="125047" y="840840"/>
          <a:ext cx="9644176" cy="5955892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587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20179">
                <a:tc rowSpan="2"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대외 진행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수율 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안정화 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출장 대응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 데이터 통합분석팀 출장자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(WA L&amp;S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수율안정화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복귀하였으며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12/15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결과보고 진행 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L&amp;S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공정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수율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개선을 위한 법인 출장 대응 진행 현황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활동 진행사항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-. WA L&amp;S </a:t>
                      </a:r>
                      <a:r>
                        <a:rPr kumimoji="1" lang="ko-KR" altLang="en-US" sz="900" kern="0" dirty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수율</a:t>
                      </a:r>
                      <a:r>
                        <a:rPr kumimoji="1" lang="ko-KR" altLang="en-US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안정화 지원 목적 출장 대응 현황</a:t>
                      </a:r>
                      <a:endParaRPr kumimoji="1" lang="en-US" altLang="ko-KR" sz="90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b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b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b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b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b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endParaRPr kumimoji="1" lang="en-US" altLang="ko-KR" sz="90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b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endParaRPr kumimoji="1" lang="en-US" altLang="ko-KR" sz="90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-.MI2</a:t>
                      </a:r>
                      <a:r>
                        <a:rPr kumimoji="1" lang="ko-KR" altLang="en-US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동</a:t>
                      </a:r>
                      <a: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L&amp;S </a:t>
                      </a:r>
                      <a:r>
                        <a:rPr kumimoji="1" lang="ko-KR" altLang="en-US" sz="900" kern="0" dirty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수율</a:t>
                      </a:r>
                      <a:r>
                        <a:rPr kumimoji="1" lang="ko-KR" altLang="en-US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안정화 지원 목적 출장 대응</a:t>
                      </a:r>
                      <a:endParaRPr kumimoji="1" lang="en-US" altLang="ko-KR" sz="90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endParaRPr kumimoji="1" lang="en-US" altLang="ko-KR" sz="90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b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endParaRPr kumimoji="1" lang="en-US" altLang="ko-KR" sz="90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* </a:t>
                      </a:r>
                      <a:r>
                        <a:rPr kumimoji="1" lang="ko-KR" altLang="en-US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북미 출장 </a:t>
                      </a:r>
                      <a: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Issue</a:t>
                      </a:r>
                      <a:r>
                        <a:rPr kumimoji="1" lang="ko-KR" altLang="en-US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및 조기 복귀 가이드에 따른 출장 일정 조정</a:t>
                      </a:r>
                      <a: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</a:t>
                      </a:r>
                      <a:r>
                        <a:rPr kumimoji="1" lang="ko-KR" altLang="en-US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단축</a:t>
                      </a:r>
                      <a: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)(9/19 </a:t>
                      </a:r>
                      <a:r>
                        <a:rPr kumimoji="1" lang="ko-KR" altLang="en-US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→ </a:t>
                      </a:r>
                      <a: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9/10)</a:t>
                      </a:r>
                      <a:endParaRPr kumimoji="1" lang="en-US" altLang="ko-KR" sz="900" kern="0" dirty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수율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개선 출장 대응</a:t>
                      </a:r>
                      <a:b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‘~25.12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서준효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이상익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박태욱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김종우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하현수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이찬혁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홍진표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박형식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  <a:tr h="1872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대외</a:t>
                      </a: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진행 현황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9/30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일자에 생산센터장님께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MI2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수율 진행 현황 보고 진행하였습니다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활동 진행사항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수율 통합 분석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Solution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대외 보고 및 활용성 확보를 위한 유관부서 공청회</a:t>
                      </a:r>
                      <a:b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-.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자동차생산센터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(3/23, 6/18)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및 자동차 생산센터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’25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년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System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운영 주요 과제 진척 현황 보고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(’25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년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1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월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~ 6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월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Agenda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포함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 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-. ESGM1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설명회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(2/11),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제조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DX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그룹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–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품질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/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생산센터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W/S Agenda(3/26), ESWA/ESNB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설명회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(2/20), ESWA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전극 그룹 대상 설명회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(4/29) 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-.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제조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DX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그룹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CEO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님 보고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(7/16) * Agenda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포함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ESMI2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설명회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(7/28)  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-.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원통형 생산센터 보고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(9/2) 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-. ESS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개발그룹 대상 다빈치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BP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공유회 진행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(9/17) * Agenda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포함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수율 통합 분석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Solution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및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E161A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및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E77A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개발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Issue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분석 사례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  <a:b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-.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소형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/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자동차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/Pack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양산 품질 부문 공유회 진행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(9/24)</a:t>
                      </a:r>
                      <a:b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-. MI2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수율 현황 생산센터장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1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차 보고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(9/30)</a:t>
                      </a:r>
                      <a:b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    *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진행중인 라미 위치 불량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6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건 보고 중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5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건에 대해 타 설비 및 타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Site(ESWA/ESGM)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에 동일 현상 발생 점검 코멘트 </a:t>
                      </a:r>
                      <a:b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-.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MI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수율 현황 생산센터장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2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차 보고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(10/21) 2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차 보고</a:t>
                      </a: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    * Comment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사항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: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데이터 현상 분석 외에도 원인파악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/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지속 관리 측면 고민 필요하고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이런 관점에서 인자 발굴 활동 강화해달라는 말씀이 있었습니다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-.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수율 통합 분석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CEO Tea time(10/28,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파크원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  * AI/DX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활용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/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접목하여 업무 효율↑ 부분들 언급하셨습니다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  <a:endParaRPr kumimoji="1" lang="en-US" altLang="ko-KR" sz="90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서동민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조은지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최재호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임성묵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강주예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MI1 : </a:t>
                      </a:r>
                    </a:p>
                    <a:p>
                      <a:pPr algn="ctr" latinLnBrk="1"/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이찬혁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MI2 : </a:t>
                      </a:r>
                    </a:p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홍진표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6945524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138178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대외 진행 현황</a:t>
            </a:r>
            <a:r>
              <a:rPr lang="en-US" altLang="ko-KR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]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71E9E3C7-3268-4561-8B8B-5C7C861839A8}"/>
              </a:ext>
            </a:extLst>
          </p:cNvPr>
          <p:cNvSpPr/>
          <p:nvPr/>
        </p:nvSpPr>
        <p:spPr>
          <a:xfrm>
            <a:off x="108658" y="1225594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CDO/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그룹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C39962-AED9-0FD6-7F0C-29A8FBE67A4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12</a:t>
            </a:r>
            <a:r>
              <a:rPr lang="en-US" altLang="ko-KR" sz="1100" dirty="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/16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(</a:t>
            </a:r>
            <a:r>
              <a:rPr lang="ko-KR" altLang="en-US" sz="1100" dirty="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화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16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20A2E31-7328-69D6-106E-049469E24E40}"/>
              </a:ext>
            </a:extLst>
          </p:cNvPr>
          <p:cNvSpPr txBox="1"/>
          <p:nvPr/>
        </p:nvSpPr>
        <p:spPr>
          <a:xfrm>
            <a:off x="141316" y="1379522"/>
            <a:ext cx="791191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A3D61C03-D55B-4E21-8B1C-3A5E062F14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3457720"/>
              </p:ext>
            </p:extLst>
          </p:nvPr>
        </p:nvGraphicFramePr>
        <p:xfrm>
          <a:off x="1453396" y="1932101"/>
          <a:ext cx="7200000" cy="2059596"/>
        </p:xfrm>
        <a:graphic>
          <a:graphicData uri="http://schemas.openxmlformats.org/drawingml/2006/table">
            <a:tbl>
              <a:tblPr/>
              <a:tblGrid>
                <a:gridCol w="432000">
                  <a:extLst>
                    <a:ext uri="{9D8B030D-6E8A-4147-A177-3AD203B41FA5}">
                      <a16:colId xmlns:a16="http://schemas.microsoft.com/office/drawing/2014/main" val="765858585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35670612"/>
                    </a:ext>
                  </a:extLst>
                </a:gridCol>
                <a:gridCol w="2327768">
                  <a:extLst>
                    <a:ext uri="{9D8B030D-6E8A-4147-A177-3AD203B41FA5}">
                      <a16:colId xmlns:a16="http://schemas.microsoft.com/office/drawing/2014/main" val="670257715"/>
                    </a:ext>
                  </a:extLst>
                </a:gridCol>
                <a:gridCol w="2388232">
                  <a:extLst>
                    <a:ext uri="{9D8B030D-6E8A-4147-A177-3AD203B41FA5}">
                      <a16:colId xmlns:a16="http://schemas.microsoft.com/office/drawing/2014/main" val="1300290004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173444998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1376383239"/>
                    </a:ext>
                  </a:extLst>
                </a:gridCol>
              </a:tblGrid>
              <a:tr h="32430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세부 일정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출장자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타 담당 출장자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 보고</a:t>
                      </a:r>
                      <a:b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법인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 보고</a:t>
                      </a:r>
                      <a:b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제조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DX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그룹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3419105"/>
                  </a:ext>
                </a:extLst>
              </a:tr>
              <a:tr h="16881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25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25.01.03~02.08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서준효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P,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김종우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S,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하현수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자동보정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: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김태욱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A, FDC DX :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곽인철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P,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홍유경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‘25.02.06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‘25.02.10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53204"/>
                  </a:ext>
                </a:extLst>
              </a:tr>
              <a:tr h="16881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25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25.02.07~03.15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문지문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P,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박형식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자동보정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: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최문석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P, FDC DX :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김영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‘25.03.13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‘25.03.18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84840673"/>
                  </a:ext>
                </a:extLst>
              </a:tr>
              <a:tr h="16881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25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‘25.03.11~04.19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이상익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P,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홍진표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자동보정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: </a:t>
                      </a:r>
                      <a:r>
                        <a:rPr lang="ko-KR" altLang="en-US" sz="800" b="0" i="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임형찬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S, FDC DX : </a:t>
                      </a:r>
                      <a:r>
                        <a:rPr lang="ko-KR" altLang="en-US" sz="800" b="0" i="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황석범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‘25.04.17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‘25.04.23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2306959"/>
                  </a:ext>
                </a:extLst>
              </a:tr>
              <a:tr h="16881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25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‘25.04.18~05.17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서준효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P,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이찬혁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A,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박위대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TL(5/1~31)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‘25.05.15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‘25.05.27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0411152"/>
                  </a:ext>
                </a:extLst>
              </a:tr>
              <a:tr h="16881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25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‘25.05.16~06.21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박태욱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S,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하현수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자동보정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: </a:t>
                      </a:r>
                      <a:r>
                        <a:rPr lang="ko-KR" altLang="en-US" sz="800" b="0" i="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임형찬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‘25.06.19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‘25.06.26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064590"/>
                  </a:ext>
                </a:extLst>
              </a:tr>
              <a:tr h="16881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25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6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‘25.06.20~07.25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박위대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TL/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김종우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S(6/18~ ),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이상익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P,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김민희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자동보정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: </a:t>
                      </a:r>
                      <a:r>
                        <a:rPr lang="ko-KR" altLang="en-US" sz="800" b="0" i="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성연욱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P,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김형원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A, FDC DX : </a:t>
                      </a:r>
                      <a:r>
                        <a:rPr lang="ko-KR" altLang="en-US" sz="800" b="0" i="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김찬호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S,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김병찬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‘25.07.23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‘25.07.29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89979138"/>
                  </a:ext>
                </a:extLst>
              </a:tr>
              <a:tr h="16881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25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7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‘25.07.25~08.29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박위대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TL,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김종우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S,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이찬혁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A,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조은지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S(8/1~)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자동보정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: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이상협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A,</a:t>
                      </a:r>
                      <a:r>
                        <a:rPr lang="ko-KR" altLang="en-US" sz="800" b="0" i="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이기홍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A, FDC DX : </a:t>
                      </a:r>
                      <a:r>
                        <a:rPr lang="ko-KR" altLang="en-US" sz="800" b="0" i="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곽명선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S,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박재현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‘25.08.27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‘25.09.04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2109985"/>
                  </a:ext>
                </a:extLst>
              </a:tr>
              <a:tr h="16881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25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’25.08.29~10.02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서준효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P(~10/17),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박형식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‘25.10.15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‘25.10.21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0093694"/>
                  </a:ext>
                </a:extLst>
              </a:tr>
              <a:tr h="16881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25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’25.09.30~11.14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하현수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A,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이상익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P(10/15 ~ 11/14),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유연택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(10/20 ~ 10/31)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FDC DX :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황석범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S,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홍유경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A(10/24 ~ ),</a:t>
                      </a:r>
                      <a:b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자동보정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이기홍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A,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김형원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A(~11/15)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‘25.11.12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‘25.11.26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0147042"/>
                  </a:ext>
                </a:extLst>
              </a:tr>
              <a:tr h="90311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25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‘25.11.7~12.12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서동민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P,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최재호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A,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박태욱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S,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김종우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S(11/11 ~ )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다빈치팀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한승구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A(11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 말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~)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‘25.12.11</a:t>
                      </a:r>
                      <a:endParaRPr lang="en-US" altLang="ko-KR" sz="800" b="0" i="0" u="none" strike="noStrike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‘25.12.15</a:t>
                      </a:r>
                      <a:endParaRPr lang="en-US" altLang="ko-KR" sz="800" b="0" i="0" u="none" strike="noStrike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3436425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D09FA800-C084-8D80-B3D8-171ACB335D5E}"/>
              </a:ext>
            </a:extLst>
          </p:cNvPr>
          <p:cNvGraphicFramePr>
            <a:graphicFrameLocks noGrp="1"/>
          </p:cNvGraphicFramePr>
          <p:nvPr/>
        </p:nvGraphicFramePr>
        <p:xfrm>
          <a:off x="1468082" y="4198001"/>
          <a:ext cx="7185313" cy="384810"/>
        </p:xfrm>
        <a:graphic>
          <a:graphicData uri="http://schemas.openxmlformats.org/drawingml/2006/table">
            <a:tbl>
              <a:tblPr/>
              <a:tblGrid>
                <a:gridCol w="470446">
                  <a:extLst>
                    <a:ext uri="{9D8B030D-6E8A-4147-A177-3AD203B41FA5}">
                      <a16:colId xmlns:a16="http://schemas.microsoft.com/office/drawing/2014/main" val="765858585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235670612"/>
                    </a:ext>
                  </a:extLst>
                </a:gridCol>
                <a:gridCol w="2075688">
                  <a:extLst>
                    <a:ext uri="{9D8B030D-6E8A-4147-A177-3AD203B41FA5}">
                      <a16:colId xmlns:a16="http://schemas.microsoft.com/office/drawing/2014/main" val="670257715"/>
                    </a:ext>
                  </a:extLst>
                </a:gridCol>
                <a:gridCol w="2578608">
                  <a:extLst>
                    <a:ext uri="{9D8B030D-6E8A-4147-A177-3AD203B41FA5}">
                      <a16:colId xmlns:a16="http://schemas.microsoft.com/office/drawing/2014/main" val="1300290004"/>
                    </a:ext>
                  </a:extLst>
                </a:gridCol>
                <a:gridCol w="667512">
                  <a:extLst>
                    <a:ext uri="{9D8B030D-6E8A-4147-A177-3AD203B41FA5}">
                      <a16:colId xmlns:a16="http://schemas.microsoft.com/office/drawing/2014/main" val="3272831552"/>
                    </a:ext>
                  </a:extLst>
                </a:gridCol>
                <a:gridCol w="661539">
                  <a:extLst>
                    <a:ext uri="{9D8B030D-6E8A-4147-A177-3AD203B41FA5}">
                      <a16:colId xmlns:a16="http://schemas.microsoft.com/office/drawing/2014/main" val="3687874748"/>
                    </a:ext>
                  </a:extLst>
                </a:gridCol>
              </a:tblGrid>
              <a:tr h="13397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세부 일정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출장자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타 담당 출장자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 보고</a:t>
                      </a:r>
                      <a:b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법인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 보고</a:t>
                      </a:r>
                      <a:b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제조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DX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그룹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3419105"/>
                  </a:ext>
                </a:extLst>
              </a:tr>
              <a:tr h="99229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‘25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’25.8.14~9.10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최재호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A,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강주예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A,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홍진표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자동보정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이왕주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P,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FDC DX :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곽인철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P,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정현아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‘25.9.8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’25.09.15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009369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43005666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0509988"/>
              </p:ext>
            </p:extLst>
          </p:nvPr>
        </p:nvGraphicFramePr>
        <p:xfrm>
          <a:off x="125047" y="840840"/>
          <a:ext cx="9751856" cy="5782800"/>
        </p:xfrm>
        <a:graphic>
          <a:graphicData uri="http://schemas.openxmlformats.org/drawingml/2006/table">
            <a:tbl>
              <a:tblPr/>
              <a:tblGrid>
                <a:gridCol w="807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25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034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130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67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986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15108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Global site 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수평전개 </a:t>
                      </a:r>
                      <a:endParaRPr lang="en-US" altLang="ko-KR" sz="10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현황</a:t>
                      </a:r>
                      <a:endParaRPr lang="en-US" altLang="ko-KR" sz="10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수율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Global site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통합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수율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분석 체계 구축 현황은 아래와 같습니다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(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수율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통합 분석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 Drill Down / Sameness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분석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</a:p>
                    <a:p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금주 특이사항 없습니다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b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[Global Site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수평전개 현황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 </a:t>
                      </a: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향후 고도화 방향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-.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디빈치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관련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Bottle neck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사항 다빈치 팀과 협업 진행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</a:p>
                    <a:p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.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오토메이션 관련 부하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Issue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관련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데이터량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처리 과정 많은 경우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순차적 실행 필요한 경우 등 팀내 활용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W/F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조사 후 추가 검토 예정</a:t>
                      </a: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.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수평전개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고도화 후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version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동기화 관련 협업 진행 중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수평전개 용이하게 할 수 있도록 다빈치팀 지원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(11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월부터 격주 단위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CNS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담당자 배정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으로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</a:p>
                    <a:p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협업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진행토록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하겠습니다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(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수평전개 대상 대표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W/F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선정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코드 최적화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메일링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전처리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수집 실패 등 우선순위 선정 후 진행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: Sameness WF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부터 검토를 진행하였으나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Sameness WF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의 경우 구조가 비교적 간단하여 개선될 수 있는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Point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가 많지 않아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</a:p>
                    <a:p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   Lamination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위치 불량 분석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WF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를 추가로 검토 할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에정입니다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. MI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법인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DAVINCI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서버는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11/14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일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20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시부터 정상적으로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open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하였고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수율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report/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주요 불량분석 </a:t>
                      </a:r>
                      <a:r>
                        <a:rPr lang="en-US" altLang="ko-KR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wf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들에 대한 재작업 진행 중 입니다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  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`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(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화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) </a:t>
            </a:r>
            <a:r>
              <a:rPr lang="en-US" altLang="ko-KR" sz="1100" dirty="0">
                <a:solidFill>
                  <a:prstClr val="black"/>
                </a:solidFill>
                <a:ea typeface="LG스마트체 Regular" panose="020B0600000101010101" pitchFamily="50" charset="-127"/>
              </a:rPr>
              <a:t>16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서동민 책임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3" name="내용 개체 틀 20"/>
          <p:cNvSpPr txBox="1">
            <a:spLocks/>
          </p:cNvSpPr>
          <p:nvPr/>
        </p:nvSpPr>
        <p:spPr>
          <a:xfrm>
            <a:off x="108658" y="612730"/>
            <a:ext cx="5721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수율 통합 분석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Solution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구축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_Global site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구축 현황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(1 / 2) ]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24D9821D-E40C-4362-A605-161229E262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5438478"/>
              </p:ext>
            </p:extLst>
          </p:nvPr>
        </p:nvGraphicFramePr>
        <p:xfrm>
          <a:off x="1405606" y="1718124"/>
          <a:ext cx="7202923" cy="3655199"/>
        </p:xfrm>
        <a:graphic>
          <a:graphicData uri="http://schemas.openxmlformats.org/drawingml/2006/table">
            <a:tbl>
              <a:tblPr/>
              <a:tblGrid>
                <a:gridCol w="295150">
                  <a:extLst>
                    <a:ext uri="{9D8B030D-6E8A-4147-A177-3AD203B41FA5}">
                      <a16:colId xmlns:a16="http://schemas.microsoft.com/office/drawing/2014/main" val="2170986636"/>
                    </a:ext>
                  </a:extLst>
                </a:gridCol>
                <a:gridCol w="716087">
                  <a:extLst>
                    <a:ext uri="{9D8B030D-6E8A-4147-A177-3AD203B41FA5}">
                      <a16:colId xmlns:a16="http://schemas.microsoft.com/office/drawing/2014/main" val="1842947573"/>
                    </a:ext>
                  </a:extLst>
                </a:gridCol>
                <a:gridCol w="367744">
                  <a:extLst>
                    <a:ext uri="{9D8B030D-6E8A-4147-A177-3AD203B41FA5}">
                      <a16:colId xmlns:a16="http://schemas.microsoft.com/office/drawing/2014/main" val="2607165160"/>
                    </a:ext>
                  </a:extLst>
                </a:gridCol>
                <a:gridCol w="408959">
                  <a:extLst>
                    <a:ext uri="{9D8B030D-6E8A-4147-A177-3AD203B41FA5}">
                      <a16:colId xmlns:a16="http://schemas.microsoft.com/office/drawing/2014/main" val="668032468"/>
                    </a:ext>
                  </a:extLst>
                </a:gridCol>
                <a:gridCol w="1082927">
                  <a:extLst>
                    <a:ext uri="{9D8B030D-6E8A-4147-A177-3AD203B41FA5}">
                      <a16:colId xmlns:a16="http://schemas.microsoft.com/office/drawing/2014/main" val="952634913"/>
                    </a:ext>
                  </a:extLst>
                </a:gridCol>
                <a:gridCol w="739311">
                  <a:extLst>
                    <a:ext uri="{9D8B030D-6E8A-4147-A177-3AD203B41FA5}">
                      <a16:colId xmlns:a16="http://schemas.microsoft.com/office/drawing/2014/main" val="3443865182"/>
                    </a:ext>
                  </a:extLst>
                </a:gridCol>
                <a:gridCol w="441292">
                  <a:extLst>
                    <a:ext uri="{9D8B030D-6E8A-4147-A177-3AD203B41FA5}">
                      <a16:colId xmlns:a16="http://schemas.microsoft.com/office/drawing/2014/main" val="1878270183"/>
                    </a:ext>
                  </a:extLst>
                </a:gridCol>
                <a:gridCol w="441292">
                  <a:extLst>
                    <a:ext uri="{9D8B030D-6E8A-4147-A177-3AD203B41FA5}">
                      <a16:colId xmlns:a16="http://schemas.microsoft.com/office/drawing/2014/main" val="1392339983"/>
                    </a:ext>
                  </a:extLst>
                </a:gridCol>
                <a:gridCol w="441292">
                  <a:extLst>
                    <a:ext uri="{9D8B030D-6E8A-4147-A177-3AD203B41FA5}">
                      <a16:colId xmlns:a16="http://schemas.microsoft.com/office/drawing/2014/main" val="2963033835"/>
                    </a:ext>
                  </a:extLst>
                </a:gridCol>
                <a:gridCol w="565628">
                  <a:extLst>
                    <a:ext uri="{9D8B030D-6E8A-4147-A177-3AD203B41FA5}">
                      <a16:colId xmlns:a16="http://schemas.microsoft.com/office/drawing/2014/main" val="1004875671"/>
                    </a:ext>
                  </a:extLst>
                </a:gridCol>
                <a:gridCol w="526461">
                  <a:extLst>
                    <a:ext uri="{9D8B030D-6E8A-4147-A177-3AD203B41FA5}">
                      <a16:colId xmlns:a16="http://schemas.microsoft.com/office/drawing/2014/main" val="642754765"/>
                    </a:ext>
                  </a:extLst>
                </a:gridCol>
                <a:gridCol w="588390">
                  <a:extLst>
                    <a:ext uri="{9D8B030D-6E8A-4147-A177-3AD203B41FA5}">
                      <a16:colId xmlns:a16="http://schemas.microsoft.com/office/drawing/2014/main" val="3223731581"/>
                    </a:ext>
                  </a:extLst>
                </a:gridCol>
                <a:gridCol w="588390">
                  <a:extLst>
                    <a:ext uri="{9D8B030D-6E8A-4147-A177-3AD203B41FA5}">
                      <a16:colId xmlns:a16="http://schemas.microsoft.com/office/drawing/2014/main" val="893170331"/>
                    </a:ext>
                  </a:extLst>
                </a:gridCol>
              </a:tblGrid>
              <a:tr h="102764"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Big Y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체계 </a:t>
                      </a:r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Category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공정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불량 항목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Site 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별 구축 현황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t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4218468"/>
                  </a:ext>
                </a:extLst>
              </a:tr>
              <a:tr h="1027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GM1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GM2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WA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MI1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MI2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MIL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(NFF)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9331936"/>
                  </a:ext>
                </a:extLst>
              </a:tr>
              <a:tr h="102764">
                <a:tc rowSpan="22"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수율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수율통합분석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공통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수율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 통합 분석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조은지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●(‘24.12)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●(‘25.09)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(‘25.03))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(‘25.11)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(‘25.11)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(‘25.11)</a:t>
                      </a:r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(‘25.09)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9967400"/>
                  </a:ext>
                </a:extLst>
              </a:tr>
              <a:tr h="1027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t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 vMerge="1">
                  <a:txBody>
                    <a:bodyPr/>
                    <a:lstStyle/>
                    <a:p>
                      <a:pPr algn="ctr" fontAlgn="t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Daily Mailing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조은지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‘25.9~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‘25.11~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‘25.11~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(‘25.12)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87908113"/>
                  </a:ext>
                </a:extLst>
              </a:tr>
              <a:tr h="1027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5"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Drill down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전극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믹싱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lang="ko-KR" altLang="en-US" sz="900" b="0" i="0" u="none" strike="noStrike" kern="1200" dirty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024080"/>
                  </a:ext>
                </a:extLst>
              </a:tr>
              <a:tr h="1027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코팅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재조건조정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최재호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(‘24.10)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(‘24.11)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(‘25.05)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26204"/>
                  </a:ext>
                </a:extLst>
              </a:tr>
              <a:tr h="13675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R/P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486464"/>
                  </a:ext>
                </a:extLst>
              </a:tr>
              <a:tr h="1027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노칭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마킹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어깨선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강주예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(’25.05)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(‘25.05)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(‘25.07)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1166305"/>
                  </a:ext>
                </a:extLst>
              </a:tr>
              <a:tr h="1027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미확인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임성묵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(‘25.01)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(‘25.08)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2785201"/>
                  </a:ext>
                </a:extLst>
              </a:tr>
              <a:tr h="1829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6"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조립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라미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위치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홍진표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임성묵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(‘25.03)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(‘25.08)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(‘24.12)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(‘25.12)</a:t>
                      </a:r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(‘25.11)</a:t>
                      </a:r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SOP : ‘26.03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5201132"/>
                  </a:ext>
                </a:extLst>
              </a:tr>
              <a:tr h="1027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미확인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공정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Loss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최재호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(’24.05)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(‘25.02)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6820" marR="6820" marT="68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SOP : ‘26.03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3673595"/>
                  </a:ext>
                </a:extLst>
              </a:tr>
              <a:tr h="16748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스택킹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모노세파외관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박형식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하현수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(‘25.2)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(‘25.11)</a:t>
                      </a:r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SOP : ‘26.03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104031"/>
                  </a:ext>
                </a:extLst>
              </a:tr>
              <a:tr h="1027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Dimension/Appearance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하현수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(‘25.5)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SOP : ‘26.03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9037618"/>
                  </a:ext>
                </a:extLst>
              </a:tr>
              <a:tr h="1027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폴딩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폴딩분리막외관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임성묵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1178561"/>
                  </a:ext>
                </a:extLst>
              </a:tr>
              <a:tr h="12747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PKG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Dimension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최재호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rgbClr val="0000FF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rgbClr val="0000FF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rgbClr val="0000FF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rgbClr val="0000FF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SOP : ‘26.03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9035541"/>
                  </a:ext>
                </a:extLst>
              </a:tr>
              <a:tr h="1027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활성화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공통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저전압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임성묵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(‘25.5)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6820" marR="6820" marT="68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SOP : ‘26.03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3406210"/>
                  </a:ext>
                </a:extLst>
              </a:tr>
              <a:tr h="1027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DGS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6820" marR="6820" marT="68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SOP : ‘26.03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1398098"/>
                  </a:ext>
                </a:extLst>
              </a:tr>
              <a:tr h="1027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EOL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절연저항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임성묵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(‘25.08)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SOP : ‘26.03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2871270"/>
                  </a:ext>
                </a:extLst>
              </a:tr>
              <a:tr h="1027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치수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임성묵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(‘25.07)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SOP : ‘26.03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356675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5"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Sameness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전극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믹싱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~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슬리팅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9798768"/>
                  </a:ext>
                </a:extLst>
              </a:tr>
              <a:tr h="1027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노칭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조은지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(‘24.12)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(‘24.12)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(‘25.05)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9417760"/>
                  </a:ext>
                </a:extLst>
              </a:tr>
              <a:tr h="1027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조립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라미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조은지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(‘25.05)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(‘25.05)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(’25.05)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7994271"/>
                  </a:ext>
                </a:extLst>
              </a:tr>
              <a:tr h="1027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스택킹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최재호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조은지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rgbClr val="0000FF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rgbClr val="0000FF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(‘25.05)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7562170"/>
                  </a:ext>
                </a:extLst>
              </a:tr>
              <a:tr h="1027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PKG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조은지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(‘25.05)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(‘25.05)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(‘25.05)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2230579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F20F80F-86B8-4028-9A6B-1D3A94CC8E33}"/>
              </a:ext>
            </a:extLst>
          </p:cNvPr>
          <p:cNvGraphicFramePr>
            <a:graphicFrameLocks noGrp="1"/>
          </p:cNvGraphicFramePr>
          <p:nvPr/>
        </p:nvGraphicFramePr>
        <p:xfrm>
          <a:off x="6814351" y="1527468"/>
          <a:ext cx="1940479" cy="143980"/>
        </p:xfrm>
        <a:graphic>
          <a:graphicData uri="http://schemas.openxmlformats.org/drawingml/2006/table">
            <a:tbl>
              <a:tblPr/>
              <a:tblGrid>
                <a:gridCol w="611222">
                  <a:extLst>
                    <a:ext uri="{9D8B030D-6E8A-4147-A177-3AD203B41FA5}">
                      <a16:colId xmlns:a16="http://schemas.microsoft.com/office/drawing/2014/main" val="3767974198"/>
                    </a:ext>
                  </a:extLst>
                </a:gridCol>
                <a:gridCol w="1329257">
                  <a:extLst>
                    <a:ext uri="{9D8B030D-6E8A-4147-A177-3AD203B41FA5}">
                      <a16:colId xmlns:a16="http://schemas.microsoft.com/office/drawing/2014/main" val="36784606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t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KPI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 반영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 Drill Down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항목 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708625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54429DA3-0688-4164-86FA-A5E7FE47B831}"/>
              </a:ext>
            </a:extLst>
          </p:cNvPr>
          <p:cNvSpPr txBox="1"/>
          <p:nvPr/>
        </p:nvSpPr>
        <p:spPr>
          <a:xfrm>
            <a:off x="8754828" y="1971125"/>
            <a:ext cx="1026126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/>
              <a:t>ESHD(10/13), </a:t>
            </a:r>
            <a:br>
              <a:rPr lang="en-US" altLang="ko-KR" sz="900"/>
            </a:br>
            <a:r>
              <a:rPr lang="en-US" altLang="ko-KR" sz="900"/>
              <a:t>ESST(10/14) </a:t>
            </a:r>
            <a:br>
              <a:rPr lang="en-US" altLang="ko-KR" sz="900"/>
            </a:br>
            <a:r>
              <a:rPr lang="ko-KR" altLang="en-US" sz="900"/>
              <a:t>수평전개 완료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91FCE9A-63D5-4CA9-AF6D-F31078F57D76}"/>
              </a:ext>
            </a:extLst>
          </p:cNvPr>
          <p:cNvSpPr txBox="1"/>
          <p:nvPr/>
        </p:nvSpPr>
        <p:spPr>
          <a:xfrm>
            <a:off x="6336875" y="5411376"/>
            <a:ext cx="3107185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sz="800" b="1" kern="0" dirty="0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MI</a:t>
            </a:r>
            <a:r>
              <a:rPr kumimoji="1" lang="ko-KR" altLang="en-US" sz="800" b="1" kern="0" dirty="0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서버 복귀 이후</a:t>
            </a:r>
            <a:r>
              <a:rPr kumimoji="1" lang="en-US" altLang="ko-KR" sz="800" b="1" kern="0" dirty="0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, </a:t>
            </a:r>
            <a:r>
              <a:rPr kumimoji="1" lang="ko-KR" altLang="en-US" sz="800" b="1" kern="0" dirty="0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불량분석에 우선순위가 높은 항목들 부터 재작업 진행</a:t>
            </a:r>
            <a:endParaRPr lang="ko-KR" altLang="en-US" sz="1400" b="1" dirty="0">
              <a:solidFill>
                <a:srgbClr val="006600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1974686-B387-4344-8419-02CF9A24E6C3}"/>
              </a:ext>
            </a:extLst>
          </p:cNvPr>
          <p:cNvSpPr txBox="1"/>
          <p:nvPr/>
        </p:nvSpPr>
        <p:spPr>
          <a:xfrm>
            <a:off x="8584899" y="1668831"/>
            <a:ext cx="1718322" cy="3847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sz="700" b="1" kern="0" dirty="0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NFF(</a:t>
            </a:r>
            <a:r>
              <a:rPr kumimoji="1" lang="en-US" altLang="ko-KR" sz="700" b="1" kern="0" dirty="0" err="1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NewFormFactor</a:t>
            </a:r>
            <a:r>
              <a:rPr kumimoji="1" lang="en-US" altLang="ko-KR" sz="700" b="1" kern="0" dirty="0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)</a:t>
            </a:r>
          </a:p>
          <a:p>
            <a:r>
              <a:rPr kumimoji="1" lang="en-US" altLang="ko-KR" sz="700" b="1" kern="0" dirty="0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 4680</a:t>
            </a:r>
            <a:r>
              <a:rPr kumimoji="1" lang="ko-KR" altLang="en-US" sz="700" b="1" kern="0" dirty="0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기준</a:t>
            </a:r>
            <a:r>
              <a:rPr kumimoji="1" lang="en-US" altLang="ko-KR" sz="700" b="1" kern="0" dirty="0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SOP :</a:t>
            </a:r>
            <a:r>
              <a:rPr kumimoji="1" lang="ko-KR" altLang="en-US" sz="700" b="1" kern="0" dirty="0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 </a:t>
            </a:r>
            <a:r>
              <a:rPr kumimoji="1" lang="en-US" altLang="ko-KR" sz="700" b="1" kern="0" dirty="0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26.09</a:t>
            </a:r>
            <a:r>
              <a:rPr kumimoji="1" lang="ko-KR" altLang="en-US" sz="700" b="1" kern="0" dirty="0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월 </a:t>
            </a:r>
            <a:r>
              <a:rPr kumimoji="1" lang="en-US" altLang="ko-KR" sz="700" b="1" kern="0" dirty="0">
                <a:solidFill>
                  <a:srgbClr val="006600"/>
                </a:solidFill>
                <a:latin typeface="Arial Narrow"/>
                <a:ea typeface="LG스마트체 Regular"/>
                <a:cs typeface="Arial"/>
              </a:rPr>
              <a:t>(</a:t>
            </a:r>
            <a:r>
              <a:rPr kumimoji="1" lang="ko-KR" altLang="en-US" sz="800" b="1" kern="0" dirty="0" err="1">
                <a:solidFill>
                  <a:srgbClr val="006600"/>
                </a:solidFill>
                <a:cs typeface="Arial"/>
              </a:rPr>
              <a:t>오창</a:t>
            </a:r>
            <a:r>
              <a:rPr kumimoji="1" lang="ko-KR" altLang="en-US" sz="800" b="1" kern="0" dirty="0">
                <a:solidFill>
                  <a:srgbClr val="006600"/>
                </a:solidFill>
                <a:cs typeface="Arial"/>
              </a:rPr>
              <a:t> </a:t>
            </a:r>
            <a:r>
              <a:rPr kumimoji="1" lang="en-US" altLang="ko-KR" sz="800" b="1" kern="0" dirty="0">
                <a:solidFill>
                  <a:srgbClr val="006600"/>
                </a:solidFill>
                <a:cs typeface="Arial"/>
              </a:rPr>
              <a:t>2</a:t>
            </a:r>
            <a:r>
              <a:rPr kumimoji="1" lang="ko-KR" altLang="en-US" sz="800" b="1" kern="0" dirty="0">
                <a:solidFill>
                  <a:srgbClr val="006600"/>
                </a:solidFill>
                <a:cs typeface="Arial"/>
              </a:rPr>
              <a:t>공장</a:t>
            </a:r>
            <a:r>
              <a:rPr kumimoji="1" lang="en-US" altLang="ko-KR" sz="1200" b="1" kern="0" dirty="0">
                <a:solidFill>
                  <a:srgbClr val="006600"/>
                </a:solidFill>
                <a:cs typeface="Arial"/>
              </a:rPr>
              <a:t>)</a:t>
            </a:r>
            <a:endParaRPr kumimoji="1" lang="en-US" altLang="ko-KR" sz="800" b="1" kern="0" dirty="0">
              <a:solidFill>
                <a:srgbClr val="006600"/>
              </a:solidFill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31578392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6941686"/>
              </p:ext>
            </p:extLst>
          </p:nvPr>
        </p:nvGraphicFramePr>
        <p:xfrm>
          <a:off x="125047" y="840840"/>
          <a:ext cx="9751856" cy="5891908"/>
        </p:xfrm>
        <a:graphic>
          <a:graphicData uri="http://schemas.openxmlformats.org/drawingml/2006/table">
            <a:tbl>
              <a:tblPr/>
              <a:tblGrid>
                <a:gridCol w="807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25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034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130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67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0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15108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Global site 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수평전개 </a:t>
                      </a:r>
                      <a:endParaRPr lang="en-US" altLang="ko-KR" sz="10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현황</a:t>
                      </a:r>
                      <a:endParaRPr lang="en-US" altLang="ko-KR" sz="10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가동률</a:t>
                      </a:r>
                      <a:endParaRPr lang="en-US" altLang="ko-KR" sz="10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/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특화분석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금주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Global site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수평 전개 현황 입니다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금주 특이사항 없습니다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[Global Site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수평전개 현황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사내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사외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Issue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분석 대응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총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8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건 분석 대응 진행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이중에서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건은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Issue Closing/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활용되었습니다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데이터통합분석팀</a:t>
            </a:r>
          </a:p>
        </p:txBody>
      </p:sp>
      <p:sp>
        <p:nvSpPr>
          <p:cNvPr id="13" name="내용 개체 틀 20"/>
          <p:cNvSpPr txBox="1">
            <a:spLocks/>
          </p:cNvSpPr>
          <p:nvPr/>
        </p:nvSpPr>
        <p:spPr>
          <a:xfrm>
            <a:off x="108658" y="612730"/>
            <a:ext cx="5721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수율 통합 분석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Solution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구축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_Global site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구축 현황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(2 / 2) ]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637FE6F-3FE5-4466-894B-728BEC961433}"/>
              </a:ext>
            </a:extLst>
          </p:cNvPr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(</a:t>
            </a:r>
            <a:r>
              <a:rPr lang="ko-KR" altLang="en-US" sz="1100" dirty="0">
                <a:solidFill>
                  <a:prstClr val="black"/>
                </a:solidFill>
                <a:ea typeface="LG스마트체 Regular" panose="020B0600000101010101" pitchFamily="50" charset="-127"/>
              </a:rPr>
              <a:t>화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)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1</a:t>
            </a:r>
            <a:r>
              <a:rPr lang="en-US" altLang="ko-KR" sz="1100" dirty="0">
                <a:solidFill>
                  <a:prstClr val="black"/>
                </a:solidFill>
                <a:ea typeface="LG스마트체 Regular" panose="020B0600000101010101" pitchFamily="50" charset="-127"/>
              </a:rPr>
              <a:t>6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5A5AE714-66C1-4586-B5C3-3A2B222FAEE2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서동민 책임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906418C3-B267-4D15-9EEA-263A19B39D0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7888146"/>
              </p:ext>
            </p:extLst>
          </p:nvPr>
        </p:nvGraphicFramePr>
        <p:xfrm>
          <a:off x="1434518" y="1810835"/>
          <a:ext cx="7300962" cy="2982472"/>
        </p:xfrm>
        <a:graphic>
          <a:graphicData uri="http://schemas.openxmlformats.org/drawingml/2006/table">
            <a:tbl>
              <a:tblPr/>
              <a:tblGrid>
                <a:gridCol w="512051">
                  <a:extLst>
                    <a:ext uri="{9D8B030D-6E8A-4147-A177-3AD203B41FA5}">
                      <a16:colId xmlns:a16="http://schemas.microsoft.com/office/drawing/2014/main" val="2847755267"/>
                    </a:ext>
                  </a:extLst>
                </a:gridCol>
                <a:gridCol w="819202">
                  <a:extLst>
                    <a:ext uri="{9D8B030D-6E8A-4147-A177-3AD203B41FA5}">
                      <a16:colId xmlns:a16="http://schemas.microsoft.com/office/drawing/2014/main" val="3145085906"/>
                    </a:ext>
                  </a:extLst>
                </a:gridCol>
                <a:gridCol w="349307">
                  <a:extLst>
                    <a:ext uri="{9D8B030D-6E8A-4147-A177-3AD203B41FA5}">
                      <a16:colId xmlns:a16="http://schemas.microsoft.com/office/drawing/2014/main" val="3925681163"/>
                    </a:ext>
                  </a:extLst>
                </a:gridCol>
                <a:gridCol w="396267">
                  <a:extLst>
                    <a:ext uri="{9D8B030D-6E8A-4147-A177-3AD203B41FA5}">
                      <a16:colId xmlns:a16="http://schemas.microsoft.com/office/drawing/2014/main" val="732731902"/>
                    </a:ext>
                  </a:extLst>
                </a:gridCol>
                <a:gridCol w="944635">
                  <a:extLst>
                    <a:ext uri="{9D8B030D-6E8A-4147-A177-3AD203B41FA5}">
                      <a16:colId xmlns:a16="http://schemas.microsoft.com/office/drawing/2014/main" val="2283003370"/>
                    </a:ext>
                  </a:extLst>
                </a:gridCol>
                <a:gridCol w="790256">
                  <a:extLst>
                    <a:ext uri="{9D8B030D-6E8A-4147-A177-3AD203B41FA5}">
                      <a16:colId xmlns:a16="http://schemas.microsoft.com/office/drawing/2014/main" val="2700554536"/>
                    </a:ext>
                  </a:extLst>
                </a:gridCol>
                <a:gridCol w="419169">
                  <a:extLst>
                    <a:ext uri="{9D8B030D-6E8A-4147-A177-3AD203B41FA5}">
                      <a16:colId xmlns:a16="http://schemas.microsoft.com/office/drawing/2014/main" val="4252720890"/>
                    </a:ext>
                  </a:extLst>
                </a:gridCol>
                <a:gridCol w="419169">
                  <a:extLst>
                    <a:ext uri="{9D8B030D-6E8A-4147-A177-3AD203B41FA5}">
                      <a16:colId xmlns:a16="http://schemas.microsoft.com/office/drawing/2014/main" val="1605491569"/>
                    </a:ext>
                  </a:extLst>
                </a:gridCol>
                <a:gridCol w="419169">
                  <a:extLst>
                    <a:ext uri="{9D8B030D-6E8A-4147-A177-3AD203B41FA5}">
                      <a16:colId xmlns:a16="http://schemas.microsoft.com/office/drawing/2014/main" val="1969731248"/>
                    </a:ext>
                  </a:extLst>
                </a:gridCol>
                <a:gridCol w="513660">
                  <a:extLst>
                    <a:ext uri="{9D8B030D-6E8A-4147-A177-3AD203B41FA5}">
                      <a16:colId xmlns:a16="http://schemas.microsoft.com/office/drawing/2014/main" val="1104862157"/>
                    </a:ext>
                  </a:extLst>
                </a:gridCol>
                <a:gridCol w="513660">
                  <a:extLst>
                    <a:ext uri="{9D8B030D-6E8A-4147-A177-3AD203B41FA5}">
                      <a16:colId xmlns:a16="http://schemas.microsoft.com/office/drawing/2014/main" val="1020042835"/>
                    </a:ext>
                  </a:extLst>
                </a:gridCol>
                <a:gridCol w="645525">
                  <a:extLst>
                    <a:ext uri="{9D8B030D-6E8A-4147-A177-3AD203B41FA5}">
                      <a16:colId xmlns:a16="http://schemas.microsoft.com/office/drawing/2014/main" val="1257393009"/>
                    </a:ext>
                  </a:extLst>
                </a:gridCol>
                <a:gridCol w="558892">
                  <a:extLst>
                    <a:ext uri="{9D8B030D-6E8A-4147-A177-3AD203B41FA5}">
                      <a16:colId xmlns:a16="http://schemas.microsoft.com/office/drawing/2014/main" val="1092983159"/>
                    </a:ext>
                  </a:extLst>
                </a:gridCol>
              </a:tblGrid>
              <a:tr h="120903"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Big Y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체계 </a:t>
                      </a:r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Category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공정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불량 항목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Site 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별 구축 현황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t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300" marR="4300" marT="4300" marB="0"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9931483"/>
                  </a:ext>
                </a:extLst>
              </a:tr>
              <a:tr h="1209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GM1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GM2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WA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MI1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MI2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MIL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(NFF)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3415445"/>
                  </a:ext>
                </a:extLst>
              </a:tr>
              <a:tr h="136819">
                <a:tc rowSpan="9"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가동률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 rowSpan="9"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Drill down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6"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전극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/>
                        </a:rPr>
                        <a:t>Daily </a:t>
                      </a:r>
                      <a:r>
                        <a:rPr lang="en-US" altLang="ko-KR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/>
                        </a:rPr>
                        <a:t>Mailng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최재호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(‘25.01)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(‘25.02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402126"/>
                  </a:ext>
                </a:extLst>
              </a:tr>
              <a:tr h="120903">
                <a:tc vMerge="1">
                  <a:txBody>
                    <a:bodyPr/>
                    <a:lstStyle/>
                    <a:p>
                      <a:pPr algn="ctr" fontAlgn="t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t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t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믹싱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/>
                        </a:rPr>
                        <a:t>　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　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(‘25.01)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(‘25.02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8"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(9/30)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742153"/>
                  </a:ext>
                </a:extLst>
              </a:tr>
              <a:tr h="1209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코팅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/>
                        </a:rPr>
                        <a:t>　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최재호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(‘25.01)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(‘25.02)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t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5232127"/>
                  </a:ext>
                </a:extLst>
              </a:tr>
              <a:tr h="1209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R/P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/>
                        </a:rPr>
                        <a:t>　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최재호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(‘25.01)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(‘25.02)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t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8094874"/>
                  </a:ext>
                </a:extLst>
              </a:tr>
              <a:tr h="1209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슬리팅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/>
                        </a:rPr>
                        <a:t>　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　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t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4794506"/>
                  </a:ext>
                </a:extLst>
              </a:tr>
              <a:tr h="1209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노칭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/>
                        </a:rPr>
                        <a:t>　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최재호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(‘25.01)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(‘25.02)</a:t>
                      </a:r>
                      <a:endParaRPr lang="en-US" altLang="ko-KR" sz="900" b="1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(‘25.02)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t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9349778"/>
                  </a:ext>
                </a:extLst>
              </a:tr>
              <a:tr h="1209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조립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라미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/>
                        </a:rPr>
                        <a:t>　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최재호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(‘25.01)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(‘25.02)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(11/24)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(11/24)</a:t>
                      </a:r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SOP : '26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년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t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624791"/>
                  </a:ext>
                </a:extLst>
              </a:tr>
              <a:tr h="1209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스택킹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/>
                        </a:rPr>
                        <a:t>　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최재호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(‘25.01)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(‘25.02)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SOP : '26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년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t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6034668"/>
                  </a:ext>
                </a:extLst>
              </a:tr>
              <a:tr h="1209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PKG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/>
                        </a:rPr>
                        <a:t>　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최재호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(‘25.01)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(‘25.02)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복구중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SOP : '26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년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t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5543513"/>
                  </a:ext>
                </a:extLst>
              </a:tr>
              <a:tr h="153272">
                <a:tc rowSpan="10"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특화분석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10">
                  <a:txBody>
                    <a:bodyPr/>
                    <a:lstStyle/>
                    <a:p>
                      <a:pPr algn="ctr" fontAlgn="t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6">
                  <a:txBody>
                    <a:bodyPr/>
                    <a:lstStyle/>
                    <a:p>
                      <a:pPr algn="ctr" fontAlgn="t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코팅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단선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조은지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(‘24.12)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(‘24.12)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(‘25.05)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(‘25.12)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(‘25.12)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-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0596551"/>
                  </a:ext>
                </a:extLst>
              </a:tr>
              <a:tr h="1209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R/P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단선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조은지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(‘25.05)</a:t>
                      </a:r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(‘25.12)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(‘25.12)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-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7305423"/>
                  </a:ext>
                </a:extLst>
              </a:tr>
              <a:tr h="1209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연신량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조은지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(‘24.12)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-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1299253"/>
                  </a:ext>
                </a:extLst>
              </a:tr>
              <a:tr h="1209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노칭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미커팅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조은지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(‘24.12)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(‘24.12)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79144"/>
                  </a:ext>
                </a:extLst>
              </a:tr>
              <a:tr h="1209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단선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조은지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(‘24.12)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(‘24.12)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2543323"/>
                  </a:ext>
                </a:extLst>
              </a:tr>
              <a:tr h="1209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LQC/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검사 분석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최재호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(‘25.06)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endParaRPr lang="en-US" altLang="ko-KR" sz="900" b="0" i="0" u="none" strike="noStrike" dirty="0">
                        <a:solidFill>
                          <a:srgbClr val="0000FF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1808941"/>
                  </a:ext>
                </a:extLst>
              </a:tr>
              <a:tr h="1209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조립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/>
                        </a:rPr>
                        <a:t>라미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재료교체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박형식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(‘25.03)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SOP : '26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년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6367336"/>
                  </a:ext>
                </a:extLst>
              </a:tr>
              <a:tr h="1220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t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스택킹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모노스택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/HC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오버행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김종우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(‘25.07)</a:t>
                      </a:r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6724238"/>
                  </a:ext>
                </a:extLst>
              </a:tr>
              <a:tr h="1209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활성화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공통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분해분석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최재호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(‘25.06)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SOP : '26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년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endParaRPr lang="en-US" altLang="ko-KR" sz="900" b="0" i="0" u="none" strike="noStrike">
                        <a:solidFill>
                          <a:srgbClr val="0000FF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8511977"/>
                  </a:ext>
                </a:extLst>
              </a:tr>
              <a:tr h="1209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CT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분석</a:t>
                      </a: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박형식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최재호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(‘25.07)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/>
                        </a:rPr>
                        <a:t>-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SOP : '26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년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endParaRPr lang="en-US" altLang="ko-KR" sz="900" b="0" i="0" u="none" strike="noStrike" dirty="0">
                        <a:solidFill>
                          <a:srgbClr val="0000FF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4300" marR="4300" marT="43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233521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6E36A57A-4112-4F70-9404-EBEA6090FCF6}"/>
              </a:ext>
            </a:extLst>
          </p:cNvPr>
          <p:cNvGraphicFramePr>
            <a:graphicFrameLocks noGrp="1"/>
          </p:cNvGraphicFramePr>
          <p:nvPr/>
        </p:nvGraphicFramePr>
        <p:xfrm>
          <a:off x="6794998" y="1586930"/>
          <a:ext cx="1940479" cy="143980"/>
        </p:xfrm>
        <a:graphic>
          <a:graphicData uri="http://schemas.openxmlformats.org/drawingml/2006/table">
            <a:tbl>
              <a:tblPr/>
              <a:tblGrid>
                <a:gridCol w="611222">
                  <a:extLst>
                    <a:ext uri="{9D8B030D-6E8A-4147-A177-3AD203B41FA5}">
                      <a16:colId xmlns:a16="http://schemas.microsoft.com/office/drawing/2014/main" val="3767974198"/>
                    </a:ext>
                  </a:extLst>
                </a:gridCol>
                <a:gridCol w="1329257">
                  <a:extLst>
                    <a:ext uri="{9D8B030D-6E8A-4147-A177-3AD203B41FA5}">
                      <a16:colId xmlns:a16="http://schemas.microsoft.com/office/drawing/2014/main" val="36784606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t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6820" marR="6820" marT="68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KPI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 반영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- Drill Down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항목 </a:t>
                      </a:r>
                    </a:p>
                  </a:txBody>
                  <a:tcPr marL="6820" marR="6820" marT="68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7086256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4C1EF08E-DD8E-4694-A1D5-03F52268859F}"/>
              </a:ext>
            </a:extLst>
          </p:cNvPr>
          <p:cNvGraphicFramePr>
            <a:graphicFrameLocks noGrp="1"/>
          </p:cNvGraphicFramePr>
          <p:nvPr/>
        </p:nvGraphicFramePr>
        <p:xfrm>
          <a:off x="1537736" y="5431592"/>
          <a:ext cx="7972629" cy="1320165"/>
        </p:xfrm>
        <a:graphic>
          <a:graphicData uri="http://schemas.openxmlformats.org/drawingml/2006/table">
            <a:tbl>
              <a:tblPr/>
              <a:tblGrid>
                <a:gridCol w="271463">
                  <a:extLst>
                    <a:ext uri="{9D8B030D-6E8A-4147-A177-3AD203B41FA5}">
                      <a16:colId xmlns:a16="http://schemas.microsoft.com/office/drawing/2014/main" val="3967161688"/>
                    </a:ext>
                  </a:extLst>
                </a:gridCol>
                <a:gridCol w="611066">
                  <a:extLst>
                    <a:ext uri="{9D8B030D-6E8A-4147-A177-3AD203B41FA5}">
                      <a16:colId xmlns:a16="http://schemas.microsoft.com/office/drawing/2014/main" val="2033989948"/>
                    </a:ext>
                  </a:extLst>
                </a:gridCol>
                <a:gridCol w="2307140">
                  <a:extLst>
                    <a:ext uri="{9D8B030D-6E8A-4147-A177-3AD203B41FA5}">
                      <a16:colId xmlns:a16="http://schemas.microsoft.com/office/drawing/2014/main" val="765858585"/>
                    </a:ext>
                  </a:extLst>
                </a:gridCol>
                <a:gridCol w="460975">
                  <a:extLst>
                    <a:ext uri="{9D8B030D-6E8A-4147-A177-3AD203B41FA5}">
                      <a16:colId xmlns:a16="http://schemas.microsoft.com/office/drawing/2014/main" val="2790441519"/>
                    </a:ext>
                  </a:extLst>
                </a:gridCol>
                <a:gridCol w="384417">
                  <a:extLst>
                    <a:ext uri="{9D8B030D-6E8A-4147-A177-3AD203B41FA5}">
                      <a16:colId xmlns:a16="http://schemas.microsoft.com/office/drawing/2014/main" val="3772897933"/>
                    </a:ext>
                  </a:extLst>
                </a:gridCol>
                <a:gridCol w="1244509">
                  <a:extLst>
                    <a:ext uri="{9D8B030D-6E8A-4147-A177-3AD203B41FA5}">
                      <a16:colId xmlns:a16="http://schemas.microsoft.com/office/drawing/2014/main" val="3583157468"/>
                    </a:ext>
                  </a:extLst>
                </a:gridCol>
                <a:gridCol w="2693059">
                  <a:extLst>
                    <a:ext uri="{9D8B030D-6E8A-4147-A177-3AD203B41FA5}">
                      <a16:colId xmlns:a16="http://schemas.microsoft.com/office/drawing/2014/main" val="3965301810"/>
                    </a:ext>
                  </a:extLst>
                </a:gridCol>
              </a:tblGrid>
              <a:tr h="765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No.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대상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분석 사례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진행 시점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현황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비고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활용 데이터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419105"/>
                  </a:ext>
                </a:extLst>
              </a:tr>
              <a:tr h="765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1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생산센터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ESNJ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반제품 단위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RMA Cell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분석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‘25.1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내부 분석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추적정보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설비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Loss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정보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/ Cell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별 활성화 등급 정보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353204"/>
                  </a:ext>
                </a:extLst>
              </a:tr>
              <a:tr h="765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2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생산센터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ESGM1 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저전압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 급증 이슈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‘25.2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내부 분석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추적정보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설비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Loss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정보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투입 원재료 데이터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4840673"/>
                  </a:ext>
                </a:extLst>
              </a:tr>
              <a:tr h="765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3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생산센터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ESS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화재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Risk Cell/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활성화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B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등급 불량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‘25.2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내부 분석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추적정보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설비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Loss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정보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검사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치수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데이터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2306959"/>
                  </a:ext>
                </a:extLst>
              </a:tr>
              <a:tr h="11019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4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개발센터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E161A C1 Cycle Test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시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Sudden drop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현상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‘25.4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fontAlgn="ctr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결과 기반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Issue Closing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추적정보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활성화 데이터</a:t>
                      </a:r>
                      <a:endParaRPr lang="en-US" altLang="ko-KR" sz="900" b="0" i="0" u="none" strike="noStrike">
                        <a:solidFill>
                          <a:srgbClr val="0066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221311"/>
                  </a:ext>
                </a:extLst>
              </a:tr>
              <a:tr h="765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5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ESMI(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랜싱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ESMI(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랜싱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 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탈리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Issue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‘25.5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법인 공유 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추적정보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 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롤맵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조립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~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전극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Data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정보 연결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수동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2716744"/>
                  </a:ext>
                </a:extLst>
              </a:tr>
              <a:tr h="765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6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개발센터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E77A Cycle Issue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‘25.5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fontAlgn="ctr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결과 기반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Issue Closing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추적정보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조립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–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설비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Data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3156829"/>
                  </a:ext>
                </a:extLst>
              </a:tr>
              <a:tr h="765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7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개발센터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E77A Tab Torn Issue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‘25.6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결과 공유 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추적정보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검사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치수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데이터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검사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외관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 Image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데이터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7227828"/>
                  </a:ext>
                </a:extLst>
              </a:tr>
              <a:tr h="765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8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ESMI(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랜싱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Dross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의심구간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Risk range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산정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‘25.8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fontAlgn="ctr">
                        <a:buFont typeface="Wingdings" panose="05000000000000000000" pitchFamily="2" charset="2"/>
                        <a:buChar char="ü"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Risk Range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산정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공유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추적정보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설비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PV(EDC)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700137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823846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데이터통합분석팀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0226066"/>
              </p:ext>
            </p:extLst>
          </p:nvPr>
        </p:nvGraphicFramePr>
        <p:xfrm>
          <a:off x="77071" y="840841"/>
          <a:ext cx="9751858" cy="580281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701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307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893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78419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수율 통합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분석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’25</a:t>
                      </a: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: 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ESMI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ESGM1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ESGM2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금주는 금번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ESWA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출장 인원들의 출장 결과 보고 시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F/up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사항인 설비 타입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(Long / Normal / ESS / Folding)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타입별로 필터링 될 수 있도록 기능을 추가하고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Daily Mailing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시에도 각 타입별로 생산량이 가장 많은 모델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개씩 기준으로 조회하여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수율을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모니터링 할 수 있도록 로직 수정하였습니다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(12/16)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진행 사항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>
                        <a:lnSpc>
                          <a:spcPct val="110000"/>
                        </a:lnSpc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ESMI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 법인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수율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 현황을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Mailing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목적으로 공정별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수율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/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전극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조립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활성화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수율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 /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전체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수율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, Cell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수율을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 확인할 수 있도록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수율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 통합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Report Summary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Report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를 고도화 하였습니다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공정별 세부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Page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내에 기존 내용 외에 설비 별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수율과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각 설비 별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TOP 3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불량 항목 및 불량률을 추가로 확인할 수 있도록 추가 고도화를 진행하였습니다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pPr>
                        <a:lnSpc>
                          <a:spcPct val="110000"/>
                        </a:lnSpc>
                      </a:pP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고도화된 </a:t>
                      </a:r>
                      <a:r>
                        <a:rPr lang="en-US" altLang="ko-KR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WorkFlow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를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ESMI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법인장님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전극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셀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담당님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및 팀장님들을 대상으로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9/2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부터 자동 메일링을 시작하였습니다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pPr>
                        <a:lnSpc>
                          <a:spcPct val="110000"/>
                        </a:lnSpc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>
                        <a:lnSpc>
                          <a:spcPct val="110000"/>
                        </a:lnSpc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ESWA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도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ESMI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와 동일하게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수율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현황을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Daily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로 받아 볼 수 있도록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Mailing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을 시작하였습니다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(9/8~)</a:t>
                      </a:r>
                    </a:p>
                    <a:p>
                      <a:pPr>
                        <a:lnSpc>
                          <a:spcPct val="110000"/>
                        </a:lnSpc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ESMI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LS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도 전극 양산 시작함에 따라 메일링을 시작하였습니다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(12/4~)</a:t>
                      </a:r>
                    </a:p>
                    <a:p>
                      <a:pPr>
                        <a:lnSpc>
                          <a:spcPct val="110000"/>
                        </a:lnSpc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금주는 금번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ESWA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출장 인원들의 출장 결과 보고 시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F/up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사항인 설비 타입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(Long / Normal / ESS / Folding)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타입별로 필터링 될 수 있도록 기능을 추가하였습니다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또한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Daily Mailing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시에도 각 타입별로 생산량이 가장 많은 모델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개씩 기준으로 조회하여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수율을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모니터링 할 수 있도록 로직 수정하였습니다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(12/16)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해당 부분은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12/16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화요일 발송되는 메일부터 적용될 예정입니다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>
                        <a:lnSpc>
                          <a:spcPct val="110000"/>
                        </a:lnSpc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:‘25.8)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ESGM1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:’25.4)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ESMI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:’25.8)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조은지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79199419-3800-42EB-BB7F-F838427A5256}"/>
              </a:ext>
            </a:extLst>
          </p:cNvPr>
          <p:cNvSpPr/>
          <p:nvPr/>
        </p:nvSpPr>
        <p:spPr>
          <a:xfrm>
            <a:off x="108658" y="1154028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algn="ctr"/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CDO/</a:t>
            </a:r>
            <a:r>
              <a:rPr lang="ko-KR" altLang="en-US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그룹</a:t>
            </a:r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/</a:t>
            </a:r>
            <a:r>
              <a:rPr lang="ko-KR" altLang="en-US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담당 </a:t>
            </a:r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KPI</a:t>
            </a:r>
            <a:endParaRPr lang="ko-KR" altLang="en-US" sz="900" b="1">
              <a:solidFill>
                <a:schemeClr val="bg1"/>
              </a:solidFill>
              <a:ea typeface="LG스마트체 Regular" panose="020B0600000101010101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A2ADA3FA-2106-4404-B343-AED5805C6D57}"/>
              </a:ext>
            </a:extLst>
          </p:cNvPr>
          <p:cNvSpPr txBox="1"/>
          <p:nvPr/>
        </p:nvSpPr>
        <p:spPr>
          <a:xfrm>
            <a:off x="5740487" y="646066"/>
            <a:ext cx="2398093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-#01,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88E12C6C-9195-4C8A-ABCE-AF0859CA9F55}"/>
              </a:ext>
            </a:extLst>
          </p:cNvPr>
          <p:cNvSpPr txBox="1"/>
          <p:nvPr/>
        </p:nvSpPr>
        <p:spPr>
          <a:xfrm>
            <a:off x="6289924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898E503-5AFB-4F63-ADE5-8E7106D0B007}"/>
              </a:ext>
            </a:extLst>
          </p:cNvPr>
          <p:cNvSpPr txBox="1"/>
          <p:nvPr/>
        </p:nvSpPr>
        <p:spPr>
          <a:xfrm>
            <a:off x="141316" y="1379522"/>
            <a:ext cx="1442906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8/1</a:t>
            </a: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일</a:t>
            </a:r>
            <a:endParaRPr lang="en-US" altLang="ko-KR" sz="800">
              <a:solidFill>
                <a:prstClr val="black"/>
              </a:solidFill>
              <a:ea typeface="LG스마트체 Regular" panose="020B0600000101010101" pitchFamily="50" charset="-127"/>
            </a:endParaRPr>
          </a:p>
          <a:p>
            <a:pPr lvl="0">
              <a:defRPr/>
            </a:pP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: -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ABE19A9F-A8FA-462C-9FAC-B538C1BB4CB0}"/>
              </a:ext>
            </a:extLst>
          </p:cNvPr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12/16(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화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) 16</a:t>
            </a:r>
            <a:r>
              <a:rPr lang="ko-KR" altLang="en-US" sz="1100" dirty="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37" name="내용 개체 틀 20">
            <a:extLst>
              <a:ext uri="{FF2B5EF4-FFF2-40B4-BE49-F238E27FC236}">
                <a16:creationId xmlns:a16="http://schemas.microsoft.com/office/drawing/2014/main" id="{6223BAA5-9060-41C2-A1CB-7ED781D92D57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조은지 선임</a:t>
            </a:r>
          </a:p>
        </p:txBody>
      </p:sp>
      <p:sp>
        <p:nvSpPr>
          <p:cNvPr id="39" name="내용 개체 틀 20">
            <a:extLst>
              <a:ext uri="{FF2B5EF4-FFF2-40B4-BE49-F238E27FC236}">
                <a16:creationId xmlns:a16="http://schemas.microsoft.com/office/drawing/2014/main" id="{A3E619DE-403A-474D-AF10-53BB41F6B3E2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5721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수율 통합 분석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Solution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구축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수율 통합 분석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]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F416AE01-1568-ED3C-E6F2-6BA99641220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86499" y="3822622"/>
            <a:ext cx="3255108" cy="1179146"/>
          </a:xfrm>
          <a:prstGeom prst="rect">
            <a:avLst/>
          </a:prstGeom>
        </p:spPr>
      </p:pic>
      <p:sp>
        <p:nvSpPr>
          <p:cNvPr id="7" name="직사각형 6">
            <a:extLst>
              <a:ext uri="{FF2B5EF4-FFF2-40B4-BE49-F238E27FC236}">
                <a16:creationId xmlns:a16="http://schemas.microsoft.com/office/drawing/2014/main" id="{7950D35E-7051-D1B2-4B56-53B698E8B6AB}"/>
              </a:ext>
            </a:extLst>
          </p:cNvPr>
          <p:cNvSpPr/>
          <p:nvPr/>
        </p:nvSpPr>
        <p:spPr>
          <a:xfrm>
            <a:off x="1786498" y="4188773"/>
            <a:ext cx="3255107" cy="812995"/>
          </a:xfrm>
          <a:prstGeom prst="rect">
            <a:avLst/>
          </a:prstGeom>
          <a:noFill/>
          <a:ln>
            <a:solidFill>
              <a:srgbClr val="0000FF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30191528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3715086"/>
              </p:ext>
            </p:extLst>
          </p:nvPr>
        </p:nvGraphicFramePr>
        <p:xfrm>
          <a:off x="108658" y="849854"/>
          <a:ext cx="9732028" cy="584313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701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32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713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160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AI_Agent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활용</a:t>
                      </a:r>
                      <a:endParaRPr lang="en-US" altLang="ko-KR" sz="90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위치불량 분석</a:t>
                      </a:r>
                      <a:endParaRPr lang="en-US" altLang="ko-KR" sz="90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’25</a:t>
                      </a:r>
                      <a:r>
                        <a:rPr lang="ko-KR" altLang="en-US" sz="900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900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: ESWA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금주 특이사항은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(phase2)Agent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의 자동분석결과 내용에 대한 </a:t>
                      </a:r>
                      <a:r>
                        <a:rPr lang="ko-KR" altLang="en-US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정합성 검증</a:t>
                      </a:r>
                      <a:r>
                        <a:rPr lang="en-US" altLang="ko-KR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 </a:t>
                      </a:r>
                      <a:r>
                        <a:rPr lang="ko-KR" altLang="en-US" sz="1000" kern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추가 고도화 작업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진행내용 입니다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Agent 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구축</a:t>
                      </a:r>
                      <a:endParaRPr lang="en-US" altLang="ko-KR" sz="700" b="1" kern="120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(7~9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700" b="1" kern="120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Agent 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활용 </a:t>
                      </a:r>
                      <a:endParaRPr lang="en-US" altLang="ko-KR" sz="700" b="1" kern="120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(10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~)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700" b="1" kern="120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Logic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고도화</a:t>
                      </a:r>
                      <a:endParaRPr lang="en-US" altLang="ko-KR" sz="700" b="1" kern="120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(~12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서동민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조은지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임성묵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최재호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이찬혁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김민희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: </a:t>
            </a:r>
            <a:r>
              <a:rPr lang="en-US" altLang="ko-KR" sz="1100" dirty="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12/16(</a:t>
            </a:r>
            <a:r>
              <a:rPr lang="ko-KR" altLang="en-US" sz="1100" dirty="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화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) 16</a:t>
            </a:r>
            <a:r>
              <a:rPr lang="ko-KR" altLang="en-US" sz="1100" dirty="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LG스마트체 Regular" panose="020B0600000101010101" pitchFamily="50" charset="-127"/>
            </a:endParaRP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87686" y="418066"/>
            <a:ext cx="114935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임성묵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 선임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C6CFD3D-905B-4553-8A78-2363086CB065}"/>
              </a:ext>
            </a:extLst>
          </p:cNvPr>
          <p:cNvSpPr txBox="1"/>
          <p:nvPr/>
        </p:nvSpPr>
        <p:spPr>
          <a:xfrm>
            <a:off x="1679587" y="2107832"/>
            <a:ext cx="695982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000" b="1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 사항</a:t>
            </a:r>
            <a:r>
              <a:rPr lang="en-US" altLang="ko-KR" sz="1000" b="1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r>
              <a:rPr lang="ko-KR" altLang="en-US" sz="1000" b="1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endParaRPr lang="en-US" altLang="ko-KR" sz="1000" b="1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00" b="1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-. (phase1)</a:t>
            </a:r>
            <a:r>
              <a:rPr lang="en-US" altLang="ko-KR" sz="100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Infa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구축 및 분석 시나리오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logic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화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( ~9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-. (phase1)Agent _ chat bot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기능 활성화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(10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월 중순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-. (phase2)Agent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분석 결과 기반 보완사항 검토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(11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~)  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757351D-5A1E-4354-AA4F-08C162D7D4EA}"/>
              </a:ext>
            </a:extLst>
          </p:cNvPr>
          <p:cNvSpPr txBox="1"/>
          <p:nvPr/>
        </p:nvSpPr>
        <p:spPr>
          <a:xfrm>
            <a:off x="5707942" y="627737"/>
            <a:ext cx="2398093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-#03,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]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5BC639FF-8EAC-4981-BDED-732FB4DE683B}"/>
              </a:ext>
            </a:extLst>
          </p:cNvPr>
          <p:cNvSpPr txBox="1"/>
          <p:nvPr/>
        </p:nvSpPr>
        <p:spPr>
          <a:xfrm>
            <a:off x="6244238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EC580BD-1051-4231-A0D3-6912FE479838}"/>
              </a:ext>
            </a:extLst>
          </p:cNvPr>
          <p:cNvSpPr txBox="1"/>
          <p:nvPr/>
        </p:nvSpPr>
        <p:spPr>
          <a:xfrm>
            <a:off x="141316" y="1318559"/>
            <a:ext cx="1442906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en-US" altLang="ko-KR" sz="8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12/03</a:t>
            </a:r>
            <a:r>
              <a:rPr lang="ko-KR" altLang="en-US" sz="80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</a:t>
            </a:r>
            <a:endParaRPr lang="en-US" altLang="ko-KR" sz="800" dirty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lvl="0">
              <a:defRPr/>
            </a:pPr>
            <a:r>
              <a:rPr lang="ko-KR" altLang="en-US" sz="8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037920A6-52C6-4F5C-8FBA-F321BE852C80}"/>
              </a:ext>
            </a:extLst>
          </p:cNvPr>
          <p:cNvSpPr txBox="1"/>
          <p:nvPr/>
        </p:nvSpPr>
        <p:spPr>
          <a:xfrm>
            <a:off x="1663031" y="1462424"/>
            <a:ext cx="695982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000" b="1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목적</a:t>
            </a:r>
            <a:r>
              <a:rPr lang="en-US" altLang="ko-KR" sz="1000" b="1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</a:p>
          <a:p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불량 분석에 있어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현상과 원인을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Eng’r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가 탐색하는 영역에서 </a:t>
            </a:r>
            <a:endParaRPr lang="en-US" altLang="ko-KR" sz="100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-. Agent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를 통해 탐색 과정을 </a:t>
            </a:r>
            <a:r>
              <a:rPr lang="ko-KR" altLang="en-US" sz="100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수행토록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하여 분석의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Lead time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을 줄이는 것   </a:t>
            </a:r>
            <a:endParaRPr lang="en-US" altLang="ko-KR" sz="100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-.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한정된 시간 하에 분석자가 찾지 못하는 인자를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AI Agent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를 통하여 찾도록 하는 것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인자 발굴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FC3B12BE-4589-4397-8B71-019FF34AA35E}"/>
              </a:ext>
            </a:extLst>
          </p:cNvPr>
          <p:cNvSpPr/>
          <p:nvPr/>
        </p:nvSpPr>
        <p:spPr>
          <a:xfrm>
            <a:off x="1719181" y="2706503"/>
            <a:ext cx="7081239" cy="17697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000" b="1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주요 내용</a:t>
            </a:r>
            <a:r>
              <a:rPr lang="en-US" altLang="ko-KR" sz="1000" b="1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] </a:t>
            </a:r>
            <a:endParaRPr lang="en-US" altLang="ko-KR" sz="90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E77</a:t>
            </a:r>
            <a:r>
              <a:rPr lang="ko-KR" altLang="en-US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모델 대상으로 진행한 불량분석 내용들</a:t>
            </a:r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(human)</a:t>
            </a:r>
            <a:r>
              <a:rPr lang="ko-KR" altLang="en-US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과 자동분석 결과</a:t>
            </a:r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(agent)</a:t>
            </a:r>
            <a:r>
              <a:rPr lang="ko-KR" altLang="en-US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내용을 비교하며 정합성 검증 작업을 진행하고 있습니다</a:t>
            </a:r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</a:p>
          <a:p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정합성 고도화 측면</a:t>
            </a:r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1.</a:t>
            </a:r>
            <a:r>
              <a:rPr lang="ko-KR" altLang="en-US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원인인자 해석</a:t>
            </a:r>
            <a:endParaRPr lang="en-US" altLang="ko-KR" sz="900" kern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유의인자 </a:t>
            </a:r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top</a:t>
            </a:r>
            <a:r>
              <a:rPr lang="ko-KR" altLang="en-US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항목 위주의 해석  → 일자별로 추론된 유의 인자들의 중복성을 먼저 고려하여 해석에 활용하도록 보완</a:t>
            </a:r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(~12/19)</a:t>
            </a:r>
          </a:p>
          <a:p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2.Loss</a:t>
            </a:r>
            <a:r>
              <a:rPr lang="ko-KR" altLang="en-US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항목 분석 내용 해석</a:t>
            </a:r>
            <a:endParaRPr lang="en-US" altLang="ko-KR" sz="900" kern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:x</a:t>
            </a:r>
            <a:r>
              <a:rPr lang="ko-KR" altLang="en-US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축불량과 </a:t>
            </a:r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y</a:t>
            </a:r>
            <a:r>
              <a:rPr lang="ko-KR" altLang="en-US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축 불량에 대한 구분 없이</a:t>
            </a:r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나열되고 있음 → </a:t>
            </a:r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x/y</a:t>
            </a:r>
            <a:r>
              <a:rPr lang="ko-KR" altLang="en-US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축 불량 분석 시 </a:t>
            </a:r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loss</a:t>
            </a:r>
            <a:r>
              <a:rPr lang="ko-KR" altLang="en-US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항목도 분기 처리하여 주요 시점에서의 특이사항만 추천하도록 보완 </a:t>
            </a:r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(12/15)</a:t>
            </a:r>
          </a:p>
          <a:p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 </a:t>
            </a:r>
            <a:r>
              <a:rPr lang="ko-KR" altLang="en-US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추가 고도화 측면</a:t>
            </a:r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1.Trend</a:t>
            </a:r>
            <a:r>
              <a:rPr lang="ko-KR" altLang="en-US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이미지 해석 내용 추가 진행 </a:t>
            </a:r>
            <a:endParaRPr lang="en-US" altLang="ko-KR" sz="900" kern="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900" kern="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불량율</a:t>
            </a:r>
            <a:r>
              <a:rPr lang="ko-KR" altLang="en-US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변화</a:t>
            </a:r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-SV</a:t>
            </a:r>
            <a:r>
              <a:rPr lang="ko-KR" altLang="en-US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900" kern="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비교시</a:t>
            </a:r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트랜드 이미지를 생성하고 해석한 내용을 최종 </a:t>
            </a:r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output</a:t>
            </a:r>
            <a:r>
              <a:rPr lang="ko-KR" altLang="en-US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에 추가하였음</a:t>
            </a:r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r>
              <a:rPr lang="ko-KR" altLang="en-US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 </a:t>
            </a:r>
            <a:r>
              <a:rPr lang="ko-KR" altLang="en-US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불량 변화 주요 시점에서의 </a:t>
            </a:r>
            <a:r>
              <a:rPr lang="en-US" altLang="ko-KR" sz="900" kern="0" dirty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sv</a:t>
            </a:r>
            <a:r>
              <a:rPr lang="ko-KR" altLang="en-US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값 변화</a:t>
            </a:r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변경횟수 포함 </a:t>
            </a:r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) (12/15)</a:t>
            </a:r>
          </a:p>
          <a:p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PV</a:t>
            </a:r>
            <a:r>
              <a:rPr lang="ko-KR" altLang="en-US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값도 연계 진행 중</a:t>
            </a:r>
            <a:r>
              <a:rPr lang="en-US" altLang="ko-KR" sz="900" kern="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. (~12/19)</a:t>
            </a:r>
          </a:p>
          <a:p>
            <a:endParaRPr lang="en-US" altLang="ko-KR" sz="900" kern="0" dirty="0">
              <a:solidFill>
                <a:srgbClr val="0000FF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3" name="내용 개체 틀 20">
            <a:extLst>
              <a:ext uri="{FF2B5EF4-FFF2-40B4-BE49-F238E27FC236}">
                <a16:creationId xmlns:a16="http://schemas.microsoft.com/office/drawing/2014/main" id="{5110335A-2AF6-4969-9269-136C61D58B19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5721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[</a:t>
            </a:r>
            <a:r>
              <a:rPr lang="ko-KR" altLang="en-US" sz="1400" b="1" err="1">
                <a:solidFill>
                  <a:prstClr val="black"/>
                </a:solidFill>
                <a:ea typeface="LG스마트체 Regular" panose="020B0600000101010101" pitchFamily="50" charset="-127"/>
              </a:rPr>
              <a:t>수율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 통합 분석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Solution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고도화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_AI-Agent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활용 불량분석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]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5C468654-8D70-4B97-97FA-CB558C05EA9D}"/>
              </a:ext>
            </a:extLst>
          </p:cNvPr>
          <p:cNvSpPr/>
          <p:nvPr/>
        </p:nvSpPr>
        <p:spPr>
          <a:xfrm>
            <a:off x="8760826" y="3091240"/>
            <a:ext cx="73596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6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다빈치 </a:t>
            </a:r>
            <a:r>
              <a:rPr lang="en-US" altLang="ko-KR" sz="6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– CNS )</a:t>
            </a:r>
            <a:endParaRPr lang="ko-KR" altLang="en-US" sz="600" b="1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498D6BCE-DB51-45E4-B261-B56B90F2B5A5}"/>
              </a:ext>
            </a:extLst>
          </p:cNvPr>
          <p:cNvSpPr/>
          <p:nvPr/>
        </p:nvSpPr>
        <p:spPr>
          <a:xfrm>
            <a:off x="8916820" y="3509193"/>
            <a:ext cx="518799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600" b="1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데통분</a:t>
            </a:r>
            <a:r>
              <a:rPr lang="en-US" altLang="ko-KR" sz="6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600" b="1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71384905-B762-4689-9916-97089A3C7DCE}"/>
              </a:ext>
            </a:extLst>
          </p:cNvPr>
          <p:cNvSpPr/>
          <p:nvPr/>
        </p:nvSpPr>
        <p:spPr>
          <a:xfrm>
            <a:off x="8916820" y="3963178"/>
            <a:ext cx="518799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600" b="1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데통분</a:t>
            </a:r>
            <a:r>
              <a:rPr lang="en-US" altLang="ko-KR" sz="6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600" b="1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A6CB3439-1484-4668-82E6-24FDB4127F90}"/>
              </a:ext>
            </a:extLst>
          </p:cNvPr>
          <p:cNvSpPr/>
          <p:nvPr/>
        </p:nvSpPr>
        <p:spPr>
          <a:xfrm>
            <a:off x="4062093" y="2195118"/>
            <a:ext cx="91168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6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┌</a:t>
            </a:r>
            <a:r>
              <a:rPr lang="en-US" altLang="ko-KR" sz="6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&gt;</a:t>
            </a:r>
            <a:r>
              <a:rPr lang="ko-KR" altLang="en-US" sz="6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투자 시작 </a:t>
            </a:r>
            <a:r>
              <a:rPr lang="en-US" altLang="ko-KR" sz="6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 7</a:t>
            </a:r>
            <a:r>
              <a:rPr lang="ko-KR" altLang="en-US" sz="6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1131DAC4-EFE7-46BE-A690-6EFA9702620C}"/>
              </a:ext>
            </a:extLst>
          </p:cNvPr>
          <p:cNvSpPr/>
          <p:nvPr/>
        </p:nvSpPr>
        <p:spPr>
          <a:xfrm>
            <a:off x="4238645" y="2443109"/>
            <a:ext cx="2976237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b="1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─</a:t>
            </a:r>
            <a:r>
              <a:rPr lang="en-US" altLang="ko-KR" sz="700" b="1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&gt; chat bot</a:t>
            </a:r>
            <a:r>
              <a:rPr lang="ko-KR" altLang="en-US" sz="700" b="1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에서 특정 조건을 선택하여</a:t>
            </a:r>
            <a:r>
              <a:rPr lang="en-US" altLang="ko-KR" sz="700" b="1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prompt</a:t>
            </a:r>
            <a:r>
              <a:rPr lang="ko-KR" altLang="en-US" sz="700" b="1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를 정형화 하는 </a:t>
            </a:r>
            <a:r>
              <a:rPr lang="en-US" altLang="ko-KR" sz="700" b="1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side bar </a:t>
            </a:r>
            <a:r>
              <a:rPr lang="ko-KR" altLang="en-US" sz="700" b="1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구현</a:t>
            </a:r>
            <a:r>
              <a:rPr lang="en-US" altLang="ko-KR" sz="700" b="1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endParaRPr lang="ko-KR" altLang="en-US" sz="700" b="1" dirty="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A4A57E0-828A-4E32-A5B6-60B2AB76E7D6}"/>
              </a:ext>
            </a:extLst>
          </p:cNvPr>
          <p:cNvSpPr/>
          <p:nvPr/>
        </p:nvSpPr>
        <p:spPr>
          <a:xfrm>
            <a:off x="4425712" y="2592391"/>
            <a:ext cx="2976237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b="1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─</a:t>
            </a:r>
            <a:r>
              <a:rPr lang="en-US" altLang="ko-KR" sz="700" b="1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&gt; chat bot</a:t>
            </a:r>
            <a:r>
              <a:rPr lang="ko-KR" altLang="en-US" sz="700" b="1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에서 비정기적으로 모델</a:t>
            </a:r>
            <a:r>
              <a:rPr lang="en-US" altLang="ko-KR" sz="700" b="1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700" b="1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기간</a:t>
            </a:r>
            <a:r>
              <a:rPr lang="en-US" altLang="ko-KR" sz="700" b="1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700" b="1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설비 선택하여 분석결과 검토 진행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3D41732-F38E-4764-9005-9409024FEA35}"/>
              </a:ext>
            </a:extLst>
          </p:cNvPr>
          <p:cNvSpPr/>
          <p:nvPr/>
        </p:nvSpPr>
        <p:spPr>
          <a:xfrm>
            <a:off x="4655057" y="2199047"/>
            <a:ext cx="2513202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b="1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(phase1)Agent _ pilot </a:t>
            </a:r>
            <a:r>
              <a:rPr lang="ko-KR" altLang="en-US" sz="700" b="1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구축 및 자동분석 결과 </a:t>
            </a:r>
            <a:r>
              <a:rPr lang="en-US" altLang="ko-KR" sz="700" b="1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mailing</a:t>
            </a:r>
            <a:r>
              <a:rPr lang="ko-KR" altLang="en-US" sz="700" b="1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실시 </a:t>
            </a:r>
            <a:r>
              <a:rPr lang="en-US" altLang="ko-KR" sz="700" b="1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(10</a:t>
            </a:r>
            <a:r>
              <a:rPr lang="ko-KR" altLang="en-US" sz="700" b="1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700" b="1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~)</a:t>
            </a:r>
            <a:endParaRPr lang="ko-KR" altLang="en-US" sz="700" b="1" dirty="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8454723-30B1-6DB4-B0E0-9CE341151397}"/>
              </a:ext>
            </a:extLst>
          </p:cNvPr>
          <p:cNvSpPr/>
          <p:nvPr/>
        </p:nvSpPr>
        <p:spPr>
          <a:xfrm>
            <a:off x="3817876" y="4255751"/>
            <a:ext cx="2130078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</a:t>
            </a:r>
            <a:r>
              <a:rPr lang="ko-KR" altLang="en-US" sz="8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자동분석 결과 내용 참고 </a:t>
            </a:r>
            <a:r>
              <a:rPr lang="en-US" altLang="ko-KR" sz="8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(x</a:t>
            </a:r>
            <a:r>
              <a:rPr lang="ko-KR" altLang="en-US" sz="8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축 부분만 발췌</a:t>
            </a:r>
            <a:r>
              <a:rPr lang="en-US" altLang="ko-KR" sz="8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F68E5EB-7D37-DC2C-C047-7E37F80C7814}"/>
              </a:ext>
            </a:extLst>
          </p:cNvPr>
          <p:cNvSpPr txBox="1"/>
          <p:nvPr/>
        </p:nvSpPr>
        <p:spPr>
          <a:xfrm>
            <a:off x="1719181" y="4431191"/>
            <a:ext cx="6980036" cy="2308324"/>
          </a:xfrm>
          <a:prstGeom prst="rect">
            <a:avLst/>
          </a:prstGeom>
          <a:noFill/>
          <a:ln>
            <a:solidFill>
              <a:srgbClr val="0000FF"/>
            </a:solidFill>
          </a:ln>
        </p:spPr>
        <p:txBody>
          <a:bodyPr wrap="square">
            <a:spAutoFit/>
          </a:bodyPr>
          <a:lstStyle/>
          <a:p>
            <a:r>
              <a:rPr lang="ko-KR" altLang="en-US" sz="800" dirty="0" err="1"/>
              <a:t>X축</a:t>
            </a:r>
            <a:r>
              <a:rPr lang="ko-KR" altLang="en-US" sz="800" dirty="0"/>
              <a:t> 불량 </a:t>
            </a:r>
            <a:r>
              <a:rPr lang="ko-KR" altLang="en-US" sz="800" dirty="0" err="1"/>
              <a:t>Drilldown</a:t>
            </a:r>
            <a:r>
              <a:rPr lang="ko-KR" altLang="en-US" sz="800" dirty="0"/>
              <a:t> 결과 #13-2호기는 2025‑12‑10~2025‑12‑13 기간 동안 지속적으로 불량률이 증가한 것으로 확인됩니다. </a:t>
            </a:r>
          </a:p>
          <a:p>
            <a:r>
              <a:rPr lang="ko-KR" altLang="en-US" sz="800" dirty="0"/>
              <a:t>해당 기간 불량률은 0.22%에서 0.50%로 상승했으며</a:t>
            </a:r>
            <a:r>
              <a:rPr lang="ko-KR" altLang="en-US" sz="800" dirty="0">
                <a:highlight>
                  <a:srgbClr val="D9D9D9"/>
                </a:highlight>
              </a:rPr>
              <a:t>, </a:t>
            </a:r>
            <a:r>
              <a:rPr lang="ko-KR" altLang="en-US" sz="800" dirty="0" err="1">
                <a:highlight>
                  <a:srgbClr val="D9D9D9"/>
                </a:highlight>
              </a:rPr>
              <a:t>X축</a:t>
            </a:r>
            <a:r>
              <a:rPr lang="ko-KR" altLang="en-US" sz="800" dirty="0">
                <a:highlight>
                  <a:srgbClr val="D9D9D9"/>
                </a:highlight>
              </a:rPr>
              <a:t> 불량률은 0.13%에서 0.22%로 증가했습니다. </a:t>
            </a:r>
          </a:p>
          <a:p>
            <a:r>
              <a:rPr lang="ko-KR" altLang="en-US" sz="800" dirty="0"/>
              <a:t>주요 불량 유형은 (</a:t>
            </a:r>
            <a:r>
              <a:rPr lang="ko-KR" altLang="en-US" sz="800" dirty="0" err="1"/>
              <a:t>X</a:t>
            </a:r>
            <a:r>
              <a:rPr lang="ko-KR" altLang="en-US" sz="800" dirty="0"/>
              <a:t>)</a:t>
            </a:r>
            <a:r>
              <a:rPr lang="ko-KR" altLang="en-US" sz="800" dirty="0" err="1"/>
              <a:t>AC이며</a:t>
            </a:r>
            <a:r>
              <a:rPr lang="ko-KR" altLang="en-US" sz="800" dirty="0"/>
              <a:t>, </a:t>
            </a:r>
            <a:r>
              <a:rPr lang="ko-KR" altLang="en-US" sz="800" dirty="0" err="1"/>
              <a:t>ROI_NG와</a:t>
            </a:r>
            <a:r>
              <a:rPr lang="ko-KR" altLang="en-US" sz="800" dirty="0"/>
              <a:t> 양극회전(반시계) 유형이 공통 원인으로 판단됩니다.</a:t>
            </a:r>
          </a:p>
          <a:p>
            <a:endParaRPr lang="ko-KR" altLang="en-US" sz="800" dirty="0"/>
          </a:p>
          <a:p>
            <a:r>
              <a:rPr lang="ko-KR" altLang="en-US" sz="800" dirty="0" err="1"/>
              <a:t>Drilldown</a:t>
            </a:r>
            <a:r>
              <a:rPr lang="ko-KR" altLang="en-US" sz="800" dirty="0"/>
              <a:t> 결과를 바탕으로 유의차 분석을 진행한 결과, Best 설비((Line10 </a:t>
            </a:r>
            <a:r>
              <a:rPr lang="ko-KR" altLang="en-US" sz="800" dirty="0" err="1"/>
              <a:t>Lamination</a:t>
            </a:r>
            <a:r>
              <a:rPr lang="ko-KR" altLang="en-US" sz="800" dirty="0"/>
              <a:t> #10‑2(E77A)))와 비교했을 때 </a:t>
            </a:r>
          </a:p>
          <a:p>
            <a:r>
              <a:rPr lang="ko-KR" altLang="en-US" sz="800" dirty="0">
                <a:highlight>
                  <a:srgbClr val="D9D9D9"/>
                </a:highlight>
              </a:rPr>
              <a:t>2025‑12‑10과 2025‑12‑11 두 날짜 모두에서 </a:t>
            </a:r>
            <a:r>
              <a:rPr lang="ko-KR" altLang="en-US" sz="800" dirty="0" err="1">
                <a:highlight>
                  <a:srgbClr val="D9D9D9"/>
                </a:highlight>
              </a:rPr>
              <a:t>LongSide_Sealing</a:t>
            </a:r>
            <a:r>
              <a:rPr lang="ko-KR" altLang="en-US" sz="800" dirty="0">
                <a:highlight>
                  <a:srgbClr val="D9D9D9"/>
                </a:highlight>
              </a:rPr>
              <a:t> AA </a:t>
            </a:r>
            <a:r>
              <a:rPr lang="ko-KR" altLang="en-US" sz="800" dirty="0" err="1">
                <a:highlight>
                  <a:srgbClr val="D9D9D9"/>
                </a:highlight>
              </a:rPr>
              <a:t>GAP와</a:t>
            </a:r>
            <a:r>
              <a:rPr lang="ko-KR" altLang="en-US" sz="800" dirty="0">
                <a:highlight>
                  <a:srgbClr val="D9D9D9"/>
                </a:highlight>
              </a:rPr>
              <a:t> 파이널 AA Gap 파라미터가 일관되게 유의한 영향을 보였습니다</a:t>
            </a:r>
            <a:r>
              <a:rPr lang="ko-KR" altLang="en-US" sz="800" dirty="0"/>
              <a:t>. </a:t>
            </a:r>
            <a:r>
              <a:rPr lang="en-US" altLang="ko-KR" sz="800" dirty="0"/>
              <a:t>(</a:t>
            </a:r>
            <a:r>
              <a:rPr lang="ko-KR" altLang="en-US" sz="800" dirty="0"/>
              <a:t> 유의인자 중복성 고려하여 표현</a:t>
            </a:r>
            <a:r>
              <a:rPr lang="en-US" altLang="ko-KR" sz="800" dirty="0"/>
              <a:t>) </a:t>
            </a:r>
            <a:endParaRPr lang="ko-KR" altLang="en-US" sz="800" dirty="0"/>
          </a:p>
          <a:p>
            <a:r>
              <a:rPr lang="ko-KR" altLang="en-US" sz="800" dirty="0"/>
              <a:t>이 두 파라미터는 해당 기간 동안 불량 증가와 연관된 주요 요인으로 확인되어 추가 점검이 필요합니다. </a:t>
            </a:r>
          </a:p>
          <a:p>
            <a:r>
              <a:rPr lang="ko-KR" altLang="en-US" sz="800" dirty="0" err="1"/>
              <a:t>LongSide_Sealing</a:t>
            </a:r>
            <a:r>
              <a:rPr lang="ko-KR" altLang="en-US" sz="800" dirty="0"/>
              <a:t> AA </a:t>
            </a:r>
            <a:r>
              <a:rPr lang="ko-KR" altLang="en-US" sz="800" dirty="0" err="1"/>
              <a:t>GAP와</a:t>
            </a:r>
            <a:r>
              <a:rPr lang="ko-KR" altLang="en-US" sz="800" dirty="0"/>
              <a:t> 파이널 AA Gap이 모두 평균적으로 감소하고 있어, </a:t>
            </a:r>
            <a:r>
              <a:rPr lang="en-US" altLang="ko-KR" sz="800" dirty="0"/>
              <a:t> </a:t>
            </a:r>
          </a:p>
          <a:p>
            <a:r>
              <a:rPr lang="ko-KR" altLang="en-US" sz="800" dirty="0" err="1">
                <a:highlight>
                  <a:srgbClr val="D9D9D9"/>
                </a:highlight>
              </a:rPr>
              <a:t>장변실러와</a:t>
            </a:r>
            <a:r>
              <a:rPr lang="ko-KR" altLang="en-US" sz="800" dirty="0">
                <a:highlight>
                  <a:srgbClr val="D9D9D9"/>
                </a:highlight>
              </a:rPr>
              <a:t> </a:t>
            </a:r>
            <a:r>
              <a:rPr lang="ko-KR" altLang="en-US" sz="800" dirty="0" err="1">
                <a:highlight>
                  <a:srgbClr val="D9D9D9"/>
                </a:highlight>
              </a:rPr>
              <a:t>파이널커터</a:t>
            </a:r>
            <a:r>
              <a:rPr lang="ko-KR" altLang="en-US" sz="800" dirty="0">
                <a:highlight>
                  <a:srgbClr val="D9D9D9"/>
                </a:highlight>
              </a:rPr>
              <a:t> 사이 </a:t>
            </a:r>
            <a:r>
              <a:rPr lang="ko-KR" altLang="en-US" sz="800" dirty="0" err="1">
                <a:highlight>
                  <a:srgbClr val="D9D9D9"/>
                </a:highlight>
              </a:rPr>
              <a:t>기구부</a:t>
            </a:r>
            <a:r>
              <a:rPr lang="ko-KR" altLang="en-US" sz="800" dirty="0">
                <a:highlight>
                  <a:srgbClr val="D9D9D9"/>
                </a:highlight>
              </a:rPr>
              <a:t> 이상으로 인한 </a:t>
            </a:r>
            <a:r>
              <a:rPr lang="ko-KR" altLang="en-US" sz="800" dirty="0" err="1">
                <a:highlight>
                  <a:srgbClr val="D9D9D9"/>
                </a:highlight>
              </a:rPr>
              <a:t>분리막</a:t>
            </a:r>
            <a:r>
              <a:rPr lang="ko-KR" altLang="en-US" sz="800" dirty="0">
                <a:highlight>
                  <a:srgbClr val="D9D9D9"/>
                </a:highlight>
              </a:rPr>
              <a:t> 접힘 현상이 원인일 가능성이 높습니다</a:t>
            </a:r>
            <a:r>
              <a:rPr lang="ko-KR" altLang="en-US" sz="800" dirty="0"/>
              <a:t>.  </a:t>
            </a:r>
            <a:r>
              <a:rPr lang="en-US" altLang="ko-KR" sz="800" dirty="0"/>
              <a:t>(</a:t>
            </a:r>
            <a:r>
              <a:rPr lang="ko-KR" altLang="en-US" sz="800" dirty="0"/>
              <a:t> 과장된 해석을 최소화 할 수 있도록 보완 필요</a:t>
            </a:r>
            <a:r>
              <a:rPr lang="en-US" altLang="ko-KR" sz="800" dirty="0"/>
              <a:t>.) </a:t>
            </a:r>
            <a:endParaRPr lang="ko-KR" altLang="en-US" sz="800" dirty="0"/>
          </a:p>
          <a:p>
            <a:endParaRPr lang="ko-KR" altLang="en-US" sz="800" dirty="0"/>
          </a:p>
          <a:p>
            <a:r>
              <a:rPr lang="ko-KR" altLang="en-US" sz="800" dirty="0"/>
              <a:t>RMS </a:t>
            </a:r>
            <a:r>
              <a:rPr lang="ko-KR" altLang="en-US" sz="800" dirty="0" err="1"/>
              <a:t>Parameter의</a:t>
            </a:r>
            <a:r>
              <a:rPr lang="ko-KR" altLang="en-US" sz="800" dirty="0"/>
              <a:t> 경우 2025-12-12에 (</a:t>
            </a:r>
            <a:r>
              <a:rPr lang="ko-KR" altLang="en-US" sz="800" dirty="0" err="1"/>
              <a:t>X</a:t>
            </a:r>
            <a:r>
              <a:rPr lang="ko-KR" altLang="en-US" sz="800" dirty="0"/>
              <a:t>) AC 불량 변화와 연관된 것으로 추정되는 변동 사항이 있습니다. </a:t>
            </a:r>
          </a:p>
          <a:p>
            <a:r>
              <a:rPr lang="ko-KR" altLang="en-US" sz="800" dirty="0" err="1">
                <a:highlight>
                  <a:srgbClr val="D9D9D9"/>
                </a:highlight>
              </a:rPr>
              <a:t>Blade</a:t>
            </a:r>
            <a:r>
              <a:rPr lang="ko-KR" altLang="en-US" sz="800" dirty="0">
                <a:highlight>
                  <a:srgbClr val="D9D9D9"/>
                </a:highlight>
              </a:rPr>
              <a:t> </a:t>
            </a:r>
            <a:r>
              <a:rPr lang="ko-KR" altLang="en-US" sz="800" dirty="0" err="1">
                <a:highlight>
                  <a:srgbClr val="D9D9D9"/>
                </a:highlight>
              </a:rPr>
              <a:t>Push</a:t>
            </a:r>
            <a:r>
              <a:rPr lang="ko-KR" altLang="en-US" sz="800" dirty="0">
                <a:highlight>
                  <a:srgbClr val="D9D9D9"/>
                </a:highlight>
              </a:rPr>
              <a:t> </a:t>
            </a:r>
            <a:r>
              <a:rPr lang="ko-KR" altLang="en-US" sz="800" dirty="0" err="1">
                <a:highlight>
                  <a:srgbClr val="D9D9D9"/>
                </a:highlight>
              </a:rPr>
              <a:t>Pressure</a:t>
            </a:r>
            <a:r>
              <a:rPr lang="ko-KR" altLang="en-US" sz="800" dirty="0">
                <a:highlight>
                  <a:srgbClr val="D9D9D9"/>
                </a:highlight>
              </a:rPr>
              <a:t> of </a:t>
            </a:r>
            <a:r>
              <a:rPr lang="ko-KR" altLang="en-US" sz="800" dirty="0" err="1">
                <a:highlight>
                  <a:srgbClr val="D9D9D9"/>
                </a:highlight>
              </a:rPr>
              <a:t>Cell</a:t>
            </a:r>
            <a:r>
              <a:rPr lang="ko-KR" altLang="en-US" sz="800" dirty="0">
                <a:highlight>
                  <a:srgbClr val="D9D9D9"/>
                </a:highlight>
              </a:rPr>
              <a:t>. </a:t>
            </a:r>
            <a:r>
              <a:rPr lang="ko-KR" altLang="en-US" sz="800" dirty="0" err="1">
                <a:highlight>
                  <a:srgbClr val="D9D9D9"/>
                </a:highlight>
              </a:rPr>
              <a:t>Cutter</a:t>
            </a:r>
            <a:r>
              <a:rPr lang="ko-KR" altLang="en-US" sz="800" dirty="0">
                <a:highlight>
                  <a:srgbClr val="D9D9D9"/>
                </a:highlight>
              </a:rPr>
              <a:t> </a:t>
            </a:r>
            <a:r>
              <a:rPr lang="ko-KR" altLang="en-US" sz="800" dirty="0" err="1">
                <a:highlight>
                  <a:srgbClr val="D9D9D9"/>
                </a:highlight>
              </a:rPr>
              <a:t>in</a:t>
            </a:r>
            <a:r>
              <a:rPr lang="ko-KR" altLang="en-US" sz="800" dirty="0">
                <a:highlight>
                  <a:srgbClr val="D9D9D9"/>
                </a:highlight>
              </a:rPr>
              <a:t> </a:t>
            </a:r>
            <a:r>
              <a:rPr lang="ko-KR" altLang="en-US" sz="800" dirty="0" err="1">
                <a:highlight>
                  <a:srgbClr val="D9D9D9"/>
                </a:highlight>
              </a:rPr>
              <a:t>Cell</a:t>
            </a:r>
            <a:r>
              <a:rPr lang="ko-KR" altLang="en-US" sz="800" dirty="0">
                <a:highlight>
                  <a:srgbClr val="D9D9D9"/>
                </a:highlight>
              </a:rPr>
              <a:t>. </a:t>
            </a:r>
            <a:r>
              <a:rPr lang="ko-KR" altLang="en-US" sz="800" dirty="0" err="1">
                <a:highlight>
                  <a:srgbClr val="D9D9D9"/>
                </a:highlight>
              </a:rPr>
              <a:t>Final</a:t>
            </a:r>
            <a:r>
              <a:rPr lang="ko-KR" altLang="en-US" sz="800" dirty="0">
                <a:highlight>
                  <a:srgbClr val="D9D9D9"/>
                </a:highlight>
              </a:rPr>
              <a:t> </a:t>
            </a:r>
            <a:r>
              <a:rPr lang="ko-KR" altLang="en-US" sz="800" dirty="0" err="1">
                <a:highlight>
                  <a:srgbClr val="D9D9D9"/>
                </a:highlight>
              </a:rPr>
              <a:t>Cutter</a:t>
            </a:r>
            <a:r>
              <a:rPr lang="ko-KR" altLang="en-US" sz="800" dirty="0">
                <a:highlight>
                  <a:srgbClr val="D9D9D9"/>
                </a:highlight>
              </a:rPr>
              <a:t> 파라미터가 4.0 → 0.5로 감소하면서 불량률이 0.8% → 2.5%로 증가하였습니다</a:t>
            </a:r>
            <a:r>
              <a:rPr lang="ko-KR" altLang="en-US" sz="800" dirty="0"/>
              <a:t>. </a:t>
            </a:r>
            <a:endParaRPr lang="en-US" altLang="ko-KR" sz="800" dirty="0"/>
          </a:p>
          <a:p>
            <a:r>
              <a:rPr lang="en-US" altLang="ko-KR" sz="800" dirty="0"/>
              <a:t>( </a:t>
            </a:r>
            <a:r>
              <a:rPr lang="ko-KR" altLang="en-US" sz="800" dirty="0"/>
              <a:t>파라미터 변화</a:t>
            </a:r>
            <a:r>
              <a:rPr lang="en-US" altLang="ko-KR" sz="800" dirty="0"/>
              <a:t>/ </a:t>
            </a:r>
            <a:r>
              <a:rPr lang="ko-KR" altLang="en-US" sz="800" dirty="0"/>
              <a:t>불량율의 변화는 트랜드 이미지를 해석한 내용임 </a:t>
            </a:r>
            <a:r>
              <a:rPr lang="en-US" altLang="ko-KR" sz="800" dirty="0"/>
              <a:t>, </a:t>
            </a:r>
            <a:r>
              <a:rPr lang="ko-KR" altLang="en-US" sz="800" dirty="0"/>
              <a:t>추후 결과물에서 관련 </a:t>
            </a:r>
            <a:r>
              <a:rPr lang="en-US" altLang="ko-KR" sz="800" dirty="0"/>
              <a:t>trend </a:t>
            </a:r>
            <a:r>
              <a:rPr lang="ko-KR" altLang="en-US" sz="800" dirty="0"/>
              <a:t>이미지도 같이 출력되도록 진행 예정</a:t>
            </a:r>
            <a:r>
              <a:rPr lang="en-US" altLang="ko-KR" sz="800" dirty="0"/>
              <a:t>) </a:t>
            </a:r>
            <a:endParaRPr lang="ko-KR" altLang="en-US" sz="800" dirty="0"/>
          </a:p>
          <a:p>
            <a:endParaRPr lang="en-US" altLang="ko-KR" sz="800" dirty="0"/>
          </a:p>
          <a:p>
            <a:r>
              <a:rPr lang="ko-KR" altLang="en-US" sz="800" dirty="0">
                <a:highlight>
                  <a:srgbClr val="D9D9D9"/>
                </a:highlight>
              </a:rPr>
              <a:t>2025‑12‑12 08:45:00PM~08:54:39PM에 커터 위치에서 상단 커터 조정이 원인으로 발생한 손실이 있었으며, 상단 커터를 조정하여 문제를 해결했습니다. </a:t>
            </a:r>
          </a:p>
          <a:p>
            <a:r>
              <a:rPr lang="ko-KR" altLang="en-US" sz="800" dirty="0">
                <a:highlight>
                  <a:srgbClr val="D9D9D9"/>
                </a:highlight>
              </a:rPr>
              <a:t>2025‑12‑13 12:17:06PM~12:34:46PM에 센서 위치에서 통신 오류가 원인으로 발생한 손실</a:t>
            </a:r>
            <a:r>
              <a:rPr lang="en-US" altLang="ko-KR" sz="800" dirty="0">
                <a:highlight>
                  <a:srgbClr val="D9D9D9"/>
                </a:highlight>
              </a:rPr>
              <a:t>”</a:t>
            </a:r>
            <a:r>
              <a:rPr lang="ko-KR" altLang="en-US" sz="800" dirty="0">
                <a:highlight>
                  <a:srgbClr val="D9D9D9"/>
                </a:highlight>
              </a:rPr>
              <a:t>이 있었으며, 센서의 통신 오류를 해결했습니다. </a:t>
            </a:r>
          </a:p>
          <a:p>
            <a:r>
              <a:rPr lang="ko-KR" altLang="en-US" sz="800" dirty="0">
                <a:highlight>
                  <a:srgbClr val="D9D9D9"/>
                </a:highlight>
              </a:rPr>
              <a:t>2025‑12‑13 01:13:28PM~01:27:11PM에 전극 </a:t>
            </a:r>
            <a:r>
              <a:rPr lang="ko-KR" altLang="en-US" sz="800" dirty="0" err="1">
                <a:highlight>
                  <a:srgbClr val="D9D9D9"/>
                </a:highlight>
              </a:rPr>
              <a:t>X축이</a:t>
            </a:r>
            <a:r>
              <a:rPr lang="ko-KR" altLang="en-US" sz="800" dirty="0">
                <a:highlight>
                  <a:srgbClr val="D9D9D9"/>
                </a:highlight>
              </a:rPr>
              <a:t> 원인으로 발생한 손실이 있었으며, 전극 </a:t>
            </a:r>
            <a:r>
              <a:rPr lang="ko-KR" altLang="en-US" sz="800" dirty="0" err="1">
                <a:highlight>
                  <a:srgbClr val="D9D9D9"/>
                </a:highlight>
              </a:rPr>
              <a:t>X축의</a:t>
            </a:r>
            <a:r>
              <a:rPr lang="ko-KR" altLang="en-US" sz="800" dirty="0">
                <a:highlight>
                  <a:srgbClr val="D9D9D9"/>
                </a:highlight>
              </a:rPr>
              <a:t> 위치를 조정했습니다.</a:t>
            </a:r>
            <a:endParaRPr lang="en-US" altLang="ko-KR" sz="800" dirty="0">
              <a:highlight>
                <a:srgbClr val="D9D9D9"/>
              </a:highlight>
            </a:endParaRPr>
          </a:p>
          <a:p>
            <a:r>
              <a:rPr lang="en-US" altLang="ko-KR" sz="800" dirty="0"/>
              <a:t>( loss</a:t>
            </a:r>
            <a:r>
              <a:rPr lang="ko-KR" altLang="en-US" sz="800" dirty="0"/>
              <a:t>항목은 </a:t>
            </a:r>
            <a:r>
              <a:rPr lang="en-US" altLang="ko-KR" sz="800" dirty="0"/>
              <a:t>x</a:t>
            </a:r>
            <a:r>
              <a:rPr lang="ko-KR" altLang="en-US" sz="800" dirty="0"/>
              <a:t>축과 </a:t>
            </a:r>
            <a:r>
              <a:rPr lang="en-US" altLang="ko-KR" sz="800" dirty="0"/>
              <a:t>y</a:t>
            </a:r>
            <a:r>
              <a:rPr lang="ko-KR" altLang="en-US" sz="800" dirty="0"/>
              <a:t>축 주요 불량 시점으로 나오고 있으나</a:t>
            </a:r>
            <a:r>
              <a:rPr lang="en-US" altLang="ko-KR" sz="800" dirty="0"/>
              <a:t>, </a:t>
            </a:r>
            <a:r>
              <a:rPr lang="en-US" altLang="ko-KR" sz="800" dirty="0" err="1"/>
              <a:t>sv</a:t>
            </a:r>
            <a:r>
              <a:rPr lang="en-US" altLang="ko-KR" sz="800" dirty="0"/>
              <a:t>/</a:t>
            </a:r>
            <a:r>
              <a:rPr lang="en-US" altLang="ko-KR" sz="800" dirty="0" err="1"/>
              <a:t>pv</a:t>
            </a:r>
            <a:r>
              <a:rPr lang="ko-KR" altLang="en-US" sz="800" dirty="0"/>
              <a:t> 인자 내용에 같이 녹여질 수 있도록 보완 필요 </a:t>
            </a:r>
            <a:r>
              <a:rPr lang="en-US" altLang="ko-KR" sz="800" dirty="0"/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449185649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204286"/>
              </p:ext>
            </p:extLst>
          </p:nvPr>
        </p:nvGraphicFramePr>
        <p:xfrm>
          <a:off x="148135" y="837408"/>
          <a:ext cx="9757865" cy="584313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701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90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713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160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Drill Down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라미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위치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’25</a:t>
                      </a: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: 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ESMI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ESGM1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ESGM2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금주 특이사항은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ESWA3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동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(4,5line/JF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모델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라미네이션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위치불량 재료교체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report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구축 내용입니다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80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ESGM1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80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(‘25.2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800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80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ESGM2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80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(‘25.8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800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80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80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(’25.1 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800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80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ESMI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80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(‘25.8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GM1/2</a:t>
                      </a:r>
                    </a:p>
                    <a:p>
                      <a:pPr algn="ctr" latinLnBrk="1"/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임성묵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WA</a:t>
                      </a:r>
                    </a:p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홍진표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MI</a:t>
                      </a:r>
                    </a:p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홍진표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</a:p>
                    <a:p>
                      <a:pPr algn="ctr" latinLnBrk="1"/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임성묵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이찬혁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: </a:t>
            </a:r>
            <a:r>
              <a:rPr lang="en-US" altLang="ko-KR" sz="1100" dirty="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12/16</a:t>
            </a:r>
            <a:r>
              <a:rPr lang="en-US" altLang="ko-KR" sz="110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(</a:t>
            </a:r>
            <a:r>
              <a:rPr lang="ko-KR" altLang="en-US" sz="1100" dirty="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화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)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1</a:t>
            </a:r>
            <a:r>
              <a:rPr lang="en-US" altLang="ko-KR" sz="1100" dirty="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6</a:t>
            </a:r>
            <a:r>
              <a:rPr lang="ko-KR" altLang="en-US" sz="110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LG스마트체 Regular" panose="020B0600000101010101" pitchFamily="50" charset="-127"/>
            </a:endParaRP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87686" y="418066"/>
            <a:ext cx="114935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임성묵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 선임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C6CFD3D-905B-4553-8A78-2363086CB065}"/>
              </a:ext>
            </a:extLst>
          </p:cNvPr>
          <p:cNvSpPr txBox="1"/>
          <p:nvPr/>
        </p:nvSpPr>
        <p:spPr>
          <a:xfrm>
            <a:off x="1663030" y="2246989"/>
            <a:ext cx="6959823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000" b="1">
                <a:latin typeface="+mj-lt"/>
                <a:ea typeface="LG스마트체 Regular" panose="020B0600000101010101" pitchFamily="50" charset="-127"/>
              </a:rPr>
              <a:t>진행 사항</a:t>
            </a:r>
            <a:r>
              <a:rPr lang="en-US" altLang="ko-KR" sz="1000" b="1">
                <a:latin typeface="+mj-lt"/>
                <a:ea typeface="LG스마트체 Regular" panose="020B0600000101010101" pitchFamily="50" charset="-127"/>
              </a:rPr>
              <a:t>]</a:t>
            </a:r>
            <a:r>
              <a:rPr lang="ko-KR" altLang="en-US" sz="1000" b="1">
                <a:latin typeface="+mj-lt"/>
                <a:ea typeface="LG스마트체 Regular" panose="020B0600000101010101" pitchFamily="50" charset="-127"/>
              </a:rPr>
              <a:t> </a:t>
            </a:r>
            <a:endParaRPr lang="en-US" altLang="ko-KR" sz="1000" b="1">
              <a:latin typeface="+mj-lt"/>
              <a:ea typeface="LG스마트체 Regular" panose="020B0600000101010101" pitchFamily="50" charset="-127"/>
            </a:endParaRPr>
          </a:p>
          <a:p>
            <a:pPr lvl="0">
              <a:defRPr/>
            </a:pPr>
            <a:r>
              <a:rPr lang="ko-KR" altLang="en-US" sz="1000">
                <a:latin typeface="+mj-lt"/>
                <a:ea typeface="LG스마트체 Regular" panose="020B0600000101010101" pitchFamily="50" charset="-127"/>
              </a:rPr>
              <a:t>법인 </a:t>
            </a:r>
            <a:r>
              <a:rPr lang="en-US" altLang="ko-KR" sz="1000">
                <a:latin typeface="+mj-lt"/>
                <a:ea typeface="LG스마트체 Regular" panose="020B0600000101010101" pitchFamily="50" charset="-127"/>
              </a:rPr>
              <a:t>L&amp;S</a:t>
            </a:r>
            <a:r>
              <a:rPr lang="ko-KR" altLang="en-US" sz="1000">
                <a:latin typeface="+mj-lt"/>
                <a:ea typeface="LG스마트체 Regular" panose="020B0600000101010101" pitchFamily="50" charset="-127"/>
              </a:rPr>
              <a:t>공정팀에 분석내용을 교류하며 불량원인에 대한 논의체를 구성하여 고도화 진행 중 </a:t>
            </a:r>
            <a:r>
              <a:rPr lang="en-US" altLang="ko-KR" sz="1000">
                <a:latin typeface="+mj-lt"/>
                <a:ea typeface="LG스마트체 Regular" panose="020B0600000101010101" pitchFamily="50" charset="-127"/>
              </a:rPr>
              <a:t>(03</a:t>
            </a:r>
            <a:r>
              <a:rPr lang="ko-KR" altLang="en-US" sz="1000">
                <a:latin typeface="+mj-lt"/>
                <a:ea typeface="LG스마트체 Regular" panose="020B0600000101010101" pitchFamily="50" charset="-127"/>
              </a:rPr>
              <a:t>월</a:t>
            </a:r>
            <a:r>
              <a:rPr lang="en-US" altLang="ko-KR" sz="1000">
                <a:latin typeface="+mj-lt"/>
                <a:ea typeface="LG스마트체 Regular" panose="020B0600000101010101" pitchFamily="50" charset="-127"/>
              </a:rPr>
              <a:t>~)</a:t>
            </a:r>
          </a:p>
          <a:p>
            <a:pPr lvl="0">
              <a:defRPr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-.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불량 유형을 세분화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(y)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부분을 중점적으로 활용하여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worst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호기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(3-1)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X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축 불량 특이사항 확인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[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법인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sameness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과제에 활용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]</a:t>
            </a:r>
          </a:p>
          <a:p>
            <a:pPr lvl="0">
              <a:defRPr/>
            </a:pP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-. </a:t>
            </a:r>
            <a:r>
              <a:rPr lang="ko-KR" altLang="en-US" sz="1000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원인계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(x) </a:t>
            </a:r>
            <a:r>
              <a:rPr lang="ko-KR" altLang="en-US" sz="1000">
                <a:ea typeface="LG스마트체 Regular" panose="020B0600000101010101" pitchFamily="50" charset="-127"/>
              </a:rPr>
              <a:t>분석 </a:t>
            </a:r>
            <a:r>
              <a:rPr lang="en-US" altLang="ko-KR" sz="1000">
                <a:ea typeface="LG스마트체 Regular" panose="020B0600000101010101" pitchFamily="50" charset="-127"/>
              </a:rPr>
              <a:t>REPORT.</a:t>
            </a:r>
            <a:r>
              <a:rPr lang="ko-KR" altLang="en-US" sz="1000">
                <a:ea typeface="LG스마트체 Regular" panose="020B0600000101010101" pitchFamily="50" charset="-127"/>
              </a:rPr>
              <a:t> 주요 설비</a:t>
            </a:r>
            <a:r>
              <a:rPr lang="en-US" altLang="ko-KR" sz="1000">
                <a:ea typeface="LG스마트체 Regular" panose="020B0600000101010101" pitchFamily="50" charset="-127"/>
              </a:rPr>
              <a:t>/ </a:t>
            </a:r>
            <a:r>
              <a:rPr lang="ko-KR" altLang="en-US" sz="1000">
                <a:ea typeface="LG스마트체 Regular" panose="020B0600000101010101" pitchFamily="50" charset="-127"/>
              </a:rPr>
              <a:t>시점에서의  </a:t>
            </a:r>
            <a:r>
              <a:rPr lang="en-US" altLang="ko-KR" sz="1000" err="1">
                <a:ea typeface="LG스마트체 Regular" panose="020B0600000101010101" pitchFamily="50" charset="-127"/>
              </a:rPr>
              <a:t>pv</a:t>
            </a:r>
            <a:r>
              <a:rPr lang="ko-KR" altLang="en-US" sz="1000">
                <a:ea typeface="LG스마트체 Regular" panose="020B0600000101010101" pitchFamily="50" charset="-127"/>
              </a:rPr>
              <a:t>값과 치수 </a:t>
            </a:r>
            <a:r>
              <a:rPr lang="ko-KR" altLang="en-US" sz="1000" err="1">
                <a:ea typeface="LG스마트체 Regular" panose="020B0600000101010101" pitchFamily="50" charset="-127"/>
              </a:rPr>
              <a:t>검사값을</a:t>
            </a:r>
            <a:r>
              <a:rPr lang="ko-KR" altLang="en-US" sz="1000">
                <a:ea typeface="LG스마트체 Regular" panose="020B0600000101010101" pitchFamily="50" charset="-127"/>
              </a:rPr>
              <a:t> 비교할 수 있도록 구성</a:t>
            </a:r>
            <a:r>
              <a:rPr lang="en-US" altLang="ko-KR" sz="1000">
                <a:ea typeface="LG스마트체 Regular" panose="020B0600000101010101" pitchFamily="50" charset="-127"/>
              </a:rPr>
              <a:t>(RAW</a:t>
            </a:r>
            <a:r>
              <a:rPr lang="ko-KR" altLang="en-US" sz="1000">
                <a:ea typeface="LG스마트체 Regular" panose="020B0600000101010101" pitchFamily="50" charset="-127"/>
              </a:rPr>
              <a:t>데이터 </a:t>
            </a:r>
            <a:r>
              <a:rPr lang="en-US" altLang="ko-KR" sz="1000">
                <a:ea typeface="LG스마트체 Regular" panose="020B0600000101010101" pitchFamily="50" charset="-127"/>
              </a:rPr>
              <a:t>03/27 ,10</a:t>
            </a:r>
            <a:r>
              <a:rPr lang="ko-KR" altLang="en-US" sz="1000" err="1">
                <a:ea typeface="LG스마트체 Regular" panose="020B0600000101010101" pitchFamily="50" charset="-127"/>
              </a:rPr>
              <a:t>분요약</a:t>
            </a:r>
            <a:r>
              <a:rPr lang="ko-KR" altLang="en-US" sz="1000">
                <a:ea typeface="LG스마트체 Regular" panose="020B0600000101010101" pitchFamily="50" charset="-127"/>
              </a:rPr>
              <a:t> 데이터 </a:t>
            </a:r>
            <a:r>
              <a:rPr lang="en-US" altLang="ko-KR" sz="1000">
                <a:ea typeface="LG스마트체 Regular" panose="020B0600000101010101" pitchFamily="50" charset="-127"/>
              </a:rPr>
              <a:t>4/7))</a:t>
            </a:r>
          </a:p>
          <a:p>
            <a:pPr>
              <a:defRPr/>
            </a:pPr>
            <a:r>
              <a:rPr lang="en-US" altLang="ko-KR" sz="1000">
                <a:ea typeface="LG스마트체 Regular" panose="020B0600000101010101" pitchFamily="50" charset="-127"/>
              </a:rPr>
              <a:t> -. ESWA </a:t>
            </a:r>
            <a:r>
              <a:rPr lang="ko-KR" altLang="en-US" sz="1000" err="1">
                <a:ea typeface="LG스마트체 Regular" panose="020B0600000101010101" pitchFamily="50" charset="-127"/>
              </a:rPr>
              <a:t>라미</a:t>
            </a:r>
            <a:r>
              <a:rPr lang="ko-KR" altLang="en-US" sz="1000">
                <a:ea typeface="LG스마트체 Regular" panose="020B0600000101010101" pitchFamily="50" charset="-127"/>
              </a:rPr>
              <a:t> 위치불량</a:t>
            </a:r>
            <a:r>
              <a:rPr lang="en-US" altLang="ko-KR" sz="1000">
                <a:ea typeface="LG스마트체 Regular" panose="020B0600000101010101" pitchFamily="50" charset="-127"/>
              </a:rPr>
              <a:t>[MEB/Normal] </a:t>
            </a:r>
            <a:r>
              <a:rPr lang="ko-KR" altLang="en-US" sz="1000">
                <a:ea typeface="LG스마트체 Regular" panose="020B0600000101010101" pitchFamily="50" charset="-127"/>
              </a:rPr>
              <a:t>개선 업무 진행 </a:t>
            </a:r>
            <a:r>
              <a:rPr lang="en-US" altLang="ko-KR" sz="1000">
                <a:ea typeface="LG스마트체 Regular" panose="020B0600000101010101" pitchFamily="50" charset="-127"/>
              </a:rPr>
              <a:t>(~05/07)</a:t>
            </a:r>
          </a:p>
          <a:p>
            <a:pPr>
              <a:defRPr/>
            </a:pPr>
            <a:r>
              <a:rPr lang="en-US" altLang="ko-KR" sz="1000">
                <a:ea typeface="LG스마트체 Regular" panose="020B0600000101010101" pitchFamily="50" charset="-127"/>
              </a:rPr>
              <a:t> -. 3</a:t>
            </a:r>
            <a:r>
              <a:rPr lang="ko-KR" altLang="en-US" sz="1000" err="1">
                <a:ea typeface="LG스마트체 Regular" panose="020B0600000101010101" pitchFamily="50" charset="-127"/>
              </a:rPr>
              <a:t>월대비</a:t>
            </a:r>
            <a:r>
              <a:rPr lang="ko-KR" altLang="en-US" sz="1000"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ea typeface="LG스마트체 Regular" panose="020B0600000101010101" pitchFamily="50" charset="-127"/>
              </a:rPr>
              <a:t>4</a:t>
            </a:r>
            <a:r>
              <a:rPr lang="ko-KR" altLang="en-US" sz="1000">
                <a:ea typeface="LG스마트체 Regular" panose="020B0600000101010101" pitchFamily="50" charset="-127"/>
              </a:rPr>
              <a:t>월 </a:t>
            </a:r>
            <a:r>
              <a:rPr lang="ko-KR" altLang="en-US" sz="1000" err="1">
                <a:ea typeface="LG스마트체 Regular" panose="020B0600000101010101" pitchFamily="50" charset="-127"/>
              </a:rPr>
              <a:t>불량율</a:t>
            </a:r>
            <a:r>
              <a:rPr lang="ko-KR" altLang="en-US" sz="1000">
                <a:ea typeface="LG스마트체 Regular" panose="020B0600000101010101" pitchFamily="50" charset="-127"/>
              </a:rPr>
              <a:t> 증가 요인 분석 </a:t>
            </a:r>
            <a:r>
              <a:rPr lang="en-US" altLang="ko-KR" sz="1000">
                <a:ea typeface="LG스마트체 Regular" panose="020B0600000101010101" pitchFamily="50" charset="-127"/>
              </a:rPr>
              <a:t>(05/20)</a:t>
            </a:r>
          </a:p>
          <a:p>
            <a:pPr>
              <a:defRPr/>
            </a:pPr>
            <a:r>
              <a:rPr lang="en-US" altLang="ko-KR" sz="1000">
                <a:ea typeface="LG스마트체 Regular" panose="020B0600000101010101" pitchFamily="50" charset="-127"/>
              </a:rPr>
              <a:t> -. 5</a:t>
            </a:r>
            <a:r>
              <a:rPr lang="ko-KR" altLang="en-US" sz="1000">
                <a:ea typeface="LG스마트체 Regular" panose="020B0600000101010101" pitchFamily="50" charset="-127"/>
              </a:rPr>
              <a:t>월 초 </a:t>
            </a:r>
            <a:r>
              <a:rPr lang="en-US" altLang="ko-KR" sz="1000">
                <a:ea typeface="LG스마트체 Regular" panose="020B0600000101010101" pitchFamily="50" charset="-127"/>
              </a:rPr>
              <a:t>X</a:t>
            </a:r>
            <a:r>
              <a:rPr lang="ko-KR" altLang="en-US" sz="1000">
                <a:ea typeface="LG스마트체 Regular" panose="020B0600000101010101" pitchFamily="50" charset="-127"/>
              </a:rPr>
              <a:t>축</a:t>
            </a:r>
            <a:r>
              <a:rPr lang="en-US" altLang="ko-KR" sz="1000">
                <a:ea typeface="LG스마트체 Regular" panose="020B0600000101010101" pitchFamily="50" charset="-127"/>
              </a:rPr>
              <a:t>(</a:t>
            </a:r>
            <a:r>
              <a:rPr lang="ko-KR" altLang="en-US" sz="1000">
                <a:ea typeface="LG스마트체 Regular" panose="020B0600000101010101" pitchFamily="50" charset="-127"/>
              </a:rPr>
              <a:t>사선커팅 추정</a:t>
            </a:r>
            <a:r>
              <a:rPr lang="en-US" altLang="ko-KR" sz="1000">
                <a:ea typeface="LG스마트체 Regular" panose="020B0600000101010101" pitchFamily="50" charset="-127"/>
              </a:rPr>
              <a:t>) </a:t>
            </a:r>
            <a:r>
              <a:rPr lang="ko-KR" altLang="en-US" sz="1000">
                <a:ea typeface="LG스마트체 Regular" panose="020B0600000101010101" pitchFamily="50" charset="-127"/>
              </a:rPr>
              <a:t>불량 현상파악 및 특이사항 분석 </a:t>
            </a:r>
            <a:r>
              <a:rPr lang="en-US" altLang="ko-KR" sz="1000">
                <a:ea typeface="LG스마트체 Regular" panose="020B0600000101010101" pitchFamily="50" charset="-127"/>
              </a:rPr>
              <a:t>(06</a:t>
            </a:r>
            <a:r>
              <a:rPr lang="ko-KR" altLang="en-US" sz="1000">
                <a:ea typeface="LG스마트체 Regular" panose="020B0600000101010101" pitchFamily="50" charset="-127"/>
              </a:rPr>
              <a:t>월</a:t>
            </a:r>
            <a:r>
              <a:rPr lang="en-US" altLang="ko-KR" sz="1000">
                <a:ea typeface="LG스마트체 Regular" panose="020B0600000101010101" pitchFamily="50" charset="-127"/>
              </a:rPr>
              <a:t>)</a:t>
            </a:r>
          </a:p>
          <a:p>
            <a:pPr>
              <a:defRPr/>
            </a:pPr>
            <a:r>
              <a:rPr lang="en-US" altLang="ko-KR" sz="1000">
                <a:ea typeface="LG스마트체 Regular" panose="020B0600000101010101" pitchFamily="50" charset="-127"/>
              </a:rPr>
              <a:t> -. GM1,2</a:t>
            </a:r>
            <a:r>
              <a:rPr lang="ko-KR" altLang="en-US" sz="1000">
                <a:ea typeface="LG스마트체 Regular" panose="020B0600000101010101" pitchFamily="50" charset="-127"/>
              </a:rPr>
              <a:t> 위치불량 비교 분석 진행 </a:t>
            </a:r>
            <a:r>
              <a:rPr lang="en-US" altLang="ko-KR" sz="1000">
                <a:ea typeface="LG스마트체 Regular" panose="020B0600000101010101" pitchFamily="50" charset="-127"/>
              </a:rPr>
              <a:t>( 08</a:t>
            </a:r>
            <a:r>
              <a:rPr lang="ko-KR" altLang="en-US" sz="1000">
                <a:ea typeface="LG스마트체 Regular" panose="020B0600000101010101" pitchFamily="50" charset="-127"/>
              </a:rPr>
              <a:t>월</a:t>
            </a:r>
            <a:r>
              <a:rPr lang="en-US" altLang="ko-KR" sz="1000">
                <a:ea typeface="LG스마트체 Regular" panose="020B0600000101010101" pitchFamily="50" charset="-127"/>
              </a:rPr>
              <a:t>~ ) 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984779A7-DB9C-4FF3-965C-9B1DC030B26B}"/>
              </a:ext>
            </a:extLst>
          </p:cNvPr>
          <p:cNvSpPr/>
          <p:nvPr/>
        </p:nvSpPr>
        <p:spPr>
          <a:xfrm>
            <a:off x="108658" y="1154028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algn="ctr"/>
            <a:r>
              <a:rPr lang="en-US" altLang="ko-KR" sz="900" b="1">
                <a:solidFill>
                  <a:schemeClr val="bg1"/>
                </a:solidFill>
                <a:latin typeface="+mj-lt"/>
                <a:ea typeface="LG스마트체 Regular" panose="020B0600000101010101" pitchFamily="50" charset="-127"/>
              </a:rPr>
              <a:t>CDO/</a:t>
            </a:r>
            <a:r>
              <a:rPr lang="ko-KR" altLang="en-US" sz="900" b="1">
                <a:solidFill>
                  <a:schemeClr val="bg1"/>
                </a:solidFill>
                <a:latin typeface="+mj-lt"/>
                <a:ea typeface="LG스마트체 Regular" panose="020B0600000101010101" pitchFamily="50" charset="-127"/>
              </a:rPr>
              <a:t>그룹</a:t>
            </a:r>
            <a:r>
              <a:rPr lang="en-US" altLang="ko-KR" sz="900" b="1">
                <a:solidFill>
                  <a:schemeClr val="bg1"/>
                </a:solidFill>
                <a:latin typeface="+mj-lt"/>
                <a:ea typeface="LG스마트체 Regular" panose="020B0600000101010101" pitchFamily="50" charset="-127"/>
              </a:rPr>
              <a:t>/</a:t>
            </a:r>
            <a:r>
              <a:rPr lang="ko-KR" altLang="en-US" sz="900" b="1">
                <a:solidFill>
                  <a:schemeClr val="bg1"/>
                </a:solidFill>
                <a:latin typeface="+mj-lt"/>
                <a:ea typeface="LG스마트체 Regular" panose="020B0600000101010101" pitchFamily="50" charset="-127"/>
              </a:rPr>
              <a:t>담당 </a:t>
            </a:r>
            <a:r>
              <a:rPr lang="en-US" altLang="ko-KR" sz="900" b="1">
                <a:solidFill>
                  <a:schemeClr val="bg1"/>
                </a:solidFill>
                <a:latin typeface="+mj-lt"/>
                <a:ea typeface="LG스마트체 Regular" panose="020B0600000101010101" pitchFamily="50" charset="-127"/>
              </a:rPr>
              <a:t>KPI</a:t>
            </a:r>
            <a:endParaRPr lang="ko-KR" altLang="en-US" sz="900" b="1">
              <a:solidFill>
                <a:schemeClr val="bg1"/>
              </a:solidFill>
              <a:latin typeface="+mj-lt"/>
              <a:ea typeface="LG스마트체 Regular" panose="020B0600000101010101" pitchFamily="50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757351D-5A1E-4354-AA4F-08C162D7D4EA}"/>
              </a:ext>
            </a:extLst>
          </p:cNvPr>
          <p:cNvSpPr txBox="1"/>
          <p:nvPr/>
        </p:nvSpPr>
        <p:spPr>
          <a:xfrm>
            <a:off x="5707942" y="627737"/>
            <a:ext cx="2398093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-#03,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]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5BC639FF-8EAC-4981-BDED-732FB4DE683B}"/>
              </a:ext>
            </a:extLst>
          </p:cNvPr>
          <p:cNvSpPr txBox="1"/>
          <p:nvPr/>
        </p:nvSpPr>
        <p:spPr>
          <a:xfrm>
            <a:off x="6244238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EC580BD-1051-4231-A0D3-6912FE479838}"/>
              </a:ext>
            </a:extLst>
          </p:cNvPr>
          <p:cNvSpPr txBox="1"/>
          <p:nvPr/>
        </p:nvSpPr>
        <p:spPr>
          <a:xfrm>
            <a:off x="141316" y="1379522"/>
            <a:ext cx="1442906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4/23</a:t>
            </a: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일</a:t>
            </a:r>
            <a:endParaRPr lang="en-US" altLang="ko-KR" sz="800">
              <a:solidFill>
                <a:prstClr val="black"/>
              </a:solidFill>
              <a:ea typeface="LG스마트체 Regular" panose="020B0600000101010101" pitchFamily="50" charset="-127"/>
            </a:endParaRPr>
          </a:p>
          <a:p>
            <a:pPr lvl="0">
              <a:defRPr/>
            </a:pP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: -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037920A6-52C6-4F5C-8FBA-F321BE852C80}"/>
              </a:ext>
            </a:extLst>
          </p:cNvPr>
          <p:cNvSpPr txBox="1"/>
          <p:nvPr/>
        </p:nvSpPr>
        <p:spPr>
          <a:xfrm>
            <a:off x="1663031" y="1593128"/>
            <a:ext cx="6959823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lnSpc>
                <a:spcPct val="120000"/>
              </a:lnSpc>
            </a:pP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[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목적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]</a:t>
            </a:r>
            <a:b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ko-KR" altLang="en-US" sz="1000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라미네이션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공정에서 발생하는 위치불량에 대하여 그 세부 유형별 발생현황과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issue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시점을 파악하고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 </a:t>
            </a:r>
          </a:p>
          <a:p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불량율에 영향을 미치는 주요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unit,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원재료 및 관련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parameter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등의 특이사항을 빠르고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자세하게 확인할 수 있는 체계구축</a:t>
            </a:r>
            <a:endParaRPr lang="en-US" altLang="ko-KR" sz="9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FC3B12BE-4589-4397-8B71-019FF34AA35E}"/>
              </a:ext>
            </a:extLst>
          </p:cNvPr>
          <p:cNvSpPr/>
          <p:nvPr/>
        </p:nvSpPr>
        <p:spPr>
          <a:xfrm>
            <a:off x="1679588" y="3747897"/>
            <a:ext cx="7107361" cy="21441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 dirty="0"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000" b="1" dirty="0">
                <a:latin typeface="+mj-lt"/>
                <a:ea typeface="LG스마트체 Regular" panose="020B0600000101010101" pitchFamily="50" charset="-127"/>
              </a:rPr>
              <a:t>주요 내용</a:t>
            </a:r>
            <a:r>
              <a:rPr lang="en-US" altLang="ko-KR" sz="1000" b="1" dirty="0">
                <a:latin typeface="+mj-lt"/>
                <a:ea typeface="LG스마트체 Regular" panose="020B0600000101010101" pitchFamily="50" charset="-127"/>
              </a:rPr>
              <a:t>] </a:t>
            </a:r>
          </a:p>
          <a:p>
            <a:r>
              <a:rPr lang="en-US" altLang="ko-KR" sz="1000" b="1" dirty="0">
                <a:latin typeface="+mj-lt"/>
                <a:ea typeface="LG스마트체 Regular" panose="020B0600000101010101" pitchFamily="50" charset="-127"/>
              </a:rPr>
              <a:t>(ESWA)</a:t>
            </a:r>
          </a:p>
          <a:p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JF 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모델 생산라인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(4,5line) 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위치불량 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report 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구현을 위한 사전 </a:t>
            </a:r>
            <a:r>
              <a:rPr lang="ko-KR" altLang="en-US" sz="1000" dirty="0" err="1">
                <a:latin typeface="+mj-lt"/>
                <a:ea typeface="LG스마트체 Regular" panose="020B0600000101010101" pitchFamily="50" charset="-127"/>
              </a:rPr>
              <a:t>전처리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 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WF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구축 작업 진행 중에 있습니다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.</a:t>
            </a:r>
          </a:p>
          <a:p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그 과정에서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 </a:t>
            </a:r>
            <a:r>
              <a:rPr lang="ko-KR" altLang="en-US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가</a:t>
            </a:r>
            <a:r>
              <a:rPr lang="en-US" altLang="ko-KR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/</a:t>
            </a:r>
            <a:r>
              <a:rPr lang="ko-KR" altLang="en-US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감속</a:t>
            </a:r>
            <a:r>
              <a:rPr lang="en-US" altLang="ko-KR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logic</a:t>
            </a:r>
            <a:r>
              <a:rPr lang="ko-KR" altLang="en-US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구현에 필요한 </a:t>
            </a:r>
            <a:r>
              <a:rPr lang="en-US" altLang="ko-KR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PV</a:t>
            </a:r>
            <a:r>
              <a:rPr lang="ko-KR" altLang="en-US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항목이 누락되고 있음을 확인하였습니다</a:t>
            </a:r>
            <a:r>
              <a:rPr lang="en-US" altLang="ko-KR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 (EDC</a:t>
            </a:r>
            <a:r>
              <a:rPr lang="ko-KR" altLang="en-US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항목</a:t>
            </a:r>
            <a:r>
              <a:rPr lang="en-US" altLang="ko-KR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</a:p>
          <a:p>
            <a:r>
              <a:rPr lang="ko-KR" altLang="en-US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법인 담당자 통해 설비속도에 대한 </a:t>
            </a:r>
            <a:r>
              <a:rPr lang="en-US" altLang="ko-KR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EDC </a:t>
            </a:r>
            <a:r>
              <a:rPr lang="ko-KR" altLang="en-US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연계 요청을 진행 중에 있습니다</a:t>
            </a:r>
            <a:r>
              <a:rPr lang="en-US" altLang="ko-KR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 (</a:t>
            </a:r>
            <a:r>
              <a:rPr lang="ko-KR" altLang="en-US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법인 설비제어</a:t>
            </a:r>
            <a:r>
              <a:rPr lang="en-US" altLang="ko-KR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/</a:t>
            </a:r>
            <a:r>
              <a:rPr lang="ko-KR" altLang="en-US" sz="1000" dirty="0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셀추적</a:t>
            </a:r>
            <a:r>
              <a:rPr lang="en-US" altLang="ko-KR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</a:p>
          <a:p>
            <a:r>
              <a:rPr lang="ko-KR" altLang="en-US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현재 </a:t>
            </a:r>
            <a:r>
              <a:rPr lang="ko-KR" altLang="en-US" sz="1000" dirty="0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가감속</a:t>
            </a:r>
            <a:r>
              <a:rPr lang="en-US" altLang="ko-KR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/</a:t>
            </a:r>
            <a:r>
              <a:rPr lang="ko-KR" altLang="en-US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등속을 판정하는 </a:t>
            </a:r>
            <a:r>
              <a:rPr lang="ko-KR" altLang="en-US" sz="1000" dirty="0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전처리</a:t>
            </a:r>
            <a:r>
              <a:rPr lang="ko-KR" altLang="en-US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logic</a:t>
            </a:r>
            <a:r>
              <a:rPr lang="ko-KR" altLang="en-US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대한 구현을 </a:t>
            </a:r>
            <a:r>
              <a:rPr lang="en-US" altLang="ko-KR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skip,</a:t>
            </a:r>
            <a:r>
              <a:rPr lang="ko-KR" altLang="en-US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불량 현황을 파악할 수 있는 수준으로 </a:t>
            </a:r>
            <a:r>
              <a:rPr lang="en-US" altLang="ko-KR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Report </a:t>
            </a:r>
            <a:r>
              <a:rPr lang="ko-KR" altLang="en-US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체계 구축을 완료 </a:t>
            </a:r>
            <a:r>
              <a:rPr lang="en-US" altLang="ko-KR" sz="1000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(12/08)</a:t>
            </a:r>
          </a:p>
          <a:p>
            <a:pPr lvl="0">
              <a:lnSpc>
                <a:spcPts val="1100"/>
              </a:lnSpc>
            </a:pPr>
            <a:endParaRPr lang="en-US" altLang="ko-KR" sz="1000" dirty="0">
              <a:latin typeface="+mj-lt"/>
              <a:ea typeface="LG스마트체 Regular" panose="020B0600000101010101" pitchFamily="50" charset="-127"/>
            </a:endParaRPr>
          </a:p>
          <a:p>
            <a:pPr lvl="0">
              <a:lnSpc>
                <a:spcPts val="1100"/>
              </a:lnSpc>
            </a:pP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(4,5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라인 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JF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모델 대상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)</a:t>
            </a:r>
          </a:p>
          <a:p>
            <a:pPr lvl="0">
              <a:lnSpc>
                <a:spcPts val="1100"/>
              </a:lnSpc>
            </a:pP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 Y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축 불량에 대한 추가 원인계분석을 위한 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“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재료교체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 </a:t>
            </a:r>
            <a:r>
              <a:rPr lang="en-US" altLang="ko-KR" sz="1000" dirty="0" err="1">
                <a:latin typeface="+mj-lt"/>
                <a:ea typeface="LG스마트체 Regular" panose="020B0600000101010101" pitchFamily="50" charset="-127"/>
              </a:rPr>
              <a:t>Reoprt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” 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구축을 완료하였습니다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. </a:t>
            </a:r>
          </a:p>
          <a:p>
            <a:pPr lvl="0">
              <a:lnSpc>
                <a:spcPts val="1100"/>
              </a:lnSpc>
            </a:pP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재료교체가 이루어진 시점과 이를 기준으로 주변 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cell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들의 치수 값 변화를 모니터링 할 수 있으며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, 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이미지 확인으로 단차의 정도를 파악할 수 있습니다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. 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관련 정보는 법인 담당자에게 전달하여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, 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분석 시 활용할 수 있도록 할 예정입니다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.</a:t>
            </a:r>
          </a:p>
          <a:p>
            <a:pPr lvl="0">
              <a:lnSpc>
                <a:spcPts val="1100"/>
              </a:lnSpc>
            </a:pP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 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추가 고도화를 위해선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, EPC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정보와 재료교체 시점을 같이 볼 수 있도록 해야 하는 과정이 남아있습니다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. </a:t>
            </a:r>
          </a:p>
          <a:p>
            <a:pPr lvl="0">
              <a:lnSpc>
                <a:spcPts val="1100"/>
              </a:lnSpc>
            </a:pP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현재 해당 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LINE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에 법인 담당자들 통해 설비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data-cell id 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연계를 준비 중에 있고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, </a:t>
            </a:r>
          </a:p>
          <a:p>
            <a:pPr lvl="0">
              <a:lnSpc>
                <a:spcPts val="1100"/>
              </a:lnSpc>
            </a:pP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해당 부분이 완료되면 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EPC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관련 인자들도 추가하여 재료교체 시점에서의 특이사항을 파악할 수 있는 체계를 구축할 수 있도록 하겠습니다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. 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8D22F79B-903A-4D58-B1A0-3C71CAB06C4F}"/>
              </a:ext>
            </a:extLst>
          </p:cNvPr>
          <p:cNvSpPr/>
          <p:nvPr/>
        </p:nvSpPr>
        <p:spPr>
          <a:xfrm>
            <a:off x="2109045" y="3482429"/>
            <a:ext cx="305590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b="1">
                <a:solidFill>
                  <a:srgbClr val="006600"/>
                </a:solidFill>
              </a:rPr>
              <a:t>└</a:t>
            </a:r>
            <a:r>
              <a:rPr lang="en-US" altLang="ko-KR" sz="700" b="1">
                <a:solidFill>
                  <a:srgbClr val="006600"/>
                </a:solidFill>
              </a:rPr>
              <a:t>&gt; GM1,2 </a:t>
            </a:r>
            <a:r>
              <a:rPr lang="ko-KR" altLang="en-US" sz="700" b="1">
                <a:solidFill>
                  <a:srgbClr val="006600"/>
                </a:solidFill>
              </a:rPr>
              <a:t>유형이 정반대</a:t>
            </a:r>
            <a:r>
              <a:rPr lang="en-US" altLang="ko-KR" sz="700" b="1">
                <a:solidFill>
                  <a:srgbClr val="006600"/>
                </a:solidFill>
              </a:rPr>
              <a:t>-&gt; </a:t>
            </a:r>
            <a:r>
              <a:rPr lang="ko-KR" altLang="en-US" sz="700" b="1">
                <a:solidFill>
                  <a:srgbClr val="006600"/>
                </a:solidFill>
              </a:rPr>
              <a:t>현상비교</a:t>
            </a:r>
            <a:r>
              <a:rPr lang="en-US" altLang="ko-KR" sz="700" b="1">
                <a:solidFill>
                  <a:srgbClr val="006600"/>
                </a:solidFill>
              </a:rPr>
              <a:t>, </a:t>
            </a:r>
            <a:r>
              <a:rPr lang="ko-KR" altLang="en-US" sz="700" b="1">
                <a:solidFill>
                  <a:srgbClr val="006600"/>
                </a:solidFill>
              </a:rPr>
              <a:t>개선을 위한 </a:t>
            </a:r>
            <a:r>
              <a:rPr lang="en-US" altLang="ko-KR" sz="700" b="1">
                <a:solidFill>
                  <a:srgbClr val="006600"/>
                </a:solidFill>
              </a:rPr>
              <a:t>BP</a:t>
            </a:r>
            <a:r>
              <a:rPr lang="ko-KR" altLang="en-US" sz="700" b="1">
                <a:solidFill>
                  <a:srgbClr val="006600"/>
                </a:solidFill>
              </a:rPr>
              <a:t>공유 및 추가 </a:t>
            </a:r>
            <a:r>
              <a:rPr lang="en-US" altLang="ko-KR" sz="700" b="1">
                <a:solidFill>
                  <a:srgbClr val="006600"/>
                </a:solidFill>
              </a:rPr>
              <a:t>IDEA</a:t>
            </a:r>
            <a:r>
              <a:rPr lang="ko-KR" altLang="en-US" sz="700" b="1">
                <a:solidFill>
                  <a:srgbClr val="006600"/>
                </a:solidFill>
              </a:rPr>
              <a:t>발굴 목적 </a:t>
            </a:r>
          </a:p>
        </p:txBody>
      </p:sp>
      <p:sp>
        <p:nvSpPr>
          <p:cNvPr id="53" name="내용 개체 틀 20">
            <a:extLst>
              <a:ext uri="{FF2B5EF4-FFF2-40B4-BE49-F238E27FC236}">
                <a16:creationId xmlns:a16="http://schemas.microsoft.com/office/drawing/2014/main" id="{5110335A-2AF6-4969-9269-136C61D58B19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5721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수율 통합 분석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Solution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구축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_Drill Down </a:t>
            </a:r>
            <a:r>
              <a:rPr lang="ko-KR" altLang="en-US" sz="1400" b="1" err="1">
                <a:solidFill>
                  <a:prstClr val="black"/>
                </a:solidFill>
                <a:ea typeface="LG스마트체 Regular" panose="020B0600000101010101" pitchFamily="50" charset="-127"/>
              </a:rPr>
              <a:t>라미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 위치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]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F43E0A3-AA40-4451-8095-D010A235A110}"/>
              </a:ext>
            </a:extLst>
          </p:cNvPr>
          <p:cNvSpPr/>
          <p:nvPr/>
        </p:nvSpPr>
        <p:spPr>
          <a:xfrm>
            <a:off x="4191291" y="3069889"/>
            <a:ext cx="1165684" cy="1892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600" b="1">
                <a:solidFill>
                  <a:srgbClr val="006600"/>
                </a:solidFill>
              </a:rPr>
              <a:t>┌</a:t>
            </a:r>
            <a:r>
              <a:rPr lang="en-US" altLang="ko-KR" sz="600" b="1">
                <a:solidFill>
                  <a:srgbClr val="006600"/>
                </a:solidFill>
              </a:rPr>
              <a:t>&gt; </a:t>
            </a:r>
            <a:r>
              <a:rPr lang="ko-KR" altLang="en-US" sz="600" b="1" err="1">
                <a:solidFill>
                  <a:srgbClr val="006600"/>
                </a:solidFill>
              </a:rPr>
              <a:t>박경석</a:t>
            </a:r>
            <a:r>
              <a:rPr lang="ko-KR" altLang="en-US" sz="600" b="1">
                <a:solidFill>
                  <a:srgbClr val="006600"/>
                </a:solidFill>
              </a:rPr>
              <a:t> </a:t>
            </a:r>
            <a:r>
              <a:rPr lang="en-US" altLang="ko-KR" sz="600" b="1">
                <a:solidFill>
                  <a:srgbClr val="006600"/>
                </a:solidFill>
              </a:rPr>
              <a:t>PT</a:t>
            </a:r>
            <a:r>
              <a:rPr lang="ko-KR" altLang="en-US" sz="600" b="1">
                <a:solidFill>
                  <a:srgbClr val="006600"/>
                </a:solidFill>
              </a:rPr>
              <a:t>장 </a:t>
            </a:r>
            <a:r>
              <a:rPr lang="en-US" altLang="ko-KR" sz="600" b="1">
                <a:solidFill>
                  <a:srgbClr val="006600"/>
                </a:solidFill>
              </a:rPr>
              <a:t>(</a:t>
            </a:r>
            <a:r>
              <a:rPr lang="ko-KR" altLang="en-US" sz="600" b="1" err="1">
                <a:solidFill>
                  <a:srgbClr val="006600"/>
                </a:solidFill>
              </a:rPr>
              <a:t>팀즈소통</a:t>
            </a:r>
            <a:r>
              <a:rPr lang="en-US" altLang="ko-KR" sz="600" b="1">
                <a:solidFill>
                  <a:srgbClr val="006600"/>
                </a:solidFill>
              </a:rPr>
              <a:t>)</a:t>
            </a:r>
            <a:endParaRPr lang="ko-KR" altLang="en-US" sz="600" b="1">
              <a:solidFill>
                <a:srgbClr val="006600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8A74118-9485-FC25-3133-FD615AED2F1E}"/>
              </a:ext>
            </a:extLst>
          </p:cNvPr>
          <p:cNvSpPr/>
          <p:nvPr/>
        </p:nvSpPr>
        <p:spPr>
          <a:xfrm>
            <a:off x="4095931" y="4833141"/>
            <a:ext cx="116568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b="1" dirty="0">
                <a:solidFill>
                  <a:srgbClr val="006600"/>
                </a:solidFill>
              </a:rPr>
              <a:t>┌</a:t>
            </a:r>
            <a:r>
              <a:rPr lang="en-US" altLang="ko-KR" sz="700" b="1" dirty="0">
                <a:solidFill>
                  <a:srgbClr val="006600"/>
                </a:solidFill>
              </a:rPr>
              <a:t>&gt; </a:t>
            </a:r>
            <a:r>
              <a:rPr lang="ko-KR" altLang="en-US" sz="700" b="1" dirty="0" err="1">
                <a:solidFill>
                  <a:srgbClr val="006600"/>
                </a:solidFill>
              </a:rPr>
              <a:t>이찬혁</a:t>
            </a:r>
            <a:r>
              <a:rPr lang="en-US" altLang="ko-KR" sz="700" b="1" dirty="0">
                <a:solidFill>
                  <a:srgbClr val="006600"/>
                </a:solidFill>
              </a:rPr>
              <a:t>A </a:t>
            </a:r>
            <a:r>
              <a:rPr lang="ko-KR" altLang="en-US" sz="700" b="1" dirty="0">
                <a:solidFill>
                  <a:srgbClr val="006600"/>
                </a:solidFill>
              </a:rPr>
              <a:t>진행</a:t>
            </a:r>
          </a:p>
        </p:txBody>
      </p:sp>
    </p:spTree>
    <p:extLst>
      <p:ext uri="{BB962C8B-B14F-4D97-AF65-F5344CB8AC3E}">
        <p14:creationId xmlns:p14="http://schemas.microsoft.com/office/powerpoint/2010/main" val="4208823273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3624335"/>
              </p:ext>
            </p:extLst>
          </p:nvPr>
        </p:nvGraphicFramePr>
        <p:xfrm>
          <a:off x="125047" y="840840"/>
          <a:ext cx="9751856" cy="5747413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701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341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459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37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23013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Drill Down 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노칭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NG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마킹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/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어깨선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’25</a:t>
                      </a: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: 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ESMI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ESGM1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ESGM2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금주 특이사항 없습니다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목적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] </a:t>
                      </a:r>
                      <a:b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노칭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공정에서 발생하는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NG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마킹 불량에 대하여 그 세부 유형별 발생현황과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issue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시점을 파악하고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</a:p>
                    <a:p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불량율에 영향을 미치는 주요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unit,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원재료 및 관련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parameter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등의 특이사항을 빠르고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자세하게 확인할 수 있는 체계를 구축하고자 합니다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 </a:t>
                      </a:r>
                    </a:p>
                    <a:p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en-US" altLang="ko-KR" sz="9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진행 사항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ea typeface="LG스마트체 Regular" panose="020B0600000101010101" pitchFamily="50" charset="-127"/>
                        </a:rPr>
                        <a:t>       </a:t>
                      </a: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-.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노칭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어깨선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Drilldown </a:t>
                      </a: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1.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현상 파악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현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GM1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에 구축된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노칭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어깨선 드릴다운 분석 체계를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WA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에 확산전개 완료하였습니다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.(5/8) </a:t>
                      </a: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하기와 같이 어깨선 불량 분석을 위한 드릴다운 체계 구축 완료하여 법인에 공유하였습니다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.(10/13) </a:t>
                      </a: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법인에서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E77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모델도 어깨선 </a:t>
                      </a:r>
                      <a:r>
                        <a:rPr lang="en-US" altLang="ko-KR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DrillDown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확산전개 요청이 있어 양산 시작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시점에 맞춰 수평전개 진행하도록 하겠습니다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2.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원인 분석</a:t>
                      </a: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불량 발생 원인 분석을 위해 원인 인자 파악을 진행하고자 하며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이를 위해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노칭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공정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SPC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검사 데이터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설비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PV/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설비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Loss/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원자재를 연결하여 한번에 보여주는 원인 분석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WF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구성 완료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(4/15)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하였습니다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해당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WF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로 불량 발생 시점에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어떤 변경점이 있는지 확인하여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WA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어깨선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커팅높이 불량 현상 파악에 활용하고자 합니다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-.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마킹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Drilldown</a:t>
                      </a: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1.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현상 파악</a:t>
                      </a: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GM1/2, WA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에 구축된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마킹 드릴다운 분석 체계를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MI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에 확산전개 완료하여 법인에 교육 및 공유 완료하였습니다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.(8/23) </a:t>
                      </a: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WA E77A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모델 대상 드릴다운 체계 확산전개 완료하였습니다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.(11/3) </a:t>
                      </a: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최근 일주일 대상으로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마킹 불량 현상 파악한 결과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금주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노칭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마킹 불량의 주요 원인은 탭 접힘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찢김으로 인한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탭피치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및 어깨선 불량이 발생한 것으로 확인하였습니다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-.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치수불량 중에서는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탭피치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불량이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0.06%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로 가장 높았으며 어깨선 및 커팅높이 불량이 각각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0.04%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정도 발생했습니다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-.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외관불량 중에서는 탭 변형 불량이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0.07%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로 가장 높았습니다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2.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체계 구축</a:t>
                      </a:r>
                      <a:b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MI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다빈치 이슈 이후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마킹 레포트에 대한 법인 및 자동보정팀 요청이 있어 복구 진행 중입니다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.(~12/11)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ESGM1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(‘25.4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(’25.8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ESMI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(’25.8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강주예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en-US" altLang="ko-KR" sz="1100" dirty="0">
                <a:solidFill>
                  <a:prstClr val="black"/>
                </a:solidFill>
                <a:ea typeface="LG스마트체 Regular" panose="020B0600000101010101" pitchFamily="50" charset="-127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(</a:t>
            </a:r>
            <a:r>
              <a:rPr lang="ko-KR" altLang="en-US" sz="1100" dirty="0">
                <a:solidFill>
                  <a:prstClr val="black"/>
                </a:solidFill>
                <a:ea typeface="LG스마트체 Regular" panose="020B0600000101010101" pitchFamily="50" charset="-127"/>
              </a:rPr>
              <a:t>화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)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16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87686" y="418066"/>
            <a:ext cx="114935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강주예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 사원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E032E82A-A799-4635-AA4B-691608D62CD1}"/>
              </a:ext>
            </a:extLst>
          </p:cNvPr>
          <p:cNvSpPr/>
          <p:nvPr/>
        </p:nvSpPr>
        <p:spPr>
          <a:xfrm>
            <a:off x="108658" y="1154028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algn="ctr"/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CDO/</a:t>
            </a:r>
            <a:r>
              <a:rPr lang="ko-KR" altLang="en-US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그룹</a:t>
            </a:r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/</a:t>
            </a:r>
            <a:r>
              <a:rPr lang="ko-KR" altLang="en-US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담당 </a:t>
            </a:r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KPI</a:t>
            </a:r>
            <a:endParaRPr lang="ko-KR" altLang="en-US" sz="900" b="1">
              <a:solidFill>
                <a:schemeClr val="bg1"/>
              </a:solidFill>
              <a:ea typeface="LG스마트체 Regular" panose="020B0600000101010101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2014A51-4BF4-4AA4-8B9F-76C3F04B3325}"/>
              </a:ext>
            </a:extLst>
          </p:cNvPr>
          <p:cNvSpPr txBox="1"/>
          <p:nvPr/>
        </p:nvSpPr>
        <p:spPr>
          <a:xfrm>
            <a:off x="5816425" y="646066"/>
            <a:ext cx="2398093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-#04,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138BE92-BF6E-4B77-99B7-8548CA5BCE72}"/>
              </a:ext>
            </a:extLst>
          </p:cNvPr>
          <p:cNvSpPr txBox="1"/>
          <p:nvPr/>
        </p:nvSpPr>
        <p:spPr>
          <a:xfrm>
            <a:off x="6244238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F9BA0C4-C97E-48C5-BACF-8F8593B12494}"/>
              </a:ext>
            </a:extLst>
          </p:cNvPr>
          <p:cNvSpPr txBox="1"/>
          <p:nvPr/>
        </p:nvSpPr>
        <p:spPr>
          <a:xfrm>
            <a:off x="141316" y="1379522"/>
            <a:ext cx="1442906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-</a:t>
            </a:r>
          </a:p>
          <a:p>
            <a:pPr lvl="0">
              <a:defRPr/>
            </a:pP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: -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286F81FE-39CD-46CA-9961-0C1631B9400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59494" y="2745558"/>
            <a:ext cx="2031757" cy="1559887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9B49759-2402-42B5-A218-D73E263A7626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b="10580"/>
          <a:stretch/>
        </p:blipFill>
        <p:spPr>
          <a:xfrm>
            <a:off x="3737213" y="2717376"/>
            <a:ext cx="2431573" cy="1620636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2C833C3-7A0C-4A7F-A861-73F4E3CA9333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r="2028"/>
          <a:stretch/>
        </p:blipFill>
        <p:spPr>
          <a:xfrm>
            <a:off x="6168786" y="2741756"/>
            <a:ext cx="2533973" cy="1620635"/>
          </a:xfrm>
          <a:prstGeom prst="rect">
            <a:avLst/>
          </a:prstGeom>
        </p:spPr>
      </p:pic>
      <p:sp>
        <p:nvSpPr>
          <p:cNvPr id="16" name="내용 개체 틀 20">
            <a:extLst>
              <a:ext uri="{FF2B5EF4-FFF2-40B4-BE49-F238E27FC236}">
                <a16:creationId xmlns:a16="http://schemas.microsoft.com/office/drawing/2014/main" id="{7098818A-6BD4-4826-BFC2-2AE1187E6910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5721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수율 통합 분석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Solution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구축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_Drill Down </a:t>
            </a:r>
            <a:r>
              <a:rPr lang="ko-KR" altLang="en-US" sz="1400" b="1" err="1">
                <a:solidFill>
                  <a:prstClr val="black"/>
                </a:solidFill>
                <a:ea typeface="LG스마트체 Regular" panose="020B0600000101010101" pitchFamily="50" charset="-127"/>
              </a:rPr>
              <a:t>노칭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NG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마킹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/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어깨선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]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F733B4F-6431-AAA0-15C7-151822320BEC}"/>
              </a:ext>
            </a:extLst>
          </p:cNvPr>
          <p:cNvSpPr/>
          <p:nvPr/>
        </p:nvSpPr>
        <p:spPr>
          <a:xfrm>
            <a:off x="9906000" y="412675"/>
            <a:ext cx="587598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rgbClr val="006600"/>
                </a:solidFill>
              </a:rPr>
              <a:t>휴가</a:t>
            </a:r>
          </a:p>
        </p:txBody>
      </p:sp>
    </p:spTree>
    <p:extLst>
      <p:ext uri="{BB962C8B-B14F-4D97-AF65-F5344CB8AC3E}">
        <p14:creationId xmlns:p14="http://schemas.microsoft.com/office/powerpoint/2010/main" val="1325916645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40840"/>
          <a:ext cx="9781296" cy="5843139"/>
        </p:xfrm>
        <a:graphic>
          <a:graphicData uri="http://schemas.openxmlformats.org/drawingml/2006/table">
            <a:tbl>
              <a:tblPr/>
              <a:tblGrid>
                <a:gridCol w="9047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8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878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6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173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713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160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Drill Down 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NG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마킹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’25</a:t>
                      </a: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: 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ESMI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ESGM1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ESGM2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금주 특이사항 없습니다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kern="1200" baseline="0" noProof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진행 사항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-. MI NG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마킹 드릴다운</a:t>
                      </a: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마킹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1000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 이상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Lot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은 노칭 공정 이후 자동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Hold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가 걸려 재와인딩을 해야 후공정 투입이 가능한데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현재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MI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사이트의 경우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마킹 다발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Lot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이 다수 발생하고 있어 업무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Loss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감소를 위해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마킹 다발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Lot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의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마킹 분포를 확인할 수 있는 체계에 대한 법인의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Needs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가 있었습니다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*NG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마킹 밀집 구간이 라미 공정 투입시 배출 푸셔에 이상이 발생할 가능성이 있어 재와인딩 및 불량 스크랩 필요</a:t>
                      </a: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마킹 분포 확인 체계 구축하여 법인 공정기술팀과 함께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8/13~21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일 동안 발생한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마킹 다발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Lot 37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 중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29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개에 대해서는 재와인딩 불필요하다는 의사결정을 하여 업무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Loss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감소할 수 있도록 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.(8/23) NG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마킹 다발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Lot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발생 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마킹 분포에 대해 바로 확인할 수 있게 해달라는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VoE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가 있어 담당자들에게 자동 메일링 진행 중입니다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.(9/2~) NG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마킹 다수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Lot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의 주요 불량항목 및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NG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셀 개수에 대해 확인할 수 있었으면 좋겠다는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VoE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가 있어 반영 완료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(9/12)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해당 체계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WA/NB/NA/HM/GM/MIL/ST/HD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사이트에서도 확산전개 요청이 있어 우선적으로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GM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사이트에 먼저 구축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(10/1)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하였으며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이후 </a:t>
                      </a: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타 사이트에서도 활용 사례 확보하겠습니다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MI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고도화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및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활용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(25.9)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타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Site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수평전개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강주예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10/15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 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) 14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강주예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3" name="내용 개체 틀 20"/>
          <p:cNvSpPr txBox="1">
            <a:spLocks/>
          </p:cNvSpPr>
          <p:nvPr/>
        </p:nvSpPr>
        <p:spPr>
          <a:xfrm>
            <a:off x="108658" y="-784270"/>
            <a:ext cx="5721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전체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] ESWA </a:t>
            </a:r>
            <a:r>
              <a:rPr lang="ko-KR" altLang="en-US" sz="1400" b="1" err="1">
                <a:solidFill>
                  <a:prstClr val="black"/>
                </a:solidFill>
                <a:ea typeface="LG스마트체 Regular" panose="020B0600000101010101" pitchFamily="50" charset="-127"/>
              </a:rPr>
              <a:t>노칭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 어깨선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Sameness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4C8408-AF69-4120-B9E7-FE44906CA0BA}"/>
              </a:ext>
            </a:extLst>
          </p:cNvPr>
          <p:cNvSpPr txBox="1"/>
          <p:nvPr/>
        </p:nvSpPr>
        <p:spPr>
          <a:xfrm>
            <a:off x="5661660" y="630596"/>
            <a:ext cx="235801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-#13,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876F8DB-63F9-403E-83B9-520DE1D735EA}"/>
              </a:ext>
            </a:extLst>
          </p:cNvPr>
          <p:cNvSpPr txBox="1"/>
          <p:nvPr/>
        </p:nvSpPr>
        <p:spPr>
          <a:xfrm>
            <a:off x="6069435" y="41292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757192F-2936-4DF9-AD2C-7157A0F6461F}"/>
              </a:ext>
            </a:extLst>
          </p:cNvPr>
          <p:cNvSpPr txBox="1"/>
          <p:nvPr/>
        </p:nvSpPr>
        <p:spPr>
          <a:xfrm>
            <a:off x="141315" y="1379522"/>
            <a:ext cx="861861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6/27</a:t>
            </a:r>
          </a:p>
          <a:p>
            <a:pPr lvl="0">
              <a:defRPr/>
            </a:pP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: -</a:t>
            </a: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E086993C-455E-4D9A-A349-E7F0296E8476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5721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수율 통합 분석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Solution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구축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_</a:t>
            </a:r>
            <a:r>
              <a:rPr lang="ko-KR" altLang="en-US" sz="1400" b="1" err="1">
                <a:solidFill>
                  <a:prstClr val="black"/>
                </a:solidFill>
                <a:ea typeface="LG스마트체 Regular" panose="020B0600000101010101" pitchFamily="50" charset="-127"/>
              </a:rPr>
              <a:t>노칭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NG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마킹 다발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Lot][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특화 분석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]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pic>
        <p:nvPicPr>
          <p:cNvPr id="15" name="그림 14">
            <a:extLst>
              <a:ext uri="{FF2B5EF4-FFF2-40B4-BE49-F238E27FC236}">
                <a16:creationId xmlns:a16="http://schemas.microsoft.com/office/drawing/2014/main" id="{8918B7B2-8DFD-4CA5-A51A-1C96680D860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74136" y="3821459"/>
            <a:ext cx="4436164" cy="27863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5805413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6280652"/>
              </p:ext>
            </p:extLst>
          </p:nvPr>
        </p:nvGraphicFramePr>
        <p:xfrm>
          <a:off x="77340" y="813414"/>
          <a:ext cx="9751856" cy="5860499"/>
        </p:xfrm>
        <a:graphic>
          <a:graphicData uri="http://schemas.openxmlformats.org/drawingml/2006/table">
            <a:tbl>
              <a:tblPr/>
              <a:tblGrid>
                <a:gridCol w="9047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8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701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341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459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621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34281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Drill Down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절연저항</a:t>
                      </a:r>
                      <a:endParaRPr lang="en-US" altLang="ko-KR" sz="900" b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’25</a:t>
                      </a: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: 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ESMI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ESGM1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ESGM2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금주 특이사항 없습니다</a:t>
                      </a: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(’25.8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ESGM1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(‘25.4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ESMI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(‘25.8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임성묵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</a:rPr>
              <a:t>: </a:t>
            </a:r>
            <a:r>
              <a:rPr lang="en-US" altLang="ko-KR" sz="1100">
                <a:solidFill>
                  <a:prstClr val="black"/>
                </a:solidFill>
                <a:ea typeface="LG스마트체 Regular"/>
              </a:rPr>
              <a:t>12/10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</a:rPr>
              <a:t> </a:t>
            </a:r>
            <a:r>
              <a:rPr lang="en-US" altLang="ko-KR" sz="1100">
                <a:solidFill>
                  <a:prstClr val="black"/>
                </a:solidFill>
                <a:ea typeface="LG스마트체 Regular"/>
              </a:rPr>
              <a:t>(</a:t>
            </a:r>
            <a:r>
              <a:rPr lang="ko-KR" altLang="en-US" sz="1100">
                <a:solidFill>
                  <a:prstClr val="black"/>
                </a:solidFill>
                <a:ea typeface="LG스마트체 Regular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</a:rPr>
              <a:t>) </a:t>
            </a:r>
            <a:r>
              <a:rPr lang="en-US" altLang="ko-KR" sz="1100">
                <a:solidFill>
                  <a:prstClr val="black"/>
                </a:solidFill>
                <a:ea typeface="LG스마트체 Regular"/>
              </a:rPr>
              <a:t>14</a:t>
            </a:r>
            <a:r>
              <a:rPr lang="ko-KR" altLang="en-US" sz="1100">
                <a:solidFill>
                  <a:prstClr val="black"/>
                </a:solidFill>
                <a:ea typeface="LG스마트체 Regular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/>
            </a:endParaRP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임성묵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 선임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3B847E80-7D69-4A0D-8457-BE10C9065D91}"/>
              </a:ext>
            </a:extLst>
          </p:cNvPr>
          <p:cNvSpPr/>
          <p:nvPr/>
        </p:nvSpPr>
        <p:spPr>
          <a:xfrm>
            <a:off x="108658" y="1117084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algn="ctr"/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CDO/</a:t>
            </a:r>
            <a:r>
              <a:rPr lang="ko-KR" altLang="en-US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그룹</a:t>
            </a:r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/</a:t>
            </a:r>
            <a:r>
              <a:rPr lang="ko-KR" altLang="en-US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담당 </a:t>
            </a:r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KPI</a:t>
            </a:r>
            <a:endParaRPr lang="ko-KR" altLang="en-US" sz="900" b="1">
              <a:solidFill>
                <a:schemeClr val="bg1"/>
              </a:solidFill>
              <a:ea typeface="LG스마트체 Regular" panose="020B0600000101010101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4C8408-AF69-4120-B9E7-FE44906CA0BA}"/>
              </a:ext>
            </a:extLst>
          </p:cNvPr>
          <p:cNvSpPr txBox="1"/>
          <p:nvPr/>
        </p:nvSpPr>
        <p:spPr>
          <a:xfrm>
            <a:off x="5816425" y="646066"/>
            <a:ext cx="2398093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-#05,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876F8DB-63F9-403E-83B9-520DE1D735EA}"/>
              </a:ext>
            </a:extLst>
          </p:cNvPr>
          <p:cNvSpPr txBox="1"/>
          <p:nvPr/>
        </p:nvSpPr>
        <p:spPr>
          <a:xfrm>
            <a:off x="6148988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757192F-2936-4DF9-AD2C-7157A0F6461F}"/>
              </a:ext>
            </a:extLst>
          </p:cNvPr>
          <p:cNvSpPr txBox="1"/>
          <p:nvPr/>
        </p:nvSpPr>
        <p:spPr>
          <a:xfrm>
            <a:off x="141316" y="1342578"/>
            <a:ext cx="1442906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8/20</a:t>
            </a: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일</a:t>
            </a:r>
            <a:endParaRPr lang="en-US" altLang="ko-KR" sz="800">
              <a:solidFill>
                <a:prstClr val="black"/>
              </a:solidFill>
              <a:ea typeface="LG스마트체 Regular" panose="020B0600000101010101" pitchFamily="50" charset="-127"/>
            </a:endParaRPr>
          </a:p>
          <a:p>
            <a:pPr lvl="0">
              <a:defRPr/>
            </a:pP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: -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782F586-8654-42FA-ABDF-4C75ED5DE5C8}"/>
              </a:ext>
            </a:extLst>
          </p:cNvPr>
          <p:cNvSpPr/>
          <p:nvPr/>
        </p:nvSpPr>
        <p:spPr>
          <a:xfrm>
            <a:off x="1660554" y="1537056"/>
            <a:ext cx="7271648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/>
              <a:t>[</a:t>
            </a:r>
            <a:r>
              <a:rPr lang="ko-KR" altLang="en-US" sz="1000" b="1"/>
              <a:t>목적</a:t>
            </a:r>
            <a:r>
              <a:rPr lang="en-US" altLang="ko-KR" sz="1000" b="1"/>
              <a:t>]</a:t>
            </a:r>
            <a:br>
              <a:rPr lang="en-US" altLang="ko-KR" sz="1000"/>
            </a:br>
            <a:r>
              <a:rPr lang="ko-KR" altLang="en-US" sz="1000"/>
              <a:t>활성화 공정에서 발생하는 절연저항 불량에 대하여 그 세부 유형별 발생현황과 </a:t>
            </a:r>
            <a:r>
              <a:rPr lang="en-US" altLang="ko-KR" sz="1000"/>
              <a:t>issue </a:t>
            </a:r>
            <a:r>
              <a:rPr lang="ko-KR" altLang="en-US" sz="1000"/>
              <a:t>시점을 파악하고</a:t>
            </a:r>
            <a:r>
              <a:rPr lang="en-US" altLang="ko-KR" sz="1000"/>
              <a:t>, </a:t>
            </a:r>
          </a:p>
          <a:p>
            <a:r>
              <a:rPr lang="ko-KR" altLang="en-US" sz="1000"/>
              <a:t>불량율에 영향을 미치는 주요 </a:t>
            </a:r>
            <a:r>
              <a:rPr lang="en-US" altLang="ko-KR" sz="1000"/>
              <a:t>unit, </a:t>
            </a:r>
            <a:r>
              <a:rPr lang="ko-KR" altLang="en-US" sz="1000"/>
              <a:t>원재료 및 관련 </a:t>
            </a:r>
            <a:r>
              <a:rPr lang="en-US" altLang="ko-KR" sz="1000"/>
              <a:t>parameter</a:t>
            </a:r>
            <a:r>
              <a:rPr lang="ko-KR" altLang="en-US" sz="1000"/>
              <a:t>등의 특이사항을 빠르고</a:t>
            </a:r>
            <a:r>
              <a:rPr lang="en-US" altLang="ko-KR" sz="1000"/>
              <a:t>, </a:t>
            </a:r>
            <a:r>
              <a:rPr lang="ko-KR" altLang="en-US" sz="1000"/>
              <a:t>자세하게 확인할 수 있는 체계를 구축하고자 합니다</a:t>
            </a:r>
            <a:r>
              <a:rPr lang="en-US" altLang="ko-KR" sz="1000"/>
              <a:t>.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73F4588B-05E1-4E24-87B9-C8FE06318865}"/>
              </a:ext>
            </a:extLst>
          </p:cNvPr>
          <p:cNvSpPr/>
          <p:nvPr/>
        </p:nvSpPr>
        <p:spPr>
          <a:xfrm>
            <a:off x="1650586" y="2064951"/>
            <a:ext cx="7085901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 dirty="0"/>
              <a:t>[</a:t>
            </a:r>
            <a:r>
              <a:rPr lang="ko-KR" altLang="en-US" sz="1000" b="1" dirty="0"/>
              <a:t>진행사항</a:t>
            </a:r>
            <a:r>
              <a:rPr lang="en-US" altLang="ko-KR" sz="1000" b="1" dirty="0"/>
              <a:t>]</a:t>
            </a:r>
            <a:endParaRPr lang="en-US" altLang="ko-KR" sz="1000" dirty="0"/>
          </a:p>
          <a:p>
            <a:r>
              <a:rPr lang="en-US" altLang="ko-KR" sz="1000" dirty="0"/>
              <a:t>-. ESWA</a:t>
            </a:r>
          </a:p>
          <a:p>
            <a:r>
              <a:rPr lang="en-US" altLang="ko-KR" sz="1000" dirty="0"/>
              <a:t>   : ESWA 5, 8</a:t>
            </a:r>
            <a:r>
              <a:rPr lang="ko-KR" altLang="en-US" sz="1000" dirty="0"/>
              <a:t>동에 구축된 절연저항 </a:t>
            </a:r>
            <a:r>
              <a:rPr lang="en-US" altLang="ko-KR" sz="1000" dirty="0"/>
              <a:t>Drill down </a:t>
            </a:r>
            <a:r>
              <a:rPr lang="ko-KR" altLang="en-US" sz="1000" dirty="0"/>
              <a:t>분석 체계에 대해 법인에 공유</a:t>
            </a:r>
            <a:r>
              <a:rPr lang="en-US" altLang="ko-KR" sz="1000" dirty="0"/>
              <a:t>(5/21)</a:t>
            </a:r>
          </a:p>
          <a:p>
            <a:r>
              <a:rPr lang="en-US" altLang="ko-KR" sz="1000" dirty="0"/>
              <a:t>   : </a:t>
            </a:r>
            <a:r>
              <a:rPr lang="ko-KR" altLang="en-US" sz="1000" dirty="0"/>
              <a:t>현상파악 체계</a:t>
            </a:r>
            <a:r>
              <a:rPr lang="en-US" altLang="ko-KR" sz="1000" dirty="0"/>
              <a:t> report </a:t>
            </a:r>
            <a:r>
              <a:rPr lang="ko-KR" altLang="en-US" sz="1000" dirty="0"/>
              <a:t>추가 고도화</a:t>
            </a:r>
            <a:r>
              <a:rPr lang="en-US" altLang="ko-KR" sz="1000" dirty="0"/>
              <a:t> </a:t>
            </a:r>
            <a:r>
              <a:rPr lang="ko-KR" altLang="en-US" sz="1000" dirty="0"/>
              <a:t>完</a:t>
            </a:r>
            <a:r>
              <a:rPr lang="en-US" altLang="ko-KR" sz="1000" dirty="0"/>
              <a:t>(10/02) , </a:t>
            </a:r>
            <a:r>
              <a:rPr lang="ko-KR" altLang="en-US" sz="1000" dirty="0"/>
              <a:t>공정간 연계 원인분석 </a:t>
            </a:r>
            <a:r>
              <a:rPr lang="en-US" altLang="ko-KR" sz="1000" dirty="0"/>
              <a:t>flow </a:t>
            </a:r>
            <a:r>
              <a:rPr lang="ko-KR" altLang="en-US" sz="1000" dirty="0"/>
              <a:t>구축 중  </a:t>
            </a:r>
            <a:endParaRPr lang="en-US" altLang="ko-KR" sz="1000" dirty="0"/>
          </a:p>
          <a:p>
            <a:r>
              <a:rPr lang="en-US" altLang="ko-KR" sz="1000" dirty="0"/>
              <a:t>-. ESMI2 </a:t>
            </a:r>
          </a:p>
          <a:p>
            <a:r>
              <a:rPr lang="en-US" altLang="ko-KR" sz="1000" dirty="0"/>
              <a:t>   : </a:t>
            </a:r>
            <a:r>
              <a:rPr lang="ko-KR" altLang="en-US" sz="1000" dirty="0"/>
              <a:t>절연저항 </a:t>
            </a:r>
            <a:r>
              <a:rPr lang="en-US" altLang="ko-KR" sz="1000" dirty="0"/>
              <a:t>WF</a:t>
            </a:r>
            <a:r>
              <a:rPr lang="ko-KR" altLang="en-US" sz="1000" dirty="0"/>
              <a:t> 수정</a:t>
            </a:r>
            <a:r>
              <a:rPr lang="en-US" altLang="ko-KR" sz="1000" dirty="0"/>
              <a:t>/</a:t>
            </a:r>
            <a:r>
              <a:rPr lang="ko-KR" altLang="en-US" sz="1000" dirty="0" err="1"/>
              <a:t>횡전개</a:t>
            </a:r>
            <a:r>
              <a:rPr lang="ko-KR" altLang="en-US" sz="1000" dirty="0"/>
              <a:t> 완료 </a:t>
            </a:r>
            <a:r>
              <a:rPr lang="en-US" altLang="ko-KR" sz="1000" dirty="0"/>
              <a:t>(08</a:t>
            </a:r>
            <a:r>
              <a:rPr lang="ko-KR" altLang="en-US" sz="1000" dirty="0"/>
              <a:t>월</a:t>
            </a:r>
            <a:r>
              <a:rPr lang="en-US" altLang="ko-KR" sz="1000" dirty="0"/>
              <a:t>)</a:t>
            </a:r>
          </a:p>
          <a:p>
            <a:r>
              <a:rPr lang="en-US" altLang="ko-KR" sz="1000" dirty="0"/>
              <a:t>   : MI2 7,8</a:t>
            </a:r>
            <a:r>
              <a:rPr lang="ko-KR" altLang="en-US" sz="1000" dirty="0"/>
              <a:t>월 절연저항 </a:t>
            </a:r>
            <a:r>
              <a:rPr lang="ko-KR" altLang="en-US" sz="1000" dirty="0" err="1"/>
              <a:t>불량율</a:t>
            </a:r>
            <a:r>
              <a:rPr lang="ko-KR" altLang="en-US" sz="1000" dirty="0"/>
              <a:t> 비교 분석 </a:t>
            </a:r>
            <a:r>
              <a:rPr lang="en-US" altLang="ko-KR" sz="1000" dirty="0"/>
              <a:t>(PKG-DGS </a:t>
            </a:r>
            <a:r>
              <a:rPr lang="ko-KR" altLang="en-US" sz="1000" dirty="0"/>
              <a:t>호기분석</a:t>
            </a:r>
            <a:r>
              <a:rPr lang="en-US" altLang="ko-KR" sz="1000" dirty="0"/>
              <a:t>,08</a:t>
            </a:r>
            <a:r>
              <a:rPr lang="ko-KR" altLang="en-US" sz="1000" dirty="0"/>
              <a:t>월</a:t>
            </a:r>
            <a:r>
              <a:rPr lang="en-US" altLang="ko-KR" sz="1000" dirty="0"/>
              <a:t>)</a:t>
            </a:r>
            <a:r>
              <a:rPr lang="ko-KR" altLang="en-US" sz="1000" dirty="0"/>
              <a:t> </a:t>
            </a:r>
            <a:endParaRPr lang="en-US" altLang="ko-KR" sz="1000" dirty="0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F9AD203A-4E6F-4E02-9A69-AE6AE8EE7AB8}"/>
              </a:ext>
            </a:extLst>
          </p:cNvPr>
          <p:cNvSpPr/>
          <p:nvPr/>
        </p:nvSpPr>
        <p:spPr>
          <a:xfrm>
            <a:off x="1613987" y="3234085"/>
            <a:ext cx="710583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주요 내용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] </a:t>
            </a:r>
          </a:p>
        </p:txBody>
      </p:sp>
      <p:sp>
        <p:nvSpPr>
          <p:cNvPr id="79" name="내용 개체 틀 20">
            <a:extLst>
              <a:ext uri="{FF2B5EF4-FFF2-40B4-BE49-F238E27FC236}">
                <a16:creationId xmlns:a16="http://schemas.microsoft.com/office/drawing/2014/main" id="{D066169B-74B4-4503-AA10-6DCC40AA787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5721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수율 통합 분석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Solution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구축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_Drill Down EOL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 절연저항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]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DA3EF15-5952-4CC6-82BA-8169AB91B56B}"/>
              </a:ext>
            </a:extLst>
          </p:cNvPr>
          <p:cNvSpPr/>
          <p:nvPr/>
        </p:nvSpPr>
        <p:spPr>
          <a:xfrm>
            <a:off x="1745128" y="3457105"/>
            <a:ext cx="693723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/>
              <a:t>(ESMI2)</a:t>
            </a:r>
          </a:p>
          <a:p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 특이사항 없음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endParaRPr lang="en-US" altLang="ko-KR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76BA916-49E5-40A6-9C7E-CB42729034AC}"/>
              </a:ext>
            </a:extLst>
          </p:cNvPr>
          <p:cNvSpPr/>
          <p:nvPr/>
        </p:nvSpPr>
        <p:spPr>
          <a:xfrm>
            <a:off x="1748892" y="4085456"/>
            <a:ext cx="690082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/>
              <a:t>(ESWA)</a:t>
            </a:r>
          </a:p>
          <a:p>
            <a:r>
              <a:rPr lang="en-US" altLang="ko-KR" sz="1000"/>
              <a:t>: PKG/DGS/EOL </a:t>
            </a:r>
            <a:r>
              <a:rPr lang="ko-KR" altLang="en-US" sz="1000"/>
              <a:t>공정에서 발생하는 </a:t>
            </a:r>
            <a:r>
              <a:rPr lang="en-US" altLang="ko-KR" sz="1000"/>
              <a:t>RMS</a:t>
            </a:r>
            <a:r>
              <a:rPr lang="ko-KR" altLang="en-US" sz="1000"/>
              <a:t>변경 이력 및 </a:t>
            </a:r>
            <a:r>
              <a:rPr lang="en-US" altLang="ko-KR" sz="1000"/>
              <a:t>LOSS</a:t>
            </a:r>
            <a:r>
              <a:rPr lang="ko-KR" altLang="en-US" sz="1000"/>
              <a:t>이력에 대한 특이사항을 파악할 수 있는 원인분석 </a:t>
            </a:r>
            <a:r>
              <a:rPr lang="en-US" altLang="ko-KR" sz="1000"/>
              <a:t>REPORT</a:t>
            </a:r>
            <a:r>
              <a:rPr lang="ko-KR" altLang="en-US" sz="1000"/>
              <a:t>를 고도화하고</a:t>
            </a:r>
            <a:r>
              <a:rPr lang="en-US" altLang="ko-KR" sz="1000"/>
              <a:t>, </a:t>
            </a:r>
          </a:p>
          <a:p>
            <a:r>
              <a:rPr lang="ko-KR" altLang="en-US" sz="1000"/>
              <a:t>사용 중에 있습니다</a:t>
            </a:r>
            <a:r>
              <a:rPr lang="en-US" altLang="ko-KR" sz="1000"/>
              <a:t>. </a:t>
            </a:r>
          </a:p>
          <a:p>
            <a:endParaRPr lang="en-US" altLang="ko-KR" sz="1000"/>
          </a:p>
          <a:p>
            <a:r>
              <a:rPr lang="en-US" altLang="ko-KR" sz="1000"/>
              <a:t> </a:t>
            </a:r>
            <a:r>
              <a:rPr lang="ko-KR" altLang="en-US" sz="1000"/>
              <a:t>추가로 </a:t>
            </a:r>
            <a:r>
              <a:rPr lang="en-US" altLang="ko-KR" sz="1000"/>
              <a:t>EOL</a:t>
            </a:r>
            <a:r>
              <a:rPr lang="ko-KR" altLang="en-US" sz="1000"/>
              <a:t>공정에서 발생하는 치수 </a:t>
            </a:r>
            <a:r>
              <a:rPr lang="en-US" altLang="ko-KR" sz="1000"/>
              <a:t>TREND</a:t>
            </a:r>
            <a:r>
              <a:rPr lang="ko-KR" altLang="en-US" sz="1000"/>
              <a:t>와 절연저항 </a:t>
            </a:r>
            <a:r>
              <a:rPr lang="ko-KR" altLang="en-US" sz="1000" err="1"/>
              <a:t>불량간의</a:t>
            </a:r>
            <a:r>
              <a:rPr lang="ko-KR" altLang="en-US" sz="1000"/>
              <a:t> 상관성을 파악해 볼 수 있도록 </a:t>
            </a:r>
            <a:r>
              <a:rPr lang="en-US" altLang="ko-KR" sz="1000"/>
              <a:t>REPORT </a:t>
            </a:r>
            <a:r>
              <a:rPr lang="ko-KR" altLang="en-US" sz="1000"/>
              <a:t>구축 작업 진행 중에 있습니다</a:t>
            </a:r>
            <a:r>
              <a:rPr lang="en-US" altLang="ko-KR" sz="1000"/>
              <a:t>. </a:t>
            </a:r>
          </a:p>
          <a:p>
            <a:r>
              <a:rPr lang="en-US" altLang="ko-KR" sz="1000"/>
              <a:t>  </a:t>
            </a:r>
            <a:r>
              <a:rPr lang="ko-KR" altLang="en-US" sz="1000"/>
              <a:t>추후에는 </a:t>
            </a:r>
            <a:r>
              <a:rPr lang="en-US" altLang="ko-KR" sz="1000"/>
              <a:t>PKG</a:t>
            </a:r>
            <a:r>
              <a:rPr lang="ko-KR" altLang="en-US" sz="1000"/>
              <a:t>공정에서의 치수불량도 같이 연계하여</a:t>
            </a:r>
            <a:r>
              <a:rPr lang="en-US" altLang="ko-KR" sz="1000"/>
              <a:t>, IR</a:t>
            </a:r>
            <a:r>
              <a:rPr lang="ko-KR" altLang="en-US" sz="1000"/>
              <a:t>불량에 영향을 줄 수 있는 치수 인자의 변동 </a:t>
            </a:r>
            <a:r>
              <a:rPr lang="en-US" altLang="ko-KR" sz="1000"/>
              <a:t>TREND</a:t>
            </a:r>
            <a:r>
              <a:rPr lang="ko-KR" altLang="en-US" sz="1000"/>
              <a:t>도 같이 분석 진행될 수 있도록 하겠습니다</a:t>
            </a:r>
            <a:r>
              <a:rPr lang="en-US" altLang="ko-KR" sz="1000"/>
              <a:t>. (~11/12) </a:t>
            </a:r>
          </a:p>
          <a:p>
            <a:r>
              <a:rPr lang="ko-KR" altLang="en-US" sz="1000"/>
              <a:t>  </a:t>
            </a:r>
            <a:endParaRPr lang="en-US" altLang="ko-KR" sz="1000"/>
          </a:p>
          <a:p>
            <a:r>
              <a:rPr lang="en-US" altLang="ko-KR" sz="1000"/>
              <a:t>WA_E128</a:t>
            </a:r>
            <a:r>
              <a:rPr lang="ko-KR" altLang="en-US" sz="1000"/>
              <a:t>신규모델 활성화 안정화 출장업무 지원 병행 중</a:t>
            </a:r>
            <a:r>
              <a:rPr lang="en-US" altLang="ko-KR" sz="1000"/>
              <a:t>(</a:t>
            </a:r>
            <a:r>
              <a:rPr lang="ko-KR" altLang="en-US" sz="1000"/>
              <a:t>김종우님</a:t>
            </a:r>
            <a:r>
              <a:rPr lang="en-US" altLang="ko-KR" sz="1000"/>
              <a:t>,</a:t>
            </a:r>
            <a:r>
              <a:rPr lang="ko-KR" altLang="en-US" sz="1000" err="1"/>
              <a:t>박태욱님</a:t>
            </a:r>
            <a:r>
              <a:rPr lang="en-US" altLang="ko-KR" sz="1000"/>
              <a:t>).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149F590-75BC-4D24-AD1C-A66558F2CFDD}"/>
              </a:ext>
            </a:extLst>
          </p:cNvPr>
          <p:cNvSpPr/>
          <p:nvPr/>
        </p:nvSpPr>
        <p:spPr>
          <a:xfrm>
            <a:off x="2627007" y="2678898"/>
            <a:ext cx="365516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b="1">
                <a:solidFill>
                  <a:srgbClr val="006600"/>
                </a:solidFill>
              </a:rPr>
              <a:t>└</a:t>
            </a:r>
            <a:r>
              <a:rPr lang="en-US" altLang="ko-KR" sz="800" b="1">
                <a:solidFill>
                  <a:srgbClr val="006600"/>
                </a:solidFill>
              </a:rPr>
              <a:t>&gt; PKG</a:t>
            </a:r>
            <a:r>
              <a:rPr lang="ko-KR" altLang="en-US" sz="800" b="1">
                <a:solidFill>
                  <a:srgbClr val="006600"/>
                </a:solidFill>
              </a:rPr>
              <a:t>생산일 기준 </a:t>
            </a:r>
            <a:r>
              <a:rPr lang="en-US" altLang="ko-KR" sz="800" b="1">
                <a:solidFill>
                  <a:srgbClr val="006600"/>
                </a:solidFill>
              </a:rPr>
              <a:t>60</a:t>
            </a:r>
            <a:r>
              <a:rPr lang="ko-KR" altLang="en-US" sz="800" b="1">
                <a:solidFill>
                  <a:srgbClr val="006600"/>
                </a:solidFill>
              </a:rPr>
              <a:t>일 전 </a:t>
            </a:r>
            <a:r>
              <a:rPr lang="en-US" altLang="ko-KR" sz="800" b="1">
                <a:solidFill>
                  <a:srgbClr val="006600"/>
                </a:solidFill>
              </a:rPr>
              <a:t>LOT</a:t>
            </a:r>
            <a:r>
              <a:rPr lang="ko-KR" altLang="en-US" sz="800" b="1">
                <a:solidFill>
                  <a:srgbClr val="006600"/>
                </a:solidFill>
              </a:rPr>
              <a:t>들에 대한 절연정보로 </a:t>
            </a:r>
            <a:r>
              <a:rPr lang="en-US" altLang="ko-KR" sz="800" b="1">
                <a:solidFill>
                  <a:srgbClr val="006600"/>
                </a:solidFill>
              </a:rPr>
              <a:t>Update / </a:t>
            </a:r>
            <a:r>
              <a:rPr lang="ko-KR" altLang="en-US" sz="800" b="1">
                <a:solidFill>
                  <a:srgbClr val="006600"/>
                </a:solidFill>
              </a:rPr>
              <a:t>주요 모델</a:t>
            </a:r>
            <a:r>
              <a:rPr lang="en-US" altLang="ko-KR" sz="800" b="1">
                <a:solidFill>
                  <a:srgbClr val="006600"/>
                </a:solidFill>
              </a:rPr>
              <a:t>(161,128,81B)</a:t>
            </a:r>
            <a:endParaRPr lang="ko-KR" altLang="en-US" sz="800" b="1">
              <a:solidFill>
                <a:srgbClr val="006600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83725E4-F05A-4285-B07C-85DB750FD9D5}"/>
              </a:ext>
            </a:extLst>
          </p:cNvPr>
          <p:cNvSpPr/>
          <p:nvPr/>
        </p:nvSpPr>
        <p:spPr>
          <a:xfrm>
            <a:off x="6032782" y="4557624"/>
            <a:ext cx="2711723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800" b="1">
                <a:solidFill>
                  <a:srgbClr val="006600"/>
                </a:solidFill>
              </a:rPr>
              <a:t>┌</a:t>
            </a:r>
            <a:r>
              <a:rPr lang="en-US" altLang="ko-KR" sz="800" b="1">
                <a:solidFill>
                  <a:srgbClr val="006600"/>
                </a:solidFill>
              </a:rPr>
              <a:t>&gt; </a:t>
            </a:r>
            <a:r>
              <a:rPr lang="ko-KR" altLang="en-US" sz="800" b="1" err="1">
                <a:solidFill>
                  <a:srgbClr val="006600"/>
                </a:solidFill>
              </a:rPr>
              <a:t>전처리</a:t>
            </a:r>
            <a:r>
              <a:rPr lang="ko-KR" altLang="en-US" sz="800" b="1">
                <a:solidFill>
                  <a:srgbClr val="006600"/>
                </a:solidFill>
              </a:rPr>
              <a:t> 및 테이블 구성 完</a:t>
            </a:r>
            <a:r>
              <a:rPr lang="en-US" altLang="ko-KR" sz="800" b="1">
                <a:solidFill>
                  <a:srgbClr val="006600"/>
                </a:solidFill>
              </a:rPr>
              <a:t>, </a:t>
            </a:r>
            <a:r>
              <a:rPr lang="ko-KR" altLang="en-US" sz="800" b="1">
                <a:solidFill>
                  <a:srgbClr val="006600"/>
                </a:solidFill>
              </a:rPr>
              <a:t>활용을 위한 </a:t>
            </a:r>
            <a:r>
              <a:rPr lang="en-US" altLang="ko-KR" sz="800" b="1">
                <a:solidFill>
                  <a:srgbClr val="006600"/>
                </a:solidFill>
              </a:rPr>
              <a:t>Report </a:t>
            </a:r>
            <a:r>
              <a:rPr lang="ko-KR" altLang="en-US" sz="800" b="1">
                <a:solidFill>
                  <a:srgbClr val="006600"/>
                </a:solidFill>
              </a:rPr>
              <a:t>고도화 예정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B758C5E1-23F2-4FB1-80E1-2BCA40C43857}"/>
              </a:ext>
            </a:extLst>
          </p:cNvPr>
          <p:cNvSpPr/>
          <p:nvPr/>
        </p:nvSpPr>
        <p:spPr>
          <a:xfrm>
            <a:off x="2206508" y="4095985"/>
            <a:ext cx="936188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800" b="1">
                <a:solidFill>
                  <a:srgbClr val="006600"/>
                </a:solidFill>
              </a:rPr>
              <a:t>┌</a:t>
            </a:r>
            <a:r>
              <a:rPr lang="en-US" altLang="ko-KR" sz="800" b="1">
                <a:solidFill>
                  <a:srgbClr val="006600"/>
                </a:solidFill>
              </a:rPr>
              <a:t>&gt; </a:t>
            </a:r>
            <a:r>
              <a:rPr lang="ko-KR" altLang="en-US" sz="800" b="1">
                <a:solidFill>
                  <a:srgbClr val="006600"/>
                </a:solidFill>
              </a:rPr>
              <a:t>신규모델 </a:t>
            </a:r>
            <a:r>
              <a:rPr lang="en-US" altLang="ko-KR" sz="800" b="1">
                <a:solidFill>
                  <a:srgbClr val="006600"/>
                </a:solidFill>
              </a:rPr>
              <a:t>E128</a:t>
            </a:r>
            <a:endParaRPr lang="ko-KR" altLang="en-US" sz="800" b="1">
              <a:solidFill>
                <a:srgbClr val="0066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908218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54144" y="832215"/>
          <a:ext cx="9751856" cy="5784582"/>
        </p:xfrm>
        <a:graphic>
          <a:graphicData uri="http://schemas.openxmlformats.org/drawingml/2006/table">
            <a:tbl>
              <a:tblPr/>
              <a:tblGrid>
                <a:gridCol w="9047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8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701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341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459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083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1000" b="1" i="0" u="none" strike="noStrike" baseline="0" dirty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60182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Drill Down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endParaRPr lang="en-US" altLang="ko-KR" sz="10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저전압</a:t>
                      </a:r>
                      <a:endParaRPr lang="en-US" altLang="ko-KR" sz="10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’25</a:t>
                      </a:r>
                      <a:r>
                        <a:rPr lang="ko-KR" altLang="en-US" sz="10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10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: 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ESMI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ESGM1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ESGM2</a:t>
                      </a:r>
                      <a:endParaRPr lang="en-US" altLang="ko-KR" sz="10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금주 특이사항 없습니다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endParaRPr lang="en-US" altLang="ko-KR" sz="1000" b="1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en-US" altLang="ko-KR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[ </a:t>
                      </a:r>
                      <a:r>
                        <a:rPr lang="ko-KR" altLang="en-US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배경 </a:t>
                      </a:r>
                      <a:r>
                        <a:rPr lang="en-US" altLang="ko-KR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부문 내 진행하고 있는 주요 과제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1)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마이너리티리포트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셀추적기술팀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) </a:t>
                      </a:r>
                      <a:r>
                        <a:rPr lang="en-US" altLang="ko-KR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2) </a:t>
                      </a:r>
                      <a:r>
                        <a:rPr lang="ko-KR" altLang="en-US" sz="1000" b="1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저전압</a:t>
                      </a:r>
                      <a:r>
                        <a:rPr lang="ko-KR" altLang="en-US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분석 체계 </a:t>
                      </a:r>
                      <a:r>
                        <a:rPr lang="en-US" altLang="ko-KR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3) </a:t>
                      </a:r>
                      <a:r>
                        <a:rPr lang="ko-KR" altLang="en-US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셀 분해분석 </a:t>
                      </a:r>
                      <a:r>
                        <a:rPr lang="en-US" altLang="ko-KR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W/F </a:t>
                      </a:r>
                      <a:r>
                        <a:rPr lang="ko-KR" altLang="en-US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구축</a:t>
                      </a:r>
                      <a:r>
                        <a:rPr lang="en-US" altLang="ko-KR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에 대해 </a:t>
                      </a:r>
                      <a:b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ESWA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법인과 제조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DX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솔루션 간 활성화 공정 협업을 위해 주 단위 정기적인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교류회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진행키로 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(5/15~)</a:t>
                      </a:r>
                    </a:p>
                    <a:p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en-US" altLang="ko-KR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lang="ko-KR" altLang="en-US" sz="1000" b="1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저전압</a:t>
                      </a:r>
                      <a:r>
                        <a:rPr lang="ko-KR" altLang="en-US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분석체계 구축</a:t>
                      </a:r>
                      <a:r>
                        <a:rPr lang="en-US" altLang="ko-KR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]</a:t>
                      </a:r>
                      <a:endParaRPr lang="en-US" altLang="ko-KR" sz="1000" b="1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저전압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분석 시 전공정을 연계하고자 하며 활성화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조립 공정에 대해 주요 인자를 모니터링 할 수 있도록 분석 체계 구축 진행하고 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r>
                        <a:rPr lang="en-US" altLang="ko-KR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[</a:t>
                      </a:r>
                      <a:r>
                        <a:rPr lang="ko-KR" altLang="en-US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진행사항</a:t>
                      </a:r>
                      <a:r>
                        <a:rPr lang="en-US" altLang="ko-KR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: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활성화 공정은 설비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/PKG Lot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별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E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등급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불량율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및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저전압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판정값인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Docv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Trend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를 통해 현황 파악이 가능</a:t>
                      </a: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: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조립 공정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(PKG~NND)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공정별 생산 시간에 따른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저전압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불량율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및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Loss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내역 확인할 수 있도록 구축 완료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(WA5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동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5/22)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: WA 8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동에 대해 수평 전개 완료하였으며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(5/26)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법인과 지속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교류회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통해 분석 체계 고도화 진행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중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.(05/30~)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: MI 2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동에 대해 수평 전개 완료하였습니다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.(9/30)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ESWA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(‘25.6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완료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ESMI2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(‘25.9</a:t>
                      </a:r>
                      <a:r>
                        <a:rPr lang="ko-KR" altLang="en-US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완료</a:t>
                      </a: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)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aseline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임성묵</a:t>
                      </a:r>
                      <a:endParaRPr lang="en-US" altLang="ko-KR" sz="10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최재호</a:t>
                      </a:r>
                      <a:endParaRPr lang="en-US" altLang="ko-KR" sz="10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11/12(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) 12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419371" y="418066"/>
            <a:ext cx="1317669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임성묵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,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최재호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4C8408-AF69-4120-B9E7-FE44906CA0BA}"/>
              </a:ext>
            </a:extLst>
          </p:cNvPr>
          <p:cNvSpPr txBox="1"/>
          <p:nvPr/>
        </p:nvSpPr>
        <p:spPr>
          <a:xfrm>
            <a:off x="5661660" y="630596"/>
            <a:ext cx="235801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-#15,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876F8DB-63F9-403E-83B9-520DE1D735EA}"/>
              </a:ext>
            </a:extLst>
          </p:cNvPr>
          <p:cNvSpPr txBox="1"/>
          <p:nvPr/>
        </p:nvSpPr>
        <p:spPr>
          <a:xfrm>
            <a:off x="5445801" y="41292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757192F-2936-4DF9-AD2C-7157A0F6461F}"/>
              </a:ext>
            </a:extLst>
          </p:cNvPr>
          <p:cNvSpPr txBox="1"/>
          <p:nvPr/>
        </p:nvSpPr>
        <p:spPr>
          <a:xfrm>
            <a:off x="141316" y="1379522"/>
            <a:ext cx="808595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-</a:t>
            </a:r>
          </a:p>
          <a:p>
            <a:pPr lvl="0">
              <a:defRPr/>
            </a:pP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: -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BE1C6B0-31F9-4BE3-951A-1C703D9389B2}"/>
              </a:ext>
            </a:extLst>
          </p:cNvPr>
          <p:cNvSpPr/>
          <p:nvPr/>
        </p:nvSpPr>
        <p:spPr>
          <a:xfrm>
            <a:off x="4898227" y="1821280"/>
            <a:ext cx="2164537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700" b="1">
                <a:solidFill>
                  <a:srgbClr val="006600"/>
                </a:solidFill>
              </a:rPr>
              <a:t>(ESWA </a:t>
            </a:r>
            <a:r>
              <a:rPr lang="ko-KR" altLang="en-US" sz="700" b="1">
                <a:solidFill>
                  <a:srgbClr val="006600"/>
                </a:solidFill>
              </a:rPr>
              <a:t>법인 </a:t>
            </a:r>
            <a:r>
              <a:rPr lang="en-US" altLang="ko-KR" sz="700" b="1">
                <a:solidFill>
                  <a:srgbClr val="006600"/>
                </a:solidFill>
              </a:rPr>
              <a:t>– </a:t>
            </a:r>
            <a:r>
              <a:rPr lang="ko-KR" altLang="en-US" sz="700" b="1">
                <a:solidFill>
                  <a:srgbClr val="006600"/>
                </a:solidFill>
              </a:rPr>
              <a:t>제조</a:t>
            </a:r>
            <a:r>
              <a:rPr lang="en-US" altLang="ko-KR" sz="700" b="1">
                <a:solidFill>
                  <a:srgbClr val="006600"/>
                </a:solidFill>
              </a:rPr>
              <a:t>DX </a:t>
            </a:r>
            <a:r>
              <a:rPr lang="ko-KR" altLang="en-US" sz="700" b="1">
                <a:solidFill>
                  <a:srgbClr val="006600"/>
                </a:solidFill>
              </a:rPr>
              <a:t>솔루션 간 활성화 협업</a:t>
            </a:r>
            <a:r>
              <a:rPr lang="en-US" altLang="ko-KR" sz="700" b="1">
                <a:solidFill>
                  <a:srgbClr val="006600"/>
                </a:solidFill>
              </a:rPr>
              <a:t>)</a:t>
            </a: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B0D93543-5599-4781-A055-4039A0B2EA80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5721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수율 통합 분석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Solution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구축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_Drill Down </a:t>
            </a:r>
            <a:r>
              <a:rPr lang="ko-KR" altLang="en-US" sz="1400" b="1" err="1">
                <a:solidFill>
                  <a:prstClr val="black"/>
                </a:solidFill>
                <a:ea typeface="LG스마트체 Regular" panose="020B0600000101010101" pitchFamily="50" charset="-127"/>
              </a:rPr>
              <a:t>저전압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]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C535C77-BF1D-4854-A335-FB3329B83F26}"/>
              </a:ext>
            </a:extLst>
          </p:cNvPr>
          <p:cNvSpPr/>
          <p:nvPr/>
        </p:nvSpPr>
        <p:spPr>
          <a:xfrm>
            <a:off x="1675789" y="3342207"/>
            <a:ext cx="710583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주요 내용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r>
              <a:rPr lang="en-US" altLang="ko-KR" sz="10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</a:p>
          <a:p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(ESWA) </a:t>
            </a:r>
          </a:p>
          <a:p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기 구축된 </a:t>
            </a:r>
            <a:r>
              <a:rPr lang="ko-KR" altLang="en-US" sz="10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저전압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REPORT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에서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자동화 실패 및 </a:t>
            </a:r>
            <a:r>
              <a:rPr lang="ko-KR" altLang="en-US" sz="10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로딩시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시간지연등의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문제가 발생하고 있습니다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</a:p>
          <a:p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REPORT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를 활용한 분석에 앞서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좀 더 실용도 높은 </a:t>
            </a:r>
            <a:r>
              <a:rPr lang="ko-KR" altLang="en-US" sz="10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레포트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구조로 개선을 진행하고 자 합니다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현재 구조는 </a:t>
            </a:r>
            <a:endParaRPr lang="en-US" altLang="ko-KR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여러 </a:t>
            </a:r>
            <a:r>
              <a:rPr lang="ko-KR" altLang="en-US" sz="10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전처리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(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등급정보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/ </a:t>
            </a:r>
            <a:r>
              <a:rPr lang="ko-KR" altLang="en-US" sz="10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전공정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trace /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공정별 </a:t>
            </a:r>
            <a:r>
              <a:rPr lang="ko-KR" altLang="en-US" sz="10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모수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취득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공정별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loss) flow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로 구성되어 모든 정보가 하나의 </a:t>
            </a:r>
            <a:r>
              <a:rPr lang="en-US" altLang="ko-KR" sz="10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repor</a:t>
            </a:r>
            <a:r>
              <a:rPr lang="ko-KR" altLang="en-US" sz="10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에서최종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취합되는 구조임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관련하여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</a:p>
          <a:p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 report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에서 확인이 필요하다고 판단되는 정보들을 추려 표현하고 이후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,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분석을 위한 세부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report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를 구성하는 형태로 고도화 진행 예정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12060E54-2088-45D5-AE50-4A5D9D9CE34D}"/>
              </a:ext>
            </a:extLst>
          </p:cNvPr>
          <p:cNvSpPr/>
          <p:nvPr/>
        </p:nvSpPr>
        <p:spPr>
          <a:xfrm>
            <a:off x="3746434" y="4315364"/>
            <a:ext cx="4360074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700" b="1">
                <a:solidFill>
                  <a:srgbClr val="006600"/>
                </a:solidFill>
              </a:rPr>
              <a:t>┌</a:t>
            </a:r>
            <a:r>
              <a:rPr lang="en-US" altLang="ko-KR" sz="700" b="1">
                <a:solidFill>
                  <a:srgbClr val="006600"/>
                </a:solidFill>
              </a:rPr>
              <a:t>&gt; </a:t>
            </a:r>
            <a:r>
              <a:rPr lang="ko-KR" altLang="en-US" sz="700" b="1">
                <a:solidFill>
                  <a:srgbClr val="006600"/>
                </a:solidFill>
              </a:rPr>
              <a:t>활성화 </a:t>
            </a:r>
            <a:r>
              <a:rPr lang="en-US" altLang="ko-KR" sz="700" b="1">
                <a:solidFill>
                  <a:srgbClr val="006600"/>
                </a:solidFill>
              </a:rPr>
              <a:t>DX TFT</a:t>
            </a:r>
            <a:r>
              <a:rPr lang="ko-KR" altLang="en-US" sz="700" b="1">
                <a:solidFill>
                  <a:srgbClr val="006600"/>
                </a:solidFill>
              </a:rPr>
              <a:t>에서 구축한 </a:t>
            </a:r>
            <a:r>
              <a:rPr lang="en-US" altLang="ko-KR" sz="700" b="1">
                <a:solidFill>
                  <a:srgbClr val="006600"/>
                </a:solidFill>
              </a:rPr>
              <a:t>WF</a:t>
            </a:r>
            <a:r>
              <a:rPr lang="ko-KR" altLang="en-US" sz="700" b="1">
                <a:solidFill>
                  <a:srgbClr val="006600"/>
                </a:solidFill>
              </a:rPr>
              <a:t>랑 비교예정</a:t>
            </a:r>
            <a:r>
              <a:rPr lang="en-US" altLang="ko-KR" sz="700" b="1">
                <a:solidFill>
                  <a:srgbClr val="006600"/>
                </a:solidFill>
              </a:rPr>
              <a:t>, </a:t>
            </a:r>
            <a:r>
              <a:rPr lang="ko-KR" altLang="en-US" sz="700" b="1">
                <a:solidFill>
                  <a:srgbClr val="006600"/>
                </a:solidFill>
              </a:rPr>
              <a:t>추가로 공정기술팀의 관계자 와도 논의해보며 자문을 구해볼 예정입니다 </a:t>
            </a:r>
            <a:endParaRPr lang="en-US" altLang="ko-KR" sz="700" b="1">
              <a:solidFill>
                <a:srgbClr val="006600"/>
              </a:solidFill>
            </a:endParaRPr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EE5E730B-E41E-407B-B0F6-45322D3AB81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16561" y="4736123"/>
            <a:ext cx="3946204" cy="1732497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23" name="직사각형 22">
            <a:extLst>
              <a:ext uri="{FF2B5EF4-FFF2-40B4-BE49-F238E27FC236}">
                <a16:creationId xmlns:a16="http://schemas.microsoft.com/office/drawing/2014/main" id="{12096606-4FAE-44EF-B103-1106B0B9BDC0}"/>
              </a:ext>
            </a:extLst>
          </p:cNvPr>
          <p:cNvSpPr/>
          <p:nvPr/>
        </p:nvSpPr>
        <p:spPr>
          <a:xfrm>
            <a:off x="4133296" y="4570343"/>
            <a:ext cx="1212427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700" b="1">
                <a:solidFill>
                  <a:srgbClr val="006600"/>
                </a:solidFill>
              </a:rPr>
              <a:t>*</a:t>
            </a:r>
            <a:r>
              <a:rPr lang="ko-KR" altLang="en-US" sz="700" b="1">
                <a:solidFill>
                  <a:srgbClr val="006600"/>
                </a:solidFill>
              </a:rPr>
              <a:t>현재 구축된 </a:t>
            </a:r>
            <a:r>
              <a:rPr lang="ko-KR" altLang="en-US" sz="700" b="1" err="1">
                <a:solidFill>
                  <a:srgbClr val="006600"/>
                </a:solidFill>
              </a:rPr>
              <a:t>저전압</a:t>
            </a:r>
            <a:r>
              <a:rPr lang="ko-KR" altLang="en-US" sz="700" b="1">
                <a:solidFill>
                  <a:srgbClr val="006600"/>
                </a:solidFill>
              </a:rPr>
              <a:t> </a:t>
            </a:r>
            <a:r>
              <a:rPr lang="en-US" altLang="ko-KR" sz="700" b="1">
                <a:solidFill>
                  <a:srgbClr val="006600"/>
                </a:solidFill>
              </a:rPr>
              <a:t>WF </a:t>
            </a:r>
            <a:r>
              <a:rPr lang="ko-KR" altLang="en-US" sz="700" b="1">
                <a:solidFill>
                  <a:srgbClr val="006600"/>
                </a:solidFill>
              </a:rPr>
              <a:t>구조</a:t>
            </a:r>
            <a:endParaRPr lang="en-US" altLang="ko-KR" sz="700" b="1">
              <a:solidFill>
                <a:srgbClr val="0066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7038781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7AEF2CFF-477B-47DA-8339-6D17E423C9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9175028"/>
              </p:ext>
            </p:extLst>
          </p:nvPr>
        </p:nvGraphicFramePr>
        <p:xfrm>
          <a:off x="125047" y="840841"/>
          <a:ext cx="9751856" cy="5744000"/>
        </p:xfrm>
        <a:graphic>
          <a:graphicData uri="http://schemas.openxmlformats.org/drawingml/2006/table">
            <a:tbl>
              <a:tblPr/>
              <a:tblGrid>
                <a:gridCol w="9047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8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701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341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459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324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196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Drill Down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생산가동률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’25</a:t>
                      </a: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: 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ESMI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ESGM1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ESGM2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금주 특이사항 없습니다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목적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공정별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/Site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별 가동률 현황을 신속히 파악하고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주요 저하 항목에 대한 개선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Point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를 확보하여 가동률 개선에 기여하고자 합니다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진행사항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LG스마트체 Regular"/>
                          <a:cs typeface="+mn-cs"/>
                        </a:rPr>
                        <a:t>개소정보를 통해 문제가 되는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LG스마트체 Regular"/>
                          <a:cs typeface="+mn-cs"/>
                        </a:rPr>
                        <a:t>설비개소를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LG스마트체 Regular"/>
                          <a:cs typeface="+mn-cs"/>
                        </a:rPr>
                        <a:t> 특정할 수 있도록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LG스마트체 Regular"/>
                          <a:cs typeface="+mn-cs"/>
                        </a:rPr>
                        <a:t>레포트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LG스마트체 Regular"/>
                          <a:cs typeface="+mn-cs"/>
                        </a:rPr>
                        <a:t> 내 적용하였고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LG스마트체 Regular"/>
                          <a:cs typeface="+mn-cs"/>
                        </a:rPr>
                        <a:t>관련 로직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LG스마트체 Regular"/>
                          <a:cs typeface="+mn-cs"/>
                        </a:rPr>
                        <a:t>지속고도화 및 이슈공유를 위한 법인 엔지니어와의 정기회의체 진행중입니다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LG스마트체 Regular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LG스마트체 Regular"/>
                          <a:cs typeface="+mn-cs"/>
                        </a:rPr>
                        <a:t>공유회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LG스마트체 Regular"/>
                          <a:cs typeface="+mn-cs"/>
                        </a:rPr>
                        <a:t> 진행 시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LG스마트체 Regular"/>
                          <a:cs typeface="+mn-cs"/>
                        </a:rPr>
                        <a:t>데이터 상으로 확인되는 주요내용이 현장과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LG스마트체 Regular"/>
                          <a:cs typeface="+mn-cs"/>
                        </a:rPr>
                        <a:t>Align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LG스마트체 Regular"/>
                          <a:cs typeface="+mn-cs"/>
                        </a:rPr>
                        <a:t>되는지를 지속 확인 및 고도화 하고 있습니다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LG스마트체 Regular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진행 및 고도화</a:t>
                      </a: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- Pilot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화면 구축 완료하였으며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Sameness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관점으로 지정일자 간 비교 분석이 가능하도록 초안 구축하였습니다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(1/31)</a:t>
                      </a:r>
                    </a:p>
                    <a:p>
                      <a:pPr marL="0" indent="0"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사용자의 활용성 향상을 위해 편의기능 추가하였습니다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(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일자기준을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일단위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주단위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월단위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중 선택하는 기능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설비별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공정별 지표확인기능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)</a:t>
                      </a:r>
                    </a:p>
                    <a:p>
                      <a:pPr marL="0" indent="0"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공정간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(LAM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↔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STK)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알람연계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후 이슈가 되는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설비개소를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파악할 수 있도록 고도화 반영하였습니다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(4/16)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알람연계를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통해 추정한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설비개소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정보를 효과적으로 볼 수 있도록 시각화 항목 개선 적용하였습니다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(4/22)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- ESMI2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동 출장 대응 통해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Eng’r </a:t>
                      </a:r>
                      <a:r>
                        <a:rPr lang="en-US" altLang="ko-KR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VoE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확보 후 가동률 분석 체계 고도화를 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  MES Loss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이력 상 작업자들이 분류하는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‘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부동내용’ 항목을 부정확하게 기입을 하여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Eng’r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가 직접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‘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비고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’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의 작업자 노트를 참고하여 </a:t>
                      </a:r>
                      <a:b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재분류를 하고 있습니다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딥러닝을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적용하여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Eng’r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가 사전 정의한 유형으로 작업자 노트를 확인하여 직접 재분류를 자동화하여 </a:t>
                      </a: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  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업무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Loss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을 개선하였습니다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(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매일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30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분 소요 →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3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분 소요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데이터 연계 및 기초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전처리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FLOW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까지 완료 하여 현상파악 가능하며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MI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사이트의 경우 초기 적용된 </a:t>
                      </a:r>
                      <a:r>
                        <a:rPr lang="en-US" altLang="ko-KR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DeepLearing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로직 적용 보완 진행 중입니다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  ( MI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사이트의 작업자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Note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는 정합성이 많이 떨어져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초기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개발시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DeepLearning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코드로 재분류를 진행하는 작업이 수반되었음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:‘25.4)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ESGM1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:’25.2)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ESMI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:’25.8)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고도화 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(‘25.9)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최재호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8F2E0B2C-C282-4F8C-9665-16016B36AE34}"/>
              </a:ext>
            </a:extLst>
          </p:cNvPr>
          <p:cNvSpPr txBox="1"/>
          <p:nvPr/>
        </p:nvSpPr>
        <p:spPr>
          <a:xfrm>
            <a:off x="7021902" y="599899"/>
            <a:ext cx="2848270" cy="430887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</a:rPr>
              <a:t>: 12</a:t>
            </a:r>
            <a:r>
              <a:rPr lang="en-US" altLang="ko-KR" sz="1100">
                <a:solidFill>
                  <a:prstClr val="black"/>
                </a:solidFill>
                <a:ea typeface="LG스마트체 Regular"/>
              </a:rPr>
              <a:t>/10(</a:t>
            </a:r>
            <a:r>
              <a:rPr lang="ko-KR" altLang="en-US" sz="1100">
                <a:solidFill>
                  <a:prstClr val="black"/>
                </a:solidFill>
                <a:ea typeface="LG스마트체 Regular"/>
              </a:rPr>
              <a:t>수</a:t>
            </a:r>
            <a:r>
              <a:rPr lang="en-US" altLang="ko-KR" sz="1100">
                <a:solidFill>
                  <a:prstClr val="black"/>
                </a:solidFill>
                <a:ea typeface="LG스마트체 Regular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</a:rPr>
              <a:t> 1</a:t>
            </a:r>
            <a:r>
              <a:rPr lang="en-US" altLang="ko-KR" sz="1100">
                <a:solidFill>
                  <a:prstClr val="black"/>
                </a:solidFill>
                <a:ea typeface="LG스마트체 Regular"/>
              </a:rPr>
              <a:t>4</a:t>
            </a:r>
            <a:r>
              <a:rPr lang="ko-KR" altLang="en-US" sz="1100">
                <a:solidFill>
                  <a:prstClr val="black"/>
                </a:solidFill>
                <a:ea typeface="LG스마트체 Regular"/>
              </a:rPr>
              <a:t>시</a:t>
            </a:r>
            <a:br>
              <a:rPr lang="en-US" altLang="ko-KR" sz="1100">
                <a:solidFill>
                  <a:prstClr val="black"/>
                </a:solidFill>
                <a:ea typeface="LG스마트체 Regular"/>
              </a:rPr>
            </a:b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/>
            </a:endParaRPr>
          </a:p>
        </p:txBody>
      </p:sp>
      <p:sp>
        <p:nvSpPr>
          <p:cNvPr id="4" name="제목 1">
            <a:extLst>
              <a:ext uri="{FF2B5EF4-FFF2-40B4-BE49-F238E27FC236}">
                <a16:creationId xmlns:a16="http://schemas.microsoft.com/office/drawing/2014/main" id="{50808A02-FEEB-4B4E-8B47-DBD7374EC81E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데이터통합분석팀</a:t>
            </a:r>
          </a:p>
        </p:txBody>
      </p:sp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39715DD-2587-4FB1-835E-E4901E495BC9}"/>
              </a:ext>
            </a:extLst>
          </p:cNvPr>
          <p:cNvSpPr txBox="1">
            <a:spLocks/>
          </p:cNvSpPr>
          <p:nvPr/>
        </p:nvSpPr>
        <p:spPr>
          <a:xfrm>
            <a:off x="7919235" y="420275"/>
            <a:ext cx="1817805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최재호 사원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/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임성묵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 선임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59DB1E79-1B8B-4410-9A18-70B181E3EB3C}"/>
              </a:ext>
            </a:extLst>
          </p:cNvPr>
          <p:cNvSpPr/>
          <p:nvPr/>
        </p:nvSpPr>
        <p:spPr>
          <a:xfrm>
            <a:off x="108658" y="1154028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algn="ctr"/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CDO/</a:t>
            </a:r>
            <a:r>
              <a:rPr lang="ko-KR" altLang="en-US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그룹</a:t>
            </a:r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/</a:t>
            </a:r>
            <a:r>
              <a:rPr lang="ko-KR" altLang="en-US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담당 </a:t>
            </a:r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KPI</a:t>
            </a:r>
            <a:endParaRPr lang="ko-KR" altLang="en-US" sz="900" b="1">
              <a:solidFill>
                <a:schemeClr val="bg1"/>
              </a:solidFill>
              <a:ea typeface="LG스마트체 Regular" panose="020B0600000101010101" pitchFamily="50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B40D699-F731-4B7C-A20F-FBED1CBF84CD}"/>
              </a:ext>
            </a:extLst>
          </p:cNvPr>
          <p:cNvSpPr txBox="1"/>
          <p:nvPr/>
        </p:nvSpPr>
        <p:spPr>
          <a:xfrm>
            <a:off x="5739383" y="646066"/>
            <a:ext cx="2398093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-#06,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39BE70A-C775-4D4B-B89D-2B57119BFB40}"/>
              </a:ext>
            </a:extLst>
          </p:cNvPr>
          <p:cNvSpPr txBox="1"/>
          <p:nvPr/>
        </p:nvSpPr>
        <p:spPr>
          <a:xfrm>
            <a:off x="6244238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76D67BC-C0C4-488A-ABA3-12D40E69B675}"/>
              </a:ext>
            </a:extLst>
          </p:cNvPr>
          <p:cNvSpPr txBox="1"/>
          <p:nvPr/>
        </p:nvSpPr>
        <p:spPr>
          <a:xfrm>
            <a:off x="141316" y="1379522"/>
            <a:ext cx="1442906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5/14</a:t>
            </a: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일</a:t>
            </a:r>
            <a:endParaRPr lang="en-US" altLang="ko-KR" sz="800">
              <a:solidFill>
                <a:prstClr val="black"/>
              </a:solidFill>
              <a:ea typeface="LG스마트체 Regular" panose="020B0600000101010101" pitchFamily="50" charset="-127"/>
            </a:endParaRPr>
          </a:p>
          <a:p>
            <a:pPr lvl="0">
              <a:defRPr/>
            </a:pP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: -</a:t>
            </a:r>
          </a:p>
        </p:txBody>
      </p:sp>
      <p:sp>
        <p:nvSpPr>
          <p:cNvPr id="26" name="내용 개체 틀 20">
            <a:extLst>
              <a:ext uri="{FF2B5EF4-FFF2-40B4-BE49-F238E27FC236}">
                <a16:creationId xmlns:a16="http://schemas.microsoft.com/office/drawing/2014/main" id="{635DC871-24B9-47DC-9762-51E9C9B6AC90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5721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수율 통합 분석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Solution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구축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_Drill Down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생산 가동률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]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663FAF5-42CE-4012-BE04-9A4603B27951}"/>
              </a:ext>
            </a:extLst>
          </p:cNvPr>
          <p:cNvSpPr/>
          <p:nvPr/>
        </p:nvSpPr>
        <p:spPr>
          <a:xfrm>
            <a:off x="9934145" y="316687"/>
            <a:ext cx="2920721" cy="43701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rgbClr val="006600"/>
                </a:solidFill>
              </a:rPr>
              <a:t>최재호</a:t>
            </a:r>
            <a:r>
              <a:rPr lang="en-US" altLang="ko-KR" sz="800" b="1">
                <a:solidFill>
                  <a:srgbClr val="006600"/>
                </a:solidFill>
              </a:rPr>
              <a:t>A/</a:t>
            </a:r>
            <a:r>
              <a:rPr lang="ko-KR" altLang="en-US" sz="800" b="1" err="1">
                <a:solidFill>
                  <a:srgbClr val="006600"/>
                </a:solidFill>
              </a:rPr>
              <a:t>서동민</a:t>
            </a:r>
            <a:r>
              <a:rPr lang="en-US" altLang="ko-KR" sz="800" b="1">
                <a:solidFill>
                  <a:srgbClr val="006600"/>
                </a:solidFill>
              </a:rPr>
              <a:t>P</a:t>
            </a:r>
          </a:p>
          <a:p>
            <a:r>
              <a:rPr lang="en-US" altLang="ko-KR" sz="800" b="1">
                <a:solidFill>
                  <a:srgbClr val="006600"/>
                </a:solidFill>
              </a:rPr>
              <a:t>ESWA</a:t>
            </a:r>
            <a:r>
              <a:rPr lang="ko-KR" altLang="en-US" sz="800" b="1">
                <a:solidFill>
                  <a:srgbClr val="006600"/>
                </a:solidFill>
              </a:rPr>
              <a:t>출장 진행 중</a:t>
            </a:r>
            <a:r>
              <a:rPr lang="en-US" altLang="ko-KR" sz="800" b="1">
                <a:solidFill>
                  <a:srgbClr val="006600"/>
                </a:solidFill>
              </a:rPr>
              <a:t>(11/07~12/12 , E77</a:t>
            </a:r>
            <a:r>
              <a:rPr lang="ko-KR" altLang="en-US" sz="800" b="1">
                <a:solidFill>
                  <a:srgbClr val="006600"/>
                </a:solidFill>
              </a:rPr>
              <a:t>신규모델  </a:t>
            </a:r>
            <a:r>
              <a:rPr lang="en-US" altLang="ko-KR" sz="800" b="1">
                <a:solidFill>
                  <a:srgbClr val="006600"/>
                </a:solidFill>
              </a:rPr>
              <a:t>L&amp;S </a:t>
            </a:r>
            <a:r>
              <a:rPr lang="ko-KR" altLang="en-US" sz="800" b="1" err="1">
                <a:solidFill>
                  <a:srgbClr val="006600"/>
                </a:solidFill>
              </a:rPr>
              <a:t>수율안정화</a:t>
            </a:r>
            <a:r>
              <a:rPr lang="en-US" altLang="ko-KR" sz="800" b="1">
                <a:solidFill>
                  <a:srgbClr val="006600"/>
                </a:solidFill>
              </a:rPr>
              <a:t> </a:t>
            </a:r>
            <a:r>
              <a:rPr lang="ko-KR" altLang="en-US" sz="800" b="1">
                <a:solidFill>
                  <a:srgbClr val="006600"/>
                </a:solidFill>
              </a:rPr>
              <a:t>목적</a:t>
            </a:r>
            <a:r>
              <a:rPr lang="en-US" altLang="ko-KR" sz="800" b="1">
                <a:solidFill>
                  <a:srgbClr val="006600"/>
                </a:solidFill>
              </a:rPr>
              <a:t>)</a:t>
            </a:r>
            <a:endParaRPr lang="ko-KR" altLang="en-US" sz="800" b="1">
              <a:solidFill>
                <a:srgbClr val="006600"/>
              </a:solidFill>
            </a:endParaRPr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B814DF06-B9B9-4A31-AF26-7B577E0775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37857" y="4743081"/>
            <a:ext cx="6409189" cy="1654087"/>
          </a:xfrm>
          <a:prstGeom prst="rect">
            <a:avLst/>
          </a:prstGeom>
          <a:ln>
            <a:solidFill>
              <a:srgbClr val="3333FF"/>
            </a:solidFill>
          </a:ln>
        </p:spPr>
      </p:pic>
    </p:spTree>
    <p:extLst>
      <p:ext uri="{BB962C8B-B14F-4D97-AF65-F5344CB8AC3E}">
        <p14:creationId xmlns:p14="http://schemas.microsoft.com/office/powerpoint/2010/main" val="1836933339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40840"/>
          <a:ext cx="9751856" cy="5843139"/>
        </p:xfrm>
        <a:graphic>
          <a:graphicData uri="http://schemas.openxmlformats.org/drawingml/2006/table">
            <a:tbl>
              <a:tblPr/>
              <a:tblGrid>
                <a:gridCol w="9047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8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878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569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459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713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160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Drill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Down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생산가동률</a:t>
                      </a:r>
                      <a:endParaRPr lang="en-US" altLang="ko-KR" sz="10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활용 사례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노칭</a:t>
                      </a:r>
                      <a:endParaRPr lang="en-US" altLang="ko-KR" sz="10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완료 과제 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진행사항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:</a:t>
                      </a:r>
                    </a:p>
                    <a:p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현상 파악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</a:p>
                    <a:p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WA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노칭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가동률 저하 요인 파악을 위해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비가동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Loss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중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Worst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항목인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PD Loss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중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Sameness Trend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로 원인을 쉽게 파악할 수 있는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연속불량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노칭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비전 항목을 선정하여 현상 파악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가동률 분석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W/F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활용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및 원인 분석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(Sameness Trend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분석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W/F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활용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진행했습니다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PD [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연속불량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노칭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비전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Loss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가 가장 많이 발생한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Worst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설비인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노칭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음극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11-2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호를 대상으로 시간대별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Loss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를 확인한 결과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5/4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일 오전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시에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Loss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가 가장 오래 발생하였습니다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원인 분석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원인 분석을 해보니 해당 시간대 전후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탭피치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불량항목의 불량률이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0.02%(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오전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시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~5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시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에서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0.25%(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오전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시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~6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시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로 증가하였습니다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PD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연속 발생 원인 파악을 위해 오전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시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~5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20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분의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Sameness Trend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확인 결과 탭 피치 불량이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PD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발생 전 증가한 부분이 확인되며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원재료 및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PV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데이터 확인 시 재료교체 시점 후 탭 피치 측정값 산포와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댄서롤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각도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PV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값 변동성 커짐이 확인되어 해당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Loss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는 재료교체 초기시점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댄서롤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변동성 기인으로 인한 발생으로 추정됩니다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aseline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강주예</a:t>
                      </a:r>
                      <a:endParaRPr lang="en-US" altLang="ko-KR" sz="10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8/13 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) 14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강주예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4C8408-AF69-4120-B9E7-FE44906CA0BA}"/>
              </a:ext>
            </a:extLst>
          </p:cNvPr>
          <p:cNvSpPr txBox="1"/>
          <p:nvPr/>
        </p:nvSpPr>
        <p:spPr>
          <a:xfrm>
            <a:off x="5661660" y="630596"/>
            <a:ext cx="235801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-#14,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876F8DB-63F9-403E-83B9-520DE1D735EA}"/>
              </a:ext>
            </a:extLst>
          </p:cNvPr>
          <p:cNvSpPr txBox="1"/>
          <p:nvPr/>
        </p:nvSpPr>
        <p:spPr>
          <a:xfrm>
            <a:off x="6069435" y="41292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757192F-2936-4DF9-AD2C-7157A0F6461F}"/>
              </a:ext>
            </a:extLst>
          </p:cNvPr>
          <p:cNvSpPr txBox="1"/>
          <p:nvPr/>
        </p:nvSpPr>
        <p:spPr>
          <a:xfrm>
            <a:off x="124961" y="1379522"/>
            <a:ext cx="885303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5/23</a:t>
            </a:r>
          </a:p>
          <a:p>
            <a:pPr lvl="0">
              <a:defRPr/>
            </a:pP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: -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3531D871-E956-4B17-A196-5FF22021BFB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81585" y="2949899"/>
            <a:ext cx="2499723" cy="1732165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2A3CB05-EB72-47C1-BD71-E6398385F02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7294" y="2908932"/>
            <a:ext cx="2563375" cy="176797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749231C9-E22C-47E8-A7B2-959811F67CB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781585" y="4793878"/>
            <a:ext cx="2551188" cy="1767979"/>
          </a:xfrm>
          <a:prstGeom prst="rect">
            <a:avLst/>
          </a:prstGeom>
        </p:spPr>
      </p:pic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75B54814-8643-486B-B1D5-99913E3F1189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5721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수율 통합 분석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Solution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구축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_Drill Down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생산 가동률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][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활용 사례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]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79836515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94925" y="813756"/>
          <a:ext cx="9751856" cy="5860499"/>
        </p:xfrm>
        <a:graphic>
          <a:graphicData uri="http://schemas.openxmlformats.org/drawingml/2006/table">
            <a:tbl>
              <a:tblPr/>
              <a:tblGrid>
                <a:gridCol w="9047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8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701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341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459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621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34281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Drill Down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분리막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endParaRPr lang="en-US" altLang="ko-KR" sz="900" b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외관 불량</a:t>
                      </a:r>
                      <a:endParaRPr lang="en-US" altLang="ko-KR" sz="900" b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S&amp;F Type 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분리막</a:t>
                      </a:r>
                      <a:r>
                        <a:rPr lang="ko-KR" altLang="en-US" sz="900" b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외관불량</a:t>
                      </a:r>
                      <a:endParaRPr lang="en-US" altLang="ko-KR" sz="900" b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자동 분류</a:t>
                      </a:r>
                      <a:r>
                        <a:rPr lang="ko-KR" altLang="en-US" sz="900" b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endParaRPr lang="en-US" altLang="ko-KR" sz="900" b="1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-.ESWA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(WA3,25Line)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-.ESMI2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금주 특이사항 없습니다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-. Model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개발 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(~8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-.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정합성 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검증 및 </a:t>
                      </a:r>
                      <a:b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고도화</a:t>
                      </a:r>
                      <a:b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(~9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-.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분류</a:t>
                      </a:r>
                      <a:b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자동화 </a:t>
                      </a:r>
                      <a:b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적용 </a:t>
                      </a:r>
                      <a:b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(~10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임성묵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</a:rPr>
              <a:t>: </a:t>
            </a:r>
            <a:r>
              <a:rPr lang="en-US" altLang="ko-KR" sz="1100">
                <a:solidFill>
                  <a:prstClr val="black"/>
                </a:solidFill>
                <a:ea typeface="LG스마트체 Regular"/>
              </a:rPr>
              <a:t>11/26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</a:rPr>
              <a:t> </a:t>
            </a:r>
            <a:r>
              <a:rPr lang="en-US" altLang="ko-KR" sz="1100">
                <a:solidFill>
                  <a:prstClr val="black"/>
                </a:solidFill>
                <a:ea typeface="LG스마트체 Regular"/>
              </a:rPr>
              <a:t>(</a:t>
            </a:r>
            <a:r>
              <a:rPr lang="ko-KR" altLang="en-US" sz="1100">
                <a:solidFill>
                  <a:prstClr val="black"/>
                </a:solidFill>
                <a:ea typeface="LG스마트체 Regular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</a:rPr>
              <a:t>) </a:t>
            </a:r>
            <a:r>
              <a:rPr lang="en-US" altLang="ko-KR" sz="1100">
                <a:solidFill>
                  <a:prstClr val="black"/>
                </a:solidFill>
                <a:ea typeface="LG스마트체 Regular"/>
              </a:rPr>
              <a:t>12</a:t>
            </a:r>
            <a:r>
              <a:rPr lang="ko-KR" altLang="en-US" sz="1100">
                <a:solidFill>
                  <a:prstClr val="black"/>
                </a:solidFill>
                <a:ea typeface="LG스마트체 Regular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/>
            </a:endParaRP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임성묵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 선임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3B847E80-7D69-4A0D-8457-BE10C9065D91}"/>
              </a:ext>
            </a:extLst>
          </p:cNvPr>
          <p:cNvSpPr/>
          <p:nvPr/>
        </p:nvSpPr>
        <p:spPr>
          <a:xfrm>
            <a:off x="108658" y="1117084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algn="ctr"/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CDO/</a:t>
            </a:r>
            <a:r>
              <a:rPr lang="ko-KR" altLang="en-US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그룹</a:t>
            </a:r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/</a:t>
            </a:r>
            <a:r>
              <a:rPr lang="ko-KR" altLang="en-US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담당 </a:t>
            </a:r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KPI</a:t>
            </a:r>
            <a:endParaRPr lang="ko-KR" altLang="en-US" sz="900" b="1">
              <a:solidFill>
                <a:schemeClr val="bg1"/>
              </a:solidFill>
              <a:ea typeface="LG스마트체 Regular" panose="020B0600000101010101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4C8408-AF69-4120-B9E7-FE44906CA0BA}"/>
              </a:ext>
            </a:extLst>
          </p:cNvPr>
          <p:cNvSpPr txBox="1"/>
          <p:nvPr/>
        </p:nvSpPr>
        <p:spPr>
          <a:xfrm>
            <a:off x="5688409" y="627778"/>
            <a:ext cx="2398093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-#05,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876F8DB-63F9-403E-83B9-520DE1D735EA}"/>
              </a:ext>
            </a:extLst>
          </p:cNvPr>
          <p:cNvSpPr txBox="1"/>
          <p:nvPr/>
        </p:nvSpPr>
        <p:spPr>
          <a:xfrm>
            <a:off x="6148988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757192F-2936-4DF9-AD2C-7157A0F6461F}"/>
              </a:ext>
            </a:extLst>
          </p:cNvPr>
          <p:cNvSpPr txBox="1"/>
          <p:nvPr/>
        </p:nvSpPr>
        <p:spPr>
          <a:xfrm>
            <a:off x="141316" y="1342578"/>
            <a:ext cx="1442906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ea typeface="LG스마트체 Regular" panose="020B0600000101010101" pitchFamily="50" charset="-127"/>
              </a:rPr>
              <a:t>: - -</a:t>
            </a:r>
          </a:p>
          <a:p>
            <a:pPr lvl="0">
              <a:defRPr/>
            </a:pPr>
            <a:r>
              <a:rPr lang="ko-KR" altLang="en-US" sz="800"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ea typeface="LG스마트체 Regular" panose="020B0600000101010101" pitchFamily="50" charset="-127"/>
              </a:rPr>
              <a:t>: - -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782F586-8654-42FA-ABDF-4C75ED5DE5C8}"/>
              </a:ext>
            </a:extLst>
          </p:cNvPr>
          <p:cNvSpPr/>
          <p:nvPr/>
        </p:nvSpPr>
        <p:spPr>
          <a:xfrm>
            <a:off x="1621736" y="1241618"/>
            <a:ext cx="727164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 dirty="0"/>
              <a:t>[</a:t>
            </a:r>
            <a:r>
              <a:rPr lang="ko-KR" altLang="en-US" sz="1000" b="1" dirty="0"/>
              <a:t>목적</a:t>
            </a:r>
            <a:r>
              <a:rPr lang="en-US" altLang="ko-KR" sz="1000" b="1" dirty="0"/>
              <a:t>]</a:t>
            </a:r>
          </a:p>
          <a:p>
            <a:r>
              <a:rPr lang="en-US" altLang="ko-KR" sz="1000" dirty="0"/>
              <a:t>: S&amp;F</a:t>
            </a:r>
            <a:r>
              <a:rPr lang="ko-KR" altLang="en-US" sz="1000" dirty="0"/>
              <a:t>공정에서 발생하는 </a:t>
            </a:r>
            <a:r>
              <a:rPr lang="ko-KR" altLang="en-US" sz="1000" dirty="0" err="1"/>
              <a:t>분리막</a:t>
            </a:r>
            <a:r>
              <a:rPr lang="ko-KR" altLang="en-US" sz="1000" dirty="0"/>
              <a:t> 외관 불량의 유형을 자동으로 분류하고</a:t>
            </a:r>
            <a:r>
              <a:rPr lang="en-US" altLang="ko-KR" sz="1000" dirty="0"/>
              <a:t>, </a:t>
            </a:r>
            <a:r>
              <a:rPr lang="ko-KR" altLang="en-US" sz="1000" dirty="0"/>
              <a:t>집계함으로써 </a:t>
            </a:r>
            <a:r>
              <a:rPr lang="en-US" altLang="ko-KR" sz="1000" dirty="0"/>
              <a:t>Engineer</a:t>
            </a:r>
            <a:r>
              <a:rPr lang="ko-KR" altLang="en-US" sz="1000" dirty="0"/>
              <a:t>의 업무 </a:t>
            </a:r>
            <a:r>
              <a:rPr lang="en-US" altLang="ko-KR" sz="1000" dirty="0"/>
              <a:t>loss</a:t>
            </a:r>
            <a:r>
              <a:rPr lang="ko-KR" altLang="en-US" sz="1000" dirty="0"/>
              <a:t>를 개선하는데 기여하고자 함</a:t>
            </a:r>
            <a:r>
              <a:rPr lang="en-US" altLang="ko-KR" sz="1000" dirty="0"/>
              <a:t>. </a:t>
            </a:r>
            <a:endParaRPr lang="en-US" altLang="ko-KR" sz="1000" i="1" dirty="0"/>
          </a:p>
          <a:p>
            <a:r>
              <a:rPr lang="en-US" altLang="ko-KR" sz="1000" b="1" dirty="0"/>
              <a:t>[</a:t>
            </a:r>
            <a:r>
              <a:rPr lang="ko-KR" altLang="en-US" sz="1000" b="1" dirty="0"/>
              <a:t>진행사항</a:t>
            </a:r>
            <a:r>
              <a:rPr lang="en-US" altLang="ko-KR" sz="1000" b="1" dirty="0"/>
              <a:t>]</a:t>
            </a:r>
          </a:p>
          <a:p>
            <a:r>
              <a:rPr lang="ko-KR" altLang="en-US" sz="1000" dirty="0"/>
              <a:t> </a:t>
            </a:r>
            <a:r>
              <a:rPr lang="en-US" altLang="ko-KR" sz="1000" dirty="0"/>
              <a:t>: </a:t>
            </a:r>
            <a:r>
              <a:rPr lang="ko-KR" altLang="en-US" sz="1000" dirty="0"/>
              <a:t>학습용 이미지 유형 확보 </a:t>
            </a:r>
            <a:endParaRPr lang="en-US" altLang="ko-KR" sz="1000" dirty="0"/>
          </a:p>
          <a:p>
            <a:r>
              <a:rPr lang="ko-KR" altLang="en-US" sz="1000" dirty="0"/>
              <a:t> </a:t>
            </a:r>
            <a:r>
              <a:rPr lang="en-US" altLang="ko-KR" sz="1000" dirty="0"/>
              <a:t>: </a:t>
            </a:r>
            <a:r>
              <a:rPr lang="ko-KR" altLang="en-US" sz="1000" dirty="0" err="1"/>
              <a:t>분뮤</a:t>
            </a:r>
            <a:r>
              <a:rPr lang="ko-KR" altLang="en-US" sz="1000" dirty="0"/>
              <a:t> 모델 셋업 </a:t>
            </a:r>
            <a:r>
              <a:rPr lang="en-US" altLang="ko-KR" sz="1000" dirty="0"/>
              <a:t>(25.08)</a:t>
            </a:r>
          </a:p>
          <a:p>
            <a:r>
              <a:rPr lang="en-US" altLang="ko-KR" sz="1000" dirty="0"/>
              <a:t> : </a:t>
            </a:r>
            <a:r>
              <a:rPr lang="ko-KR" altLang="en-US" sz="1000" dirty="0"/>
              <a:t>모델 학습 및 튜닝 </a:t>
            </a:r>
            <a:r>
              <a:rPr lang="en-US" altLang="ko-KR" sz="1000" dirty="0"/>
              <a:t>(25.09)</a:t>
            </a:r>
          </a:p>
          <a:p>
            <a:r>
              <a:rPr lang="en-US" altLang="ko-KR" sz="1000" dirty="0"/>
              <a:t> : </a:t>
            </a:r>
            <a:r>
              <a:rPr lang="ko-KR" altLang="en-US" sz="1000" dirty="0"/>
              <a:t>자동화 체계구축 完 </a:t>
            </a:r>
            <a:r>
              <a:rPr lang="en-US" altLang="ko-KR" sz="1000" dirty="0"/>
              <a:t>(25.10)</a:t>
            </a:r>
          </a:p>
          <a:p>
            <a:r>
              <a:rPr lang="en-US" altLang="ko-KR" sz="1000" dirty="0"/>
              <a:t> </a:t>
            </a:r>
          </a:p>
        </p:txBody>
      </p:sp>
      <p:sp>
        <p:nvSpPr>
          <p:cNvPr id="79" name="내용 개체 틀 20">
            <a:extLst>
              <a:ext uri="{FF2B5EF4-FFF2-40B4-BE49-F238E27FC236}">
                <a16:creationId xmlns:a16="http://schemas.microsoft.com/office/drawing/2014/main" id="{D066169B-74B4-4503-AA10-6DCC40AA787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5721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수율 통합 분석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Solution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구축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_Drill Down (S&amp;F </a:t>
            </a:r>
            <a:r>
              <a:rPr lang="ko-KR" altLang="en-US" sz="1400" b="1" err="1">
                <a:solidFill>
                  <a:prstClr val="black"/>
                </a:solidFill>
                <a:ea typeface="LG스마트체 Regular" panose="020B0600000101010101" pitchFamily="50" charset="-127"/>
              </a:rPr>
              <a:t>분리막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 외관 자동분류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)]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ACC804B-9A0D-4C6F-97B0-9729B810DEC5}"/>
              </a:ext>
            </a:extLst>
          </p:cNvPr>
          <p:cNvSpPr/>
          <p:nvPr/>
        </p:nvSpPr>
        <p:spPr>
          <a:xfrm>
            <a:off x="1648703" y="2358917"/>
            <a:ext cx="7086924" cy="44012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 dirty="0"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000" b="1" dirty="0">
                <a:latin typeface="+mj-lt"/>
                <a:ea typeface="LG스마트체 Regular" panose="020B0600000101010101" pitchFamily="50" charset="-127"/>
              </a:rPr>
              <a:t>주요 내용</a:t>
            </a:r>
            <a:r>
              <a:rPr lang="en-US" altLang="ko-KR" sz="1000" b="1" dirty="0">
                <a:latin typeface="+mj-lt"/>
                <a:ea typeface="LG스마트체 Regular" panose="020B0600000101010101" pitchFamily="50" charset="-127"/>
              </a:rPr>
              <a:t>] </a:t>
            </a:r>
            <a:endParaRPr lang="en-US" altLang="ko-KR" sz="1000" dirty="0">
              <a:latin typeface="+mj-lt"/>
              <a:ea typeface="LG스마트체 Regular" panose="020B0600000101010101" pitchFamily="50" charset="-127"/>
            </a:endParaRPr>
          </a:p>
          <a:p>
            <a:r>
              <a:rPr lang="en-US" altLang="ko-KR" sz="1000" b="1" dirty="0">
                <a:ea typeface="LG스마트체 Regular" panose="020B0600000101010101" pitchFamily="50" charset="-127"/>
              </a:rPr>
              <a:t>(ESWA)</a:t>
            </a:r>
            <a:endParaRPr lang="en-US" altLang="ko-KR" sz="1000" dirty="0">
              <a:latin typeface="+mj-lt"/>
              <a:ea typeface="LG스마트체 Regular" panose="020B0600000101010101" pitchFamily="50" charset="-127"/>
            </a:endParaRPr>
          </a:p>
          <a:p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 -. 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추가로 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WA1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동 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Folding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공정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(#3line)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에 대한 </a:t>
            </a:r>
            <a:r>
              <a:rPr lang="ko-KR" altLang="en-US" sz="1000" dirty="0" err="1">
                <a:latin typeface="+mj-lt"/>
                <a:ea typeface="LG스마트체 Regular" panose="020B0600000101010101" pitchFamily="50" charset="-127"/>
              </a:rPr>
              <a:t>횡전개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 요청으로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, 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기 학습모델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(#25line)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에 대한 검토 진행하였으나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, </a:t>
            </a:r>
          </a:p>
          <a:p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    3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동 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25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라인에 적용된 학습모델로는 사용이 불가능하여 미적용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. (10/27) </a:t>
            </a:r>
          </a:p>
          <a:p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-. 25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라인과 동일모델이 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7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라인에서 생산 진행 중에 있어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, 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자동화 </a:t>
            </a:r>
            <a:r>
              <a:rPr lang="ko-KR" altLang="en-US" sz="1000" dirty="0" err="1">
                <a:latin typeface="+mj-lt"/>
                <a:ea typeface="LG스마트체 Regular" panose="020B0600000101010101" pitchFamily="50" charset="-127"/>
              </a:rPr>
              <a:t>분류로직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 적용 요청을 전달 받았습니다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. (10/28)</a:t>
            </a:r>
          </a:p>
          <a:p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   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최근 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1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주치 데이터 기반으로 분류 정합성 </a:t>
            </a:r>
            <a:r>
              <a:rPr lang="ko-KR" altLang="en-US" sz="1000" dirty="0" err="1">
                <a:latin typeface="+mj-lt"/>
                <a:ea typeface="LG스마트체 Regular" panose="020B0600000101010101" pitchFamily="50" charset="-127"/>
              </a:rPr>
              <a:t>확인시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, 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일부 이미지에서 정합성이 떨어지는 현상이 발견되어 추가적인 검토 진행 중입니다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.</a:t>
            </a:r>
          </a:p>
          <a:p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  </a:t>
            </a:r>
          </a:p>
          <a:p>
            <a:endParaRPr lang="en-US" altLang="ko-KR" sz="1000" dirty="0">
              <a:latin typeface="+mj-lt"/>
              <a:ea typeface="LG스마트체 Regular" panose="020B0600000101010101" pitchFamily="50" charset="-127"/>
            </a:endParaRPr>
          </a:p>
          <a:p>
            <a:endParaRPr lang="en-US" altLang="ko-KR" sz="1000" dirty="0">
              <a:latin typeface="+mj-lt"/>
              <a:ea typeface="LG스마트체 Regular" panose="020B0600000101010101" pitchFamily="50" charset="-127"/>
            </a:endParaRPr>
          </a:p>
          <a:p>
            <a:endParaRPr lang="en-US" altLang="ko-KR" sz="1000" dirty="0">
              <a:latin typeface="+mj-lt"/>
              <a:ea typeface="LG스마트체 Regular" panose="020B0600000101010101" pitchFamily="50" charset="-127"/>
            </a:endParaRPr>
          </a:p>
          <a:p>
            <a:endParaRPr lang="en-US" altLang="ko-KR" sz="1000" dirty="0">
              <a:latin typeface="+mj-lt"/>
              <a:ea typeface="LG스마트체 Regular" panose="020B0600000101010101" pitchFamily="50" charset="-127"/>
            </a:endParaRPr>
          </a:p>
          <a:p>
            <a:endParaRPr lang="en-US" altLang="ko-KR" sz="1000" dirty="0">
              <a:latin typeface="+mj-lt"/>
              <a:ea typeface="LG스마트체 Regular" panose="020B0600000101010101" pitchFamily="50" charset="-127"/>
            </a:endParaRPr>
          </a:p>
          <a:p>
            <a:endParaRPr lang="en-US" altLang="ko-KR" sz="1000" dirty="0">
              <a:latin typeface="+mj-lt"/>
              <a:ea typeface="LG스마트체 Regular" panose="020B0600000101010101" pitchFamily="50" charset="-127"/>
            </a:endParaRPr>
          </a:p>
          <a:p>
            <a:endParaRPr lang="en-US" altLang="ko-KR" sz="1000" dirty="0">
              <a:latin typeface="+mj-lt"/>
              <a:ea typeface="LG스마트체 Regular" panose="020B0600000101010101" pitchFamily="50" charset="-127"/>
            </a:endParaRPr>
          </a:p>
          <a:p>
            <a:endParaRPr lang="en-US" altLang="ko-KR" sz="1000" dirty="0">
              <a:latin typeface="+mj-lt"/>
              <a:ea typeface="LG스마트체 Regular" panose="020B0600000101010101" pitchFamily="50" charset="-127"/>
            </a:endParaRPr>
          </a:p>
          <a:p>
            <a:endParaRPr lang="en-US" altLang="ko-KR" sz="1000" dirty="0">
              <a:latin typeface="+mj-lt"/>
              <a:ea typeface="LG스마트체 Regular" panose="020B0600000101010101" pitchFamily="50" charset="-127"/>
            </a:endParaRPr>
          </a:p>
          <a:p>
            <a:endParaRPr lang="en-US" altLang="ko-KR" sz="1000" dirty="0">
              <a:latin typeface="+mj-lt"/>
              <a:ea typeface="LG스마트체 Regular" panose="020B0600000101010101" pitchFamily="50" charset="-127"/>
            </a:endParaRPr>
          </a:p>
          <a:p>
            <a:endParaRPr lang="en-US" altLang="ko-KR" sz="1000" dirty="0">
              <a:latin typeface="+mj-lt"/>
              <a:ea typeface="LG스마트체 Regular" panose="020B0600000101010101" pitchFamily="50" charset="-127"/>
            </a:endParaRPr>
          </a:p>
          <a:p>
            <a:endParaRPr lang="en-US" altLang="ko-KR" sz="1000" dirty="0">
              <a:latin typeface="+mj-lt"/>
              <a:ea typeface="LG스마트체 Regular" panose="020B0600000101010101" pitchFamily="50" charset="-127"/>
            </a:endParaRPr>
          </a:p>
          <a:p>
            <a:endParaRPr lang="en-US" altLang="ko-KR" sz="1000" dirty="0">
              <a:latin typeface="+mj-lt"/>
              <a:ea typeface="LG스마트체 Regular" panose="020B0600000101010101" pitchFamily="50" charset="-127"/>
            </a:endParaRPr>
          </a:p>
          <a:p>
            <a:endParaRPr lang="en-US" altLang="ko-KR" sz="1000" dirty="0">
              <a:latin typeface="+mj-lt"/>
              <a:ea typeface="LG스마트체 Regular" panose="020B0600000101010101" pitchFamily="50" charset="-127"/>
            </a:endParaRPr>
          </a:p>
          <a:p>
            <a:endParaRPr lang="en-US" altLang="ko-KR" sz="1000" dirty="0">
              <a:latin typeface="+mj-lt"/>
              <a:ea typeface="LG스마트체 Regular" panose="020B0600000101010101" pitchFamily="50" charset="-127"/>
            </a:endParaRPr>
          </a:p>
          <a:p>
            <a:endParaRPr lang="en-US" altLang="ko-KR" sz="1000" dirty="0">
              <a:latin typeface="+mj-lt"/>
              <a:ea typeface="LG스마트체 Regular" panose="020B0600000101010101" pitchFamily="50" charset="-127"/>
            </a:endParaRPr>
          </a:p>
          <a:p>
            <a:endParaRPr lang="en-US" altLang="ko-KR" sz="1000" dirty="0">
              <a:latin typeface="+mj-lt"/>
              <a:ea typeface="LG스마트체 Regular" panose="020B0600000101010101" pitchFamily="50" charset="-127"/>
            </a:endParaRPr>
          </a:p>
          <a:p>
            <a:endParaRPr lang="en-US" altLang="ko-KR" sz="1000" dirty="0">
              <a:latin typeface="+mj-lt"/>
              <a:ea typeface="LG스마트체 Regular" panose="020B0600000101010101" pitchFamily="50" charset="-127"/>
            </a:endParaRPr>
          </a:p>
          <a:p>
            <a:endParaRPr lang="en-US" altLang="ko-KR" sz="1000" dirty="0">
              <a:latin typeface="+mj-lt"/>
              <a:ea typeface="LG스마트체 Regular" panose="020B0600000101010101" pitchFamily="50" charset="-127"/>
            </a:endParaRPr>
          </a:p>
          <a:p>
            <a:r>
              <a:rPr lang="en-US" altLang="ko-KR" sz="1000" b="1" dirty="0">
                <a:latin typeface="+mj-lt"/>
                <a:ea typeface="LG스마트체 Regular" panose="020B0600000101010101" pitchFamily="50" charset="-127"/>
              </a:rPr>
              <a:t>(ESMI2)</a:t>
            </a:r>
          </a:p>
          <a:p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 </a:t>
            </a:r>
            <a:r>
              <a:rPr lang="en-US" altLang="ko-KR" sz="1000" dirty="0">
                <a:latin typeface="+mj-lt"/>
                <a:ea typeface="LG스마트체 Regular" panose="020B0600000101010101" pitchFamily="50" charset="-127"/>
              </a:rPr>
              <a:t>-. </a:t>
            </a:r>
            <a:r>
              <a:rPr lang="ko-KR" altLang="en-US" sz="1000" dirty="0">
                <a:latin typeface="+mj-lt"/>
                <a:ea typeface="LG스마트체 Regular" panose="020B0600000101010101" pitchFamily="50" charset="-127"/>
              </a:rPr>
              <a:t>특이사항 없음</a:t>
            </a:r>
            <a:endParaRPr lang="en-US" altLang="ko-KR" sz="1000" dirty="0">
              <a:latin typeface="+mj-lt"/>
              <a:ea typeface="LG스마트체 Regular" panose="020B0600000101010101" pitchFamily="50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A892EEC7-7666-4690-B328-7ABBD68983AD}"/>
              </a:ext>
            </a:extLst>
          </p:cNvPr>
          <p:cNvSpPr/>
          <p:nvPr/>
        </p:nvSpPr>
        <p:spPr>
          <a:xfrm>
            <a:off x="2002407" y="3251488"/>
            <a:ext cx="2058665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ko-KR" altLang="en-US" sz="800" b="1" dirty="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└</a:t>
            </a:r>
            <a:r>
              <a:rPr lang="en-US" altLang="ko-KR" sz="800" b="1" dirty="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&gt;(WA3</a:t>
            </a:r>
            <a:r>
              <a:rPr lang="ko-KR" altLang="en-US" sz="800" b="1" dirty="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동</a:t>
            </a:r>
            <a:r>
              <a:rPr lang="en-US" altLang="ko-KR" sz="800" b="1" dirty="0">
                <a:solidFill>
                  <a:srgbClr val="0066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,#7line,H5.5 model)</a:t>
            </a:r>
            <a:endParaRPr lang="en-US" altLang="ko-KR" sz="800" b="1" dirty="0">
              <a:solidFill>
                <a:srgbClr val="006600"/>
              </a:solidFill>
              <a:ea typeface="LG스마트체 Regular" panose="020B0600000101010101" pitchFamily="50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895EC3DB-8F9D-4BD3-B83C-4C19941464B3}"/>
              </a:ext>
            </a:extLst>
          </p:cNvPr>
          <p:cNvSpPr/>
          <p:nvPr/>
        </p:nvSpPr>
        <p:spPr>
          <a:xfrm>
            <a:off x="3394164" y="1954963"/>
            <a:ext cx="1284371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en-US" altLang="ko-KR" sz="700" b="1" dirty="0">
                <a:solidFill>
                  <a:srgbClr val="006600"/>
                </a:solidFill>
                <a:ea typeface="LG스마트체 Regular" panose="020B0600000101010101" pitchFamily="50" charset="-127"/>
              </a:rPr>
              <a:t>ESWA( 3</a:t>
            </a:r>
            <a:r>
              <a:rPr lang="ko-KR" altLang="en-US" sz="700" b="1" dirty="0">
                <a:solidFill>
                  <a:srgbClr val="006600"/>
                </a:solidFill>
                <a:ea typeface="LG스마트체 Regular" panose="020B0600000101010101" pitchFamily="50" charset="-127"/>
              </a:rPr>
              <a:t>동 </a:t>
            </a:r>
            <a:r>
              <a:rPr lang="en-US" altLang="ko-KR" sz="700" b="1" dirty="0">
                <a:solidFill>
                  <a:srgbClr val="006600"/>
                </a:solidFill>
                <a:ea typeface="LG스마트체 Regular" panose="020B0600000101010101" pitchFamily="50" charset="-127"/>
              </a:rPr>
              <a:t>, #25</a:t>
            </a:r>
            <a:r>
              <a:rPr lang="ko-KR" altLang="en-US" sz="700" b="1" dirty="0">
                <a:solidFill>
                  <a:srgbClr val="006600"/>
                </a:solidFill>
                <a:ea typeface="LG스마트체 Regular" panose="020B0600000101010101" pitchFamily="50" charset="-127"/>
              </a:rPr>
              <a:t>라인</a:t>
            </a:r>
            <a:r>
              <a:rPr lang="en-US" altLang="ko-KR" sz="700" b="1" dirty="0">
                <a:solidFill>
                  <a:srgbClr val="006600"/>
                </a:solidFill>
                <a:ea typeface="LG스마트체 Regular" panose="020B0600000101010101" pitchFamily="50" charset="-127"/>
              </a:rPr>
              <a:t>, H5.5</a:t>
            </a:r>
            <a:r>
              <a:rPr lang="ko-KR" altLang="en-US" sz="700" b="1" dirty="0">
                <a:solidFill>
                  <a:srgbClr val="006600"/>
                </a:solidFill>
                <a:ea typeface="LG스마트체 Regular" panose="020B0600000101010101" pitchFamily="50" charset="-127"/>
              </a:rPr>
              <a:t>모델</a:t>
            </a:r>
            <a:r>
              <a:rPr lang="en-US" altLang="ko-KR" sz="700" b="1" dirty="0">
                <a:solidFill>
                  <a:srgbClr val="006600"/>
                </a:solidFill>
                <a:ea typeface="LG스마트체 Regular" panose="020B0600000101010101" pitchFamily="50" charset="-127"/>
              </a:rPr>
              <a:t>) </a:t>
            </a:r>
          </a:p>
        </p:txBody>
      </p:sp>
      <p:sp>
        <p:nvSpPr>
          <p:cNvPr id="4" name="오른쪽 중괄호 3">
            <a:extLst>
              <a:ext uri="{FF2B5EF4-FFF2-40B4-BE49-F238E27FC236}">
                <a16:creationId xmlns:a16="http://schemas.microsoft.com/office/drawing/2014/main" id="{A0667138-91D8-46D7-B0F7-53810FA69B22}"/>
              </a:ext>
            </a:extLst>
          </p:cNvPr>
          <p:cNvSpPr/>
          <p:nvPr/>
        </p:nvSpPr>
        <p:spPr>
          <a:xfrm>
            <a:off x="3169330" y="1757778"/>
            <a:ext cx="284085" cy="532661"/>
          </a:xfrm>
          <a:prstGeom prst="rightBrace">
            <a:avLst/>
          </a:prstGeom>
          <a:ln>
            <a:solidFill>
              <a:srgbClr val="0066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DD31D646-7880-4DBA-873A-429CC5AB4B86}"/>
              </a:ext>
            </a:extLst>
          </p:cNvPr>
          <p:cNvSpPr/>
          <p:nvPr/>
        </p:nvSpPr>
        <p:spPr>
          <a:xfrm>
            <a:off x="4095841" y="3787839"/>
            <a:ext cx="2358224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en-US" altLang="ko-KR" sz="800">
                <a:ea typeface="LG스마트체 Regular" panose="020B0600000101010101" pitchFamily="50" charset="-127"/>
              </a:rPr>
              <a:t>-</a:t>
            </a:r>
            <a:r>
              <a:rPr lang="ko-KR" altLang="en-US" sz="800">
                <a:ea typeface="LG스마트체 Regular" panose="020B0600000101010101" pitchFamily="50" charset="-127"/>
              </a:rPr>
              <a:t> </a:t>
            </a:r>
            <a:r>
              <a:rPr lang="en-US" altLang="ko-KR" sz="800">
                <a:ea typeface="LG스마트체 Regular" panose="020B0600000101010101" pitchFamily="50" charset="-127"/>
              </a:rPr>
              <a:t>FOLIDNG SEPA</a:t>
            </a:r>
            <a:r>
              <a:rPr lang="ko-KR" altLang="en-US" sz="800">
                <a:ea typeface="LG스마트체 Regular" panose="020B0600000101010101" pitchFamily="50" charset="-127"/>
              </a:rPr>
              <a:t>불량 유형 이미지 분류 결과</a:t>
            </a:r>
            <a:r>
              <a:rPr lang="en-US" altLang="ko-KR" sz="800">
                <a:ea typeface="LG스마트체 Regular" panose="020B0600000101010101" pitchFamily="50" charset="-127"/>
              </a:rPr>
              <a:t>-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A84A001D-FB72-4307-9D60-775F14FF0E7D}"/>
              </a:ext>
            </a:extLst>
          </p:cNvPr>
          <p:cNvSpPr/>
          <p:nvPr/>
        </p:nvSpPr>
        <p:spPr>
          <a:xfrm>
            <a:off x="5791476" y="6238076"/>
            <a:ext cx="3130582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ko-KR" altLang="en-US" sz="800" b="1">
                <a:solidFill>
                  <a:srgbClr val="006600"/>
                </a:solidFill>
                <a:ea typeface="LG스마트체 Regular" panose="020B0600000101010101" pitchFamily="50" charset="-127"/>
              </a:rPr>
              <a:t>└</a:t>
            </a:r>
            <a:r>
              <a:rPr lang="en-US" altLang="ko-KR" sz="800" b="1">
                <a:solidFill>
                  <a:srgbClr val="006600"/>
                </a:solidFill>
                <a:ea typeface="LG스마트체 Regular" panose="020B0600000101010101" pitchFamily="50" charset="-127"/>
              </a:rPr>
              <a:t>&gt; </a:t>
            </a:r>
            <a:r>
              <a:rPr lang="ko-KR" altLang="en-US" sz="800" b="1">
                <a:solidFill>
                  <a:srgbClr val="006600"/>
                </a:solidFill>
                <a:ea typeface="LG스마트체 Regular" panose="020B0600000101010101" pitchFamily="50" charset="-127"/>
              </a:rPr>
              <a:t>해당 </a:t>
            </a:r>
            <a:r>
              <a:rPr lang="en-US" altLang="ko-KR" sz="800" b="1">
                <a:solidFill>
                  <a:srgbClr val="006600"/>
                </a:solidFill>
                <a:ea typeface="LG스마트체 Regular" panose="020B0600000101010101" pitchFamily="50" charset="-127"/>
              </a:rPr>
              <a:t>DL</a:t>
            </a:r>
            <a:r>
              <a:rPr lang="ko-KR" altLang="en-US" sz="800" b="1">
                <a:solidFill>
                  <a:srgbClr val="006600"/>
                </a:solidFill>
                <a:ea typeface="LG스마트체 Regular" panose="020B0600000101010101" pitchFamily="50" charset="-127"/>
              </a:rPr>
              <a:t>모델을 바로 적용하여 사용할지에 대한 부분은 </a:t>
            </a:r>
            <a:endParaRPr lang="en-US" altLang="ko-KR" sz="800" b="1">
              <a:solidFill>
                <a:srgbClr val="006600"/>
              </a:solidFill>
              <a:ea typeface="LG스마트체 Regular" panose="020B0600000101010101" pitchFamily="50" charset="-127"/>
            </a:endParaRPr>
          </a:p>
          <a:p>
            <a:pPr lvl="0"/>
            <a:r>
              <a:rPr lang="en-US" altLang="ko-KR" sz="800" b="1">
                <a:solidFill>
                  <a:srgbClr val="006600"/>
                </a:solidFill>
                <a:ea typeface="LG스마트체 Regular" panose="020B0600000101010101" pitchFamily="50" charset="-127"/>
              </a:rPr>
              <a:t>     </a:t>
            </a:r>
            <a:r>
              <a:rPr lang="ko-KR" altLang="en-US" sz="800" b="1">
                <a:solidFill>
                  <a:srgbClr val="006600"/>
                </a:solidFill>
                <a:ea typeface="LG스마트체 Regular" panose="020B0600000101010101" pitchFamily="50" charset="-127"/>
              </a:rPr>
              <a:t>분류 결과의 정합성을 실제 엔지니어가 확인해 본 의견이 필요</a:t>
            </a:r>
            <a:r>
              <a:rPr lang="en-US" altLang="ko-KR" sz="800" b="1">
                <a:solidFill>
                  <a:srgbClr val="006600"/>
                </a:solidFill>
                <a:ea typeface="LG스마트체 Regular" panose="020B0600000101010101" pitchFamily="50" charset="-127"/>
              </a:rPr>
              <a:t>.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CA1AE31-20F0-431D-9E86-596124D97B8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75536" y="3986078"/>
            <a:ext cx="6853561" cy="2281563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30" name="직사각형 29">
            <a:extLst>
              <a:ext uri="{FF2B5EF4-FFF2-40B4-BE49-F238E27FC236}">
                <a16:creationId xmlns:a16="http://schemas.microsoft.com/office/drawing/2014/main" id="{81CE6C87-AE76-4CF1-8F69-1D8907E24DCE}"/>
              </a:ext>
            </a:extLst>
          </p:cNvPr>
          <p:cNvSpPr/>
          <p:nvPr/>
        </p:nvSpPr>
        <p:spPr>
          <a:xfrm>
            <a:off x="1810951" y="4551581"/>
            <a:ext cx="878983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en-US" altLang="ko-KR" sz="600" b="1">
                <a:solidFill>
                  <a:srgbClr val="006600"/>
                </a:solidFill>
                <a:ea typeface="LG스마트체 Regular" panose="020B0600000101010101" pitchFamily="50" charset="-127"/>
              </a:rPr>
              <a:t>FOLDING </a:t>
            </a:r>
          </a:p>
          <a:p>
            <a:pPr lvl="0"/>
            <a:r>
              <a:rPr lang="en-US" altLang="ko-KR" sz="600" b="1">
                <a:solidFill>
                  <a:srgbClr val="006600"/>
                </a:solidFill>
                <a:ea typeface="LG스마트체 Regular" panose="020B0600000101010101" pitchFamily="50" charset="-127"/>
              </a:rPr>
              <a:t>3 line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F1E3B9F-1C47-4E43-9910-658ADC71C684}"/>
              </a:ext>
            </a:extLst>
          </p:cNvPr>
          <p:cNvSpPr/>
          <p:nvPr/>
        </p:nvSpPr>
        <p:spPr>
          <a:xfrm>
            <a:off x="2245681" y="2310389"/>
            <a:ext cx="3169698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700" b="1">
                <a:solidFill>
                  <a:srgbClr val="006600"/>
                </a:solidFill>
                <a:ea typeface="LG스마트체 Regular" panose="020B0600000101010101" pitchFamily="50" charset="-127"/>
              </a:rPr>
              <a:t>└</a:t>
            </a:r>
            <a:r>
              <a:rPr lang="en-US" altLang="ko-KR" sz="700" b="1">
                <a:solidFill>
                  <a:srgbClr val="006600"/>
                </a:solidFill>
                <a:ea typeface="LG스마트체 Regular" panose="020B0600000101010101" pitchFamily="50" charset="-127"/>
              </a:rPr>
              <a:t>&gt; </a:t>
            </a:r>
            <a:r>
              <a:rPr lang="ko-KR" altLang="en-US" sz="700" b="1">
                <a:solidFill>
                  <a:srgbClr val="006600"/>
                </a:solidFill>
                <a:ea typeface="LG스마트체 Regular" panose="020B0600000101010101" pitchFamily="50" charset="-127"/>
              </a:rPr>
              <a:t>정합성 </a:t>
            </a:r>
            <a:r>
              <a:rPr lang="en-US" altLang="ko-KR" sz="700" b="1">
                <a:solidFill>
                  <a:srgbClr val="006600"/>
                </a:solidFill>
                <a:ea typeface="LG스마트체 Regular" panose="020B0600000101010101" pitchFamily="50" charset="-127"/>
              </a:rPr>
              <a:t>80%</a:t>
            </a:r>
            <a:r>
              <a:rPr lang="ko-KR" altLang="en-US" sz="700" b="1">
                <a:solidFill>
                  <a:srgbClr val="006600"/>
                </a:solidFill>
                <a:ea typeface="LG스마트체 Regular" panose="020B0600000101010101" pitchFamily="50" charset="-127"/>
              </a:rPr>
              <a:t>이상으로</a:t>
            </a:r>
            <a:r>
              <a:rPr lang="en-US" altLang="ko-KR" sz="700" b="1">
                <a:solidFill>
                  <a:srgbClr val="006600"/>
                </a:solidFill>
                <a:ea typeface="LG스마트체 Regular" panose="020B0600000101010101" pitchFamily="50" charset="-127"/>
              </a:rPr>
              <a:t>, </a:t>
            </a:r>
            <a:r>
              <a:rPr lang="ko-KR" altLang="en-US" sz="700" b="1">
                <a:solidFill>
                  <a:srgbClr val="006600"/>
                </a:solidFill>
                <a:ea typeface="LG스마트체 Regular" panose="020B0600000101010101" pitchFamily="50" charset="-127"/>
              </a:rPr>
              <a:t>현업에 </a:t>
            </a:r>
            <a:r>
              <a:rPr lang="en-US" altLang="ko-KR" sz="700" b="1">
                <a:solidFill>
                  <a:srgbClr val="006600"/>
                </a:solidFill>
                <a:ea typeface="LG스마트체 Regular" panose="020B0600000101010101" pitchFamily="50" charset="-127"/>
              </a:rPr>
              <a:t>mailing </a:t>
            </a:r>
            <a:r>
              <a:rPr lang="ko-KR" altLang="en-US" sz="700" b="1">
                <a:solidFill>
                  <a:srgbClr val="006600"/>
                </a:solidFill>
                <a:ea typeface="LG스마트체 Regular" panose="020B0600000101010101" pitchFamily="50" charset="-127"/>
              </a:rPr>
              <a:t>체계 구축하여 사용 중 </a:t>
            </a:r>
            <a:r>
              <a:rPr lang="en-US" altLang="ko-KR" sz="700" b="1">
                <a:solidFill>
                  <a:srgbClr val="006600"/>
                </a:solidFill>
                <a:ea typeface="LG스마트체 Regular" panose="020B0600000101010101" pitchFamily="50" charset="-127"/>
              </a:rPr>
              <a:t>(10/02~)</a:t>
            </a:r>
            <a:endParaRPr lang="ko-KR" altLang="en-US" sz="700" b="1">
              <a:solidFill>
                <a:srgbClr val="006600"/>
              </a:solidFill>
              <a:ea typeface="LG스마트체 Regular" panose="020B0600000101010101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0C48C4E7-D28F-4344-851A-DEC6AC6F8BF0}"/>
              </a:ext>
            </a:extLst>
          </p:cNvPr>
          <p:cNvSpPr/>
          <p:nvPr/>
        </p:nvSpPr>
        <p:spPr>
          <a:xfrm>
            <a:off x="4837961" y="3281597"/>
            <a:ext cx="4953000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700" b="1">
                <a:solidFill>
                  <a:srgbClr val="006600"/>
                </a:solidFill>
                <a:ea typeface="LG스마트체 Regular" panose="020B0600000101010101" pitchFamily="50" charset="-127"/>
              </a:rPr>
              <a:t>└</a:t>
            </a:r>
            <a:r>
              <a:rPr lang="en-US" altLang="ko-KR" sz="700" b="1">
                <a:solidFill>
                  <a:srgbClr val="006600"/>
                </a:solidFill>
                <a:ea typeface="LG스마트체 Regular" panose="020B0600000101010101" pitchFamily="50" charset="-127"/>
              </a:rPr>
              <a:t>&gt; </a:t>
            </a:r>
            <a:r>
              <a:rPr lang="ko-KR" altLang="en-US" sz="700" b="1">
                <a:solidFill>
                  <a:srgbClr val="006600"/>
                </a:solidFill>
                <a:ea typeface="LG스마트체 Regular" panose="020B0600000101010101" pitchFamily="50" charset="-127"/>
              </a:rPr>
              <a:t>추가 검토 내용으로는 </a:t>
            </a:r>
            <a:endParaRPr lang="en-US" altLang="ko-KR" sz="700" b="1">
              <a:solidFill>
                <a:srgbClr val="006600"/>
              </a:solidFill>
              <a:ea typeface="LG스마트체 Regular" panose="020B0600000101010101" pitchFamily="50" charset="-127"/>
            </a:endParaRPr>
          </a:p>
          <a:p>
            <a:r>
              <a:rPr lang="en-US" altLang="ko-KR" sz="700" b="1">
                <a:solidFill>
                  <a:srgbClr val="006600"/>
                </a:solidFill>
                <a:ea typeface="LG스마트체 Regular" panose="020B0600000101010101" pitchFamily="50" charset="-127"/>
              </a:rPr>
              <a:t>-. </a:t>
            </a:r>
            <a:r>
              <a:rPr lang="ko-KR" altLang="en-US" sz="700" b="1">
                <a:solidFill>
                  <a:srgbClr val="006600"/>
                </a:solidFill>
                <a:ea typeface="LG스마트체 Regular" panose="020B0600000101010101" pitchFamily="50" charset="-127"/>
              </a:rPr>
              <a:t>불량 유형 중 성능이 떨어지는 일부 불량유형에 대해서만 추가 학습을 할지</a:t>
            </a:r>
            <a:r>
              <a:rPr lang="en-US" altLang="ko-KR" sz="700" b="1">
                <a:solidFill>
                  <a:srgbClr val="006600"/>
                </a:solidFill>
                <a:ea typeface="LG스마트체 Regular" panose="020B0600000101010101" pitchFamily="50" charset="-127"/>
              </a:rPr>
              <a:t> </a:t>
            </a:r>
          </a:p>
          <a:p>
            <a:r>
              <a:rPr lang="en-US" altLang="ko-KR" sz="700" b="1">
                <a:solidFill>
                  <a:srgbClr val="006600"/>
                </a:solidFill>
                <a:ea typeface="LG스마트체 Regular" panose="020B0600000101010101" pitchFamily="50" charset="-127"/>
              </a:rPr>
              <a:t>-. </a:t>
            </a:r>
            <a:r>
              <a:rPr lang="ko-KR" altLang="en-US" sz="700" b="1">
                <a:solidFill>
                  <a:srgbClr val="006600"/>
                </a:solidFill>
                <a:ea typeface="LG스마트체 Regular" panose="020B0600000101010101" pitchFamily="50" charset="-127"/>
              </a:rPr>
              <a:t>아예 </a:t>
            </a:r>
            <a:r>
              <a:rPr lang="en-US" altLang="ko-KR" sz="700" b="1">
                <a:solidFill>
                  <a:srgbClr val="006600"/>
                </a:solidFill>
                <a:ea typeface="LG스마트체 Regular" panose="020B0600000101010101" pitchFamily="50" charset="-127"/>
              </a:rPr>
              <a:t>7</a:t>
            </a:r>
            <a:r>
              <a:rPr lang="ko-KR" altLang="en-US" sz="700" b="1">
                <a:solidFill>
                  <a:srgbClr val="006600"/>
                </a:solidFill>
                <a:ea typeface="LG스마트체 Regular" panose="020B0600000101010101" pitchFamily="50" charset="-127"/>
              </a:rPr>
              <a:t>라인에 최적화된 이미지로 새 분류 모델을 만들지에 대해 현업 엔지니어에게 확인을 요청한 상태</a:t>
            </a:r>
            <a:r>
              <a:rPr lang="en-US" altLang="ko-KR" sz="700" b="1">
                <a:solidFill>
                  <a:srgbClr val="006600"/>
                </a:solidFill>
                <a:ea typeface="LG스마트체 Regular" panose="020B0600000101010101" pitchFamily="50" charset="-127"/>
              </a:rPr>
              <a:t>.</a:t>
            </a:r>
            <a:endParaRPr lang="ko-KR" altLang="en-US" sz="700" b="1">
              <a:solidFill>
                <a:srgbClr val="006600"/>
              </a:solidFill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17769001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데이터통합분석팀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8238574"/>
              </p:ext>
            </p:extLst>
          </p:nvPr>
        </p:nvGraphicFramePr>
        <p:xfrm>
          <a:off x="125047" y="840839"/>
          <a:ext cx="9751858" cy="5940961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701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307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469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16263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Sameness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비교 분석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’25</a:t>
                      </a: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: 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ESMI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ESGM1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ESGM2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금주는 별도 진행 사항 없습니다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진행 사항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]</a:t>
                      </a:r>
                    </a:p>
                    <a:p>
                      <a:pPr algn="l">
                        <a:lnSpc>
                          <a:spcPct val="120000"/>
                        </a:lnSpc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ESWA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라미네이션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위치 불량 분석 시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불량률이 갑자기 증가하였을 때 있었던 특이사항을 파악하기 위해 시간대 별 불량률과 그 시점의 설비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Loss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및 작업자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Note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를 수작업으로 정리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·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비교하였으나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매번 작업을 해야 하는 번거로움이 있고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시간이 오래 소요되었습니다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algn="l">
                        <a:lnSpc>
                          <a:spcPct val="120000"/>
                        </a:lnSpc>
                      </a:pP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업무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Loss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를 최소화하기 위해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불량률 증가 시점에 있었던 특이사항을 빠르게 파악하기 할 수 있도록 불량률과 설비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Loss/Note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를 연계하여 볼 수 있는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Workflow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를 구성하였습니다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ESWA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라미네이션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공정 대상으로 구축하였으며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위치 불량 분석 시 해당 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Workflow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를 활용하고 있습니다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데이터는 기존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Sameness Workflow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에서 사용하는 데이터와 동일한 데이터를 활용하였습니다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85725" indent="-85725" algn="l">
                        <a:lnSpc>
                          <a:spcPct val="120000"/>
                        </a:lnSpc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	 [1]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설비 별로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10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분 단위 생산량 및 불량률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, NG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수량을 그래프를 통해 확인</a:t>
                      </a:r>
                      <a:endParaRPr lang="en-US" altLang="ko-KR" sz="10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sym typeface="Wingdings" panose="05000000000000000000" pitchFamily="2" charset="2"/>
                      </a:endParaRPr>
                    </a:p>
                    <a:p>
                      <a:pPr marL="85725" indent="-85725" algn="l">
                        <a:lnSpc>
                          <a:spcPct val="120000"/>
                        </a:lnSpc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	 [2]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해당 시점에 있었던 설비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Loss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를 그래프를 통해 확인</a:t>
                      </a:r>
                      <a:endParaRPr lang="en-US" altLang="ko-KR" sz="10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sym typeface="Wingdings" panose="05000000000000000000" pitchFamily="2" charset="2"/>
                      </a:endParaRPr>
                    </a:p>
                    <a:p>
                      <a:pPr marL="85725" indent="-85725">
                        <a:lnSpc>
                          <a:spcPct val="120000"/>
                        </a:lnSpc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	 [3]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설비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Loss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에 마우스를 올렸을 때 관련된 상세 정보를 확인</a:t>
                      </a:r>
                      <a:r>
                        <a:rPr lang="en-US" altLang="ko-KR" sz="1000" dirty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</a:t>
                      </a:r>
                      <a:r>
                        <a:rPr lang="en-US" altLang="ko-KR" sz="1000" dirty="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* Loss </a:t>
                      </a:r>
                      <a:r>
                        <a:rPr lang="ko-KR" altLang="en-US" sz="1000" dirty="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시작시간</a:t>
                      </a:r>
                      <a:r>
                        <a:rPr lang="en-US" altLang="ko-KR" sz="1000" dirty="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1000" dirty="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종료시간</a:t>
                      </a:r>
                      <a:r>
                        <a:rPr lang="en-US" altLang="ko-KR" sz="1000" dirty="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1000" dirty="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지속시간</a:t>
                      </a:r>
                      <a:r>
                        <a:rPr lang="en-US" altLang="ko-KR" sz="1000" dirty="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, Loss </a:t>
                      </a:r>
                      <a:r>
                        <a:rPr lang="ko-KR" altLang="en-US" sz="1000" dirty="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종류</a:t>
                      </a:r>
                      <a:r>
                        <a:rPr lang="en-US" altLang="ko-KR" sz="1000" dirty="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1000" dirty="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작업자 </a:t>
                      </a:r>
                      <a:r>
                        <a:rPr lang="en-US" altLang="ko-KR" sz="1000" dirty="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Note </a:t>
                      </a:r>
                      <a:r>
                        <a:rPr lang="ko-KR" altLang="en-US" sz="1000" dirty="0">
                          <a:solidFill>
                            <a:srgbClr val="0066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등</a:t>
                      </a:r>
                      <a:endParaRPr lang="en-US" altLang="ko-KR" sz="1000" dirty="0">
                        <a:solidFill>
                          <a:srgbClr val="0066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고도화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:’25.8)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ESGM1</a:t>
                      </a: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:’25.4)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조은지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최재호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74CB2758-90C8-41F3-99EC-A53BE2C96CF2}"/>
              </a:ext>
            </a:extLst>
          </p:cNvPr>
          <p:cNvSpPr/>
          <p:nvPr/>
        </p:nvSpPr>
        <p:spPr>
          <a:xfrm>
            <a:off x="108658" y="1154028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algn="ctr"/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CDO/</a:t>
            </a:r>
            <a:r>
              <a:rPr lang="ko-KR" altLang="en-US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그룹</a:t>
            </a:r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/</a:t>
            </a:r>
            <a:r>
              <a:rPr lang="ko-KR" altLang="en-US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담당 </a:t>
            </a:r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KPI</a:t>
            </a:r>
            <a:endParaRPr lang="ko-KR" altLang="en-US" sz="900" b="1">
              <a:solidFill>
                <a:schemeClr val="bg1"/>
              </a:solidFill>
              <a:ea typeface="LG스마트체 Regular" panose="020B0600000101010101" pitchFamily="50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8C731F3F-E3A4-4E34-B5C8-D3E622CB46D8}"/>
              </a:ext>
            </a:extLst>
          </p:cNvPr>
          <p:cNvSpPr txBox="1"/>
          <p:nvPr/>
        </p:nvSpPr>
        <p:spPr>
          <a:xfrm>
            <a:off x="5816425" y="646066"/>
            <a:ext cx="2398093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-#02,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621AA41E-F38B-4241-9351-B6601EEDEE5B}"/>
              </a:ext>
            </a:extLst>
          </p:cNvPr>
          <p:cNvSpPr txBox="1"/>
          <p:nvPr/>
        </p:nvSpPr>
        <p:spPr>
          <a:xfrm>
            <a:off x="6244238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D6E9B29-1906-4B80-AF82-24778D989333}"/>
              </a:ext>
            </a:extLst>
          </p:cNvPr>
          <p:cNvSpPr txBox="1"/>
          <p:nvPr/>
        </p:nvSpPr>
        <p:spPr>
          <a:xfrm>
            <a:off x="141316" y="1379522"/>
            <a:ext cx="1442906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4/23</a:t>
            </a: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일</a:t>
            </a:r>
            <a:endParaRPr lang="en-US" altLang="ko-KR" sz="800">
              <a:solidFill>
                <a:prstClr val="black"/>
              </a:solidFill>
              <a:ea typeface="LG스마트체 Regular" panose="020B0600000101010101" pitchFamily="50" charset="-127"/>
            </a:endParaRPr>
          </a:p>
          <a:p>
            <a:pPr lvl="0">
              <a:defRPr/>
            </a:pP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: -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88611533-2EB6-4D24-AED6-C795A5A2B08E}"/>
              </a:ext>
            </a:extLst>
          </p:cNvPr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lang="ko-KR" altLang="en-US" sz="1100" dirty="0">
                <a:solidFill>
                  <a:prstClr val="black"/>
                </a:solidFill>
                <a:ea typeface="LG스마트체 Regular" panose="020B0600000101010101" pitchFamily="50" charset="-127"/>
              </a:rPr>
              <a:t>업데이트 시간 </a:t>
            </a:r>
            <a:r>
              <a:rPr lang="en-US" altLang="ko-KR" sz="1100" dirty="0">
                <a:solidFill>
                  <a:prstClr val="black"/>
                </a:solidFill>
                <a:ea typeface="LG스마트체 Regular" panose="020B0600000101010101" pitchFamily="50" charset="-127"/>
              </a:rPr>
              <a:t>: 12/9(</a:t>
            </a:r>
            <a:r>
              <a:rPr lang="ko-KR" altLang="en-US" sz="1100" dirty="0">
                <a:solidFill>
                  <a:prstClr val="black"/>
                </a:solidFill>
                <a:ea typeface="LG스마트체 Regular" panose="020B0600000101010101" pitchFamily="50" charset="-127"/>
              </a:rPr>
              <a:t>화</a:t>
            </a:r>
            <a:r>
              <a:rPr lang="en-US" altLang="ko-KR" sz="1100" dirty="0">
                <a:solidFill>
                  <a:prstClr val="black"/>
                </a:solidFill>
                <a:ea typeface="LG스마트체 Regular" panose="020B0600000101010101" pitchFamily="50" charset="-127"/>
              </a:rPr>
              <a:t>) 17</a:t>
            </a:r>
            <a:r>
              <a:rPr lang="ko-KR" altLang="en-US" sz="1100" dirty="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</a:p>
        </p:txBody>
      </p:sp>
      <p:sp>
        <p:nvSpPr>
          <p:cNvPr id="42" name="내용 개체 틀 20">
            <a:extLst>
              <a:ext uri="{FF2B5EF4-FFF2-40B4-BE49-F238E27FC236}">
                <a16:creationId xmlns:a16="http://schemas.microsoft.com/office/drawing/2014/main" id="{4E97CBBF-1269-46C2-838C-6C4E3CADB285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조은지 선임</a:t>
            </a:r>
          </a:p>
        </p:txBody>
      </p:sp>
      <p:sp>
        <p:nvSpPr>
          <p:cNvPr id="49" name="내용 개체 틀 20">
            <a:extLst>
              <a:ext uri="{FF2B5EF4-FFF2-40B4-BE49-F238E27FC236}">
                <a16:creationId xmlns:a16="http://schemas.microsoft.com/office/drawing/2014/main" id="{8C2349B4-4918-4DBF-A27A-FC4E407F5985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5721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수율 통합 분석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Solution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구축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_Sameness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비교 분석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]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C3139071-F424-4A4F-8286-5FBB4E18A8B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68421" y="3629025"/>
            <a:ext cx="3374907" cy="2733675"/>
          </a:xfrm>
          <a:prstGeom prst="rect">
            <a:avLst/>
          </a:prstGeom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1AFC8B9C-57C7-4439-B2A2-32D16AAC5783}"/>
              </a:ext>
            </a:extLst>
          </p:cNvPr>
          <p:cNvSpPr/>
          <p:nvPr/>
        </p:nvSpPr>
        <p:spPr>
          <a:xfrm>
            <a:off x="1768421" y="5860276"/>
            <a:ext cx="1375471" cy="313769"/>
          </a:xfrm>
          <a:prstGeom prst="round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18000" rIns="18000" bIns="18000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altLang="ko-KR" sz="1000">
                <a:solidFill>
                  <a:schemeClr val="bg1"/>
                </a:solidFill>
                <a:highlight>
                  <a:srgbClr val="0000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 [3] </a:t>
            </a:r>
            <a:r>
              <a:rPr lang="ko-KR" altLang="en-US" sz="1000">
                <a:solidFill>
                  <a:schemeClr val="bg1"/>
                </a:solidFill>
                <a:highlight>
                  <a:srgbClr val="0000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설비 </a:t>
            </a:r>
            <a:r>
              <a:rPr lang="en-US" altLang="ko-KR" sz="1000">
                <a:solidFill>
                  <a:schemeClr val="bg1"/>
                </a:solidFill>
                <a:highlight>
                  <a:srgbClr val="0000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Loss </a:t>
            </a:r>
            <a:r>
              <a:rPr lang="ko-KR" altLang="en-US" sz="1000">
                <a:solidFill>
                  <a:schemeClr val="bg1"/>
                </a:solidFill>
                <a:highlight>
                  <a:srgbClr val="0000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세부 정보</a:t>
            </a:r>
            <a:endParaRPr lang="en-US" altLang="ko-KR" sz="1000">
              <a:solidFill>
                <a:schemeClr val="bg1"/>
              </a:solidFill>
              <a:highlight>
                <a:srgbClr val="000000"/>
              </a:highlight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>
              <a:lnSpc>
                <a:spcPct val="80000"/>
              </a:lnSpc>
            </a:pPr>
            <a:r>
              <a:rPr lang="en-US" altLang="ko-KR" sz="1000">
                <a:solidFill>
                  <a:schemeClr val="bg1"/>
                </a:solidFill>
                <a:highlight>
                  <a:srgbClr val="0000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(mouseover</a:t>
            </a:r>
            <a:r>
              <a:rPr lang="ko-KR" altLang="en-US" sz="1000">
                <a:solidFill>
                  <a:schemeClr val="bg1"/>
                </a:solidFill>
                <a:highlight>
                  <a:srgbClr val="0000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시 표현</a:t>
            </a:r>
            <a:r>
              <a:rPr lang="en-US" altLang="ko-KR" sz="1000">
                <a:solidFill>
                  <a:schemeClr val="bg1"/>
                </a:solidFill>
                <a:highlight>
                  <a:srgbClr val="0000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endParaRPr lang="ko-KR" altLang="en-US" sz="1000">
              <a:solidFill>
                <a:schemeClr val="bg1"/>
              </a:solidFill>
              <a:highlight>
                <a:srgbClr val="000000"/>
              </a:highlight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92E96CD6-F8ED-4BDE-A673-0319006F62BE}"/>
              </a:ext>
            </a:extLst>
          </p:cNvPr>
          <p:cNvSpPr/>
          <p:nvPr/>
        </p:nvSpPr>
        <p:spPr>
          <a:xfrm>
            <a:off x="1031772" y="5351597"/>
            <a:ext cx="1104899" cy="177561"/>
          </a:xfrm>
          <a:prstGeom prst="round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18000" rIns="18000" bIns="18000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algn="ctr">
              <a:lnSpc>
                <a:spcPct val="80000"/>
              </a:lnSpc>
            </a:pPr>
            <a:r>
              <a:rPr lang="ko-KR" altLang="en-US" sz="1000">
                <a:solidFill>
                  <a:schemeClr val="bg1"/>
                </a:solidFill>
                <a:highlight>
                  <a:srgbClr val="0000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solidFill>
                  <a:schemeClr val="bg1"/>
                </a:solidFill>
                <a:highlight>
                  <a:srgbClr val="0000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[2] </a:t>
            </a:r>
            <a:r>
              <a:rPr lang="ko-KR" altLang="en-US" sz="1000">
                <a:solidFill>
                  <a:schemeClr val="bg1"/>
                </a:solidFill>
                <a:highlight>
                  <a:srgbClr val="0000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설비 </a:t>
            </a:r>
            <a:r>
              <a:rPr lang="en-US" altLang="ko-KR" sz="1000">
                <a:solidFill>
                  <a:schemeClr val="bg1"/>
                </a:solidFill>
                <a:highlight>
                  <a:srgbClr val="0000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Loss </a:t>
            </a:r>
            <a:r>
              <a:rPr lang="ko-KR" altLang="en-US" sz="1000">
                <a:solidFill>
                  <a:schemeClr val="bg1"/>
                </a:solidFill>
                <a:highlight>
                  <a:srgbClr val="0000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정보 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E15D8634-4AC5-4F2D-95E2-C3834B923E1B}"/>
              </a:ext>
            </a:extLst>
          </p:cNvPr>
          <p:cNvSpPr/>
          <p:nvPr/>
        </p:nvSpPr>
        <p:spPr>
          <a:xfrm>
            <a:off x="3210567" y="4090912"/>
            <a:ext cx="1104899" cy="313769"/>
          </a:xfrm>
          <a:prstGeom prst="round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18000" rIns="18000" bIns="18000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altLang="ko-KR" sz="1000">
                <a:solidFill>
                  <a:schemeClr val="bg1"/>
                </a:solidFill>
                <a:highlight>
                  <a:srgbClr val="0000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 [1] SPC </a:t>
            </a:r>
            <a:r>
              <a:rPr lang="ko-KR" altLang="en-US" sz="1000">
                <a:solidFill>
                  <a:schemeClr val="bg1"/>
                </a:solidFill>
                <a:highlight>
                  <a:srgbClr val="0000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기준  </a:t>
            </a:r>
            <a:endParaRPr lang="en-US" altLang="ko-KR" sz="1000">
              <a:solidFill>
                <a:schemeClr val="bg1"/>
              </a:solidFill>
              <a:highlight>
                <a:srgbClr val="000000"/>
              </a:highlight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>
              <a:lnSpc>
                <a:spcPct val="80000"/>
              </a:lnSpc>
            </a:pPr>
            <a:r>
              <a:rPr lang="ko-KR" altLang="en-US" sz="1000">
                <a:solidFill>
                  <a:schemeClr val="bg1"/>
                </a:solidFill>
                <a:highlight>
                  <a:srgbClr val="000000"/>
                </a:highlight>
                <a:latin typeface="Arial Narrow" panose="020B0606020202030204" pitchFamily="34" charset="0"/>
                <a:ea typeface="LG스마트체 Regular" panose="020B0600000101010101" pitchFamily="50" charset="-127"/>
              </a:rPr>
              <a:t> 생산량 및 불량률 </a:t>
            </a:r>
          </a:p>
        </p:txBody>
      </p:sp>
    </p:spTree>
    <p:extLst>
      <p:ext uri="{BB962C8B-B14F-4D97-AF65-F5344CB8AC3E}">
        <p14:creationId xmlns:p14="http://schemas.microsoft.com/office/powerpoint/2010/main" val="317861486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40840"/>
          <a:ext cx="9751856" cy="6002739"/>
        </p:xfrm>
        <a:graphic>
          <a:graphicData uri="http://schemas.openxmlformats.org/drawingml/2006/table">
            <a:tbl>
              <a:tblPr/>
              <a:tblGrid>
                <a:gridCol w="9047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8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878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569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459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713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08000">
                <a:tc rowSpan="2"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전극</a:t>
                      </a:r>
                      <a:endParaRPr lang="en-US" altLang="ko-KR" sz="10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공정간</a:t>
                      </a:r>
                      <a:endParaRPr lang="en-US" altLang="ko-KR" sz="10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연계 분석 </a:t>
                      </a:r>
                      <a:endParaRPr lang="en-US" altLang="ko-KR" sz="10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W/F</a:t>
                      </a: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MC </a:t>
                      </a:r>
                      <a:r>
                        <a:rPr lang="ko-KR" altLang="en-US" sz="10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공정</a:t>
                      </a:r>
                      <a:endParaRPr lang="en-US" altLang="ko-KR" sz="10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완료 과제 입니다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(ESWA MC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부문의 총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가지 공정 간 연계 관점의 </a:t>
                      </a:r>
                      <a:r>
                        <a:rPr lang="en-US" altLang="ko-KR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VoE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반영하여 하나의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W/F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상에 구축 완료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WA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전극그룹 협업과제로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MC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공정을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메인으로하여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공정간 연계관점에서의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CTQ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항목 모니터링 체계 구축과제 입니다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공정별 데이터 용량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및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W/F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사용성을 고려하여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직접 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Concept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제안해가며 구성하고 있습니다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초안에 대한 법인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공유회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진행 후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(6/19)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전공정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뿐 아니라 여러 공정 연계에 대한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Needs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가 있어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노칭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공정을 대상으로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Pilot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화면 개발하였습니다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이후 사용성 확보를 위해 시각화 고도화 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여러 공정을 기준으로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Lot ID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를 검색할 수 있도록 기능 추가하였으며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설비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Loss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데이터 로드기능 추가 및 시각화 완료하였습니다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b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</a:t>
                      </a: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algn="ctr"/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노칭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기준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LQC/SPC/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설비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Loss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조회화면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최재호</a:t>
                      </a:r>
                      <a:endParaRPr lang="en-US" altLang="ko-KR" sz="10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  <a:tr h="2808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RSND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공정</a:t>
                      </a:r>
                      <a:endParaRPr lang="en-US" altLang="ko-KR" sz="10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완료 과제 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(ESWA RSND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부문 총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18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가지의 통합 분석 카테고리 반영 완료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b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ESWA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전극 그룹 </a:t>
                      </a:r>
                      <a:r>
                        <a:rPr lang="en-US" altLang="ko-KR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VoE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협업 과제로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Roll Press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단선을 발생을 분석하는 과제를 진행하고 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법인 담당자들과 논의 결과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기존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코터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단선 발생 현황 체계와 유사한 형태로 롤프레스 단선을 확인하고 싶다는 의견이 있었고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</a:t>
                      </a:r>
                    </a:p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유사한 형태로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W.F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고도화된 형태로 구성하였습니다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이후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설비 속도 정보를 연계하여 세부적으로 분석할 수 있으면 좋겠다는 </a:t>
                      </a:r>
                      <a:r>
                        <a:rPr lang="en-US" altLang="ko-KR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VoE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가 있어서 반영하였으며 현재 법인과 지속적으로 분석 방향성에 대해 논의하고 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b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조은지</a:t>
                      </a:r>
                      <a:endParaRPr lang="en-US" altLang="ko-KR" sz="10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0970542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업데이트 시간 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: 9/10(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수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) 16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7887175" y="418066"/>
            <a:ext cx="1849865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조은지 선임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,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최재호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3" name="내용 개체 틀 20"/>
          <p:cNvSpPr txBox="1">
            <a:spLocks/>
          </p:cNvSpPr>
          <p:nvPr/>
        </p:nvSpPr>
        <p:spPr>
          <a:xfrm>
            <a:off x="108658" y="612730"/>
            <a:ext cx="5721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신규 분석 체계 구축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: ESWA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전극 신규 분석 체계 구축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]</a:t>
            </a:r>
            <a:endParaRPr lang="ko-KR" altLang="en-US" sz="1400" b="1">
              <a:solidFill>
                <a:prstClr val="black"/>
              </a:solidFill>
              <a:ea typeface="LG스마트체 Regular" panose="020B0600000101010101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4C8408-AF69-4120-B9E7-FE44906CA0BA}"/>
              </a:ext>
            </a:extLst>
          </p:cNvPr>
          <p:cNvSpPr txBox="1"/>
          <p:nvPr/>
        </p:nvSpPr>
        <p:spPr>
          <a:xfrm>
            <a:off x="5661660" y="630596"/>
            <a:ext cx="235801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-#12,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</a:t>
            </a:r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 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876F8DB-63F9-403E-83B9-520DE1D735EA}"/>
              </a:ext>
            </a:extLst>
          </p:cNvPr>
          <p:cNvSpPr txBox="1"/>
          <p:nvPr/>
        </p:nvSpPr>
        <p:spPr>
          <a:xfrm>
            <a:off x="6069435" y="41292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757192F-2936-4DF9-AD2C-7157A0F6461F}"/>
              </a:ext>
            </a:extLst>
          </p:cNvPr>
          <p:cNvSpPr txBox="1"/>
          <p:nvPr/>
        </p:nvSpPr>
        <p:spPr>
          <a:xfrm>
            <a:off x="141316" y="1379522"/>
            <a:ext cx="773084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-</a:t>
            </a:r>
          </a:p>
          <a:p>
            <a:pPr lvl="0">
              <a:defRPr/>
            </a:pP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: -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B54C4BD4-C8D1-47BE-ABD8-AC6CE9D3F78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68907" y="5022601"/>
            <a:ext cx="2775004" cy="1326228"/>
          </a:xfrm>
          <a:prstGeom prst="rect">
            <a:avLst/>
          </a:prstGeom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493074B8-AE64-41A3-83CA-31C59C39179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78715" y="5020812"/>
            <a:ext cx="2737312" cy="1326228"/>
          </a:xfrm>
          <a:prstGeom prst="rect">
            <a:avLst/>
          </a:prstGeom>
          <a:ln>
            <a:solidFill>
              <a:srgbClr val="CBDCFE"/>
            </a:solidFill>
          </a:ln>
        </p:spPr>
      </p:pic>
      <p:sp>
        <p:nvSpPr>
          <p:cNvPr id="8" name="직사각형 7">
            <a:extLst>
              <a:ext uri="{FF2B5EF4-FFF2-40B4-BE49-F238E27FC236}">
                <a16:creationId xmlns:a16="http://schemas.microsoft.com/office/drawing/2014/main" id="{ED09924A-2481-4269-8589-7746314471AD}"/>
              </a:ext>
            </a:extLst>
          </p:cNvPr>
          <p:cNvSpPr/>
          <p:nvPr/>
        </p:nvSpPr>
        <p:spPr>
          <a:xfrm>
            <a:off x="1873196" y="6317340"/>
            <a:ext cx="2775004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000">
                <a:ea typeface="LG스마트체 Regular" panose="020B0600000101010101" pitchFamily="50" charset="-127"/>
              </a:rPr>
              <a:t>[</a:t>
            </a:r>
            <a:r>
              <a:rPr lang="ko-KR" altLang="en-US" sz="1000">
                <a:ea typeface="LG스마트체 Regular" panose="020B0600000101010101" pitchFamily="50" charset="-127"/>
              </a:rPr>
              <a:t> 롤프레스 정보부터 </a:t>
            </a:r>
            <a:r>
              <a:rPr lang="ko-KR" altLang="en-US" sz="1000" err="1">
                <a:ea typeface="LG스마트체 Regular" panose="020B0600000101010101" pitchFamily="50" charset="-127"/>
              </a:rPr>
              <a:t>코터</a:t>
            </a:r>
            <a:r>
              <a:rPr lang="ko-KR" altLang="en-US" sz="1000">
                <a:ea typeface="LG스마트체 Regular" panose="020B0600000101010101" pitchFamily="50" charset="-127"/>
              </a:rPr>
              <a:t> 및 포일 정보까지 추적하여 단선 분석을 진행하는 화면 </a:t>
            </a:r>
            <a:r>
              <a:rPr lang="en-US" altLang="ko-KR" sz="1000">
                <a:ea typeface="LG스마트체 Regular" panose="020B0600000101010101" pitchFamily="50" charset="-127"/>
              </a:rPr>
              <a:t>]</a:t>
            </a:r>
            <a:endParaRPr lang="ko-KR" altLang="en-US" sz="1000">
              <a:ea typeface="LG스마트체 Regular" panose="020B0600000101010101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6031C54C-A76D-45B1-8BD8-E2B77F1781FC}"/>
              </a:ext>
            </a:extLst>
          </p:cNvPr>
          <p:cNvSpPr/>
          <p:nvPr/>
        </p:nvSpPr>
        <p:spPr>
          <a:xfrm>
            <a:off x="4868907" y="6317340"/>
            <a:ext cx="2775004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000">
                <a:ea typeface="LG스마트체 Regular" panose="020B0600000101010101" pitchFamily="50" charset="-127"/>
              </a:rPr>
              <a:t>[</a:t>
            </a:r>
            <a:r>
              <a:rPr lang="ko-KR" altLang="en-US" sz="1000">
                <a:ea typeface="LG스마트체 Regular" panose="020B0600000101010101" pitchFamily="50" charset="-127"/>
              </a:rPr>
              <a:t> 롤프레스 내에서 생산 정보와 설비 속도 데이터를 연계하여 단선 분석을 진행하는 화면 </a:t>
            </a:r>
            <a:r>
              <a:rPr lang="en-US" altLang="ko-KR" sz="1000">
                <a:ea typeface="LG스마트체 Regular" panose="020B0600000101010101" pitchFamily="50" charset="-127"/>
              </a:rPr>
              <a:t>]</a:t>
            </a:r>
            <a:endParaRPr lang="ko-KR" altLang="en-US" sz="1000">
              <a:ea typeface="LG스마트체 Regular" panose="020B0600000101010101" pitchFamily="50" charset="-127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15503DE-CF61-4046-B294-60850BB8716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18121" y="2068014"/>
            <a:ext cx="3703781" cy="17599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06537507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32215"/>
          <a:ext cx="9751856" cy="5784582"/>
        </p:xfrm>
        <a:graphic>
          <a:graphicData uri="http://schemas.openxmlformats.org/drawingml/2006/table">
            <a:tbl>
              <a:tblPr/>
              <a:tblGrid>
                <a:gridCol w="9047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8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701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341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459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083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1000" b="1" i="0" u="none" strike="noStrike" baseline="0" dirty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60182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EOL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CT 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불량 관리 체계</a:t>
                      </a:r>
                      <a:endParaRPr lang="en-US" altLang="ko-KR" sz="10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구축</a:t>
                      </a:r>
                      <a:endParaRPr lang="en-US" altLang="ko-KR" sz="10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-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완료 과제 입니다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ESWA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활성화 </a:t>
                      </a:r>
                      <a:r>
                        <a:rPr lang="en-US" altLang="ko-KR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VoE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반영 후 완료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요약하면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ESWA EOL CT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불량 관리 체계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Pilot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구성 후 시각화 진행하고 있습니다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</a:p>
                    <a:p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해당 과제는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CT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외 검사 비전 이미지를 활용하여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과검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진성 이 발생하는 경우에 대해서는 폭넓게 활용해볼 수 있습니다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</a:p>
                    <a:p>
                      <a:endParaRPr lang="en-US" altLang="ko-KR" sz="1000" b="1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en-US" altLang="ko-KR" sz="1000" b="1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[ </a:t>
                      </a:r>
                      <a:r>
                        <a:rPr lang="ko-KR" altLang="en-US" sz="1000" b="1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배경 </a:t>
                      </a:r>
                      <a:r>
                        <a:rPr lang="en-US" altLang="ko-KR" sz="1000" b="1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  <a:br>
                        <a:rPr lang="en-US" altLang="ko-KR" sz="1000" b="1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ESWA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검사기술팀 협업과제로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EOL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공정의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CT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검사 결과에 대한 관리체계 구축을 진행했습니다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EOL CT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검사는 딥러닝 기반의 이미지판정을 통해 최종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PKG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셀 내부의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오버행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벤딩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모노셀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수량이상을 판정하는 검사입니다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현업의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Pain Point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는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딥러닝 기반의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검사이다보니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과검이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매우 많이 발생하고 있으며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전체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불량중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과검률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약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80%)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진성불량만 별도로 관리하</a:t>
                      </a: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기 위해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Eng’r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가 일 단위로 직접 이미지 확인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 Excel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기반 데이터관리를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하고있어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업무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Loss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가 큰 점 입니다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해당 업무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Loss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를 줄이기 위해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DAVINCI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상에서 이미지 확인 후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Eng’r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가 직접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과검여부를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손쉽게 판정 및 관리 할 수 있도록 하고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설비별 경향성을 파악할 수 있도록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Report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개발하는 과제 입니다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en-US" altLang="ko-KR" sz="1000" b="1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[ </a:t>
                      </a:r>
                      <a:r>
                        <a:rPr lang="ko-KR" altLang="en-US" sz="1000" b="1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진행사항 </a:t>
                      </a:r>
                      <a:r>
                        <a:rPr lang="en-US" altLang="ko-KR" sz="1000" b="1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  <a:br>
                        <a:rPr lang="en-US" altLang="ko-KR" sz="1000" b="1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1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진성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가성불량을 기록할 수 있도록 단위기능 개발하였으며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이를 반영한 불량률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Trend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확인기능 개발하였습니다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데이터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전처리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로직 개발 완료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(8/4)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하였으며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데이터시각화 완료했습니다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228600" indent="-228600">
                        <a:buAutoNum type="arabicPeriod"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228600" indent="-228600">
                        <a:buAutoNum type="arabicPeriod"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indent="0">
                        <a:buNone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-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최재호</a:t>
                      </a:r>
                      <a:endParaRPr lang="en-US" altLang="ko-KR" sz="10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08/26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) 17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최재호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3" name="내용 개체 틀 20"/>
          <p:cNvSpPr txBox="1">
            <a:spLocks/>
          </p:cNvSpPr>
          <p:nvPr/>
        </p:nvSpPr>
        <p:spPr>
          <a:xfrm>
            <a:off x="108658" y="612730"/>
            <a:ext cx="5721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신규 분석 체계 구축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: ESWA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활성화 </a:t>
            </a:r>
            <a:r>
              <a:rPr lang="en-US" altLang="ko-KR" sz="1400" b="1" err="1">
                <a:solidFill>
                  <a:prstClr val="black"/>
                </a:solidFill>
                <a:ea typeface="LG스마트체 Regular" panose="020B0600000101010101" pitchFamily="50" charset="-127"/>
              </a:rPr>
              <a:t>VoE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기반 신규 분석 체계 구축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]</a:t>
            </a:r>
            <a:endParaRPr lang="ko-KR" altLang="en-US" sz="1400" b="1">
              <a:solidFill>
                <a:prstClr val="black"/>
              </a:solidFill>
              <a:ea typeface="LG스마트체 Regular" panose="020B0600000101010101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4C8408-AF69-4120-B9E7-FE44906CA0BA}"/>
              </a:ext>
            </a:extLst>
          </p:cNvPr>
          <p:cNvSpPr txBox="1"/>
          <p:nvPr/>
        </p:nvSpPr>
        <p:spPr>
          <a:xfrm>
            <a:off x="5661660" y="630596"/>
            <a:ext cx="235801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-#16,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876F8DB-63F9-403E-83B9-520DE1D735EA}"/>
              </a:ext>
            </a:extLst>
          </p:cNvPr>
          <p:cNvSpPr txBox="1"/>
          <p:nvPr/>
        </p:nvSpPr>
        <p:spPr>
          <a:xfrm>
            <a:off x="5445801" y="41292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757192F-2936-4DF9-AD2C-7157A0F6461F}"/>
              </a:ext>
            </a:extLst>
          </p:cNvPr>
          <p:cNvSpPr txBox="1"/>
          <p:nvPr/>
        </p:nvSpPr>
        <p:spPr>
          <a:xfrm>
            <a:off x="141316" y="1379522"/>
            <a:ext cx="808595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-</a:t>
            </a:r>
          </a:p>
          <a:p>
            <a:pPr lvl="0">
              <a:defRPr/>
            </a:pP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: -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1E0B5E87-6D8C-4931-8733-F17AE6AD27E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163342" y="4099947"/>
            <a:ext cx="6074126" cy="21453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04658893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32215"/>
          <a:ext cx="9751856" cy="5784582"/>
        </p:xfrm>
        <a:graphic>
          <a:graphicData uri="http://schemas.openxmlformats.org/drawingml/2006/table">
            <a:tbl>
              <a:tblPr/>
              <a:tblGrid>
                <a:gridCol w="9047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8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701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341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459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083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1000" b="1" i="0" u="none" strike="noStrike" baseline="0" dirty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60182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 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활성화</a:t>
                      </a:r>
                      <a:endParaRPr lang="en-US" altLang="ko-KR" sz="10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분해분석</a:t>
                      </a:r>
                      <a:endParaRPr lang="en-US" altLang="ko-KR" sz="10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W/F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구축</a:t>
                      </a:r>
                      <a:endParaRPr lang="en-US" altLang="ko-KR" sz="10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활성화</a:t>
                      </a:r>
                      <a:endParaRPr lang="en-US" altLang="ko-KR" sz="10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완료 과제 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endParaRPr lang="en-US" altLang="ko-KR" sz="1000" b="1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en-US" altLang="ko-KR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[ </a:t>
                      </a:r>
                      <a:r>
                        <a:rPr lang="ko-KR" altLang="en-US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배경 </a:t>
                      </a:r>
                      <a:r>
                        <a:rPr lang="en-US" altLang="ko-KR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부문 내 진행하고 있는 주요 과제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1)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마이너리티리포트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셀추적기술팀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) </a:t>
                      </a:r>
                      <a:r>
                        <a:rPr lang="en-US" altLang="ko-KR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2) </a:t>
                      </a:r>
                      <a:r>
                        <a:rPr lang="ko-KR" altLang="en-US" sz="1000" b="1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저전압</a:t>
                      </a:r>
                      <a:r>
                        <a:rPr lang="ko-KR" altLang="en-US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분석 체계 </a:t>
                      </a:r>
                      <a:r>
                        <a:rPr lang="en-US" altLang="ko-KR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3) </a:t>
                      </a:r>
                      <a:r>
                        <a:rPr lang="ko-KR" altLang="en-US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셀 분해분석 </a:t>
                      </a:r>
                      <a:r>
                        <a:rPr lang="en-US" altLang="ko-KR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W/F </a:t>
                      </a:r>
                      <a:r>
                        <a:rPr lang="ko-KR" altLang="en-US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구축</a:t>
                      </a:r>
                      <a:r>
                        <a:rPr lang="en-US" altLang="ko-KR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에 대해 </a:t>
                      </a:r>
                      <a:b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ESWA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법인과 제조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DX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솔루션 간 활성화 공정 협업을 위해 주 단위 정기적인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교류회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진행키로 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(5/15~)</a:t>
                      </a:r>
                    </a:p>
                    <a:p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en-US" altLang="ko-KR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셀 분해분석 </a:t>
                      </a:r>
                      <a:r>
                        <a:rPr lang="en-US" altLang="ko-KR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Report </a:t>
                      </a:r>
                      <a:r>
                        <a:rPr lang="ko-KR" altLang="en-US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구축</a:t>
                      </a:r>
                      <a:r>
                        <a:rPr lang="en-US" altLang="ko-KR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    </a:t>
                      </a:r>
                    </a:p>
                    <a:p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저전압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한계불량초과 등의 불량발생 시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원인확인을 위해 분해분석을 진행하고 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그러나 현재 분해분석 정보는 엑셀 수작업으로 관리되는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휘발성 정보입니다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따라서 해당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Report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구축을 통해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System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차원에서 관리될 수 있도록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하고자하며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누적된 데이터를 통한 분석 진행 시 불량에 대한 근본개선 및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Eng’r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업무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Loss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저감 가능할 것으로 생각됩니다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</a:p>
                    <a:p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-. </a:t>
                      </a:r>
                      <a:r>
                        <a:rPr lang="ko-KR" altLang="en-US" sz="1000" b="1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진행사항</a:t>
                      </a:r>
                      <a:endParaRPr lang="en-US" altLang="ko-KR" sz="1000" b="1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분해분석 시 수작업으로 관리되는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Excel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정보를 바탕으로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Report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초안을 개발했습니다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기존 엑셀정보를 활용하여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System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상에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정보등록할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수 있도록 기능 반영하였으며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분해분석 시 이물에 대한 위치를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시각화하여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확인할 수 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이물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Size ,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금속이물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외 항목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탈리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탄흔 등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에 대한 분석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Needs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가 있어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해당 항목 반영을 위한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DB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구조 변경 및 시각화 추가 완료했습니다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(5/29)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이후 이물 형태에 대한 정보 추가 하였으며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설비호기 외 원자재의 경향성 확인을 위한 정보를 반영했습니다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(6/12).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추가로 분해분석 시 이물이 가장 많이 확인되는 하부분리막 이미지 연계에 대한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Needs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가 있어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반영하였습니다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이미지 조회를 원하는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Cell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클릭 시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하부분리막 이미지를 조회할 수 있도록 기능구현 완료하였으며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일부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Cell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의 이미지 조회실패현상에 대해 로직 보완하였습니다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.(7/7)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기존 이물발생 데이터 외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투입경향성을 볼 수 있는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NTF/NRCF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데이터 추가활용을 위해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원본 데이터 구조 최적화 방안을 고민했습니다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Spot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성 이물테이블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/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Spot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성 데이터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(NTF, NRCF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등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로 나눠 테이블 관리할 것을 제안 및 협의하였으며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Report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상 반영할 수 있도록 시각화 진행하였습니다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체계 </a:t>
                      </a:r>
                      <a:endParaRPr lang="en-US" altLang="ko-KR" sz="10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구축</a:t>
                      </a:r>
                      <a:endParaRPr lang="en-US" altLang="ko-KR" sz="10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(‘25.5)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최재호</a:t>
                      </a:r>
                      <a:endParaRPr lang="en-US" altLang="ko-KR" sz="10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09/10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) 17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최재호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3" name="내용 개체 틀 20"/>
          <p:cNvSpPr txBox="1">
            <a:spLocks/>
          </p:cNvSpPr>
          <p:nvPr/>
        </p:nvSpPr>
        <p:spPr>
          <a:xfrm>
            <a:off x="108658" y="612730"/>
            <a:ext cx="5721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신규 분석 체계 구축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: ESWA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활성화 </a:t>
            </a:r>
            <a:r>
              <a:rPr lang="en-US" altLang="ko-KR" sz="1400" b="1" err="1">
                <a:solidFill>
                  <a:prstClr val="black"/>
                </a:solidFill>
                <a:ea typeface="LG스마트체 Regular" panose="020B0600000101010101" pitchFamily="50" charset="-127"/>
              </a:rPr>
              <a:t>VoE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기반 신규 분석 체계 구축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]</a:t>
            </a:r>
            <a:endParaRPr lang="ko-KR" altLang="en-US" sz="1400" b="1">
              <a:solidFill>
                <a:prstClr val="black"/>
              </a:solidFill>
              <a:ea typeface="LG스마트체 Regular" panose="020B0600000101010101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4C8408-AF69-4120-B9E7-FE44906CA0BA}"/>
              </a:ext>
            </a:extLst>
          </p:cNvPr>
          <p:cNvSpPr txBox="1"/>
          <p:nvPr/>
        </p:nvSpPr>
        <p:spPr>
          <a:xfrm>
            <a:off x="5661660" y="630596"/>
            <a:ext cx="235801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-#15,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876F8DB-63F9-403E-83B9-520DE1D735EA}"/>
              </a:ext>
            </a:extLst>
          </p:cNvPr>
          <p:cNvSpPr txBox="1"/>
          <p:nvPr/>
        </p:nvSpPr>
        <p:spPr>
          <a:xfrm>
            <a:off x="5445801" y="41292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757192F-2936-4DF9-AD2C-7157A0F6461F}"/>
              </a:ext>
            </a:extLst>
          </p:cNvPr>
          <p:cNvSpPr txBox="1"/>
          <p:nvPr/>
        </p:nvSpPr>
        <p:spPr>
          <a:xfrm>
            <a:off x="141316" y="1379522"/>
            <a:ext cx="808595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-</a:t>
            </a:r>
          </a:p>
          <a:p>
            <a:pPr lvl="0">
              <a:defRPr/>
            </a:pP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: -</a:t>
            </a:r>
          </a:p>
        </p:txBody>
      </p:sp>
    </p:spTree>
    <p:extLst>
      <p:ext uri="{BB962C8B-B14F-4D97-AF65-F5344CB8AC3E}">
        <p14:creationId xmlns:p14="http://schemas.microsoft.com/office/powerpoint/2010/main" val="3164116880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40840"/>
          <a:ext cx="9751856" cy="5843139"/>
        </p:xfrm>
        <a:graphic>
          <a:graphicData uri="http://schemas.openxmlformats.org/drawingml/2006/table">
            <a:tbl>
              <a:tblPr/>
              <a:tblGrid>
                <a:gridCol w="9047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8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878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569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459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713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160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개발센터 </a:t>
                      </a:r>
                      <a:endParaRPr lang="en-US" altLang="ko-KR" sz="10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협업</a:t>
                      </a:r>
                      <a:endParaRPr lang="en-US" altLang="ko-KR" sz="10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금주는 별도 진행사항 없습니다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개발센터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핵심팀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조립설계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전극설계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소재운영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과 원가절감 시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롤맵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셀추적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활용 방안 아이디어 논의 진행하였습니다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-. 1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차 전극 위주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(3/11) ,2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차 조립 위주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(3/18) </a:t>
                      </a:r>
                    </a:p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논의 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압연 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후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로딩량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감소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연신량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분석을 통한 코팅 폭 정합화 등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List up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되었습니다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  </a:t>
                      </a:r>
                    </a:p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과제 중에서 샘플링 된 데이터를 활용하거나 항목에 대한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불특정된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과제는 우선순위를 제외하고 검토를 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4/17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전극설계팀과 세부 진행 방향 논의를 하였고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3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*)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항목에 대해 단계적 협업 진행하기로 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*)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양극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음극 압연 전후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로딩량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감소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연신량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분석을 통한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코팅폭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정합화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슬러리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온도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점도 별 로딩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슬라이딩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선압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별 단선 확률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</a:p>
                    <a:p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압연 전후 </a:t>
                      </a:r>
                      <a:r>
                        <a:rPr lang="ko-KR" altLang="en-US" sz="10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로딩량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감소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연신량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분석을 통한 필요 코팅 폭 정합화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 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건에 대한 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Pilot 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화면 구성하였고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</a:p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해당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Work Flow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내용을 바탕으로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개발센터와 논의를 진행하였습니다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.(5/12)</a:t>
                      </a:r>
                    </a:p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형태는 현재와 동일하게 가되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다수의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Lot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대상으로 데이터를 확인할 수 있도록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고도화하는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것을 논의 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-. Work Flow 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구성 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Lot 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내 기준점을 구간 별 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X,Y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축 </a:t>
                      </a:r>
                      <a:r>
                        <a:rPr lang="ko-KR" altLang="en-US" sz="10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연신량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기준점 구간 별 검사 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 Trend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시각화 </a:t>
                      </a:r>
                      <a:b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-. 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추후 고도화 방향 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다수의 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Lot 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대상으로 통계량 확인 가능 하도록 고도화 검토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b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-.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개발센터에서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W/F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활용하여 기존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LQC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기반 비교 분석 후 다음 논의 예정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(7/3)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이며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W/F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는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HM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WA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순으로 확산 검토 예정입니다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b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W/F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활용을 위해 데이터 누적 중이며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Daily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로 최신 데이터 업데이트와 이전 데이터 누적을 함께 진행하고 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금주는 분석을 위한 충분한 데이터가 확보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최근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개월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를 진행하였고 진행사항을 개발센터에 별도 공유할 예정입니다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(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롤맵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데이터를 활용하므로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데이터를 한번에 조회하기 어려워 날짜별로 기간을 분할하여 여러 번에 걸쳐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조회해야함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금주는 개발센터와 현재까지의 진행사항 점검 및 추후 과제 선정을 위해 회의를 진행하였습니다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(7/21)</a:t>
                      </a:r>
                    </a:p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진행 중인 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양극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음극 압연 전후 </a:t>
                      </a:r>
                      <a:r>
                        <a:rPr lang="ko-KR" altLang="en-US" sz="10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로딩량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감소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연신량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분석을 통한 필요 코팅 폭 정합화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 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과제는 보다 정확한 분석을 위해 이상치 데이터를 제거하는 로직을 추가하였고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해당 데이터를 바탕으로 전극설계팀에서 추가 분석을 진행하고 있습니다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이후 타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Site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수평 전개를 상세 일정 수립 후 진행할 예정입니다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 (ESWA, ESNB, ESOC)</a:t>
                      </a:r>
                    </a:p>
                    <a:p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이후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진행할 과제로는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롤프레스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선압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별 단선 확률 분석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과제를 선정하였습니다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ESWA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대상으로 먼저 진행할 예정이며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ESWA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전극 그룹과 협업했던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Roll Press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단선 분석 과제와 유사한 점이 많아</a:t>
                      </a: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해당 데이터 및 </a:t>
                      </a:r>
                      <a:r>
                        <a:rPr lang="en-US" altLang="ko-KR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WorkFlow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에서 추가 필요한 부분들만 </a:t>
                      </a:r>
                      <a:r>
                        <a:rPr lang="ko-KR" altLang="en-US" sz="10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고도화하여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진행할 예정입니다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aseline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서동민</a:t>
                      </a:r>
                      <a:endParaRPr lang="en-US" altLang="ko-KR" sz="10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10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조은지</a:t>
                      </a:r>
                      <a:endParaRPr lang="en-US" altLang="ko-KR" sz="10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10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w./</a:t>
                      </a:r>
                    </a:p>
                    <a:p>
                      <a:pPr algn="ctr" latinLnBrk="1"/>
                      <a:r>
                        <a:rPr lang="ko-KR" altLang="en-US" sz="1000" baseline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박수완</a:t>
                      </a:r>
                      <a:endParaRPr lang="en-US" altLang="ko-KR" sz="10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업데이트 시간 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: 10/21(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화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) 11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조은지 선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임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3" name="내용 개체 틀 20"/>
          <p:cNvSpPr txBox="1">
            <a:spLocks/>
          </p:cNvSpPr>
          <p:nvPr/>
        </p:nvSpPr>
        <p:spPr>
          <a:xfrm>
            <a:off x="108658" y="612730"/>
            <a:ext cx="5721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신규 분석 체계 구축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: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개발센터 협업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]</a:t>
            </a:r>
            <a:endParaRPr lang="ko-KR" altLang="en-US" sz="1400" b="1">
              <a:solidFill>
                <a:prstClr val="black"/>
              </a:solidFill>
              <a:ea typeface="LG스마트체 Regular" panose="020B0600000101010101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4C8408-AF69-4120-B9E7-FE44906CA0BA}"/>
              </a:ext>
            </a:extLst>
          </p:cNvPr>
          <p:cNvSpPr txBox="1"/>
          <p:nvPr/>
        </p:nvSpPr>
        <p:spPr>
          <a:xfrm>
            <a:off x="5661660" y="630596"/>
            <a:ext cx="235801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-#11,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876F8DB-63F9-403E-83B9-520DE1D735EA}"/>
              </a:ext>
            </a:extLst>
          </p:cNvPr>
          <p:cNvSpPr txBox="1"/>
          <p:nvPr/>
        </p:nvSpPr>
        <p:spPr>
          <a:xfrm>
            <a:off x="6069435" y="41292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757192F-2936-4DF9-AD2C-7157A0F6461F}"/>
              </a:ext>
            </a:extLst>
          </p:cNvPr>
          <p:cNvSpPr txBox="1"/>
          <p:nvPr/>
        </p:nvSpPr>
        <p:spPr>
          <a:xfrm>
            <a:off x="141316" y="1379522"/>
            <a:ext cx="773084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-</a:t>
            </a:r>
          </a:p>
          <a:p>
            <a:pPr lvl="0">
              <a:defRPr/>
            </a:pP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: -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98F2CF00-7A5A-40F6-BCE5-9B1D4230399E}"/>
              </a:ext>
            </a:extLst>
          </p:cNvPr>
          <p:cNvGrpSpPr/>
          <p:nvPr/>
        </p:nvGrpSpPr>
        <p:grpSpPr>
          <a:xfrm>
            <a:off x="9906000" y="1474151"/>
            <a:ext cx="6755149" cy="4576515"/>
            <a:chOff x="2495550" y="2830309"/>
            <a:chExt cx="5671152" cy="3866336"/>
          </a:xfrm>
        </p:grpSpPr>
        <p:pic>
          <p:nvPicPr>
            <p:cNvPr id="3" name="그림 2">
              <a:extLst>
                <a:ext uri="{FF2B5EF4-FFF2-40B4-BE49-F238E27FC236}">
                  <a16:creationId xmlns:a16="http://schemas.microsoft.com/office/drawing/2014/main" id="{C5BD14B2-1F52-47D7-9316-70AD8D1600A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619552" y="2830309"/>
              <a:ext cx="5547150" cy="3866336"/>
            </a:xfrm>
            <a:prstGeom prst="rect">
              <a:avLst/>
            </a:prstGeom>
            <a:ln>
              <a:solidFill>
                <a:srgbClr val="0000FF"/>
              </a:solidFill>
            </a:ln>
          </p:spPr>
        </p:pic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947E0EFF-140B-4406-87DC-34F2385169A3}"/>
                </a:ext>
              </a:extLst>
            </p:cNvPr>
            <p:cNvSpPr txBox="1"/>
            <p:nvPr/>
          </p:nvSpPr>
          <p:spPr>
            <a:xfrm>
              <a:off x="2495550" y="4038600"/>
              <a:ext cx="176212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0" indent="-171450">
                <a:buFont typeface="Wingdings" panose="05000000000000000000" pitchFamily="2" charset="2"/>
                <a:buChar char="ü"/>
              </a:pPr>
              <a:r>
                <a:rPr lang="en-US" altLang="ko-KR" sz="1600">
                  <a:solidFill>
                    <a:srgbClr val="0000FF"/>
                  </a:solidFill>
                </a:rPr>
                <a:t> </a:t>
              </a:r>
              <a:endParaRPr lang="ko-KR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55338F85-D920-41E9-AC5C-141342CA7E88}"/>
                </a:ext>
              </a:extLst>
            </p:cNvPr>
            <p:cNvSpPr txBox="1"/>
            <p:nvPr/>
          </p:nvSpPr>
          <p:spPr>
            <a:xfrm>
              <a:off x="2495550" y="4763477"/>
              <a:ext cx="176212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0" indent="-171450">
                <a:buFont typeface="Wingdings" panose="05000000000000000000" pitchFamily="2" charset="2"/>
                <a:buChar char="ü"/>
              </a:pPr>
              <a:r>
                <a:rPr lang="en-US" altLang="ko-KR" sz="1600">
                  <a:solidFill>
                    <a:srgbClr val="0000FF"/>
                  </a:solidFill>
                </a:rPr>
                <a:t> </a:t>
              </a:r>
              <a:endParaRPr lang="ko-KR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E4BEEA4F-206C-4701-A745-91192D718DDA}"/>
                </a:ext>
              </a:extLst>
            </p:cNvPr>
            <p:cNvSpPr txBox="1"/>
            <p:nvPr/>
          </p:nvSpPr>
          <p:spPr>
            <a:xfrm>
              <a:off x="2495550" y="4962722"/>
              <a:ext cx="176212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0" indent="-171450">
                <a:buFont typeface="Wingdings" panose="05000000000000000000" pitchFamily="2" charset="2"/>
                <a:buChar char="ü"/>
              </a:pPr>
              <a:r>
                <a:rPr lang="en-US" altLang="ko-KR" sz="1600">
                  <a:solidFill>
                    <a:srgbClr val="0000FF"/>
                  </a:solidFill>
                </a:rPr>
                <a:t> </a:t>
              </a:r>
              <a:endParaRPr lang="ko-KR" altLang="en-US" sz="1600">
                <a:solidFill>
                  <a:srgbClr val="0000FF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44279689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40840"/>
          <a:ext cx="9751856" cy="5970327"/>
        </p:xfrm>
        <a:graphic>
          <a:graphicData uri="http://schemas.openxmlformats.org/drawingml/2006/table">
            <a:tbl>
              <a:tblPr/>
              <a:tblGrid>
                <a:gridCol w="743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00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701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341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459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208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38244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사내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사외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Issue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분석 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하기 사내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사외 불량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Issue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외 별도 진행 사항 없습니다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b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사내 및 사외 불량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Issue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분석 및 대응 건입니다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‘25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년 현재 총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8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건에 대한 분석 대응 완료하였으며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</a:p>
                    <a:p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이 중에서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건은 분석 기반 결과 바탕으로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Issue Closing/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활용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되었습니다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원인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분석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최재호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09/10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) 18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최재호 사원</a:t>
            </a:r>
          </a:p>
        </p:txBody>
      </p:sp>
      <p:sp>
        <p:nvSpPr>
          <p:cNvPr id="13" name="내용 개체 틀 20"/>
          <p:cNvSpPr txBox="1">
            <a:spLocks/>
          </p:cNvSpPr>
          <p:nvPr/>
        </p:nvSpPr>
        <p:spPr>
          <a:xfrm>
            <a:off x="108658" y="612730"/>
            <a:ext cx="5721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신규 분석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: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사내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/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사외 불량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Issue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분석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]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4C8408-AF69-4120-B9E7-FE44906CA0BA}"/>
              </a:ext>
            </a:extLst>
          </p:cNvPr>
          <p:cNvSpPr txBox="1"/>
          <p:nvPr/>
        </p:nvSpPr>
        <p:spPr>
          <a:xfrm>
            <a:off x="5693720" y="630596"/>
            <a:ext cx="229389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-#7,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876F8DB-63F9-403E-83B9-520DE1D735EA}"/>
              </a:ext>
            </a:extLst>
          </p:cNvPr>
          <p:cNvSpPr txBox="1"/>
          <p:nvPr/>
        </p:nvSpPr>
        <p:spPr>
          <a:xfrm>
            <a:off x="6069435" y="41292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757192F-2936-4DF9-AD2C-7157A0F6461F}"/>
              </a:ext>
            </a:extLst>
          </p:cNvPr>
          <p:cNvSpPr txBox="1"/>
          <p:nvPr/>
        </p:nvSpPr>
        <p:spPr>
          <a:xfrm>
            <a:off x="141316" y="1379522"/>
            <a:ext cx="1442906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4/16</a:t>
            </a: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일</a:t>
            </a:r>
            <a:endParaRPr lang="en-US" altLang="ko-KR" sz="800">
              <a:solidFill>
                <a:prstClr val="black"/>
              </a:solidFill>
              <a:ea typeface="LG스마트체 Regular" panose="020B0600000101010101" pitchFamily="50" charset="-127"/>
            </a:endParaRPr>
          </a:p>
          <a:p>
            <a:pPr lvl="0">
              <a:defRPr/>
            </a:pP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: -</a:t>
            </a: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일</a:t>
            </a:r>
            <a:endParaRPr lang="en-US" altLang="ko-KR" sz="800">
              <a:solidFill>
                <a:srgbClr val="0000FF"/>
              </a:solidFill>
              <a:ea typeface="LG스마트체 Regular" panose="020B0600000101010101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EFB826E-3B74-4361-B2D9-F731C5845B57}"/>
              </a:ext>
            </a:extLst>
          </p:cNvPr>
          <p:cNvSpPr txBox="1"/>
          <p:nvPr/>
        </p:nvSpPr>
        <p:spPr>
          <a:xfrm>
            <a:off x="2334827" y="5536868"/>
            <a:ext cx="355107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ko-KR" altLang="en-US" sz="110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09C11A6-A9B3-49DD-BBC8-776D585A9AC3}"/>
              </a:ext>
            </a:extLst>
          </p:cNvPr>
          <p:cNvSpPr txBox="1"/>
          <p:nvPr/>
        </p:nvSpPr>
        <p:spPr>
          <a:xfrm>
            <a:off x="1668373" y="1640521"/>
            <a:ext cx="6959823" cy="53245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altLang="ko-KR" sz="1000">
              <a:ea typeface="LG스마트체 Regular" panose="020B0600000101010101" pitchFamily="50" charset="-127"/>
            </a:endParaRPr>
          </a:p>
          <a:p>
            <a:r>
              <a:rPr lang="en-US" altLang="ko-KR" sz="1000">
                <a:ea typeface="LG스마트체 Regular" panose="020B0600000101010101" pitchFamily="50" charset="-127"/>
              </a:rPr>
              <a:t>      </a:t>
            </a:r>
          </a:p>
          <a:p>
            <a:r>
              <a:rPr lang="en-US" altLang="ko-KR" sz="1000">
                <a:ea typeface="LG스마트체 Regular" panose="020B0600000101010101" pitchFamily="50" charset="-127"/>
              </a:rPr>
              <a:t> </a:t>
            </a:r>
          </a:p>
          <a:p>
            <a:endParaRPr lang="en-US" altLang="ko-KR" sz="1000">
              <a:ea typeface="LG스마트체 Regular" panose="020B0600000101010101" pitchFamily="50" charset="-127"/>
            </a:endParaRPr>
          </a:p>
          <a:p>
            <a:endParaRPr lang="en-US" altLang="ko-KR" sz="1000">
              <a:ea typeface="LG스마트체 Regular" panose="020B0600000101010101" pitchFamily="50" charset="-127"/>
            </a:endParaRPr>
          </a:p>
          <a:p>
            <a:endParaRPr lang="en-US" altLang="ko-KR" sz="1000">
              <a:ea typeface="LG스마트체 Regular" panose="020B0600000101010101" pitchFamily="50" charset="-127"/>
            </a:endParaRPr>
          </a:p>
          <a:p>
            <a:endParaRPr lang="en-US" altLang="ko-KR" sz="1000">
              <a:ea typeface="LG스마트체 Regular" panose="020B0600000101010101" pitchFamily="50" charset="-127"/>
            </a:endParaRPr>
          </a:p>
          <a:p>
            <a:endParaRPr lang="en-US" altLang="ko-KR" sz="1000">
              <a:ea typeface="LG스마트체 Regular" panose="020B0600000101010101" pitchFamily="50" charset="-127"/>
            </a:endParaRPr>
          </a:p>
          <a:p>
            <a:endParaRPr lang="en-US" altLang="ko-KR" sz="1000">
              <a:ea typeface="LG스마트체 Regular" panose="020B0600000101010101" pitchFamily="50" charset="-127"/>
            </a:endParaRPr>
          </a:p>
          <a:p>
            <a:endParaRPr lang="en-US" altLang="ko-KR" sz="1000">
              <a:ea typeface="LG스마트체 Regular" panose="020B0600000101010101" pitchFamily="50" charset="-127"/>
            </a:endParaRPr>
          </a:p>
          <a:p>
            <a:endParaRPr lang="en-US" altLang="ko-KR" sz="1000">
              <a:ea typeface="LG스마트체 Regular" panose="020B0600000101010101" pitchFamily="50" charset="-127"/>
            </a:endParaRPr>
          </a:p>
          <a:p>
            <a:r>
              <a:rPr lang="en-US" altLang="ko-KR" sz="1000">
                <a:ea typeface="LG스마트체 Regular" panose="020B0600000101010101" pitchFamily="50" charset="-127"/>
              </a:rPr>
              <a:t>[E77A Cycle issue]</a:t>
            </a:r>
          </a:p>
          <a:p>
            <a:r>
              <a:rPr lang="en-US" altLang="ko-KR" sz="1000">
                <a:ea typeface="LG스마트체 Regular" panose="020B0600000101010101" pitchFamily="50" charset="-127"/>
              </a:rPr>
              <a:t>-. 1</a:t>
            </a:r>
            <a:r>
              <a:rPr lang="ko-KR" altLang="en-US" sz="1000">
                <a:ea typeface="LG스마트체 Regular" panose="020B0600000101010101" pitchFamily="50" charset="-127"/>
              </a:rPr>
              <a:t>차 샘플 </a:t>
            </a:r>
            <a:r>
              <a:rPr lang="en-US" altLang="ko-KR" sz="1000">
                <a:ea typeface="LG스마트체 Regular" panose="020B0600000101010101" pitchFamily="50" charset="-127"/>
              </a:rPr>
              <a:t>VS 2</a:t>
            </a:r>
            <a:r>
              <a:rPr lang="ko-KR" altLang="en-US" sz="1000">
                <a:ea typeface="LG스마트체 Regular" panose="020B0600000101010101" pitchFamily="50" charset="-127"/>
              </a:rPr>
              <a:t>차 샘플 간 </a:t>
            </a:r>
            <a:r>
              <a:rPr lang="en-US" altLang="ko-KR" sz="1000">
                <a:ea typeface="LG스마트체 Regular" panose="020B0600000101010101" pitchFamily="50" charset="-127"/>
              </a:rPr>
              <a:t>Cycle Issue </a:t>
            </a:r>
            <a:r>
              <a:rPr lang="ko-KR" altLang="en-US" sz="1000">
                <a:ea typeface="LG스마트체 Regular" panose="020B0600000101010101" pitchFamily="50" charset="-127"/>
              </a:rPr>
              <a:t>발생유무가 달라</a:t>
            </a:r>
            <a:r>
              <a:rPr lang="en-US" altLang="ko-KR" sz="1000">
                <a:ea typeface="LG스마트체 Regular" panose="020B0600000101010101" pitchFamily="50" charset="-127"/>
              </a:rPr>
              <a:t>, </a:t>
            </a:r>
            <a:r>
              <a:rPr lang="ko-KR" altLang="en-US" sz="1000">
                <a:ea typeface="LG스마트체 Regular" panose="020B0600000101010101" pitchFamily="50" charset="-127"/>
              </a:rPr>
              <a:t>원인분석을 진행하는 건 입니다</a:t>
            </a:r>
            <a:r>
              <a:rPr lang="en-US" altLang="ko-KR" sz="1000">
                <a:ea typeface="LG스마트체 Regular" panose="020B0600000101010101" pitchFamily="50" charset="-127"/>
              </a:rPr>
              <a:t>. </a:t>
            </a:r>
            <a:r>
              <a:rPr lang="ko-KR" altLang="en-US" sz="1000">
                <a:ea typeface="LG스마트체 Regular" panose="020B0600000101010101" pitchFamily="50" charset="-127"/>
              </a:rPr>
              <a:t>의심 </a:t>
            </a:r>
            <a:r>
              <a:rPr lang="en-US" altLang="ko-KR" sz="1000">
                <a:ea typeface="LG스마트체 Regular" panose="020B0600000101010101" pitchFamily="50" charset="-127"/>
              </a:rPr>
              <a:t>Point</a:t>
            </a:r>
            <a:r>
              <a:rPr lang="ko-KR" altLang="en-US" sz="1000">
                <a:ea typeface="LG스마트체 Regular" panose="020B0600000101010101" pitchFamily="50" charset="-127"/>
              </a:rPr>
              <a:t>는</a:t>
            </a:r>
            <a:r>
              <a:rPr lang="en-US" altLang="ko-KR" sz="1000">
                <a:ea typeface="LG스마트체 Regular" panose="020B0600000101010101" pitchFamily="50" charset="-127"/>
              </a:rPr>
              <a:t>,</a:t>
            </a:r>
            <a:r>
              <a:rPr lang="ko-KR" altLang="en-US" sz="1000">
                <a:ea typeface="LG스마트체 Regular" panose="020B0600000101010101" pitchFamily="50" charset="-127"/>
              </a:rPr>
              <a:t> 양극</a:t>
            </a:r>
            <a:r>
              <a:rPr lang="en-US" altLang="ko-KR" sz="1000">
                <a:ea typeface="LG스마트체 Regular" panose="020B0600000101010101" pitchFamily="50" charset="-127"/>
              </a:rPr>
              <a:t>-</a:t>
            </a:r>
            <a:r>
              <a:rPr lang="ko-KR" altLang="en-US" sz="1000" err="1">
                <a:ea typeface="LG스마트체 Regular" panose="020B0600000101010101" pitchFamily="50" charset="-127"/>
              </a:rPr>
              <a:t>분리막</a:t>
            </a:r>
            <a:r>
              <a:rPr lang="ko-KR" altLang="en-US" sz="1000">
                <a:ea typeface="LG스마트체 Regular" panose="020B0600000101010101" pitchFamily="50" charset="-127"/>
              </a:rPr>
              <a:t> 접착력이 높았던 </a:t>
            </a:r>
            <a:r>
              <a:rPr lang="en-US" altLang="ko-KR" sz="1000">
                <a:ea typeface="LG스마트체 Regular" panose="020B0600000101010101" pitchFamily="50" charset="-127"/>
              </a:rPr>
              <a:t>1</a:t>
            </a:r>
            <a:r>
              <a:rPr lang="ko-KR" altLang="en-US" sz="1000">
                <a:ea typeface="LG스마트체 Regular" panose="020B0600000101010101" pitchFamily="50" charset="-127"/>
              </a:rPr>
              <a:t>차 샘플에서</a:t>
            </a:r>
            <a:r>
              <a:rPr lang="en-US" altLang="ko-KR" sz="1000">
                <a:ea typeface="LG스마트체 Regular" panose="020B0600000101010101" pitchFamily="50" charset="-127"/>
              </a:rPr>
              <a:t> Cycle Issue</a:t>
            </a:r>
            <a:r>
              <a:rPr lang="ko-KR" altLang="en-US" sz="1000">
                <a:ea typeface="LG스마트체 Regular" panose="020B0600000101010101" pitchFamily="50" charset="-127"/>
              </a:rPr>
              <a:t>가 발생했으며 </a:t>
            </a:r>
            <a:r>
              <a:rPr lang="en-US" altLang="ko-KR" sz="1000">
                <a:ea typeface="LG스마트체 Regular" panose="020B0600000101010101" pitchFamily="50" charset="-127"/>
              </a:rPr>
              <a:t>Cycle Issue</a:t>
            </a:r>
            <a:r>
              <a:rPr lang="ko-KR" altLang="en-US" sz="1000">
                <a:ea typeface="LG스마트체 Regular" panose="020B0600000101010101" pitchFamily="50" charset="-127"/>
              </a:rPr>
              <a:t>가 발생한 샘플의 경우 </a:t>
            </a:r>
            <a:r>
              <a:rPr lang="ko-KR" altLang="en-US" sz="1000" err="1">
                <a:ea typeface="LG스마트체 Regular" panose="020B0600000101010101" pitchFamily="50" charset="-127"/>
              </a:rPr>
              <a:t>라미</a:t>
            </a:r>
            <a:r>
              <a:rPr lang="ko-KR" altLang="en-US" sz="1000">
                <a:ea typeface="LG스마트체 Regular" panose="020B0600000101010101" pitchFamily="50" charset="-127"/>
              </a:rPr>
              <a:t> 정지후 가동 인근시점에 생산된 </a:t>
            </a:r>
            <a:r>
              <a:rPr lang="en-US" altLang="ko-KR" sz="1000">
                <a:ea typeface="LG스마트체 Regular" panose="020B0600000101010101" pitchFamily="50" charset="-127"/>
              </a:rPr>
              <a:t>Cell</a:t>
            </a:r>
            <a:r>
              <a:rPr lang="ko-KR" altLang="en-US" sz="1000">
                <a:ea typeface="LG스마트체 Regular" panose="020B0600000101010101" pitchFamily="50" charset="-127"/>
              </a:rPr>
              <a:t>로 확인이 되었습니다</a:t>
            </a:r>
            <a:r>
              <a:rPr lang="en-US" altLang="ko-KR" sz="1000">
                <a:ea typeface="LG스마트체 Regular" panose="020B0600000101010101" pitchFamily="50" charset="-127"/>
              </a:rPr>
              <a:t>. </a:t>
            </a:r>
            <a:r>
              <a:rPr lang="ko-KR" altLang="en-US" sz="1000">
                <a:ea typeface="LG스마트체 Regular" panose="020B0600000101010101" pitchFamily="50" charset="-127"/>
              </a:rPr>
              <a:t>정지후 가동 인근시점에 생산된 셀들의 경우</a:t>
            </a:r>
            <a:r>
              <a:rPr lang="en-US" altLang="ko-KR" sz="1000">
                <a:ea typeface="LG스마트체 Regular" panose="020B0600000101010101" pitchFamily="50" charset="-127"/>
              </a:rPr>
              <a:t>, </a:t>
            </a:r>
            <a:r>
              <a:rPr lang="ko-KR" altLang="en-US" sz="1000">
                <a:ea typeface="LG스마트체 Regular" panose="020B0600000101010101" pitchFamily="50" charset="-127"/>
              </a:rPr>
              <a:t>정지에 따라 </a:t>
            </a:r>
            <a:r>
              <a:rPr lang="en-US" altLang="ko-KR" sz="1000">
                <a:ea typeface="LG스마트체 Regular" panose="020B0600000101010101" pitchFamily="50" charset="-127"/>
              </a:rPr>
              <a:t>Heating </a:t>
            </a:r>
            <a:r>
              <a:rPr lang="ko-KR" altLang="en-US" sz="1000">
                <a:ea typeface="LG스마트체 Regular" panose="020B0600000101010101" pitchFamily="50" charset="-127"/>
              </a:rPr>
              <a:t>정도가 </a:t>
            </a:r>
            <a:r>
              <a:rPr lang="ko-KR" altLang="en-US" sz="1000" err="1">
                <a:ea typeface="LG스마트체 Regular" panose="020B0600000101010101" pitchFamily="50" charset="-127"/>
              </a:rPr>
              <a:t>불균일해지므로</a:t>
            </a:r>
            <a:r>
              <a:rPr lang="ko-KR" altLang="en-US" sz="1000">
                <a:ea typeface="LG스마트체 Regular" panose="020B0600000101010101" pitchFamily="50" charset="-127"/>
              </a:rPr>
              <a:t> 혐의점이 될 수 있습니다</a:t>
            </a:r>
            <a:r>
              <a:rPr lang="en-US" altLang="ko-KR" sz="1000">
                <a:ea typeface="LG스마트체 Regular" panose="020B0600000101010101" pitchFamily="50" charset="-127"/>
              </a:rPr>
              <a:t>. </a:t>
            </a:r>
            <a:r>
              <a:rPr lang="ko-KR" altLang="en-US" sz="1000">
                <a:ea typeface="LG스마트체 Regular" panose="020B0600000101010101" pitchFamily="50" charset="-127"/>
              </a:rPr>
              <a:t>해당 내용으로 </a:t>
            </a:r>
            <a:r>
              <a:rPr lang="en-US" altLang="ko-KR" sz="1000">
                <a:ea typeface="LG스마트체 Regular" panose="020B0600000101010101" pitchFamily="50" charset="-127"/>
              </a:rPr>
              <a:t>Issue Closing </a:t>
            </a:r>
            <a:r>
              <a:rPr lang="ko-KR" altLang="en-US" sz="1000">
                <a:ea typeface="LG스마트체 Regular" panose="020B0600000101010101" pitchFamily="50" charset="-127"/>
              </a:rPr>
              <a:t>되었습니다</a:t>
            </a:r>
            <a:r>
              <a:rPr lang="en-US" altLang="ko-KR" sz="1000">
                <a:ea typeface="LG스마트체 Regular" panose="020B0600000101010101" pitchFamily="50" charset="-127"/>
              </a:rPr>
              <a:t>. </a:t>
            </a:r>
          </a:p>
          <a:p>
            <a:endParaRPr lang="en-US" altLang="ko-KR" sz="1000">
              <a:ea typeface="LG스마트체 Regular" panose="020B0600000101010101" pitchFamily="50" charset="-127"/>
            </a:endParaRPr>
          </a:p>
          <a:p>
            <a:r>
              <a:rPr lang="en-US" altLang="ko-KR" sz="1000">
                <a:ea typeface="LG스마트체 Regular" panose="020B0600000101010101" pitchFamily="50" charset="-127"/>
              </a:rPr>
              <a:t>[E77A Tab Torn Issue]</a:t>
            </a:r>
          </a:p>
          <a:p>
            <a:r>
              <a:rPr lang="en-US" altLang="ko-KR" sz="1000">
                <a:ea typeface="LG스마트체 Regular" panose="020B0600000101010101" pitchFamily="50" charset="-127"/>
              </a:rPr>
              <a:t>-. E77A </a:t>
            </a:r>
            <a:r>
              <a:rPr lang="ko-KR" altLang="en-US" sz="1000">
                <a:ea typeface="LG스마트체 Regular" panose="020B0600000101010101" pitchFamily="50" charset="-127"/>
              </a:rPr>
              <a:t>모델의 </a:t>
            </a:r>
            <a:r>
              <a:rPr lang="en-US" altLang="ko-KR" sz="1000">
                <a:ea typeface="LG스마트체 Regular" panose="020B0600000101010101" pitchFamily="50" charset="-127"/>
              </a:rPr>
              <a:t>Module Cycle Issue </a:t>
            </a:r>
            <a:r>
              <a:rPr lang="ko-KR" altLang="en-US" sz="1000">
                <a:ea typeface="LG스마트체 Regular" panose="020B0600000101010101" pitchFamily="50" charset="-127"/>
              </a:rPr>
              <a:t>발생</a:t>
            </a:r>
            <a:r>
              <a:rPr lang="en-US" altLang="ko-KR" sz="1000">
                <a:ea typeface="LG스마트체 Regular" panose="020B0600000101010101" pitchFamily="50" charset="-127"/>
              </a:rPr>
              <a:t>Cell </a:t>
            </a:r>
            <a:r>
              <a:rPr lang="ko-KR" altLang="en-US" sz="1000">
                <a:ea typeface="LG스마트체 Regular" panose="020B0600000101010101" pitchFamily="50" charset="-127"/>
              </a:rPr>
              <a:t>확인 시</a:t>
            </a:r>
            <a:r>
              <a:rPr lang="en-US" altLang="ko-KR" sz="1000">
                <a:ea typeface="LG스마트체 Regular" panose="020B0600000101010101" pitchFamily="50" charset="-127"/>
              </a:rPr>
              <a:t>, </a:t>
            </a:r>
            <a:r>
              <a:rPr lang="ko-KR" altLang="en-US" sz="1000">
                <a:ea typeface="LG스마트체 Regular" panose="020B0600000101010101" pitchFamily="50" charset="-127"/>
              </a:rPr>
              <a:t>내부 </a:t>
            </a:r>
            <a:r>
              <a:rPr lang="en-US" altLang="ko-KR" sz="1000">
                <a:ea typeface="LG스마트체 Regular" panose="020B0600000101010101" pitchFamily="50" charset="-127"/>
              </a:rPr>
              <a:t>PKG Cell</a:t>
            </a:r>
            <a:r>
              <a:rPr lang="ko-KR" altLang="en-US" sz="1000">
                <a:ea typeface="LG스마트체 Regular" panose="020B0600000101010101" pitchFamily="50" charset="-127"/>
              </a:rPr>
              <a:t>의 </a:t>
            </a:r>
            <a:r>
              <a:rPr lang="en-US" altLang="ko-KR" sz="1000">
                <a:ea typeface="LG스마트체 Regular" panose="020B0600000101010101" pitchFamily="50" charset="-127"/>
              </a:rPr>
              <a:t>Tab </a:t>
            </a:r>
            <a:r>
              <a:rPr lang="ko-KR" altLang="en-US" sz="1000">
                <a:ea typeface="LG스마트체 Regular" panose="020B0600000101010101" pitchFamily="50" charset="-127"/>
              </a:rPr>
              <a:t>이 찢어진 현상이 있어</a:t>
            </a:r>
            <a:r>
              <a:rPr lang="en-US" altLang="ko-KR" sz="1000">
                <a:ea typeface="LG스마트체 Regular" panose="020B0600000101010101" pitchFamily="50" charset="-127"/>
              </a:rPr>
              <a:t>, </a:t>
            </a:r>
            <a:r>
              <a:rPr lang="ko-KR" altLang="en-US" sz="1000">
                <a:ea typeface="LG스마트체 Regular" panose="020B0600000101010101" pitchFamily="50" charset="-127"/>
              </a:rPr>
              <a:t>원인분석을 진행하는 건 입니다</a:t>
            </a:r>
            <a:r>
              <a:rPr lang="en-US" altLang="ko-KR" sz="1000">
                <a:ea typeface="LG스마트체 Regular" panose="020B0600000101010101" pitchFamily="50" charset="-127"/>
              </a:rPr>
              <a:t>. </a:t>
            </a:r>
          </a:p>
          <a:p>
            <a:r>
              <a:rPr lang="en-US" altLang="ko-KR" sz="1000">
                <a:ea typeface="LG스마트체 Regular" panose="020B0600000101010101" pitchFamily="50" charset="-127"/>
              </a:rPr>
              <a:t>1</a:t>
            </a:r>
            <a:r>
              <a:rPr lang="ko-KR" altLang="en-US" sz="1000">
                <a:ea typeface="LG스마트체 Regular" panose="020B0600000101010101" pitchFamily="50" charset="-127"/>
              </a:rPr>
              <a:t>개 </a:t>
            </a:r>
            <a:r>
              <a:rPr lang="en-US" altLang="ko-KR" sz="1000">
                <a:ea typeface="LG스마트체 Regular" panose="020B0600000101010101" pitchFamily="50" charset="-127"/>
              </a:rPr>
              <a:t>Module </a:t>
            </a:r>
            <a:r>
              <a:rPr lang="ko-KR" altLang="en-US" sz="1000">
                <a:ea typeface="LG스마트체 Regular" panose="020B0600000101010101" pitchFamily="50" charset="-127"/>
              </a:rPr>
              <a:t>내 들어있는 </a:t>
            </a:r>
            <a:r>
              <a:rPr lang="en-US" altLang="ko-KR" sz="1000">
                <a:ea typeface="LG스마트체 Regular" panose="020B0600000101010101" pitchFamily="50" charset="-127"/>
              </a:rPr>
              <a:t>PKG Cell 24</a:t>
            </a:r>
            <a:r>
              <a:rPr lang="ko-KR" altLang="en-US" sz="1000">
                <a:ea typeface="LG스마트체 Regular" panose="020B0600000101010101" pitchFamily="50" charset="-127"/>
              </a:rPr>
              <a:t>개 중</a:t>
            </a:r>
            <a:r>
              <a:rPr lang="en-US" altLang="ko-KR" sz="1000">
                <a:ea typeface="LG스마트체 Regular" panose="020B0600000101010101" pitchFamily="50" charset="-127"/>
              </a:rPr>
              <a:t>, CT </a:t>
            </a:r>
            <a:r>
              <a:rPr lang="ko-KR" altLang="en-US" sz="1000">
                <a:ea typeface="LG스마트체 Regular" panose="020B0600000101010101" pitchFamily="50" charset="-127"/>
              </a:rPr>
              <a:t>확인 시 </a:t>
            </a:r>
            <a:r>
              <a:rPr lang="en-US" altLang="ko-KR" sz="1000">
                <a:ea typeface="LG스마트체 Regular" panose="020B0600000101010101" pitchFamily="50" charset="-127"/>
              </a:rPr>
              <a:t>Tab Torn </a:t>
            </a:r>
            <a:r>
              <a:rPr lang="ko-KR" altLang="en-US" sz="1000">
                <a:ea typeface="LG스마트체 Regular" panose="020B0600000101010101" pitchFamily="50" charset="-127"/>
              </a:rPr>
              <a:t>이 발생한 </a:t>
            </a:r>
            <a:r>
              <a:rPr lang="en-US" altLang="ko-KR" sz="1000">
                <a:ea typeface="LG스마트체 Regular" panose="020B0600000101010101" pitchFamily="50" charset="-127"/>
              </a:rPr>
              <a:t>Cell</a:t>
            </a:r>
            <a:r>
              <a:rPr lang="ko-KR" altLang="en-US" sz="1000">
                <a:ea typeface="LG스마트체 Regular" panose="020B0600000101010101" pitchFamily="50" charset="-127"/>
              </a:rPr>
              <a:t>은 </a:t>
            </a:r>
            <a:r>
              <a:rPr lang="en-US" altLang="ko-KR" sz="1000">
                <a:ea typeface="LG스마트체 Regular" panose="020B0600000101010101" pitchFamily="50" charset="-127"/>
              </a:rPr>
              <a:t>3</a:t>
            </a:r>
            <a:r>
              <a:rPr lang="ko-KR" altLang="en-US" sz="1000">
                <a:ea typeface="LG스마트체 Regular" panose="020B0600000101010101" pitchFamily="50" charset="-127"/>
              </a:rPr>
              <a:t>개 입니다</a:t>
            </a:r>
            <a:r>
              <a:rPr lang="en-US" altLang="ko-KR" sz="1000">
                <a:ea typeface="LG스마트체 Regular" panose="020B0600000101010101" pitchFamily="50" charset="-127"/>
              </a:rPr>
              <a:t>.(#1, #18, #24 / #1,#24</a:t>
            </a:r>
            <a:r>
              <a:rPr lang="ko-KR" altLang="en-US" sz="1000">
                <a:ea typeface="LG스마트체 Regular" panose="020B0600000101010101" pitchFamily="50" charset="-127"/>
              </a:rPr>
              <a:t>는 </a:t>
            </a:r>
            <a:r>
              <a:rPr lang="en-US" altLang="ko-KR" sz="1000">
                <a:ea typeface="LG스마트체 Regular" panose="020B0600000101010101" pitchFamily="50" charset="-127"/>
              </a:rPr>
              <a:t>Module </a:t>
            </a:r>
            <a:r>
              <a:rPr lang="ko-KR" altLang="en-US" sz="1000">
                <a:ea typeface="LG스마트체 Regular" panose="020B0600000101010101" pitchFamily="50" charset="-127"/>
              </a:rPr>
              <a:t>상 양끝에 위치하는 </a:t>
            </a:r>
            <a:r>
              <a:rPr lang="en-US" altLang="ko-KR" sz="1000">
                <a:ea typeface="LG스마트체 Regular" panose="020B0600000101010101" pitchFamily="50" charset="-127"/>
              </a:rPr>
              <a:t>PKG Cell </a:t>
            </a:r>
            <a:r>
              <a:rPr lang="ko-KR" altLang="en-US" sz="1000">
                <a:ea typeface="LG스마트체 Regular" panose="020B0600000101010101" pitchFamily="50" charset="-127"/>
              </a:rPr>
              <a:t>입니다</a:t>
            </a:r>
            <a:r>
              <a:rPr lang="en-US" altLang="ko-KR" sz="1000">
                <a:ea typeface="LG스마트체 Regular" panose="020B0600000101010101" pitchFamily="50" charset="-127"/>
              </a:rPr>
              <a:t>). </a:t>
            </a:r>
            <a:r>
              <a:rPr lang="ko-KR" altLang="en-US" sz="1000">
                <a:ea typeface="LG스마트체 Regular" panose="020B0600000101010101" pitchFamily="50" charset="-127"/>
              </a:rPr>
              <a:t>해당 </a:t>
            </a:r>
            <a:r>
              <a:rPr lang="en-US" altLang="ko-KR" sz="1000">
                <a:ea typeface="LG스마트체 Regular" panose="020B0600000101010101" pitchFamily="50" charset="-127"/>
              </a:rPr>
              <a:t>Cell </a:t>
            </a:r>
            <a:r>
              <a:rPr lang="ko-KR" altLang="en-US" sz="1000">
                <a:ea typeface="LG스마트체 Regular" panose="020B0600000101010101" pitchFamily="50" charset="-127"/>
              </a:rPr>
              <a:t>들에 대해 투입경로</a:t>
            </a:r>
            <a:r>
              <a:rPr lang="en-US" altLang="ko-KR" sz="1000">
                <a:ea typeface="LG스마트체 Regular" panose="020B0600000101010101" pitchFamily="50" charset="-127"/>
              </a:rPr>
              <a:t> </a:t>
            </a:r>
            <a:r>
              <a:rPr lang="ko-KR" altLang="en-US" sz="1000">
                <a:ea typeface="LG스마트체 Regular" panose="020B0600000101010101" pitchFamily="50" charset="-127"/>
              </a:rPr>
              <a:t>확인 시</a:t>
            </a:r>
            <a:r>
              <a:rPr lang="en-US" altLang="ko-KR" sz="1000">
                <a:ea typeface="LG스마트체 Regular" panose="020B0600000101010101" pitchFamily="50" charset="-127"/>
              </a:rPr>
              <a:t>, </a:t>
            </a:r>
            <a:r>
              <a:rPr lang="ko-KR" altLang="en-US" sz="1000">
                <a:ea typeface="LG스마트체 Regular" panose="020B0600000101010101" pitchFamily="50" charset="-127"/>
              </a:rPr>
              <a:t>전공정에 대해 단일호기 생산 </a:t>
            </a:r>
            <a:r>
              <a:rPr lang="en-US" altLang="ko-KR" sz="1000">
                <a:ea typeface="LG스마트체 Regular" panose="020B0600000101010101" pitchFamily="50" charset="-127"/>
              </a:rPr>
              <a:t>/ </a:t>
            </a:r>
            <a:r>
              <a:rPr lang="ko-KR" altLang="en-US" sz="1000">
                <a:ea typeface="LG스마트체 Regular" panose="020B0600000101010101" pitchFamily="50" charset="-127"/>
              </a:rPr>
              <a:t>생산일자 특이사항은 존재하지 않았습니다</a:t>
            </a:r>
            <a:r>
              <a:rPr lang="en-US" altLang="ko-KR" sz="1000">
                <a:ea typeface="LG스마트체 Regular" panose="020B0600000101010101" pitchFamily="50" charset="-127"/>
              </a:rPr>
              <a:t>. </a:t>
            </a:r>
          </a:p>
          <a:p>
            <a:endParaRPr lang="en-US" altLang="ko-KR" sz="1000">
              <a:ea typeface="LG스마트체 Regular" panose="020B0600000101010101" pitchFamily="50" charset="-127"/>
            </a:endParaRPr>
          </a:p>
          <a:p>
            <a:r>
              <a:rPr lang="ko-KR" altLang="en-US" sz="1000">
                <a:ea typeface="LG스마트체 Regular" panose="020B0600000101010101" pitchFamily="50" charset="-127"/>
              </a:rPr>
              <a:t>개발팀에서 예상하는 </a:t>
            </a:r>
            <a:r>
              <a:rPr lang="en-US" altLang="ko-KR" sz="1000">
                <a:ea typeface="LG스마트체 Regular" panose="020B0600000101010101" pitchFamily="50" charset="-127"/>
              </a:rPr>
              <a:t>1</a:t>
            </a:r>
            <a:r>
              <a:rPr lang="ko-KR" altLang="en-US" sz="1000">
                <a:ea typeface="LG스마트체 Regular" panose="020B0600000101010101" pitchFamily="50" charset="-127"/>
              </a:rPr>
              <a:t>차 혐의점은 </a:t>
            </a:r>
            <a:r>
              <a:rPr lang="en-US" altLang="ko-KR" sz="1000">
                <a:ea typeface="LG스마트체 Regular" panose="020B0600000101010101" pitchFamily="50" charset="-127"/>
              </a:rPr>
              <a:t>PKG </a:t>
            </a:r>
            <a:r>
              <a:rPr lang="ko-KR" altLang="en-US" sz="1000">
                <a:ea typeface="LG스마트체 Regular" panose="020B0600000101010101" pitchFamily="50" charset="-127"/>
              </a:rPr>
              <a:t>공정에서의 탭 주름</a:t>
            </a:r>
            <a:r>
              <a:rPr lang="en-US" altLang="ko-KR" sz="1000">
                <a:ea typeface="LG스마트체 Regular" panose="020B0600000101010101" pitchFamily="50" charset="-127"/>
              </a:rPr>
              <a:t>/</a:t>
            </a:r>
            <a:r>
              <a:rPr lang="ko-KR" altLang="en-US" sz="1000">
                <a:ea typeface="LG스마트체 Regular" panose="020B0600000101010101" pitchFamily="50" charset="-127"/>
              </a:rPr>
              <a:t>접힘 이었기에 </a:t>
            </a:r>
            <a:r>
              <a:rPr lang="en-US" altLang="ko-KR" sz="1000">
                <a:ea typeface="LG스마트체 Regular" panose="020B0600000101010101" pitchFamily="50" charset="-127"/>
              </a:rPr>
              <a:t>PKG </a:t>
            </a:r>
            <a:r>
              <a:rPr lang="ko-KR" altLang="en-US" sz="1000">
                <a:ea typeface="LG스마트체 Regular" panose="020B0600000101010101" pitchFamily="50" charset="-127"/>
              </a:rPr>
              <a:t>공정 검사데이터 우선 확인했습니다</a:t>
            </a:r>
            <a:r>
              <a:rPr lang="en-US" altLang="ko-KR" sz="1000">
                <a:ea typeface="LG스마트체 Regular" panose="020B0600000101010101" pitchFamily="50" charset="-127"/>
              </a:rPr>
              <a:t>. </a:t>
            </a:r>
            <a:r>
              <a:rPr lang="ko-KR" altLang="en-US" sz="1000">
                <a:ea typeface="LG스마트체 Regular" panose="020B0600000101010101" pitchFamily="50" charset="-127"/>
              </a:rPr>
              <a:t>외관 이미지 확인 시</a:t>
            </a:r>
            <a:r>
              <a:rPr lang="en-US" altLang="ko-KR" sz="1000">
                <a:ea typeface="LG스마트체 Regular" panose="020B0600000101010101" pitchFamily="50" charset="-127"/>
              </a:rPr>
              <a:t>, Issue Cell</a:t>
            </a:r>
            <a:r>
              <a:rPr lang="ko-KR" altLang="en-US" sz="1000">
                <a:ea typeface="LG스마트체 Regular" panose="020B0600000101010101" pitchFamily="50" charset="-127"/>
              </a:rPr>
              <a:t>과 정상</a:t>
            </a:r>
            <a:r>
              <a:rPr lang="en-US" altLang="ko-KR" sz="1000">
                <a:ea typeface="LG스마트체 Regular" panose="020B0600000101010101" pitchFamily="50" charset="-127"/>
              </a:rPr>
              <a:t>Cell </a:t>
            </a:r>
            <a:r>
              <a:rPr lang="ko-KR" altLang="en-US" sz="1000">
                <a:ea typeface="LG스마트체 Regular" panose="020B0600000101010101" pitchFamily="50" charset="-127"/>
              </a:rPr>
              <a:t>간 뚜렷한 차이는 확인되지 않았습니다</a:t>
            </a:r>
            <a:r>
              <a:rPr lang="en-US" altLang="ko-KR" sz="1000">
                <a:ea typeface="LG스마트체 Regular" panose="020B0600000101010101" pitchFamily="50" charset="-127"/>
              </a:rPr>
              <a:t>. </a:t>
            </a:r>
            <a:r>
              <a:rPr lang="ko-KR" altLang="en-US" sz="1000">
                <a:ea typeface="LG스마트체 Regular" panose="020B0600000101010101" pitchFamily="50" charset="-127"/>
              </a:rPr>
              <a:t>치수 데이터 상 특이점은 </a:t>
            </a:r>
            <a:r>
              <a:rPr lang="en-US" altLang="ko-KR" sz="1000">
                <a:ea typeface="LG스마트체 Regular" panose="020B0600000101010101" pitchFamily="50" charset="-127"/>
              </a:rPr>
              <a:t>, Issue Cell </a:t>
            </a:r>
            <a:r>
              <a:rPr lang="ko-KR" altLang="en-US" sz="1000">
                <a:ea typeface="LG스마트체 Regular" panose="020B0600000101010101" pitchFamily="50" charset="-127"/>
              </a:rPr>
              <a:t>생산시점의 전체적인 메인 </a:t>
            </a:r>
            <a:r>
              <a:rPr lang="ko-KR" altLang="en-US" sz="1000" err="1">
                <a:ea typeface="LG스마트체 Regular" panose="020B0600000101010101" pitchFamily="50" charset="-127"/>
              </a:rPr>
              <a:t>웰딩</a:t>
            </a:r>
            <a:r>
              <a:rPr lang="ko-KR" altLang="en-US" sz="1000">
                <a:ea typeface="LG스마트체 Regular" panose="020B0600000101010101" pitchFamily="50" charset="-127"/>
              </a:rPr>
              <a:t> 치수가</a:t>
            </a:r>
            <a:r>
              <a:rPr lang="en-US" altLang="ko-KR" sz="1000">
                <a:ea typeface="LG스마트체 Regular" panose="020B0600000101010101" pitchFamily="50" charset="-127"/>
              </a:rPr>
              <a:t>, </a:t>
            </a:r>
            <a:r>
              <a:rPr lang="ko-KR" altLang="en-US" sz="1000">
                <a:ea typeface="LG스마트체 Regular" panose="020B0600000101010101" pitchFamily="50" charset="-127"/>
              </a:rPr>
              <a:t>좌우 편차가 큰 점이 확인됩니다</a:t>
            </a:r>
            <a:r>
              <a:rPr lang="en-US" altLang="ko-KR" sz="1000">
                <a:ea typeface="LG스마트체 Regular" panose="020B0600000101010101" pitchFamily="50" charset="-127"/>
              </a:rPr>
              <a:t>. </a:t>
            </a:r>
            <a:r>
              <a:rPr lang="ko-KR" altLang="en-US" sz="1000">
                <a:ea typeface="LG스마트체 Regular" panose="020B0600000101010101" pitchFamily="50" charset="-127"/>
              </a:rPr>
              <a:t>다만</a:t>
            </a:r>
            <a:r>
              <a:rPr lang="en-US" altLang="ko-KR" sz="1000">
                <a:ea typeface="LG스마트체 Regular" panose="020B0600000101010101" pitchFamily="50" charset="-127"/>
              </a:rPr>
              <a:t>, </a:t>
            </a:r>
            <a:r>
              <a:rPr lang="ko-KR" altLang="en-US" sz="1000">
                <a:ea typeface="LG스마트체 Regular" panose="020B0600000101010101" pitchFamily="50" charset="-127"/>
              </a:rPr>
              <a:t>명확한 혐의인자인지는 확인되지 않았습니다</a:t>
            </a:r>
            <a:r>
              <a:rPr lang="en-US" altLang="ko-KR" sz="1000">
                <a:ea typeface="LG스마트체 Regular" panose="020B0600000101010101" pitchFamily="50" charset="-127"/>
              </a:rPr>
              <a:t>. </a:t>
            </a:r>
          </a:p>
          <a:p>
            <a:endParaRPr lang="en-US" altLang="ko-KR" sz="1000">
              <a:ea typeface="LG스마트체 Regular" panose="020B0600000101010101" pitchFamily="50" charset="-127"/>
            </a:endParaRPr>
          </a:p>
          <a:p>
            <a:r>
              <a:rPr lang="en-US" altLang="ko-KR" sz="1000">
                <a:ea typeface="LG스마트체 Regular" panose="020B0600000101010101" pitchFamily="50" charset="-127"/>
              </a:rPr>
              <a:t>[Issue </a:t>
            </a:r>
            <a:r>
              <a:rPr lang="ko-KR" altLang="en-US" sz="1000">
                <a:ea typeface="LG스마트체 Regular" panose="020B0600000101010101" pitchFamily="50" charset="-127"/>
              </a:rPr>
              <a:t>대응 </a:t>
            </a:r>
            <a:r>
              <a:rPr lang="en-US" altLang="ko-KR" sz="1000">
                <a:ea typeface="LG스마트체 Regular" panose="020B0600000101010101" pitchFamily="50" charset="-127"/>
              </a:rPr>
              <a:t>: Dross </a:t>
            </a:r>
            <a:r>
              <a:rPr lang="ko-KR" altLang="en-US" sz="1000">
                <a:ea typeface="LG스마트체 Regular" panose="020B0600000101010101" pitchFamily="50" charset="-127"/>
              </a:rPr>
              <a:t>의심구간 </a:t>
            </a:r>
            <a:r>
              <a:rPr lang="en-US" altLang="ko-KR" sz="1000">
                <a:ea typeface="LG스마트체 Regular" panose="020B0600000101010101" pitchFamily="50" charset="-127"/>
              </a:rPr>
              <a:t>Risk range </a:t>
            </a:r>
            <a:r>
              <a:rPr lang="ko-KR" altLang="en-US" sz="1000">
                <a:ea typeface="LG스마트체 Regular" panose="020B0600000101010101" pitchFamily="50" charset="-127"/>
              </a:rPr>
              <a:t>산정</a:t>
            </a:r>
            <a:r>
              <a:rPr lang="en-US" altLang="ko-KR" sz="1000">
                <a:ea typeface="LG스마트체 Regular" panose="020B0600000101010101" pitchFamily="50" charset="-127"/>
              </a:rPr>
              <a:t>]</a:t>
            </a:r>
            <a:br>
              <a:rPr lang="en-US" altLang="ko-KR" sz="1000">
                <a:ea typeface="LG스마트체 Regular" panose="020B0600000101010101" pitchFamily="50" charset="-127"/>
              </a:rPr>
            </a:br>
            <a:r>
              <a:rPr lang="ko-KR" altLang="en-US" sz="1000">
                <a:ea typeface="LG스마트체 Regular" panose="020B0600000101010101" pitchFamily="50" charset="-127"/>
              </a:rPr>
              <a:t>샘플 생산 중 </a:t>
            </a:r>
            <a:r>
              <a:rPr lang="en-US" altLang="ko-KR" sz="1000">
                <a:ea typeface="LG스마트체 Regular" panose="020B0600000101010101" pitchFamily="50" charset="-127"/>
              </a:rPr>
              <a:t>Dross </a:t>
            </a:r>
            <a:r>
              <a:rPr lang="ko-KR" altLang="en-US" sz="1000">
                <a:ea typeface="LG스마트체 Regular" panose="020B0600000101010101" pitchFamily="50" charset="-127"/>
              </a:rPr>
              <a:t>불량 검출 → </a:t>
            </a:r>
            <a:r>
              <a:rPr lang="en-US" altLang="ko-KR" sz="1000">
                <a:ea typeface="LG스마트체 Regular" panose="020B0600000101010101" pitchFamily="50" charset="-127"/>
              </a:rPr>
              <a:t>Risk range </a:t>
            </a:r>
            <a:r>
              <a:rPr lang="ko-KR" altLang="en-US" sz="1000">
                <a:ea typeface="LG스마트체 Regular" panose="020B0600000101010101" pitchFamily="50" charset="-127"/>
              </a:rPr>
              <a:t>산정 및 대응</a:t>
            </a:r>
            <a:r>
              <a:rPr lang="en-US" altLang="ko-KR" sz="1000">
                <a:ea typeface="LG스마트체 Regular" panose="020B0600000101010101" pitchFamily="50" charset="-127"/>
              </a:rPr>
              <a:t>(w./ </a:t>
            </a:r>
            <a:r>
              <a:rPr lang="ko-KR" altLang="en-US" sz="1000" err="1">
                <a:ea typeface="LG스마트체 Regular" panose="020B0600000101010101" pitchFamily="50" charset="-127"/>
              </a:rPr>
              <a:t>롤맵기술팀</a:t>
            </a:r>
            <a:r>
              <a:rPr lang="en-US" altLang="ko-KR" sz="1000">
                <a:ea typeface="LG스마트체 Regular" panose="020B0600000101010101" pitchFamily="50" charset="-127"/>
              </a:rPr>
              <a:t>), </a:t>
            </a:r>
            <a:r>
              <a:rPr lang="ko-KR" altLang="en-US" sz="1000">
                <a:ea typeface="LG스마트체 Regular" panose="020B0600000101010101" pitchFamily="50" charset="-127"/>
              </a:rPr>
              <a:t>구간 폐기 최소화</a:t>
            </a:r>
            <a:endParaRPr lang="en-US" altLang="ko-KR" sz="1000">
              <a:ea typeface="LG스마트체 Regular" panose="020B0600000101010101" pitchFamily="50" charset="-127"/>
            </a:endParaRPr>
          </a:p>
          <a:p>
            <a:r>
              <a:rPr lang="en-US" altLang="ko-KR" sz="1000">
                <a:ea typeface="LG스마트체 Regular" panose="020B0600000101010101" pitchFamily="50" charset="-127"/>
              </a:rPr>
              <a:t>R/P </a:t>
            </a:r>
            <a:r>
              <a:rPr lang="ko-KR" altLang="en-US" sz="1000">
                <a:ea typeface="LG스마트체 Regular" panose="020B0600000101010101" pitchFamily="50" charset="-127"/>
              </a:rPr>
              <a:t>공정에서 탭프레스 위치 </a:t>
            </a:r>
            <a:r>
              <a:rPr lang="ko-KR" altLang="en-US" sz="1000" err="1">
                <a:ea typeface="LG스마트체 Regular" panose="020B0600000101010101" pitchFamily="50" charset="-127"/>
              </a:rPr>
              <a:t>오세팅되어</a:t>
            </a:r>
            <a:r>
              <a:rPr lang="en-US" altLang="ko-KR" sz="1000">
                <a:ea typeface="LG스마트체 Regular" panose="020B0600000101010101" pitchFamily="50" charset="-127"/>
              </a:rPr>
              <a:t>(</a:t>
            </a:r>
            <a:r>
              <a:rPr lang="ko-KR" altLang="en-US" sz="1000" err="1">
                <a:ea typeface="LG스마트체 Regular" panose="020B0600000101010101" pitchFamily="50" charset="-127"/>
              </a:rPr>
              <a:t>전극쪽으로</a:t>
            </a:r>
            <a:r>
              <a:rPr lang="ko-KR" altLang="en-US" sz="1000">
                <a:ea typeface="LG스마트체 Regular" panose="020B0600000101010101" pitchFamily="50" charset="-127"/>
              </a:rPr>
              <a:t> 치우침</a:t>
            </a:r>
            <a:r>
              <a:rPr lang="en-US" altLang="ko-KR" sz="1000">
                <a:ea typeface="LG스마트체 Regular" panose="020B0600000101010101" pitchFamily="50" charset="-127"/>
              </a:rPr>
              <a:t>) </a:t>
            </a:r>
            <a:r>
              <a:rPr lang="ko-KR" altLang="en-US" sz="1000">
                <a:ea typeface="LG스마트체 Regular" panose="020B0600000101010101" pitchFamily="50" charset="-127"/>
              </a:rPr>
              <a:t>이후 </a:t>
            </a:r>
            <a:r>
              <a:rPr lang="ko-KR" altLang="en-US" sz="1000" err="1">
                <a:ea typeface="LG스마트체 Regular" panose="020B0600000101010101" pitchFamily="50" charset="-127"/>
              </a:rPr>
              <a:t>노칭에서</a:t>
            </a:r>
            <a:r>
              <a:rPr lang="ko-KR" altLang="en-US" sz="1000">
                <a:ea typeface="LG스마트체 Regular" panose="020B0600000101010101" pitchFamily="50" charset="-127"/>
              </a:rPr>
              <a:t> 레이저 커팅 시 커팅 위치와 탭프레스 위치가 간섭되어 </a:t>
            </a:r>
            <a:endParaRPr lang="en-US" altLang="ko-KR" sz="1000">
              <a:ea typeface="LG스마트체 Regular" panose="020B0600000101010101" pitchFamily="50" charset="-127"/>
            </a:endParaRPr>
          </a:p>
          <a:p>
            <a:r>
              <a:rPr lang="ko-KR" altLang="en-US" sz="1000">
                <a:ea typeface="LG스마트체 Regular" panose="020B0600000101010101" pitchFamily="50" charset="-127"/>
              </a:rPr>
              <a:t>레이저 굴절이 있어 열 응집이 발생</a:t>
            </a:r>
            <a:r>
              <a:rPr lang="en-US" altLang="ko-KR" sz="1000">
                <a:ea typeface="LG스마트체 Regular" panose="020B0600000101010101" pitchFamily="50" charset="-127"/>
              </a:rPr>
              <a:t>. </a:t>
            </a:r>
            <a:r>
              <a:rPr lang="ko-KR" altLang="en-US" sz="1000" err="1">
                <a:ea typeface="LG스마트체 Regular" panose="020B0600000101010101" pitchFamily="50" charset="-127"/>
              </a:rPr>
              <a:t>선속이</a:t>
            </a:r>
            <a:r>
              <a:rPr lang="ko-KR" altLang="en-US" sz="1000">
                <a:ea typeface="LG스마트체 Regular" panose="020B0600000101010101" pitchFamily="50" charset="-127"/>
              </a:rPr>
              <a:t> 낮을 때</a:t>
            </a:r>
            <a:r>
              <a:rPr lang="en-US" altLang="ko-KR" sz="1000">
                <a:ea typeface="LG스마트체 Regular" panose="020B0600000101010101" pitchFamily="50" charset="-127"/>
              </a:rPr>
              <a:t>, </a:t>
            </a:r>
            <a:r>
              <a:rPr lang="ko-KR" altLang="en-US" sz="1000" err="1">
                <a:ea typeface="LG스마트체 Regular" panose="020B0600000101010101" pitchFamily="50" charset="-127"/>
              </a:rPr>
              <a:t>선속이</a:t>
            </a:r>
            <a:r>
              <a:rPr lang="ko-KR" altLang="en-US" sz="1000">
                <a:ea typeface="LG스마트체 Regular" panose="020B0600000101010101" pitchFamily="50" charset="-127"/>
              </a:rPr>
              <a:t> 높을 때보다 열에 노출되는 시간이 길어 </a:t>
            </a:r>
            <a:r>
              <a:rPr lang="en-US" altLang="ko-KR" sz="1000">
                <a:ea typeface="LG스마트체 Regular" panose="020B0600000101010101" pitchFamily="50" charset="-127"/>
              </a:rPr>
              <a:t>Dross </a:t>
            </a:r>
            <a:r>
              <a:rPr lang="ko-KR" altLang="en-US" sz="1000">
                <a:ea typeface="LG스마트체 Regular" panose="020B0600000101010101" pitchFamily="50" charset="-127"/>
              </a:rPr>
              <a:t>발생 추정</a:t>
            </a:r>
            <a:r>
              <a:rPr lang="en-US" altLang="ko-KR" sz="1000">
                <a:ea typeface="LG스마트체 Regular" panose="020B0600000101010101" pitchFamily="50" charset="-127"/>
              </a:rPr>
              <a:t>. </a:t>
            </a:r>
          </a:p>
          <a:p>
            <a:r>
              <a:rPr lang="en-US" altLang="ko-KR" sz="1000">
                <a:ea typeface="LG스마트체 Regular" panose="020B0600000101010101" pitchFamily="50" charset="-127"/>
              </a:rPr>
              <a:t>*</a:t>
            </a:r>
            <a:r>
              <a:rPr lang="ko-KR" altLang="en-US" sz="1000">
                <a:ea typeface="LG스마트체 Regular" panose="020B0600000101010101" pitchFamily="50" charset="-127"/>
              </a:rPr>
              <a:t>설비 속도가 빠를 경우에는 열에 노출되는 시간이 적어 상대적으로 열의 영향을 덜 받지만</a:t>
            </a:r>
            <a:r>
              <a:rPr lang="en-US" altLang="ko-KR" sz="1000">
                <a:ea typeface="LG스마트체 Regular" panose="020B0600000101010101" pitchFamily="50" charset="-127"/>
              </a:rPr>
              <a:t>, </a:t>
            </a:r>
            <a:r>
              <a:rPr lang="ko-KR" altLang="en-US" sz="1000">
                <a:ea typeface="LG스마트체 Regular" panose="020B0600000101010101" pitchFamily="50" charset="-127"/>
              </a:rPr>
              <a:t>선속이 느린 경우 노출되는 시간이 길어 </a:t>
            </a:r>
            <a:r>
              <a:rPr lang="en-US" altLang="ko-KR" sz="1000">
                <a:ea typeface="LG스마트체 Regular" panose="020B0600000101010101" pitchFamily="50" charset="-127"/>
              </a:rPr>
              <a:t>Dross </a:t>
            </a:r>
            <a:r>
              <a:rPr lang="ko-KR" altLang="en-US" sz="1000">
                <a:ea typeface="LG스마트체 Regular" panose="020B0600000101010101" pitchFamily="50" charset="-127"/>
              </a:rPr>
              <a:t>발생 </a:t>
            </a:r>
            <a:r>
              <a:rPr lang="en-US" altLang="ko-KR" sz="1000">
                <a:ea typeface="LG스마트체 Regular" panose="020B0600000101010101" pitchFamily="50" charset="-127"/>
              </a:rPr>
              <a:t> Dross</a:t>
            </a:r>
            <a:r>
              <a:rPr lang="ko-KR" altLang="en-US" sz="1000">
                <a:ea typeface="LG스마트체 Regular" panose="020B0600000101010101" pitchFamily="50" charset="-127"/>
              </a:rPr>
              <a:t>가 없던 </a:t>
            </a:r>
            <a:r>
              <a:rPr lang="ko-KR" altLang="en-US" sz="1000" err="1">
                <a:ea typeface="LG스마트체 Regular" panose="020B0600000101010101" pitchFamily="50" charset="-127"/>
              </a:rPr>
              <a:t>선속</a:t>
            </a:r>
            <a:r>
              <a:rPr lang="ko-KR" altLang="en-US" sz="1000"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ea typeface="LG스마트체 Regular" panose="020B0600000101010101" pitchFamily="50" charset="-127"/>
              </a:rPr>
              <a:t>1000mm/s </a:t>
            </a:r>
            <a:r>
              <a:rPr lang="ko-KR" altLang="en-US" sz="1000">
                <a:ea typeface="LG스마트체 Regular" panose="020B0600000101010101" pitchFamily="50" charset="-127"/>
              </a:rPr>
              <a:t>이상 구간은 양품으로 살릴 수 있다고 법인에서 판단하여</a:t>
            </a:r>
            <a:r>
              <a:rPr lang="en-US" altLang="ko-KR" sz="1000">
                <a:ea typeface="LG스마트체 Regular" panose="020B0600000101010101" pitchFamily="50" charset="-127"/>
              </a:rPr>
              <a:t>, </a:t>
            </a:r>
            <a:r>
              <a:rPr lang="ko-KR" altLang="en-US" sz="1000">
                <a:ea typeface="LG스마트체 Regular" panose="020B0600000101010101" pitchFamily="50" charset="-127"/>
              </a:rPr>
              <a:t>해당 구간에 대해 산정 요청을 받아</a:t>
            </a:r>
            <a:r>
              <a:rPr lang="en-US" altLang="ko-KR" sz="1000">
                <a:ea typeface="LG스마트체 Regular" panose="020B0600000101010101" pitchFamily="50" charset="-127"/>
              </a:rPr>
              <a:t>, 87</a:t>
            </a:r>
            <a:r>
              <a:rPr lang="ko-KR" altLang="en-US" sz="1000">
                <a:ea typeface="LG스마트체 Regular" panose="020B0600000101010101" pitchFamily="50" charset="-127"/>
              </a:rPr>
              <a:t>개의 </a:t>
            </a:r>
            <a:endParaRPr lang="en-US" altLang="ko-KR" sz="1000">
              <a:ea typeface="LG스마트체 Regular" panose="020B0600000101010101" pitchFamily="50" charset="-127"/>
            </a:endParaRPr>
          </a:p>
          <a:p>
            <a:r>
              <a:rPr lang="en-US" altLang="ko-KR" sz="1000">
                <a:ea typeface="LG스마트체 Regular" panose="020B0600000101010101" pitchFamily="50" charset="-127"/>
              </a:rPr>
              <a:t>Lot</a:t>
            </a:r>
            <a:r>
              <a:rPr lang="ko-KR" altLang="en-US" sz="1000">
                <a:ea typeface="LG스마트체 Regular" panose="020B0600000101010101" pitchFamily="50" charset="-127"/>
              </a:rPr>
              <a:t>에 대해 투입 가능 구간을 선별하여 공유 완료 하였습니다</a:t>
            </a:r>
            <a:r>
              <a:rPr lang="en-US" altLang="ko-KR" sz="1000">
                <a:ea typeface="LG스마트체 Regular" panose="020B0600000101010101" pitchFamily="50" charset="-127"/>
              </a:rPr>
              <a:t>. (</a:t>
            </a:r>
            <a:r>
              <a:rPr lang="ko-KR" altLang="en-US" sz="1000">
                <a:ea typeface="LG스마트체 Regular" panose="020B0600000101010101" pitchFamily="50" charset="-127"/>
              </a:rPr>
              <a:t>대상 </a:t>
            </a:r>
            <a:r>
              <a:rPr lang="en-US" altLang="ko-KR" sz="1000">
                <a:ea typeface="LG스마트체 Regular" panose="020B0600000101010101" pitchFamily="50" charset="-127"/>
              </a:rPr>
              <a:t>Lot : 87</a:t>
            </a:r>
            <a:r>
              <a:rPr lang="ko-KR" altLang="en-US" sz="1000">
                <a:ea typeface="LG스마트체 Regular" panose="020B0600000101010101" pitchFamily="50" charset="-127"/>
              </a:rPr>
              <a:t>개</a:t>
            </a:r>
            <a:r>
              <a:rPr lang="en-US" altLang="ko-KR" sz="1000">
                <a:ea typeface="LG스마트체 Regular" panose="020B0600000101010101" pitchFamily="50" charset="-127"/>
              </a:rPr>
              <a:t>, 8/29 20:00</a:t>
            </a:r>
            <a:r>
              <a:rPr lang="ko-KR" altLang="en-US" sz="1000">
                <a:ea typeface="LG스마트체 Regular" panose="020B0600000101010101" pitchFamily="50" charset="-127"/>
              </a:rPr>
              <a:t>시 지원 요청 → </a:t>
            </a:r>
            <a:r>
              <a:rPr lang="en-US" altLang="ko-KR" sz="1000">
                <a:ea typeface="LG스마트체 Regular" panose="020B0600000101010101" pitchFamily="50" charset="-127"/>
              </a:rPr>
              <a:t>8/30 14:00</a:t>
            </a:r>
            <a:r>
              <a:rPr lang="ko-KR" altLang="en-US" sz="1000">
                <a:ea typeface="LG스마트체 Regular" panose="020B0600000101010101" pitchFamily="50" charset="-127"/>
              </a:rPr>
              <a:t>시 결과 공유 완료</a:t>
            </a:r>
            <a:r>
              <a:rPr lang="en-US" altLang="ko-KR" sz="1000">
                <a:ea typeface="LG스마트체 Regular" panose="020B0600000101010101" pitchFamily="50" charset="-127"/>
              </a:rPr>
              <a:t>) </a:t>
            </a: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1FA8E5F-C1CB-4145-85DC-A0974EB6764A}"/>
              </a:ext>
            </a:extLst>
          </p:cNvPr>
          <p:cNvGraphicFramePr>
            <a:graphicFrameLocks noGrp="1"/>
          </p:cNvGraphicFramePr>
          <p:nvPr/>
        </p:nvGraphicFramePr>
        <p:xfrm>
          <a:off x="1808324" y="1928593"/>
          <a:ext cx="7972629" cy="1320165"/>
        </p:xfrm>
        <a:graphic>
          <a:graphicData uri="http://schemas.openxmlformats.org/drawingml/2006/table">
            <a:tbl>
              <a:tblPr/>
              <a:tblGrid>
                <a:gridCol w="271463">
                  <a:extLst>
                    <a:ext uri="{9D8B030D-6E8A-4147-A177-3AD203B41FA5}">
                      <a16:colId xmlns:a16="http://schemas.microsoft.com/office/drawing/2014/main" val="3967161688"/>
                    </a:ext>
                  </a:extLst>
                </a:gridCol>
                <a:gridCol w="611066">
                  <a:extLst>
                    <a:ext uri="{9D8B030D-6E8A-4147-A177-3AD203B41FA5}">
                      <a16:colId xmlns:a16="http://schemas.microsoft.com/office/drawing/2014/main" val="2033989948"/>
                    </a:ext>
                  </a:extLst>
                </a:gridCol>
                <a:gridCol w="2307140">
                  <a:extLst>
                    <a:ext uri="{9D8B030D-6E8A-4147-A177-3AD203B41FA5}">
                      <a16:colId xmlns:a16="http://schemas.microsoft.com/office/drawing/2014/main" val="765858585"/>
                    </a:ext>
                  </a:extLst>
                </a:gridCol>
                <a:gridCol w="460975">
                  <a:extLst>
                    <a:ext uri="{9D8B030D-6E8A-4147-A177-3AD203B41FA5}">
                      <a16:colId xmlns:a16="http://schemas.microsoft.com/office/drawing/2014/main" val="2790441519"/>
                    </a:ext>
                  </a:extLst>
                </a:gridCol>
                <a:gridCol w="384417">
                  <a:extLst>
                    <a:ext uri="{9D8B030D-6E8A-4147-A177-3AD203B41FA5}">
                      <a16:colId xmlns:a16="http://schemas.microsoft.com/office/drawing/2014/main" val="3772897933"/>
                    </a:ext>
                  </a:extLst>
                </a:gridCol>
                <a:gridCol w="1244509">
                  <a:extLst>
                    <a:ext uri="{9D8B030D-6E8A-4147-A177-3AD203B41FA5}">
                      <a16:colId xmlns:a16="http://schemas.microsoft.com/office/drawing/2014/main" val="3583157468"/>
                    </a:ext>
                  </a:extLst>
                </a:gridCol>
                <a:gridCol w="2693059">
                  <a:extLst>
                    <a:ext uri="{9D8B030D-6E8A-4147-A177-3AD203B41FA5}">
                      <a16:colId xmlns:a16="http://schemas.microsoft.com/office/drawing/2014/main" val="3965301810"/>
                    </a:ext>
                  </a:extLst>
                </a:gridCol>
              </a:tblGrid>
              <a:tr h="765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No.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대상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분석 사례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진행 시점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현황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비고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활용 데이터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419105"/>
                  </a:ext>
                </a:extLst>
              </a:tr>
              <a:tr h="765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1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생산센터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ESNJ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반제품 단위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RMA Cell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분석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‘25.1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내부 분석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추적정보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설비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Loss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정보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/ Cell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별 활성화 등급 정보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353204"/>
                  </a:ext>
                </a:extLst>
              </a:tr>
              <a:tr h="765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2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생산센터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ESGM1 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저전압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 급증 이슈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‘25.2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내부 분석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추적정보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설비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Loss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정보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투입 원재료 데이터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4840673"/>
                  </a:ext>
                </a:extLst>
              </a:tr>
              <a:tr h="765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3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생산센터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ESS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화재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Risk Cell/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활성화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B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등급 불량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‘25.2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내부 분석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추적정보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설비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Loss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정보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검사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치수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데이터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2306959"/>
                  </a:ext>
                </a:extLst>
              </a:tr>
              <a:tr h="11019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4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개발센터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E161A C1 Cycle Test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시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Sudden drop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현상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‘25.4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fontAlgn="ctr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결과 기반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Issue Closing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추적정보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활성화 데이터</a:t>
                      </a:r>
                      <a:endParaRPr lang="en-US" altLang="ko-KR" sz="900" b="0" i="0" u="none" strike="noStrike">
                        <a:solidFill>
                          <a:srgbClr val="0066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221311"/>
                  </a:ext>
                </a:extLst>
              </a:tr>
              <a:tr h="765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5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ESMI(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랜싱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ESMI(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랜싱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 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탈리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Issue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‘25.5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법인 공유 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추적정보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 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롤맵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조립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~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전극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Data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정보 연결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수동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2716744"/>
                  </a:ext>
                </a:extLst>
              </a:tr>
              <a:tr h="765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6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개발센터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E77A Cycle Issue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‘25.5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fontAlgn="ctr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결과 기반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Issue Closing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추적정보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조립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–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설비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Data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3156829"/>
                  </a:ext>
                </a:extLst>
              </a:tr>
              <a:tr h="765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7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개발센터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E77A Tab Torn Issue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‘25.6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결과 공유 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추적정보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검사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치수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데이터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검사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외관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 Image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데이터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7227828"/>
                  </a:ext>
                </a:extLst>
              </a:tr>
              <a:tr h="7651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8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ESMI(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랜싱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Dross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의심구간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Risk range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산정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‘25.8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fontAlgn="ctr">
                        <a:buFont typeface="Wingdings" panose="05000000000000000000" pitchFamily="2" charset="2"/>
                        <a:buChar char="ü"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Risk Range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산정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공유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추적정보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설비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PV(EDC)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700137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44531596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tabLst>
                <a:tab pos="447675" algn="l"/>
              </a:tabLst>
              <a:defRPr/>
            </a:pPr>
            <a:r>
              <a:rPr lang="ko-KR" altLang="en-US" sz="1100" dirty="0">
                <a:solidFill>
                  <a:prstClr val="black"/>
                </a:solidFill>
                <a:ea typeface="LG스마트체 Regular" panose="020B0600000101010101" pitchFamily="50" charset="-127"/>
              </a:rPr>
              <a:t>업데이트 시간 </a:t>
            </a:r>
            <a:r>
              <a:rPr lang="en-US" altLang="ko-KR" sz="1100" dirty="0">
                <a:solidFill>
                  <a:prstClr val="black"/>
                </a:solidFill>
                <a:ea typeface="LG스마트체 Regular" panose="020B0600000101010101" pitchFamily="50" charset="-127"/>
              </a:rPr>
              <a:t>: 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12/16</a:t>
            </a:r>
            <a:r>
              <a:rPr lang="en-US" altLang="ko-KR" sz="1100" dirty="0">
                <a:solidFill>
                  <a:prstClr val="black"/>
                </a:solidFill>
                <a:ea typeface="LG스마트체 Regular" panose="020B0600000101010101" pitchFamily="50" charset="-127"/>
              </a:rPr>
              <a:t>(</a:t>
            </a:r>
            <a:r>
              <a:rPr lang="ko-KR" altLang="en-US" sz="1100" dirty="0">
                <a:solidFill>
                  <a:prstClr val="black"/>
                </a:solidFill>
                <a:ea typeface="LG스마트체 Regular" panose="020B0600000101010101" pitchFamily="50" charset="-127"/>
              </a:rPr>
              <a:t>화</a:t>
            </a:r>
            <a:r>
              <a:rPr lang="en-US" altLang="ko-KR" sz="1100" dirty="0">
                <a:solidFill>
                  <a:prstClr val="black"/>
                </a:solidFill>
                <a:ea typeface="LG스마트체 Regular" panose="020B0600000101010101" pitchFamily="50" charset="-127"/>
              </a:rPr>
              <a:t>) 16</a:t>
            </a:r>
            <a:r>
              <a:rPr lang="ko-KR" altLang="en-US" sz="1100" dirty="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7887174" y="418066"/>
            <a:ext cx="1849866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서동민 책임</a:t>
            </a:r>
            <a:r>
              <a:rPr lang="en-US" altLang="ko-KR" sz="110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, </a:t>
            </a:r>
            <a:r>
              <a:rPr lang="ko-KR" altLang="en-US" sz="110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조은지 선임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LG스마트체 Regular" panose="020B0600000101010101" pitchFamily="50" charset="-127"/>
            </a:endParaRPr>
          </a:p>
        </p:txBody>
      </p:sp>
      <p:sp>
        <p:nvSpPr>
          <p:cNvPr id="13" name="내용 개체 틀 20"/>
          <p:cNvSpPr txBox="1">
            <a:spLocks/>
          </p:cNvSpPr>
          <p:nvPr/>
        </p:nvSpPr>
        <p:spPr>
          <a:xfrm>
            <a:off x="108658" y="612730"/>
            <a:ext cx="209352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수율 현황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ESMI1,2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동 수율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LG스마트체 Regular" panose="020B0600000101010101" pitchFamily="50" charset="-127"/>
            </a:endParaRP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8272123"/>
              </p:ext>
            </p:extLst>
          </p:nvPr>
        </p:nvGraphicFramePr>
        <p:xfrm>
          <a:off x="125047" y="840840"/>
          <a:ext cx="9751857" cy="5848975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701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30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119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54518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ESMI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수율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모니터링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ESMI1,2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금주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ESMI 1&amp;2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동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수율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 현황입니다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▣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월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수율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(~14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일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▣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W49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수율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(12/8~12/14)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br>
                        <a:rPr lang="en-US" altLang="ko-KR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</a:b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br>
                        <a:rPr lang="en-US" altLang="ko-KR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  <a:cs typeface="+mn-cs"/>
                        </a:rPr>
                      </a:br>
                      <a:endParaRPr lang="en-US" altLang="ko-KR" sz="900" b="0" i="0" u="none" strike="noStrike" noProof="0" dirty="0">
                        <a:solidFill>
                          <a:srgbClr val="0000FF"/>
                        </a:solidFill>
                        <a:latin typeface="+mj-lt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0" i="0" u="none" strike="noStrike" noProof="0" dirty="0">
                          <a:solidFill>
                            <a:srgbClr val="0000FF"/>
                          </a:solidFill>
                          <a:latin typeface="+mj-lt"/>
                          <a:ea typeface="LG스마트체 Regular" panose="020B0600000101010101" pitchFamily="50" charset="-127"/>
                          <a:cs typeface="Malgun Gothic Semilight"/>
                        </a:rPr>
                        <a:t> 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지속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모니터링</a:t>
                      </a:r>
                      <a:b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</a:b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+mj-lt"/>
                          <a:ea typeface="LG스마트체 Regular" panose="020B0600000101010101" pitchFamily="50" charset="-127"/>
                        </a:rPr>
                        <a:t>서동민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+mj-lt"/>
                          <a:ea typeface="LG스마트체 Regular" panose="020B0600000101010101" pitchFamily="50" charset="-127"/>
                        </a:rPr>
                        <a:t>조은지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+mj-lt"/>
                          <a:ea typeface="LG스마트체 Regular" panose="020B0600000101010101" pitchFamily="50" charset="-127"/>
                        </a:rPr>
                        <a:t>최재호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+mj-lt"/>
                          <a:ea typeface="LG스마트체 Regular" panose="020B0600000101010101" pitchFamily="50" charset="-127"/>
                        </a:rPr>
                        <a:t>임성묵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+mj-lt"/>
                          <a:ea typeface="LG스마트체 Regular" panose="020B0600000101010101" pitchFamily="50" charset="-127"/>
                        </a:rPr>
                        <a:t>강주예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26" name="실행 단추: 홈으로 이동 25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8DA15ED6-6A4A-4A60-ACDE-7EE4D1064F78}"/>
              </a:ext>
            </a:extLst>
          </p:cNvPr>
          <p:cNvSpPr/>
          <p:nvPr/>
        </p:nvSpPr>
        <p:spPr>
          <a:xfrm>
            <a:off x="9468684" y="99391"/>
            <a:ext cx="268356" cy="237450"/>
          </a:xfrm>
          <a:prstGeom prst="actionButtonHome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4C5E0C0D-AC3C-4100-8028-E2A9F83C856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810978" y="1518823"/>
            <a:ext cx="6839212" cy="2485698"/>
          </a:xfrm>
          <a:prstGeom prst="rect">
            <a:avLst/>
          </a:prstGeom>
          <a:ln>
            <a:solidFill>
              <a:srgbClr val="0000FF"/>
            </a:solidFill>
          </a:ln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AF036937-D67C-4866-AE5D-29D75EF5272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803168" y="4114216"/>
            <a:ext cx="6847022" cy="2485698"/>
          </a:xfrm>
          <a:prstGeom prst="rect">
            <a:avLst/>
          </a:prstGeom>
          <a:ln>
            <a:solidFill>
              <a:srgbClr val="0000FF"/>
            </a:solidFill>
          </a:ln>
        </p:spPr>
      </p:pic>
    </p:spTree>
    <p:extLst>
      <p:ext uri="{BB962C8B-B14F-4D97-AF65-F5344CB8AC3E}">
        <p14:creationId xmlns:p14="http://schemas.microsoft.com/office/powerpoint/2010/main" val="921970639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12/10 (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수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 11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시</a:t>
            </a: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강주예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6518405"/>
              </p:ext>
            </p:extLst>
          </p:nvPr>
        </p:nvGraphicFramePr>
        <p:xfrm>
          <a:off x="134672" y="840840"/>
          <a:ext cx="9751857" cy="5817413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24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294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367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30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404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49752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전극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수율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모니터링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 1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E71A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모델의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8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일까지의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12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월 </a:t>
                      </a: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수율은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노칭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공정이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97.9%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로 가장 낮았습니다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가장 불량률이 높은 항목은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Rewinding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Loss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항목이며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불량률은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대비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1.64%p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증가한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1.86%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en-US" altLang="ko-KR" sz="9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noProof="0" dirty="0">
                        <a:solidFill>
                          <a:srgbClr val="0000FF"/>
                        </a:solidFill>
                        <a:latin typeface="+mn-lt"/>
                        <a:ea typeface="LG스마트체 Regular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0" i="0" u="none" strike="noStrike" noProof="0" dirty="0">
                          <a:solidFill>
                            <a:srgbClr val="0000FF"/>
                          </a:solidFill>
                          <a:latin typeface="+mn-lt"/>
                          <a:ea typeface="LG스마트체 Regular"/>
                          <a:cs typeface="Malgun Gothic Semilight"/>
                        </a:rPr>
                        <a:t>     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지속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모니터링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강주예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  <a:tr h="194065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조립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수율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모니터링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 1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E71A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모델의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8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일까지의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수율은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스태킹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공정이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98.6%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로 가장 낮았습니다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가장 불량률이 높은 항목은 </a:t>
                      </a: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모노세파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외관불량으로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11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대비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0.28%p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증가한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0.50%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이외에도 공정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Loss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불량률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0.42%p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증가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쇼트 불량률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0.17%p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증가하여 전월 대비 </a:t>
                      </a: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수율이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감소했습니다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불량률은 특정 호기가 아닌 전호기에서 증가하였습니다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endParaRPr lang="en-US" altLang="ko-KR" sz="9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0" i="0" u="none" strike="noStrike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  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b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endParaRPr lang="en-US" altLang="ko-KR" sz="9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ko-KR" altLang="en-US" sz="800" b="0" i="0" u="none" strike="noStrike" noProof="0" dirty="0" err="1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Malgun Gothic Semilight"/>
                        </a:rPr>
                        <a:t>라미</a:t>
                      </a:r>
                      <a:r>
                        <a:rPr lang="ko-KR" altLang="en-US" sz="800" b="0" i="0" u="none" strike="noStrike" noProof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Malgun Gothic Semilight"/>
                        </a:rPr>
                        <a:t> 공정 </a:t>
                      </a:r>
                      <a:r>
                        <a:rPr lang="ko-KR" altLang="en-US" sz="800" b="0" i="0" u="none" strike="noStrike" noProof="0" dirty="0" err="1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Malgun Gothic Semilight"/>
                        </a:rPr>
                        <a:t>수율은</a:t>
                      </a:r>
                      <a:r>
                        <a:rPr lang="ko-KR" altLang="en-US" sz="800" b="0" i="0" u="none" strike="noStrike" noProof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Malgun Gothic Semilight"/>
                        </a:rPr>
                        <a:t> 공정 </a:t>
                      </a:r>
                      <a:r>
                        <a:rPr lang="en-US" altLang="ko-KR" sz="800" b="0" i="0" u="none" strike="noStrike" noProof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Malgun Gothic Semilight"/>
                        </a:rPr>
                        <a:t>Loss</a:t>
                      </a:r>
                      <a:r>
                        <a:rPr lang="ko-KR" altLang="en-US" sz="800" b="0" i="0" u="none" strike="noStrike" noProof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Malgun Gothic Semilight"/>
                        </a:rPr>
                        <a:t>가 음수로 나타나서 </a:t>
                      </a:r>
                      <a:r>
                        <a:rPr lang="en-US" altLang="ko-KR" sz="800" b="0" i="0" u="none" strike="noStrike" noProof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Malgun Gothic Semilight"/>
                        </a:rPr>
                        <a:t>100%</a:t>
                      </a:r>
                      <a:r>
                        <a:rPr lang="ko-KR" altLang="en-US" sz="800" b="0" i="0" u="none" strike="noStrike" noProof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Malgun Gothic Semilight"/>
                        </a:rPr>
                        <a:t>가 넘는 것으로 확인하였습니다</a:t>
                      </a:r>
                      <a:r>
                        <a:rPr lang="en-US" altLang="ko-KR" sz="800" b="0" i="0" u="none" strike="noStrike" noProof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Malgun Gothic Semilight"/>
                        </a:rPr>
                        <a:t>.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80453728"/>
                  </a:ext>
                </a:extLst>
              </a:tr>
              <a:tr h="1782971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활성화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수율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모니터링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 1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E71A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모델의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8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일까지의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수율은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r>
                        <a:rPr lang="en-US" altLang="ko-KR" sz="900" b="0" i="0" u="none" strike="noStrike" kern="1200" baseline="300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nd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Formation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공정이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97.4%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로 가장 낮았습니다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가장 불량률이 높은 항목은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Q(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외관 변형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항목으로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대비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0.60%p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증가하여 불량률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0.66%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이외에도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P(Capacity), W(W Grade)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불량 등도 전반적으로 모든 불량이 증가하였습니다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1646847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472E171-D1D3-400C-B416-93D7B68E37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68504"/>
              </p:ext>
            </p:extLst>
          </p:nvPr>
        </p:nvGraphicFramePr>
        <p:xfrm>
          <a:off x="1676399" y="1735784"/>
          <a:ext cx="3457574" cy="1085850"/>
        </p:xfrm>
        <a:graphic>
          <a:graphicData uri="http://schemas.openxmlformats.org/drawingml/2006/table">
            <a:tbl>
              <a:tblPr/>
              <a:tblGrid>
                <a:gridCol w="759906">
                  <a:extLst>
                    <a:ext uri="{9D8B030D-6E8A-4147-A177-3AD203B41FA5}">
                      <a16:colId xmlns:a16="http://schemas.microsoft.com/office/drawing/2014/main" val="192120987"/>
                    </a:ext>
                  </a:extLst>
                </a:gridCol>
                <a:gridCol w="674417">
                  <a:extLst>
                    <a:ext uri="{9D8B030D-6E8A-4147-A177-3AD203B41FA5}">
                      <a16:colId xmlns:a16="http://schemas.microsoft.com/office/drawing/2014/main" val="1836605314"/>
                    </a:ext>
                  </a:extLst>
                </a:gridCol>
                <a:gridCol w="674417">
                  <a:extLst>
                    <a:ext uri="{9D8B030D-6E8A-4147-A177-3AD203B41FA5}">
                      <a16:colId xmlns:a16="http://schemas.microsoft.com/office/drawing/2014/main" val="3919512693"/>
                    </a:ext>
                  </a:extLst>
                </a:gridCol>
                <a:gridCol w="674417">
                  <a:extLst>
                    <a:ext uri="{9D8B030D-6E8A-4147-A177-3AD203B41FA5}">
                      <a16:colId xmlns:a16="http://schemas.microsoft.com/office/drawing/2014/main" val="3606650259"/>
                    </a:ext>
                  </a:extLst>
                </a:gridCol>
                <a:gridCol w="674417">
                  <a:extLst>
                    <a:ext uri="{9D8B030D-6E8A-4147-A177-3AD203B41FA5}">
                      <a16:colId xmlns:a16="http://schemas.microsoft.com/office/drawing/2014/main" val="805764574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롤프레스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슬리팅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노칭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9064685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5940403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25.12(~8)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98.5%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100.1%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97.9%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1856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-1.1%p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+1.0%p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+0.4%p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-1.7%p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286203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3470D81-2A51-44B3-A6BB-CD8CA0F3C0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9600170"/>
              </p:ext>
            </p:extLst>
          </p:nvPr>
        </p:nvGraphicFramePr>
        <p:xfrm>
          <a:off x="1603302" y="5381454"/>
          <a:ext cx="3807487" cy="1160145"/>
        </p:xfrm>
        <a:graphic>
          <a:graphicData uri="http://schemas.openxmlformats.org/drawingml/2006/table">
            <a:tbl>
              <a:tblPr/>
              <a:tblGrid>
                <a:gridCol w="687086">
                  <a:extLst>
                    <a:ext uri="{9D8B030D-6E8A-4147-A177-3AD203B41FA5}">
                      <a16:colId xmlns:a16="http://schemas.microsoft.com/office/drawing/2014/main" val="192120987"/>
                    </a:ext>
                  </a:extLst>
                </a:gridCol>
                <a:gridCol w="687086">
                  <a:extLst>
                    <a:ext uri="{9D8B030D-6E8A-4147-A177-3AD203B41FA5}">
                      <a16:colId xmlns:a16="http://schemas.microsoft.com/office/drawing/2014/main" val="1836605314"/>
                    </a:ext>
                  </a:extLst>
                </a:gridCol>
                <a:gridCol w="595108">
                  <a:extLst>
                    <a:ext uri="{9D8B030D-6E8A-4147-A177-3AD203B41FA5}">
                      <a16:colId xmlns:a16="http://schemas.microsoft.com/office/drawing/2014/main" val="3919512693"/>
                    </a:ext>
                  </a:extLst>
                </a:gridCol>
                <a:gridCol w="595108">
                  <a:extLst>
                    <a:ext uri="{9D8B030D-6E8A-4147-A177-3AD203B41FA5}">
                      <a16:colId xmlns:a16="http://schemas.microsoft.com/office/drawing/2014/main" val="3606650259"/>
                    </a:ext>
                  </a:extLst>
                </a:gridCol>
                <a:gridCol w="759417">
                  <a:extLst>
                    <a:ext uri="{9D8B030D-6E8A-4147-A177-3AD203B41FA5}">
                      <a16:colId xmlns:a16="http://schemas.microsoft.com/office/drawing/2014/main" val="1218088475"/>
                    </a:ext>
                  </a:extLst>
                </a:gridCol>
                <a:gridCol w="483682">
                  <a:extLst>
                    <a:ext uri="{9D8B030D-6E8A-4147-A177-3AD203B41FA5}">
                      <a16:colId xmlns:a16="http://schemas.microsoft.com/office/drawing/2014/main" val="2455018710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공정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</a:t>
                      </a:r>
                      <a:r>
                        <a:rPr lang="en-US" altLang="ko-KR" sz="900" b="0" i="0" u="none" strike="noStrike" baseline="300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st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 Formation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DGS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</a:t>
                      </a:r>
                      <a:r>
                        <a:rPr lang="en-US" altLang="ko-KR" sz="900" b="0" i="0" u="none" strike="noStrike" baseline="300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nd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 Formation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저전압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용량 불량배출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EOL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9064685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99.6%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99.9%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99.9%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99.7%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98.2%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5940403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25.12(~8)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-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생산량 적음</a:t>
                      </a: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97.4%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100.9%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1856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+0.1%p</a:t>
                      </a:r>
                      <a:endParaRPr lang="en-US" altLang="ko-KR" sz="900" b="0" i="0" u="none" strike="noStrike" dirty="0">
                        <a:solidFill>
                          <a:srgbClr val="0000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-2.5%p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+0.3%p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+2.7%p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286203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13E32185-611D-4FB9-A8E7-E49F2D59E1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210512"/>
              </p:ext>
            </p:extLst>
          </p:nvPr>
        </p:nvGraphicFramePr>
        <p:xfrm>
          <a:off x="1698433" y="3448061"/>
          <a:ext cx="2781300" cy="1085850"/>
        </p:xfrm>
        <a:graphic>
          <a:graphicData uri="http://schemas.openxmlformats.org/drawingml/2006/table">
            <a:tbl>
              <a:tblPr/>
              <a:tblGrid>
                <a:gridCol w="759399">
                  <a:extLst>
                    <a:ext uri="{9D8B030D-6E8A-4147-A177-3AD203B41FA5}">
                      <a16:colId xmlns:a16="http://schemas.microsoft.com/office/drawing/2014/main" val="192120987"/>
                    </a:ext>
                  </a:extLst>
                </a:gridCol>
                <a:gridCol w="673967">
                  <a:extLst>
                    <a:ext uri="{9D8B030D-6E8A-4147-A177-3AD203B41FA5}">
                      <a16:colId xmlns:a16="http://schemas.microsoft.com/office/drawing/2014/main" val="1836605314"/>
                    </a:ext>
                  </a:extLst>
                </a:gridCol>
                <a:gridCol w="673967">
                  <a:extLst>
                    <a:ext uri="{9D8B030D-6E8A-4147-A177-3AD203B41FA5}">
                      <a16:colId xmlns:a16="http://schemas.microsoft.com/office/drawing/2014/main" val="3919512693"/>
                    </a:ext>
                  </a:extLst>
                </a:gridCol>
                <a:gridCol w="673967">
                  <a:extLst>
                    <a:ext uri="{9D8B030D-6E8A-4147-A177-3AD203B41FA5}">
                      <a16:colId xmlns:a16="http://schemas.microsoft.com/office/drawing/2014/main" val="3606650259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라미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스태킹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패키징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9064685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97.8%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5940403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25.12(~8)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101.0%</a:t>
                      </a:r>
                      <a:endParaRPr lang="en-US" altLang="ko-KR" sz="900" b="0" i="0" u="none" strike="noStrike" dirty="0">
                        <a:solidFill>
                          <a:srgbClr val="0000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98.6%</a:t>
                      </a:r>
                      <a:endParaRPr lang="en-US" altLang="ko-KR" sz="900" b="0" i="0" u="none" strike="noStrike" dirty="0">
                        <a:solidFill>
                          <a:srgbClr val="0000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99.1%</a:t>
                      </a:r>
                      <a:endParaRPr lang="en-US" altLang="ko-KR" sz="900" b="0" i="0" u="none" strike="noStrike" dirty="0">
                        <a:solidFill>
                          <a:srgbClr val="0000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1856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+3.2%p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-0.6%p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-0.7%p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286203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BA6043FC-CD0C-495B-80FB-DE87727653BB}"/>
              </a:ext>
            </a:extLst>
          </p:cNvPr>
          <p:cNvSpPr txBox="1">
            <a:spLocks/>
          </p:cNvSpPr>
          <p:nvPr/>
        </p:nvSpPr>
        <p:spPr>
          <a:xfrm>
            <a:off x="108657" y="612730"/>
            <a:ext cx="4206167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수율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현황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ESMI 1&amp;2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동 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수율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: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공정 별 현황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 E71A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모델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LG스마트체 Regular" panose="020B0600000101010101" pitchFamily="50" charset="-127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516E4FAD-75B8-4310-7E96-3AFB883DA22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06909" y="1102450"/>
            <a:ext cx="1718223" cy="1844065"/>
          </a:xfrm>
          <a:prstGeom prst="rect">
            <a:avLst/>
          </a:prstGeom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B309B86C-A190-7EBD-91F5-52E06997535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06909" y="3095507"/>
            <a:ext cx="1790958" cy="1790958"/>
          </a:xfrm>
          <a:prstGeom prst="rect">
            <a:avLst/>
          </a:prstGeom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8B25E722-E607-ACE5-AB65-BDC04C73987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606909" y="5035457"/>
            <a:ext cx="2241000" cy="16227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3649719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en-US" altLang="ko-KR" sz="1100" dirty="0">
                <a:solidFill>
                  <a:prstClr val="black"/>
                </a:solidFill>
                <a:ea typeface="LG스마트체 Regular" panose="020B0600000101010101" pitchFamily="50" charset="-127"/>
              </a:rPr>
              <a:t>12/2 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(</a:t>
            </a:r>
            <a:r>
              <a:rPr lang="ko-KR" altLang="en-US" sz="1100" dirty="0">
                <a:solidFill>
                  <a:prstClr val="black"/>
                </a:solidFill>
                <a:ea typeface="LG스마트체 Regular" panose="020B0600000101010101" pitchFamily="50" charset="-127"/>
              </a:rPr>
              <a:t>화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 17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시</a:t>
            </a: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강주예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5222767"/>
              </p:ext>
            </p:extLst>
          </p:nvPr>
        </p:nvGraphicFramePr>
        <p:xfrm>
          <a:off x="0" y="848953"/>
          <a:ext cx="9751857" cy="5817413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24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294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367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30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404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49752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전극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수율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모니터링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ESMI 2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JF2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모델의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8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일까지의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수율은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노칭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공정이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98.6%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로 가장 낮았습니다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 11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월 대비 불량률이 증가한 항목은 공정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Loss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항목이며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, 0.31%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.(0.27%p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↑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11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월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Worst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불량인 </a:t>
                      </a: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전공정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Loss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항목 불량률은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12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월에도 계속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0.7%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정도로 높게 나타나고 있습니다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.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noProof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Malgun Gothic Semilight"/>
                        </a:rPr>
                        <a:t>  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지속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모니터링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강주예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  <a:tr h="194065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조립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수율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모니터링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 2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JF2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모델의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8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일까지의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수율은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라미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공정이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97.6%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로 가장 낮았습니다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NG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마킹 불량률이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0.46%p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증가하여 현재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1.80%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NG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마킹 불량은 전반적으로 모든 호기에서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1%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가 넘게 발생하고 있습니다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0" i="0" u="none" strike="noStrike" noProof="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  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b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b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</a:br>
                      <a:endParaRPr lang="en-US" altLang="ko-KR" sz="9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Malgun Gothic Semilight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80453728"/>
                  </a:ext>
                </a:extLst>
              </a:tr>
              <a:tr h="1782971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활성화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수율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모니터링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 2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JF2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모델의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8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일까지의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수율은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EOL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공정이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98.1%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로 가장 낮았습니다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불량률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Top 1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항목은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IR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불량이며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11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대비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0.58%p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증가한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0.84%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입니다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월부터 계속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IR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불량이 증가 추세 입니다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이외에도 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pouch dent scratch 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불량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전공정</a:t>
                      </a: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불량 등 전반적인 불량률이 증가하고 있습니다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1646847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472E171-D1D3-400C-B416-93D7B68E37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7877657"/>
              </p:ext>
            </p:extLst>
          </p:nvPr>
        </p:nvGraphicFramePr>
        <p:xfrm>
          <a:off x="1676399" y="1666211"/>
          <a:ext cx="2783157" cy="1085850"/>
        </p:xfrm>
        <a:graphic>
          <a:graphicData uri="http://schemas.openxmlformats.org/drawingml/2006/table">
            <a:tbl>
              <a:tblPr/>
              <a:tblGrid>
                <a:gridCol w="759906">
                  <a:extLst>
                    <a:ext uri="{9D8B030D-6E8A-4147-A177-3AD203B41FA5}">
                      <a16:colId xmlns:a16="http://schemas.microsoft.com/office/drawing/2014/main" val="192120987"/>
                    </a:ext>
                  </a:extLst>
                </a:gridCol>
                <a:gridCol w="674417">
                  <a:extLst>
                    <a:ext uri="{9D8B030D-6E8A-4147-A177-3AD203B41FA5}">
                      <a16:colId xmlns:a16="http://schemas.microsoft.com/office/drawing/2014/main" val="1836605314"/>
                    </a:ext>
                  </a:extLst>
                </a:gridCol>
                <a:gridCol w="674417">
                  <a:extLst>
                    <a:ext uri="{9D8B030D-6E8A-4147-A177-3AD203B41FA5}">
                      <a16:colId xmlns:a16="http://schemas.microsoft.com/office/drawing/2014/main" val="3919512693"/>
                    </a:ext>
                  </a:extLst>
                </a:gridCol>
                <a:gridCol w="674417">
                  <a:extLst>
                    <a:ext uri="{9D8B030D-6E8A-4147-A177-3AD203B41FA5}">
                      <a16:colId xmlns:a16="http://schemas.microsoft.com/office/drawing/2014/main" val="805764574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롤프레스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노칭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9064685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5940403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25.12(~8)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1856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+0.5%p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-0.2%p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286203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3470D81-2A51-44B3-A6BB-CD8CA0F3C0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2033690"/>
              </p:ext>
            </p:extLst>
          </p:nvPr>
        </p:nvGraphicFramePr>
        <p:xfrm>
          <a:off x="1603302" y="5381454"/>
          <a:ext cx="3807487" cy="1160145"/>
        </p:xfrm>
        <a:graphic>
          <a:graphicData uri="http://schemas.openxmlformats.org/drawingml/2006/table">
            <a:tbl>
              <a:tblPr/>
              <a:tblGrid>
                <a:gridCol w="687086">
                  <a:extLst>
                    <a:ext uri="{9D8B030D-6E8A-4147-A177-3AD203B41FA5}">
                      <a16:colId xmlns:a16="http://schemas.microsoft.com/office/drawing/2014/main" val="192120987"/>
                    </a:ext>
                  </a:extLst>
                </a:gridCol>
                <a:gridCol w="687943">
                  <a:extLst>
                    <a:ext uri="{9D8B030D-6E8A-4147-A177-3AD203B41FA5}">
                      <a16:colId xmlns:a16="http://schemas.microsoft.com/office/drawing/2014/main" val="1836605314"/>
                    </a:ext>
                  </a:extLst>
                </a:gridCol>
                <a:gridCol w="594251">
                  <a:extLst>
                    <a:ext uri="{9D8B030D-6E8A-4147-A177-3AD203B41FA5}">
                      <a16:colId xmlns:a16="http://schemas.microsoft.com/office/drawing/2014/main" val="3919512693"/>
                    </a:ext>
                  </a:extLst>
                </a:gridCol>
                <a:gridCol w="595108">
                  <a:extLst>
                    <a:ext uri="{9D8B030D-6E8A-4147-A177-3AD203B41FA5}">
                      <a16:colId xmlns:a16="http://schemas.microsoft.com/office/drawing/2014/main" val="3606650259"/>
                    </a:ext>
                  </a:extLst>
                </a:gridCol>
                <a:gridCol w="759417">
                  <a:extLst>
                    <a:ext uri="{9D8B030D-6E8A-4147-A177-3AD203B41FA5}">
                      <a16:colId xmlns:a16="http://schemas.microsoft.com/office/drawing/2014/main" val="1218088475"/>
                    </a:ext>
                  </a:extLst>
                </a:gridCol>
                <a:gridCol w="483682">
                  <a:extLst>
                    <a:ext uri="{9D8B030D-6E8A-4147-A177-3AD203B41FA5}">
                      <a16:colId xmlns:a16="http://schemas.microsoft.com/office/drawing/2014/main" val="2455018710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공정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</a:t>
                      </a:r>
                      <a:r>
                        <a:rPr lang="en-US" altLang="ko-KR" sz="900" b="0" i="0" u="none" strike="noStrike" baseline="300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st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 Formation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DGS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</a:t>
                      </a:r>
                      <a:r>
                        <a:rPr lang="en-US" altLang="ko-KR" sz="900" b="0" i="0" u="none" strike="noStrike" baseline="300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nd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 Formation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저전압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용량 불량배출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EOL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9064685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99.8%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99.9%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99.5%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5940403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25.12(~8)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100.0%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99.8%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99.9%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98.1%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1856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-1.4%p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286203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13E32185-611D-4FB9-A8E7-E49F2D59E1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6115938"/>
              </p:ext>
            </p:extLst>
          </p:nvPr>
        </p:nvGraphicFramePr>
        <p:xfrm>
          <a:off x="1698433" y="3448061"/>
          <a:ext cx="2781300" cy="1085850"/>
        </p:xfrm>
        <a:graphic>
          <a:graphicData uri="http://schemas.openxmlformats.org/drawingml/2006/table">
            <a:tbl>
              <a:tblPr/>
              <a:tblGrid>
                <a:gridCol w="759399">
                  <a:extLst>
                    <a:ext uri="{9D8B030D-6E8A-4147-A177-3AD203B41FA5}">
                      <a16:colId xmlns:a16="http://schemas.microsoft.com/office/drawing/2014/main" val="192120987"/>
                    </a:ext>
                  </a:extLst>
                </a:gridCol>
                <a:gridCol w="673967">
                  <a:extLst>
                    <a:ext uri="{9D8B030D-6E8A-4147-A177-3AD203B41FA5}">
                      <a16:colId xmlns:a16="http://schemas.microsoft.com/office/drawing/2014/main" val="1836605314"/>
                    </a:ext>
                  </a:extLst>
                </a:gridCol>
                <a:gridCol w="673967">
                  <a:extLst>
                    <a:ext uri="{9D8B030D-6E8A-4147-A177-3AD203B41FA5}">
                      <a16:colId xmlns:a16="http://schemas.microsoft.com/office/drawing/2014/main" val="3919512693"/>
                    </a:ext>
                  </a:extLst>
                </a:gridCol>
                <a:gridCol w="673967">
                  <a:extLst>
                    <a:ext uri="{9D8B030D-6E8A-4147-A177-3AD203B41FA5}">
                      <a16:colId xmlns:a16="http://schemas.microsoft.com/office/drawing/2014/main" val="3606650259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라미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스태킹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패키징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9064685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97.4%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5940403"/>
                  </a:ext>
                </a:extLst>
              </a:tr>
              <a:tr h="3333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25.12(~8)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97.6%</a:t>
                      </a:r>
                      <a:endParaRPr lang="en-US" altLang="ko-KR" sz="900" b="0" i="0" u="none" strike="noStrike" dirty="0">
                        <a:solidFill>
                          <a:srgbClr val="0000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98.4%</a:t>
                      </a:r>
                      <a:endParaRPr lang="en-US" altLang="ko-KR" sz="900" b="0" i="0" u="none" strike="noStrike" dirty="0">
                        <a:solidFill>
                          <a:srgbClr val="0000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1856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+0.2%p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-0.4%p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-0.1%p</a:t>
                      </a:r>
                      <a:endParaRPr lang="en-US" altLang="ko-KR" sz="900" b="0" i="0" u="none" strike="noStrike" dirty="0">
                        <a:solidFill>
                          <a:srgbClr val="0000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3286203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BA6043FC-CD0C-495B-80FB-DE87727653BB}"/>
              </a:ext>
            </a:extLst>
          </p:cNvPr>
          <p:cNvSpPr txBox="1">
            <a:spLocks/>
          </p:cNvSpPr>
          <p:nvPr/>
        </p:nvSpPr>
        <p:spPr>
          <a:xfrm>
            <a:off x="108657" y="612730"/>
            <a:ext cx="4206167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</a:rPr>
              <a:t>[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수율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현황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ESMI 1&amp;2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동 </a:t>
            </a:r>
            <a:r>
              <a:rPr lang="ko-KR" altLang="en-US" sz="1400" b="1" err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수율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: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공정 별 현황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[ JF2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모델 </a:t>
            </a:r>
            <a:r>
              <a:rPr lang="en-US" altLang="ko-KR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]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</a:rPr>
              <a:t> 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LG스마트체 Regular" panose="020B0600000101010101" pitchFamily="50" charset="-127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D02D5801-7057-D20A-8416-F02A0C8B9E0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71397" y="1400585"/>
            <a:ext cx="1162343" cy="1567033"/>
          </a:xfrm>
          <a:prstGeom prst="rect">
            <a:avLst/>
          </a:prstGeom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7F97D382-BF9F-24E5-3754-77214BD6620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11715" y="3111074"/>
            <a:ext cx="1229108" cy="1774435"/>
          </a:xfrm>
          <a:prstGeom prst="rect">
            <a:avLst/>
          </a:prstGeom>
        </p:spPr>
      </p:pic>
      <p:pic>
        <p:nvPicPr>
          <p:cNvPr id="18" name="그림 17">
            <a:extLst>
              <a:ext uri="{FF2B5EF4-FFF2-40B4-BE49-F238E27FC236}">
                <a16:creationId xmlns:a16="http://schemas.microsoft.com/office/drawing/2014/main" id="{8E0E6C3A-E61A-FCE5-B7AA-2916427E4B2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66294" y="3990986"/>
            <a:ext cx="2567703" cy="868496"/>
          </a:xfrm>
          <a:prstGeom prst="rect">
            <a:avLst/>
          </a:prstGeom>
        </p:spPr>
      </p:pic>
      <p:pic>
        <p:nvPicPr>
          <p:cNvPr id="22" name="그림 21">
            <a:extLst>
              <a:ext uri="{FF2B5EF4-FFF2-40B4-BE49-F238E27FC236}">
                <a16:creationId xmlns:a16="http://schemas.microsoft.com/office/drawing/2014/main" id="{B0D6E99C-6598-89C7-9FBE-02D88D76824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066294" y="5209628"/>
            <a:ext cx="2542232" cy="14567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2379998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/>
          <p:cNvSpPr txBox="1"/>
          <p:nvPr/>
        </p:nvSpPr>
        <p:spPr>
          <a:xfrm>
            <a:off x="7021902" y="587343"/>
            <a:ext cx="2848270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lang="ko-KR" altLang="en-US" sz="1100" dirty="0">
                <a:solidFill>
                  <a:prstClr val="black"/>
                </a:solidFill>
                <a:ea typeface="LG스마트체 Regular" panose="020B0600000101010101" pitchFamily="50" charset="-127"/>
              </a:rPr>
              <a:t>업데이트 시간 </a:t>
            </a:r>
            <a:r>
              <a:rPr lang="en-US" altLang="ko-KR" sz="1100" dirty="0">
                <a:solidFill>
                  <a:prstClr val="black"/>
                </a:solidFill>
                <a:ea typeface="LG스마트체 Regular" panose="020B0600000101010101" pitchFamily="50" charset="-127"/>
              </a:rPr>
              <a:t>: 12/16(</a:t>
            </a:r>
            <a:r>
              <a:rPr lang="ko-KR" altLang="en-US" sz="1100" dirty="0">
                <a:solidFill>
                  <a:prstClr val="black"/>
                </a:solidFill>
                <a:ea typeface="LG스마트체 Regular" panose="020B0600000101010101" pitchFamily="50" charset="-127"/>
              </a:rPr>
              <a:t>화</a:t>
            </a:r>
            <a:r>
              <a:rPr lang="en-US" altLang="ko-KR" sz="1100" dirty="0">
                <a:solidFill>
                  <a:prstClr val="black"/>
                </a:solidFill>
                <a:ea typeface="LG스마트체 Regular" panose="020B0600000101010101" pitchFamily="50" charset="-127"/>
              </a:rPr>
              <a:t>) 17</a:t>
            </a:r>
            <a:r>
              <a:rPr lang="ko-KR" altLang="en-US" sz="1100" dirty="0">
                <a:solidFill>
                  <a:prstClr val="black"/>
                </a:solidFill>
                <a:ea typeface="LG스마트체 Regular" panose="020B0600000101010101" pitchFamily="50" charset="-127"/>
              </a:rPr>
              <a:t>시</a:t>
            </a: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7887174" y="418066"/>
            <a:ext cx="1849866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서동민 책임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조은지 선임</a:t>
            </a:r>
          </a:p>
        </p:txBody>
      </p:sp>
      <p:sp>
        <p:nvSpPr>
          <p:cNvPr id="13" name="내용 개체 틀 20"/>
          <p:cNvSpPr txBox="1">
            <a:spLocks/>
          </p:cNvSpPr>
          <p:nvPr/>
        </p:nvSpPr>
        <p:spPr>
          <a:xfrm>
            <a:off x="108658" y="612730"/>
            <a:ext cx="1797993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수율 현황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]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ESWA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 수율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1210767"/>
              </p:ext>
            </p:extLst>
          </p:nvPr>
        </p:nvGraphicFramePr>
        <p:xfrm>
          <a:off x="71778" y="840840"/>
          <a:ext cx="9741815" cy="5740935"/>
        </p:xfrm>
        <a:graphic>
          <a:graphicData uri="http://schemas.openxmlformats.org/drawingml/2006/table">
            <a:tbl>
              <a:tblPr/>
              <a:tblGrid>
                <a:gridCol w="8448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5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1129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2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17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29145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수율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모니터링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생산 </a:t>
                      </a: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Top5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금주 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ESWA </a:t>
                      </a:r>
                      <a:r>
                        <a:rPr lang="ko-KR" altLang="en-US" sz="9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수율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현황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입니다</a:t>
                      </a:r>
                      <a:r>
                        <a:rPr lang="en-US" altLang="ko-KR" sz="9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▣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월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수율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(~14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일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▣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W49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수율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(12/8~12/14)</a:t>
                      </a: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지속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  <a:t>모니터링</a:t>
                      </a:r>
                      <a:b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LG스마트체 Regular" panose="020B0600000101010101" pitchFamily="50" charset="-127"/>
                        </a:rPr>
                      </a:b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+mj-lt"/>
                          <a:ea typeface="LG스마트체 Regular" panose="020B0600000101010101" pitchFamily="50" charset="-127"/>
                        </a:rPr>
                        <a:t>서동민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+mj-lt"/>
                          <a:ea typeface="LG스마트체 Regular" panose="020B0600000101010101" pitchFamily="50" charset="-127"/>
                        </a:rPr>
                        <a:t>조은지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+mj-lt"/>
                          <a:ea typeface="LG스마트체 Regular" panose="020B0600000101010101" pitchFamily="50" charset="-127"/>
                        </a:rPr>
                        <a:t>최재호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+mj-lt"/>
                          <a:ea typeface="LG스마트체 Regular" panose="020B0600000101010101" pitchFamily="50" charset="-127"/>
                        </a:rPr>
                        <a:t>임성묵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j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+mj-lt"/>
                          <a:ea typeface="LG스마트체 Regular" panose="020B0600000101010101" pitchFamily="50" charset="-127"/>
                        </a:rPr>
                        <a:t>강주예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607E39CB-82F3-438E-B7DA-514D1BB4F1CC}"/>
              </a:ext>
            </a:extLst>
          </p:cNvPr>
          <p:cNvSpPr txBox="1"/>
          <p:nvPr/>
        </p:nvSpPr>
        <p:spPr>
          <a:xfrm>
            <a:off x="141316" y="1379522"/>
            <a:ext cx="1442906" cy="37660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-</a:t>
            </a: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일</a:t>
            </a:r>
            <a:endParaRPr lang="en-US" altLang="ko-KR" sz="800">
              <a:solidFill>
                <a:prstClr val="black"/>
              </a:solidFill>
              <a:ea typeface="LG스마트체 Regular" panose="020B0600000101010101" pitchFamily="50" charset="-127"/>
            </a:endParaRPr>
          </a:p>
          <a:p>
            <a:pPr lvl="0">
              <a:defRPr/>
            </a:pP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: -</a:t>
            </a: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일</a:t>
            </a:r>
            <a:b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</a:br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(</a:t>
            </a: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매 주 서면 보고 중</a:t>
            </a:r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) </a:t>
            </a:r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38CBFD90-029D-46A2-B11A-6E1E178CB95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046164" y="1409758"/>
            <a:ext cx="6516080" cy="2475895"/>
          </a:xfrm>
          <a:prstGeom prst="rect">
            <a:avLst/>
          </a:prstGeom>
          <a:ln>
            <a:solidFill>
              <a:srgbClr val="0000FF"/>
            </a:solidFill>
          </a:ln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482D3E7-5D0E-FB33-6015-5257445793D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007925" y="4051127"/>
            <a:ext cx="6554319" cy="2475895"/>
          </a:xfrm>
          <a:prstGeom prst="rect">
            <a:avLst/>
          </a:prstGeom>
          <a:ln>
            <a:solidFill>
              <a:srgbClr val="0000FF"/>
            </a:solidFill>
          </a:ln>
        </p:spPr>
      </p:pic>
    </p:spTree>
    <p:extLst>
      <p:ext uri="{BB962C8B-B14F-4D97-AF65-F5344CB8AC3E}">
        <p14:creationId xmlns:p14="http://schemas.microsoft.com/office/powerpoint/2010/main" val="1625678813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95865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79430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이상익 책임</a:t>
            </a:r>
          </a:p>
        </p:txBody>
      </p:sp>
      <p:sp>
        <p:nvSpPr>
          <p:cNvPr id="13" name="내용 개체 틀 20"/>
          <p:cNvSpPr txBox="1">
            <a:spLocks/>
          </p:cNvSpPr>
          <p:nvPr/>
        </p:nvSpPr>
        <p:spPr>
          <a:xfrm>
            <a:off x="79562" y="612730"/>
            <a:ext cx="1937453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전체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] WA L&amp;S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수율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현황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913021"/>
              </p:ext>
            </p:extLst>
          </p:nvPr>
        </p:nvGraphicFramePr>
        <p:xfrm>
          <a:off x="95951" y="840840"/>
          <a:ext cx="9751857" cy="5636160"/>
        </p:xfrm>
        <a:graphic>
          <a:graphicData uri="http://schemas.openxmlformats.org/drawingml/2006/table">
            <a:tbl>
              <a:tblPr/>
              <a:tblGrid>
                <a:gridCol w="5585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84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768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30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315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53009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L&amp;S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수율 지표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금주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핵심은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25.12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월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(~14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일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 L&amp;S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수율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98.2%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로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11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월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97.7%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대비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0.2%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증가하였습니다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.(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라미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98.7%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98.8%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▲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0.1%,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스태킹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99.0%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99.2%,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▲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0.2%)</a:t>
                      </a:r>
                      <a:b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   *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주요 사유는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스태킹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재작업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(Rework)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11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월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-0.33%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→ 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월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-0.62%(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▼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0.29%)</a:t>
                      </a:r>
                      <a:b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</a:b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rgbClr val="3333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rgbClr val="3333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rgbClr val="3333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  <a:p>
                      <a:pPr marL="171450" marR="0" lvl="0" indent="-17145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MEB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불량 개선 활동</a:t>
                      </a: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  <a:p>
                      <a:pPr marL="171450" marR="0" lvl="0" indent="-17145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E77A 10/29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양산 전 사전 점검 활동을 통해 조기 안정화 준비</a:t>
                      </a: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  <a:p>
                      <a:pPr marL="171450" marR="0" lvl="0" indent="-17145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WA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전 모델 대상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수율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및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Top5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불량 현황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: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</a:t>
                      </a:r>
                      <a:b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</a:b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800" b="0" i="0" u="none" strike="noStrike" noProof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지표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분석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~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지속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endParaRPr lang="en-US" altLang="ko-KR" sz="900" kern="120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정 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: </a:t>
                      </a:r>
                      <a:br>
                        <a:rPr lang="en-US" altLang="ko-KR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이상익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부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 : </a:t>
                      </a:r>
                    </a:p>
                    <a:p>
                      <a:pPr algn="ctr" latinLnBrk="1"/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박태욱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23" name="TextBox 22">
            <a:extLst>
              <a:ext uri="{FF2B5EF4-FFF2-40B4-BE49-F238E27FC236}">
                <a16:creationId xmlns:a16="http://schemas.microsoft.com/office/drawing/2014/main" id="{816CCF56-5ADC-465D-AB50-FFF77BE6BA9F}"/>
              </a:ext>
            </a:extLst>
          </p:cNvPr>
          <p:cNvSpPr txBox="1"/>
          <p:nvPr/>
        </p:nvSpPr>
        <p:spPr>
          <a:xfrm>
            <a:off x="1446513" y="1880109"/>
            <a:ext cx="647428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*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공정별 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수율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현황은 공정 별 세부 현상 페이지에 작성되어 있습니다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. 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B5D6BAD9-D2E4-4EF0-A44E-8F90ECE90CFB}"/>
              </a:ext>
            </a:extLst>
          </p:cNvPr>
          <p:cNvSpPr/>
          <p:nvPr/>
        </p:nvSpPr>
        <p:spPr>
          <a:xfrm>
            <a:off x="0" y="1162906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CDO/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그룹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5252A0B-83AC-FEFF-E760-98723703EAAC}"/>
              </a:ext>
            </a:extLst>
          </p:cNvPr>
          <p:cNvSpPr txBox="1"/>
          <p:nvPr/>
        </p:nvSpPr>
        <p:spPr>
          <a:xfrm>
            <a:off x="7873334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12/16 (</a:t>
            </a:r>
            <a:r>
              <a:rPr lang="ko-KR" altLang="en-US" sz="1100" dirty="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화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</a:t>
            </a:r>
            <a:r>
              <a:rPr lang="en-US" altLang="ko-KR" sz="1100" dirty="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12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B82B68D-DAB9-981A-71B2-8E6F57F5F9AF}"/>
              </a:ext>
            </a:extLst>
          </p:cNvPr>
          <p:cNvSpPr txBox="1"/>
          <p:nvPr/>
        </p:nvSpPr>
        <p:spPr>
          <a:xfrm>
            <a:off x="26634" y="1388226"/>
            <a:ext cx="1257178" cy="253492"/>
          </a:xfrm>
          <a:prstGeom prst="rect">
            <a:avLst/>
          </a:prstGeom>
          <a:noFill/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06C3578-51BB-4152-AE72-4B01B794708B}"/>
              </a:ext>
            </a:extLst>
          </p:cNvPr>
          <p:cNvSpPr txBox="1"/>
          <p:nvPr/>
        </p:nvSpPr>
        <p:spPr>
          <a:xfrm>
            <a:off x="1115388" y="2605461"/>
            <a:ext cx="179209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라미 수율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46CD41AF-EF77-4A37-BBE0-962806BE76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3793957"/>
              </p:ext>
            </p:extLst>
          </p:nvPr>
        </p:nvGraphicFramePr>
        <p:xfrm>
          <a:off x="1562516" y="1565686"/>
          <a:ext cx="6849412" cy="326354"/>
        </p:xfrm>
        <a:graphic>
          <a:graphicData uri="http://schemas.openxmlformats.org/drawingml/2006/table">
            <a:tbl>
              <a:tblPr/>
              <a:tblGrid>
                <a:gridCol w="871852">
                  <a:extLst>
                    <a:ext uri="{9D8B030D-6E8A-4147-A177-3AD203B41FA5}">
                      <a16:colId xmlns:a16="http://schemas.microsoft.com/office/drawing/2014/main" val="2722567504"/>
                    </a:ext>
                  </a:extLst>
                </a:gridCol>
                <a:gridCol w="284852">
                  <a:extLst>
                    <a:ext uri="{9D8B030D-6E8A-4147-A177-3AD203B41FA5}">
                      <a16:colId xmlns:a16="http://schemas.microsoft.com/office/drawing/2014/main" val="458840341"/>
                    </a:ext>
                  </a:extLst>
                </a:gridCol>
                <a:gridCol w="581234">
                  <a:extLst>
                    <a:ext uri="{9D8B030D-6E8A-4147-A177-3AD203B41FA5}">
                      <a16:colId xmlns:a16="http://schemas.microsoft.com/office/drawing/2014/main" val="2511085031"/>
                    </a:ext>
                  </a:extLst>
                </a:gridCol>
                <a:gridCol w="568207">
                  <a:extLst>
                    <a:ext uri="{9D8B030D-6E8A-4147-A177-3AD203B41FA5}">
                      <a16:colId xmlns:a16="http://schemas.microsoft.com/office/drawing/2014/main" val="1195016452"/>
                    </a:ext>
                  </a:extLst>
                </a:gridCol>
                <a:gridCol w="378805">
                  <a:extLst>
                    <a:ext uri="{9D8B030D-6E8A-4147-A177-3AD203B41FA5}">
                      <a16:colId xmlns:a16="http://schemas.microsoft.com/office/drawing/2014/main" val="548419625"/>
                    </a:ext>
                  </a:extLst>
                </a:gridCol>
                <a:gridCol w="399597">
                  <a:extLst>
                    <a:ext uri="{9D8B030D-6E8A-4147-A177-3AD203B41FA5}">
                      <a16:colId xmlns:a16="http://schemas.microsoft.com/office/drawing/2014/main" val="3372855629"/>
                    </a:ext>
                  </a:extLst>
                </a:gridCol>
                <a:gridCol w="399597">
                  <a:extLst>
                    <a:ext uri="{9D8B030D-6E8A-4147-A177-3AD203B41FA5}">
                      <a16:colId xmlns:a16="http://schemas.microsoft.com/office/drawing/2014/main" val="1482097139"/>
                    </a:ext>
                  </a:extLst>
                </a:gridCol>
                <a:gridCol w="399597">
                  <a:extLst>
                    <a:ext uri="{9D8B030D-6E8A-4147-A177-3AD203B41FA5}">
                      <a16:colId xmlns:a16="http://schemas.microsoft.com/office/drawing/2014/main" val="1498264088"/>
                    </a:ext>
                  </a:extLst>
                </a:gridCol>
                <a:gridCol w="399597">
                  <a:extLst>
                    <a:ext uri="{9D8B030D-6E8A-4147-A177-3AD203B41FA5}">
                      <a16:colId xmlns:a16="http://schemas.microsoft.com/office/drawing/2014/main" val="4103599583"/>
                    </a:ext>
                  </a:extLst>
                </a:gridCol>
                <a:gridCol w="330854">
                  <a:extLst>
                    <a:ext uri="{9D8B030D-6E8A-4147-A177-3AD203B41FA5}">
                      <a16:colId xmlns:a16="http://schemas.microsoft.com/office/drawing/2014/main" val="3078730899"/>
                    </a:ext>
                  </a:extLst>
                </a:gridCol>
                <a:gridCol w="378805">
                  <a:extLst>
                    <a:ext uri="{9D8B030D-6E8A-4147-A177-3AD203B41FA5}">
                      <a16:colId xmlns:a16="http://schemas.microsoft.com/office/drawing/2014/main" val="573749715"/>
                    </a:ext>
                  </a:extLst>
                </a:gridCol>
                <a:gridCol w="378805">
                  <a:extLst>
                    <a:ext uri="{9D8B030D-6E8A-4147-A177-3AD203B41FA5}">
                      <a16:colId xmlns:a16="http://schemas.microsoft.com/office/drawing/2014/main" val="825796755"/>
                    </a:ext>
                  </a:extLst>
                </a:gridCol>
                <a:gridCol w="378805">
                  <a:extLst>
                    <a:ext uri="{9D8B030D-6E8A-4147-A177-3AD203B41FA5}">
                      <a16:colId xmlns:a16="http://schemas.microsoft.com/office/drawing/2014/main" val="2865445296"/>
                    </a:ext>
                  </a:extLst>
                </a:gridCol>
                <a:gridCol w="378805">
                  <a:extLst>
                    <a:ext uri="{9D8B030D-6E8A-4147-A177-3AD203B41FA5}">
                      <a16:colId xmlns:a16="http://schemas.microsoft.com/office/drawing/2014/main" val="3655383314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269849890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4021995552"/>
                    </a:ext>
                  </a:extLst>
                </a:gridCol>
              </a:tblGrid>
              <a:tr h="17966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 연관 지표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25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 목표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누적 실적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’25.1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6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7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8346617"/>
                  </a:ext>
                </a:extLst>
              </a:tr>
              <a:tr h="12806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L&amp;S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수율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97.5(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연간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97.7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98.0</a:t>
                      </a:r>
                      <a:endParaRPr lang="en-US" altLang="ko-KR" sz="900" b="0" i="0" u="none" strike="noStrike" dirty="0">
                        <a:solidFill>
                          <a:srgbClr val="0000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8384626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7C7C558D-04FA-73B3-E694-1642846A4CC8}"/>
              </a:ext>
            </a:extLst>
          </p:cNvPr>
          <p:cNvSpPr txBox="1"/>
          <p:nvPr/>
        </p:nvSpPr>
        <p:spPr>
          <a:xfrm>
            <a:off x="5552414" y="630596"/>
            <a:ext cx="251831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-#08,09,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5CA8F18-D56A-0952-175A-2F04674DF1DB}"/>
              </a:ext>
            </a:extLst>
          </p:cNvPr>
          <p:cNvSpPr txBox="1"/>
          <p:nvPr/>
        </p:nvSpPr>
        <p:spPr>
          <a:xfrm>
            <a:off x="5416705" y="41292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66BE5E7F-9D87-AB44-0ED0-627A768AAB51}"/>
              </a:ext>
            </a:extLst>
          </p:cNvPr>
          <p:cNvSpPr txBox="1"/>
          <p:nvPr/>
        </p:nvSpPr>
        <p:spPr>
          <a:xfrm>
            <a:off x="3624609" y="2605461"/>
            <a:ext cx="179209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라미 불량율 </a:t>
            </a:r>
            <a:r>
              <a:rPr lang="en-US" altLang="ko-KR" sz="900" dirty="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Top5(</a:t>
            </a:r>
            <a:r>
              <a:rPr lang="ko-KR" altLang="en-US" sz="900" dirty="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월간</a:t>
            </a:r>
            <a:r>
              <a:rPr lang="en-US" altLang="ko-KR" sz="900" dirty="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/</a:t>
            </a:r>
            <a:r>
              <a:rPr lang="ko-KR" altLang="en-US" sz="900" dirty="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주간</a:t>
            </a:r>
            <a:r>
              <a:rPr lang="en-US" altLang="ko-KR" sz="900" dirty="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)</a:t>
            </a: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128B765-84EF-B1A4-010E-61DE556F9EC3}"/>
              </a:ext>
            </a:extLst>
          </p:cNvPr>
          <p:cNvSpPr txBox="1"/>
          <p:nvPr/>
        </p:nvSpPr>
        <p:spPr>
          <a:xfrm>
            <a:off x="6166202" y="2605461"/>
            <a:ext cx="179209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라미 불량 </a:t>
            </a:r>
            <a:r>
              <a:rPr lang="ko-KR" altLang="en-US" sz="9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감소 </a:t>
            </a:r>
            <a:r>
              <a:rPr lang="en-US" altLang="ko-KR" sz="9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Top5(</a:t>
            </a:r>
            <a:r>
              <a:rPr lang="ko-KR" altLang="en-US" sz="9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월간</a:t>
            </a:r>
            <a:r>
              <a:rPr lang="en-US" altLang="ko-KR" sz="9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/</a:t>
            </a:r>
            <a:r>
              <a:rPr lang="ko-KR" altLang="en-US" sz="9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주간</a:t>
            </a:r>
            <a:r>
              <a:rPr lang="en-US" altLang="ko-KR" sz="9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)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3A3DFBB-6D25-4955-11B3-B3FC06D398FF}"/>
              </a:ext>
            </a:extLst>
          </p:cNvPr>
          <p:cNvSpPr txBox="1"/>
          <p:nvPr/>
        </p:nvSpPr>
        <p:spPr>
          <a:xfrm>
            <a:off x="1048156" y="4518187"/>
            <a:ext cx="85709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스태킹 </a:t>
            </a: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수율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2BBEC7E-BD33-A8DF-77AB-C073BD08E8C6}"/>
              </a:ext>
            </a:extLst>
          </p:cNvPr>
          <p:cNvSpPr txBox="1"/>
          <p:nvPr/>
        </p:nvSpPr>
        <p:spPr>
          <a:xfrm>
            <a:off x="5071599" y="4730149"/>
            <a:ext cx="50204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>
                <a:solidFill>
                  <a:schemeClr val="bg1"/>
                </a:solidFill>
              </a:rPr>
              <a:t>Day</a:t>
            </a:r>
            <a:endParaRPr lang="ko-KR" altLang="en-US" sz="800">
              <a:solidFill>
                <a:schemeClr val="bg1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AE66E10-DAB2-BAE8-CD94-3783ECCFFF4A}"/>
              </a:ext>
            </a:extLst>
          </p:cNvPr>
          <p:cNvSpPr txBox="1"/>
          <p:nvPr/>
        </p:nvSpPr>
        <p:spPr>
          <a:xfrm>
            <a:off x="3624609" y="4510677"/>
            <a:ext cx="179209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스태킹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불량율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r>
              <a:rPr lang="en-US" altLang="ko-KR" sz="9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Top5(</a:t>
            </a:r>
            <a:r>
              <a:rPr lang="ko-KR" altLang="en-US" sz="9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월간</a:t>
            </a:r>
            <a:r>
              <a:rPr lang="en-US" altLang="ko-KR" sz="9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/</a:t>
            </a:r>
            <a:r>
              <a:rPr lang="ko-KR" altLang="en-US" sz="9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주간</a:t>
            </a:r>
            <a:r>
              <a:rPr lang="en-US" altLang="ko-KR" sz="9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)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6C95849-ED01-ABC2-5E6E-CB568C82C7EB}"/>
              </a:ext>
            </a:extLst>
          </p:cNvPr>
          <p:cNvSpPr txBox="1"/>
          <p:nvPr/>
        </p:nvSpPr>
        <p:spPr>
          <a:xfrm>
            <a:off x="6166202" y="4510677"/>
            <a:ext cx="179209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스태킹 불량 </a:t>
            </a:r>
            <a:r>
              <a:rPr lang="ko-KR" altLang="en-US" sz="9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감소 </a:t>
            </a:r>
            <a:r>
              <a:rPr lang="en-US" altLang="ko-KR" sz="9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Top5(</a:t>
            </a:r>
            <a:r>
              <a:rPr lang="ko-KR" altLang="en-US" sz="9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월간</a:t>
            </a:r>
            <a:r>
              <a:rPr lang="en-US" altLang="ko-KR" sz="9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/</a:t>
            </a:r>
            <a:r>
              <a:rPr lang="ko-KR" altLang="en-US" sz="9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주간</a:t>
            </a:r>
            <a:r>
              <a:rPr lang="en-US" altLang="ko-KR" sz="9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)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C14A897-E6D2-1269-4E14-0C25A4C3FB86}"/>
              </a:ext>
            </a:extLst>
          </p:cNvPr>
          <p:cNvSpPr txBox="1"/>
          <p:nvPr/>
        </p:nvSpPr>
        <p:spPr>
          <a:xfrm>
            <a:off x="5534556" y="2811783"/>
            <a:ext cx="67869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solidFill>
                  <a:schemeClr val="bg1"/>
                </a:solidFill>
              </a:rPr>
              <a:t>8</a:t>
            </a:r>
            <a:r>
              <a:rPr lang="ko-KR" altLang="en-US" sz="900">
                <a:solidFill>
                  <a:schemeClr val="bg1"/>
                </a:solidFill>
              </a:rPr>
              <a:t>월 </a:t>
            </a:r>
            <a:r>
              <a:rPr lang="en-US" altLang="ko-KR" sz="900">
                <a:solidFill>
                  <a:schemeClr val="bg1"/>
                </a:solidFill>
              </a:rPr>
              <a:t>/ 9</a:t>
            </a:r>
            <a:r>
              <a:rPr lang="ko-KR" altLang="en-US" sz="900">
                <a:solidFill>
                  <a:schemeClr val="bg1"/>
                </a:solidFill>
              </a:rPr>
              <a:t>월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06163D90-794E-AE17-DA9B-8DBEF8C849B3}"/>
              </a:ext>
            </a:extLst>
          </p:cNvPr>
          <p:cNvSpPr txBox="1"/>
          <p:nvPr/>
        </p:nvSpPr>
        <p:spPr>
          <a:xfrm>
            <a:off x="8106077" y="2811783"/>
            <a:ext cx="67869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solidFill>
                  <a:schemeClr val="bg1"/>
                </a:solidFill>
              </a:rPr>
              <a:t>8</a:t>
            </a:r>
            <a:r>
              <a:rPr lang="ko-KR" altLang="en-US" sz="900">
                <a:solidFill>
                  <a:schemeClr val="bg1"/>
                </a:solidFill>
              </a:rPr>
              <a:t>월 </a:t>
            </a:r>
            <a:r>
              <a:rPr lang="en-US" altLang="ko-KR" sz="900">
                <a:solidFill>
                  <a:schemeClr val="bg1"/>
                </a:solidFill>
              </a:rPr>
              <a:t>/ 9</a:t>
            </a:r>
            <a:r>
              <a:rPr lang="ko-KR" altLang="en-US" sz="900">
                <a:solidFill>
                  <a:schemeClr val="bg1"/>
                </a:solidFill>
              </a:rPr>
              <a:t>월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8DBA677-D06B-25B8-CB50-B33299C0FE80}"/>
              </a:ext>
            </a:extLst>
          </p:cNvPr>
          <p:cNvSpPr txBox="1"/>
          <p:nvPr/>
        </p:nvSpPr>
        <p:spPr>
          <a:xfrm>
            <a:off x="5534556" y="4725029"/>
            <a:ext cx="67869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solidFill>
                  <a:schemeClr val="bg1"/>
                </a:solidFill>
              </a:rPr>
              <a:t>8</a:t>
            </a:r>
            <a:r>
              <a:rPr lang="ko-KR" altLang="en-US" sz="900">
                <a:solidFill>
                  <a:schemeClr val="bg1"/>
                </a:solidFill>
              </a:rPr>
              <a:t>월 </a:t>
            </a:r>
            <a:r>
              <a:rPr lang="en-US" altLang="ko-KR" sz="900">
                <a:solidFill>
                  <a:schemeClr val="bg1"/>
                </a:solidFill>
              </a:rPr>
              <a:t>/ 9</a:t>
            </a:r>
            <a:r>
              <a:rPr lang="ko-KR" altLang="en-US" sz="900">
                <a:solidFill>
                  <a:schemeClr val="bg1"/>
                </a:solidFill>
              </a:rPr>
              <a:t>월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E42E7331-9D58-758F-EFDB-527BFDFA72E2}"/>
              </a:ext>
            </a:extLst>
          </p:cNvPr>
          <p:cNvSpPr txBox="1"/>
          <p:nvPr/>
        </p:nvSpPr>
        <p:spPr>
          <a:xfrm>
            <a:off x="8106077" y="4725029"/>
            <a:ext cx="67869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solidFill>
                  <a:schemeClr val="bg1"/>
                </a:solidFill>
              </a:rPr>
              <a:t>8</a:t>
            </a:r>
            <a:r>
              <a:rPr lang="ko-KR" altLang="en-US" sz="900">
                <a:solidFill>
                  <a:schemeClr val="bg1"/>
                </a:solidFill>
              </a:rPr>
              <a:t>월 </a:t>
            </a:r>
            <a:r>
              <a:rPr lang="en-US" altLang="ko-KR" sz="900">
                <a:solidFill>
                  <a:schemeClr val="bg1"/>
                </a:solidFill>
              </a:rPr>
              <a:t>/ 9</a:t>
            </a:r>
            <a:r>
              <a:rPr lang="ko-KR" altLang="en-US" sz="900">
                <a:solidFill>
                  <a:schemeClr val="bg1"/>
                </a:solidFill>
              </a:rPr>
              <a:t>월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B6B57255-8378-552F-E42D-C50D65454522}"/>
              </a:ext>
            </a:extLst>
          </p:cNvPr>
          <p:cNvSpPr txBox="1"/>
          <p:nvPr/>
        </p:nvSpPr>
        <p:spPr>
          <a:xfrm>
            <a:off x="8111903" y="3634193"/>
            <a:ext cx="71647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>
                <a:solidFill>
                  <a:schemeClr val="bg1"/>
                </a:solidFill>
              </a:rPr>
              <a:t>전주 </a:t>
            </a:r>
            <a:r>
              <a:rPr lang="en-US" altLang="ko-KR" sz="900">
                <a:solidFill>
                  <a:schemeClr val="bg1"/>
                </a:solidFill>
              </a:rPr>
              <a:t>/ </a:t>
            </a:r>
            <a:r>
              <a:rPr lang="ko-KR" altLang="en-US" sz="900">
                <a:solidFill>
                  <a:schemeClr val="bg1"/>
                </a:solidFill>
              </a:rPr>
              <a:t>금주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281BD2E-7243-1590-CA84-F969F0DB45ED}"/>
              </a:ext>
            </a:extLst>
          </p:cNvPr>
          <p:cNvSpPr txBox="1"/>
          <p:nvPr/>
        </p:nvSpPr>
        <p:spPr>
          <a:xfrm>
            <a:off x="5545946" y="3674661"/>
            <a:ext cx="71647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>
                <a:solidFill>
                  <a:schemeClr val="bg1"/>
                </a:solidFill>
              </a:rPr>
              <a:t>전주 </a:t>
            </a:r>
            <a:r>
              <a:rPr lang="en-US" altLang="ko-KR" sz="900">
                <a:solidFill>
                  <a:schemeClr val="bg1"/>
                </a:solidFill>
              </a:rPr>
              <a:t>/ </a:t>
            </a:r>
            <a:r>
              <a:rPr lang="ko-KR" altLang="en-US" sz="900">
                <a:solidFill>
                  <a:schemeClr val="bg1"/>
                </a:solidFill>
              </a:rPr>
              <a:t>금주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21F5E2C-08E3-87C8-7BBD-48396049D6E4}"/>
              </a:ext>
            </a:extLst>
          </p:cNvPr>
          <p:cNvSpPr txBox="1"/>
          <p:nvPr/>
        </p:nvSpPr>
        <p:spPr>
          <a:xfrm>
            <a:off x="8111903" y="5864035"/>
            <a:ext cx="71647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>
                <a:solidFill>
                  <a:schemeClr val="bg1"/>
                </a:solidFill>
              </a:rPr>
              <a:t>전주 </a:t>
            </a:r>
            <a:r>
              <a:rPr lang="en-US" altLang="ko-KR" sz="900">
                <a:solidFill>
                  <a:schemeClr val="bg1"/>
                </a:solidFill>
              </a:rPr>
              <a:t>/ </a:t>
            </a:r>
            <a:r>
              <a:rPr lang="ko-KR" altLang="en-US" sz="900">
                <a:solidFill>
                  <a:schemeClr val="bg1"/>
                </a:solidFill>
              </a:rPr>
              <a:t>금주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C713CC60-0B05-7A35-D35B-41FED3FFD551}"/>
              </a:ext>
            </a:extLst>
          </p:cNvPr>
          <p:cNvSpPr txBox="1"/>
          <p:nvPr/>
        </p:nvSpPr>
        <p:spPr>
          <a:xfrm>
            <a:off x="5545946" y="5571998"/>
            <a:ext cx="71647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>
                <a:solidFill>
                  <a:schemeClr val="bg1"/>
                </a:solidFill>
              </a:rPr>
              <a:t>전주 </a:t>
            </a:r>
            <a:r>
              <a:rPr lang="en-US" altLang="ko-KR" sz="900">
                <a:solidFill>
                  <a:schemeClr val="bg1"/>
                </a:solidFill>
              </a:rPr>
              <a:t>/ </a:t>
            </a:r>
            <a:r>
              <a:rPr lang="ko-KR" altLang="en-US" sz="900">
                <a:solidFill>
                  <a:schemeClr val="bg1"/>
                </a:solidFill>
              </a:rPr>
              <a:t>금주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BA9C32CF-AF4E-6402-BA38-68496AABB425}"/>
              </a:ext>
            </a:extLst>
          </p:cNvPr>
          <p:cNvSpPr txBox="1"/>
          <p:nvPr/>
        </p:nvSpPr>
        <p:spPr>
          <a:xfrm>
            <a:off x="5545946" y="2811783"/>
            <a:ext cx="67869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solidFill>
                  <a:schemeClr val="bg1"/>
                </a:solidFill>
              </a:rPr>
              <a:t>10</a:t>
            </a:r>
            <a:r>
              <a:rPr lang="ko-KR" altLang="en-US" sz="900">
                <a:solidFill>
                  <a:schemeClr val="bg1"/>
                </a:solidFill>
              </a:rPr>
              <a:t>월 </a:t>
            </a:r>
            <a:r>
              <a:rPr lang="en-US" altLang="ko-KR" sz="900">
                <a:solidFill>
                  <a:schemeClr val="bg1"/>
                </a:solidFill>
              </a:rPr>
              <a:t>/ 11</a:t>
            </a:r>
            <a:r>
              <a:rPr lang="ko-KR" altLang="en-US" sz="900">
                <a:solidFill>
                  <a:schemeClr val="bg1"/>
                </a:solidFill>
              </a:rPr>
              <a:t>월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2FCC126D-7170-445D-83EE-00A2065A2D62}"/>
              </a:ext>
            </a:extLst>
          </p:cNvPr>
          <p:cNvSpPr txBox="1"/>
          <p:nvPr/>
        </p:nvSpPr>
        <p:spPr>
          <a:xfrm>
            <a:off x="7981671" y="2811783"/>
            <a:ext cx="67869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solidFill>
                  <a:schemeClr val="bg1"/>
                </a:solidFill>
              </a:rPr>
              <a:t>10</a:t>
            </a:r>
            <a:r>
              <a:rPr lang="ko-KR" altLang="en-US" sz="900">
                <a:solidFill>
                  <a:schemeClr val="bg1"/>
                </a:solidFill>
              </a:rPr>
              <a:t>월 </a:t>
            </a:r>
            <a:r>
              <a:rPr lang="en-US" altLang="ko-KR" sz="900">
                <a:solidFill>
                  <a:schemeClr val="bg1"/>
                </a:solidFill>
              </a:rPr>
              <a:t>/ 11</a:t>
            </a:r>
            <a:r>
              <a:rPr lang="ko-KR" altLang="en-US" sz="900">
                <a:solidFill>
                  <a:schemeClr val="bg1"/>
                </a:solidFill>
              </a:rPr>
              <a:t>월</a:t>
            </a:r>
          </a:p>
        </p:txBody>
      </p:sp>
      <p:pic>
        <p:nvPicPr>
          <p:cNvPr id="17" name="그림 16">
            <a:extLst>
              <a:ext uri="{FF2B5EF4-FFF2-40B4-BE49-F238E27FC236}">
                <a16:creationId xmlns:a16="http://schemas.microsoft.com/office/drawing/2014/main" id="{B571B25C-253C-C584-8C3F-3AE5692E1D5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7670" y="2885301"/>
            <a:ext cx="2495549" cy="1558844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7C97F205-8E07-08D1-344E-4AE01E1C2D8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737625" y="2846614"/>
            <a:ext cx="2418458" cy="779442"/>
          </a:xfrm>
          <a:prstGeom prst="rect">
            <a:avLst/>
          </a:prstGeom>
        </p:spPr>
      </p:pic>
      <p:pic>
        <p:nvPicPr>
          <p:cNvPr id="42" name="그림 41">
            <a:extLst>
              <a:ext uri="{FF2B5EF4-FFF2-40B4-BE49-F238E27FC236}">
                <a16:creationId xmlns:a16="http://schemas.microsoft.com/office/drawing/2014/main" id="{ABEC0D38-B4F4-FDF6-0CDC-13DCBC4C3D0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726583" y="4752003"/>
            <a:ext cx="2474074" cy="769270"/>
          </a:xfrm>
          <a:prstGeom prst="rect">
            <a:avLst/>
          </a:prstGeom>
        </p:spPr>
      </p:pic>
      <p:pic>
        <p:nvPicPr>
          <p:cNvPr id="46" name="그림 45">
            <a:extLst>
              <a:ext uri="{FF2B5EF4-FFF2-40B4-BE49-F238E27FC236}">
                <a16:creationId xmlns:a16="http://schemas.microsoft.com/office/drawing/2014/main" id="{43AE36BD-05EA-CA95-9FDB-B16A6236AD7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388" y="4802650"/>
            <a:ext cx="2491590" cy="1578479"/>
          </a:xfrm>
          <a:prstGeom prst="rect">
            <a:avLst/>
          </a:prstGeom>
        </p:spPr>
      </p:pic>
      <p:pic>
        <p:nvPicPr>
          <p:cNvPr id="41" name="그림 40">
            <a:extLst>
              <a:ext uri="{FF2B5EF4-FFF2-40B4-BE49-F238E27FC236}">
                <a16:creationId xmlns:a16="http://schemas.microsoft.com/office/drawing/2014/main" id="{AC1A60DC-DBCC-681F-FE38-6C93796C36D3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t="21982" b="16977"/>
          <a:stretch/>
        </p:blipFill>
        <p:spPr>
          <a:xfrm>
            <a:off x="2523329" y="5006511"/>
            <a:ext cx="1047085" cy="146396"/>
          </a:xfrm>
          <a:prstGeom prst="rect">
            <a:avLst/>
          </a:prstGeom>
        </p:spPr>
      </p:pic>
      <p:pic>
        <p:nvPicPr>
          <p:cNvPr id="65" name="그림 64">
            <a:extLst>
              <a:ext uri="{FF2B5EF4-FFF2-40B4-BE49-F238E27FC236}">
                <a16:creationId xmlns:a16="http://schemas.microsoft.com/office/drawing/2014/main" id="{F586D48D-BD0E-4DB9-74ED-097063B66D7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493810" y="3051737"/>
            <a:ext cx="1106124" cy="159806"/>
          </a:xfrm>
          <a:prstGeom prst="rect">
            <a:avLst/>
          </a:prstGeom>
        </p:spPr>
      </p:pic>
      <p:pic>
        <p:nvPicPr>
          <p:cNvPr id="50" name="그림 49">
            <a:extLst>
              <a:ext uri="{FF2B5EF4-FFF2-40B4-BE49-F238E27FC236}">
                <a16:creationId xmlns:a16="http://schemas.microsoft.com/office/drawing/2014/main" id="{C412875A-29E6-F6F9-EA54-C048FB042AD6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205048" y="2844345"/>
            <a:ext cx="2478450" cy="806302"/>
          </a:xfrm>
          <a:prstGeom prst="rect">
            <a:avLst/>
          </a:prstGeom>
        </p:spPr>
      </p:pic>
      <p:pic>
        <p:nvPicPr>
          <p:cNvPr id="53" name="그림 52">
            <a:extLst>
              <a:ext uri="{FF2B5EF4-FFF2-40B4-BE49-F238E27FC236}">
                <a16:creationId xmlns:a16="http://schemas.microsoft.com/office/drawing/2014/main" id="{401E80AD-8186-98CF-DCFB-7D48F04312A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245338" y="4724289"/>
            <a:ext cx="2442759" cy="793896"/>
          </a:xfrm>
          <a:prstGeom prst="rect">
            <a:avLst/>
          </a:prstGeom>
        </p:spPr>
      </p:pic>
      <p:pic>
        <p:nvPicPr>
          <p:cNvPr id="57" name="그림 56">
            <a:extLst>
              <a:ext uri="{FF2B5EF4-FFF2-40B4-BE49-F238E27FC236}">
                <a16:creationId xmlns:a16="http://schemas.microsoft.com/office/drawing/2014/main" id="{636BD9BA-010F-EC5D-FAD0-8A70C824D443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230288" y="3707978"/>
            <a:ext cx="2478450" cy="746760"/>
          </a:xfrm>
          <a:prstGeom prst="rect">
            <a:avLst/>
          </a:prstGeom>
        </p:spPr>
      </p:pic>
      <p:pic>
        <p:nvPicPr>
          <p:cNvPr id="60" name="그림 59">
            <a:extLst>
              <a:ext uri="{FF2B5EF4-FFF2-40B4-BE49-F238E27FC236}">
                <a16:creationId xmlns:a16="http://schemas.microsoft.com/office/drawing/2014/main" id="{B9E5761D-4B14-0C12-FDEF-DBC3AD5AA683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242400" y="5649589"/>
            <a:ext cx="2441098" cy="776043"/>
          </a:xfrm>
          <a:prstGeom prst="rect">
            <a:avLst/>
          </a:prstGeom>
        </p:spPr>
      </p:pic>
      <p:pic>
        <p:nvPicPr>
          <p:cNvPr id="64" name="그림 63">
            <a:extLst>
              <a:ext uri="{FF2B5EF4-FFF2-40B4-BE49-F238E27FC236}">
                <a16:creationId xmlns:a16="http://schemas.microsoft.com/office/drawing/2014/main" id="{A06174AF-BE86-5B10-6B8C-C68FEC87D59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726583" y="3725956"/>
            <a:ext cx="2455729" cy="726619"/>
          </a:xfrm>
          <a:prstGeom prst="rect">
            <a:avLst/>
          </a:prstGeom>
        </p:spPr>
      </p:pic>
      <p:pic>
        <p:nvPicPr>
          <p:cNvPr id="67" name="그림 66">
            <a:extLst>
              <a:ext uri="{FF2B5EF4-FFF2-40B4-BE49-F238E27FC236}">
                <a16:creationId xmlns:a16="http://schemas.microsoft.com/office/drawing/2014/main" id="{37A10FD0-FC34-8789-0757-2F69F6C327B6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715735" y="5633421"/>
            <a:ext cx="2474074" cy="754381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9AEB12C0-189D-BA39-C081-03B520260108}"/>
              </a:ext>
            </a:extLst>
          </p:cNvPr>
          <p:cNvSpPr txBox="1"/>
          <p:nvPr/>
        </p:nvSpPr>
        <p:spPr>
          <a:xfrm>
            <a:off x="8025138" y="1363281"/>
            <a:ext cx="45610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solidFill>
                  <a:srgbClr val="0000FF"/>
                </a:solidFill>
              </a:rPr>
              <a:t>(~14</a:t>
            </a:r>
            <a:r>
              <a:rPr lang="ko-KR" altLang="en-US" sz="700" dirty="0">
                <a:solidFill>
                  <a:srgbClr val="0000FF"/>
                </a:solidFill>
              </a:rPr>
              <a:t>일</a:t>
            </a:r>
            <a:r>
              <a:rPr lang="en-US" altLang="ko-KR" sz="700" dirty="0">
                <a:solidFill>
                  <a:srgbClr val="0000FF"/>
                </a:solidFill>
              </a:rPr>
              <a:t>)</a:t>
            </a:r>
            <a:endParaRPr lang="ko-KR" altLang="en-US" sz="700" dirty="0">
              <a:solidFill>
                <a:srgbClr val="0000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266075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데이터통합분석팀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40840"/>
          <a:ext cx="9644176" cy="5617157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587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40357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Normal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 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라미 위치불량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유형 분석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endParaRPr lang="ko-KR" altLang="en-US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금주 특이사항 없습니다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위치불량의 근본적인 원인 파악 관점에서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Normal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Line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전체 및 모델별 주요 불량 현상 파악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</a:b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활동 진행사항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-. Normal Line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주요 불량 현상은 양극 재료교체시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축 불량과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등속 구간에서의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축 합치 불량 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-. 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축 불량의 경우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MEB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라인에서 식별한 핵심인자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21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개 대상으로 집중 관리 중이며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-. 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축 불량의 경우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MEB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라인에서 식별한 공급부간 편차 및 작업자 연결 작업 표준화 외 연관 인자 발굴 활동 진행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-. E81B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주요 불량 현상은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#18-3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축 양극 합치 회전 불량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#18-2, 18-3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축 양극 재료교체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18-3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축 음극 재료교체입니다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자세한 현상은 노말라인 라미네이션 수율개선 페이지에 작성하겠습니다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지표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분석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~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지속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endParaRPr lang="en-US" altLang="ko-KR" sz="900" kern="120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정 </a:t>
                      </a: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: </a:t>
                      </a:r>
                      <a:b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김민희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부</a:t>
                      </a: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 : </a:t>
                      </a: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이찬혁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340798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조립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]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라미 위치불량에 대한 노칭 공정 연계 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71E9E3C7-3268-4561-8B8B-5C7C861839A8}"/>
              </a:ext>
            </a:extLst>
          </p:cNvPr>
          <p:cNvSpPr/>
          <p:nvPr/>
        </p:nvSpPr>
        <p:spPr>
          <a:xfrm>
            <a:off x="108658" y="1154028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CDO/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그룹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" name="내용 개체 틀 20">
            <a:extLst>
              <a:ext uri="{FF2B5EF4-FFF2-40B4-BE49-F238E27FC236}">
                <a16:creationId xmlns:a16="http://schemas.microsoft.com/office/drawing/2014/main" id="{EFEEC45A-2963-A549-37EC-DE846AD70514}"/>
              </a:ext>
            </a:extLst>
          </p:cNvPr>
          <p:cNvSpPr txBox="1">
            <a:spLocks/>
          </p:cNvSpPr>
          <p:nvPr/>
        </p:nvSpPr>
        <p:spPr>
          <a:xfrm>
            <a:off x="8587686" y="418066"/>
            <a:ext cx="114935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김민희 사원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EFDCC3E-6B01-B2AC-0281-E51926F1F434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6/18(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17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8227B52-39C8-57F7-AE82-1A71C2C6BA99}"/>
              </a:ext>
            </a:extLst>
          </p:cNvPr>
          <p:cNvSpPr txBox="1"/>
          <p:nvPr/>
        </p:nvSpPr>
        <p:spPr>
          <a:xfrm>
            <a:off x="55730" y="1388226"/>
            <a:ext cx="1257178" cy="253492"/>
          </a:xfrm>
          <a:prstGeom prst="rect">
            <a:avLst/>
          </a:prstGeom>
          <a:noFill/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7/2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일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800">
                <a:latin typeface="Arial Narrow"/>
                <a:ea typeface="LG스마트체 Regular" panose="020B0600000101010101" pitchFamily="50" charset="-127"/>
              </a:rPr>
              <a:t>-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27381E83-6EBE-387D-DA84-2AABF01E510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50526" y="2955634"/>
            <a:ext cx="3638712" cy="3537525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8D30EF05-3507-467F-9BF1-D791CED6454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40759" y="2736767"/>
            <a:ext cx="3884200" cy="3756393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D14938AD-BB62-4F8A-B31F-E7C73D04C157}"/>
              </a:ext>
            </a:extLst>
          </p:cNvPr>
          <p:cNvSpPr txBox="1"/>
          <p:nvPr/>
        </p:nvSpPr>
        <p:spPr>
          <a:xfrm>
            <a:off x="5140759" y="2578436"/>
            <a:ext cx="352516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■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E81B #18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라인 설비별 위치불량 유형 구분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기간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: 6/13-6/14)</a:t>
            </a:r>
            <a:endParaRPr lang="ko-KR" altLang="en-US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0F7080F-75D2-44EB-8FDC-EE1BD0213037}"/>
              </a:ext>
            </a:extLst>
          </p:cNvPr>
          <p:cNvSpPr txBox="1"/>
          <p:nvPr/>
        </p:nvSpPr>
        <p:spPr>
          <a:xfrm>
            <a:off x="1450526" y="2578436"/>
            <a:ext cx="352516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■ </a:t>
            </a:r>
            <a:r>
              <a:rPr lang="ko-KR" altLang="en-US" sz="105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노말라인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5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모델별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위치불량 유형 구분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기간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: 5/1 ~ 5/31)</a:t>
            </a:r>
            <a:endParaRPr lang="ko-KR" altLang="en-US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03505765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이찬혁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 사원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8173173"/>
              </p:ext>
            </p:extLst>
          </p:nvPr>
        </p:nvGraphicFramePr>
        <p:xfrm>
          <a:off x="125047" y="840840"/>
          <a:ext cx="9644176" cy="6009518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98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687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191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4214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라미 공정 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위치 불량 원인 분석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E77A</a:t>
                      </a:r>
                      <a:endParaRPr lang="ko-KR" altLang="en-US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핵심은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E77A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불량률 변동 사항에 에 대해 분석하여 근본 원인 개선 진행 및 불량 변동 시점 자동으로 확인 가능하도록 고도화한 건 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라미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공정 위치 불량 현상 정량화 분석을 통한 설비 별 조치 필요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Unit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파악 및 개선 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진행사항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4M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관점의 사전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Check List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최종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62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 항목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List up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및 점검 계획 수립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(10/27)</a:t>
                      </a:r>
                      <a:b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- 13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 대상 가동 전 점검 가능한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30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 항목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점검 및 조치 완료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(10/28)</a:t>
                      </a:r>
                    </a:p>
                    <a:p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-.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나머지 가동 시 점검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32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 항목 대상 점검 시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 항목 이상 확인되어 조치 진행 중</a:t>
                      </a:r>
                      <a:b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kern="1200" noProof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E77A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10/29 ~ 11/25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 기간 라인별로 전일 대비 불량율이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0.05%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이상 변동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 발생 사유에 대해서 확인하였습니다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endParaRPr lang="en-US" altLang="ko-KR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indent="0" algn="l" fontAlgn="ctr">
                        <a:buFontTx/>
                        <a:buNone/>
                      </a:pP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변동사유 중 발생횟수가 많은 현상에 대해 세부적으로 분석하여 근본 원인 개선 진행하고자 합니다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(~12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주차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1)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검사기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과검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과검이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발생한 셀과 발생하지 않은 셀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비교시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이미지 상의 밝기 및 위치정보에서 차이가 보이지 않았습니다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 (GV, ROI)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                          Loss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이력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확인시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비전 초기화 진행 사례 발견하여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검사기 문제일 가능성이 존재해 검사기 정보 확인 중입니다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 (/w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법인 검사기술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          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검사기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CPU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사용량 특이사항 없으며 검사기술팀 도움 받아 검사기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Log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분석 진행하려고 합니다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2)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탭 센서 이상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: X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축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AC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불량시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음극 탭 폭의 평균값이 점차 증가 후 임계점 이상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이격이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발생한 순간 불량 발생  사례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건 발견하였고 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          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이때 탭 센서 위치 변경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Loss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이력이 있었습니다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                         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탭센서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위치 이상으로 커팅 불량 발생했다고 추정되며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타 사례에서도 동일한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센서값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양상이 나오는지 확인 중입니다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                         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타 케이스에선 동일한 양상이 나오지 않았고 원재료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Tab Pitch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이상 전극 기인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건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커터 조정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추정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) 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건으로 분석 진행 중입니다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이외에도 변동사유 중 발생횟수가 많은 현상인 전극 합치 불량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파이널부 불량 관련해 분석 진행 중입니다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추가로 위치불량 불량 변동 시점에 자동으로 변동 사유를 확인 가능하게 위치불량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WF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고도화하였습니다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 ※ 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차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: MEB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), 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: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전라인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미완료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변동이 발생한 시점에 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동일 카테고리 불량이 연속으로 다발한다는 가정을 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통해 연속불량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이벤트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과 </a:t>
                      </a:r>
                      <a:r>
                        <a:rPr lang="ko-KR" altLang="en-US" sz="9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비연속불량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기저 불량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를 자동화하기로 결정하였습니다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이를 통해 분석 업무 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Loss 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개선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및 연속불량과 매칭된 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Loss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를 통해 빠르게 변동 사유 확인 가능할 것입니다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연속불량 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기준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  <a:endParaRPr lang="ko-KR" altLang="ko-KR" sz="9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- 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불량 셀 간 차이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: 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동일 카테고리 셀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No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와 셀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No 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차이가 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6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 이내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- 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연속 셀 불량 개수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: 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불량 셀 간 차이가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6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 이내로 연속적인 셀이 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15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 이상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- 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불량 카테고리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: 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기존 위치불량으로 나뉜 클래스 활용해 기준 정립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(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재료교체는 별도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로 제외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ko-KR" altLang="ko-KR" sz="9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</a:t>
                      </a:r>
                      <a:endParaRPr lang="ko-KR" altLang="ko-KR" sz="9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연속불량 기준 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근거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  * 13-1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호 일주일치 이벤트 확인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(11/24 ~ 12/1)</a:t>
                      </a:r>
                      <a:endParaRPr lang="ko-KR" altLang="ko-KR" sz="9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* 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정의된 이벤트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: 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불량이 다발한 시점에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Loss 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및 카톡 설비조치 내역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이 매칭되고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불량을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ko-KR" sz="9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설명가능할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때 </a:t>
                      </a:r>
                      <a:r>
                        <a:rPr lang="ko-KR" altLang="ko-KR" sz="9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정의가능하다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endParaRPr lang="ko-KR" altLang="ko-KR" sz="9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 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불량 셀 간 차이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6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 이내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기존에 확인한 이벤트 </a:t>
                      </a:r>
                      <a:r>
                        <a:rPr lang="ko-KR" altLang="ko-KR" sz="9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활용시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최소의 불량 셀간 차이로 최대로 정의한 이벤트 확인 가능할 때가 </a:t>
                      </a:r>
                      <a:r>
                        <a:rPr lang="en-US" altLang="ko-KR" sz="9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6</a:t>
                      </a:r>
                      <a:r>
                        <a:rPr lang="ko-KR" altLang="ko-KR" sz="9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 이내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 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연속 셀 불량 개수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15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 이상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: 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불량 셀간 차이가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6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 이내일 때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연속 불량 역순으로 확인했을 때 연속불량 개수가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17 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미만부터는 정의된 불량이 없었음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                                                      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다만 특정 호기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시점만 확인했기 때문에</a:t>
                      </a:r>
                      <a:r>
                        <a:rPr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2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개 셀 정도 여유를 두어 연속 불량 개수를 </a:t>
                      </a:r>
                      <a:r>
                        <a:rPr lang="en-US" altLang="ko-KR" sz="9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15 </a:t>
                      </a:r>
                      <a:r>
                        <a:rPr lang="ko-KR" altLang="ko-KR" sz="9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이상</a:t>
                      </a:r>
                      <a:r>
                        <a:rPr lang="ko-KR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을 기준으로 정의하고자 함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현황 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구축</a:t>
                      </a:r>
                      <a:b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b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불량</a:t>
                      </a:r>
                      <a:b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분석</a:t>
                      </a:r>
                      <a:b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~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지속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이상익 </a:t>
                      </a:r>
                      <a:br>
                        <a:rPr lang="en-US" altLang="ko-KR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이찬혁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김민희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701DBD41-0962-47BC-BF85-0E3D71312932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12/16(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화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12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1958293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조립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] WA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라미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 수율 개선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7766D465-B63A-4BD0-88E2-FBAACAA5A8BC}"/>
              </a:ext>
            </a:extLst>
          </p:cNvPr>
          <p:cNvSpPr/>
          <p:nvPr/>
        </p:nvSpPr>
        <p:spPr>
          <a:xfrm>
            <a:off x="108658" y="1091882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CDO/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그룹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592E2B5-65B0-436D-B284-7DEF00833C16}"/>
              </a:ext>
            </a:extLst>
          </p:cNvPr>
          <p:cNvSpPr txBox="1"/>
          <p:nvPr/>
        </p:nvSpPr>
        <p:spPr>
          <a:xfrm>
            <a:off x="5714827" y="646066"/>
            <a:ext cx="2398093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10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1EA1582-8437-4637-8A10-F9F050F0645A}"/>
              </a:ext>
            </a:extLst>
          </p:cNvPr>
          <p:cNvSpPr txBox="1"/>
          <p:nvPr/>
        </p:nvSpPr>
        <p:spPr>
          <a:xfrm>
            <a:off x="6142639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6A5FBAE1-10A2-4649-B91B-5B75A88BCD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7500128"/>
              </p:ext>
            </p:extLst>
          </p:nvPr>
        </p:nvGraphicFramePr>
        <p:xfrm>
          <a:off x="1788356" y="1294110"/>
          <a:ext cx="3690485" cy="774571"/>
        </p:xfrm>
        <a:graphic>
          <a:graphicData uri="http://schemas.openxmlformats.org/drawingml/2006/table">
            <a:tbl>
              <a:tblPr/>
              <a:tblGrid>
                <a:gridCol w="583884">
                  <a:extLst>
                    <a:ext uri="{9D8B030D-6E8A-4147-A177-3AD203B41FA5}">
                      <a16:colId xmlns:a16="http://schemas.microsoft.com/office/drawing/2014/main" val="4126602470"/>
                    </a:ext>
                  </a:extLst>
                </a:gridCol>
                <a:gridCol w="338735">
                  <a:extLst>
                    <a:ext uri="{9D8B030D-6E8A-4147-A177-3AD203B41FA5}">
                      <a16:colId xmlns:a16="http://schemas.microsoft.com/office/drawing/2014/main" val="3164075224"/>
                    </a:ext>
                  </a:extLst>
                </a:gridCol>
                <a:gridCol w="461311">
                  <a:extLst>
                    <a:ext uri="{9D8B030D-6E8A-4147-A177-3AD203B41FA5}">
                      <a16:colId xmlns:a16="http://schemas.microsoft.com/office/drawing/2014/main" val="2521998591"/>
                    </a:ext>
                  </a:extLst>
                </a:gridCol>
                <a:gridCol w="461311">
                  <a:extLst>
                    <a:ext uri="{9D8B030D-6E8A-4147-A177-3AD203B41FA5}">
                      <a16:colId xmlns:a16="http://schemas.microsoft.com/office/drawing/2014/main" val="2502655777"/>
                    </a:ext>
                  </a:extLst>
                </a:gridCol>
                <a:gridCol w="461311">
                  <a:extLst>
                    <a:ext uri="{9D8B030D-6E8A-4147-A177-3AD203B41FA5}">
                      <a16:colId xmlns:a16="http://schemas.microsoft.com/office/drawing/2014/main" val="3655746923"/>
                    </a:ext>
                  </a:extLst>
                </a:gridCol>
                <a:gridCol w="461311">
                  <a:extLst>
                    <a:ext uri="{9D8B030D-6E8A-4147-A177-3AD203B41FA5}">
                      <a16:colId xmlns:a16="http://schemas.microsoft.com/office/drawing/2014/main" val="3345063880"/>
                    </a:ext>
                  </a:extLst>
                </a:gridCol>
                <a:gridCol w="461311">
                  <a:extLst>
                    <a:ext uri="{9D8B030D-6E8A-4147-A177-3AD203B41FA5}">
                      <a16:colId xmlns:a16="http://schemas.microsoft.com/office/drawing/2014/main" val="3432709568"/>
                    </a:ext>
                  </a:extLst>
                </a:gridCol>
                <a:gridCol w="461311">
                  <a:extLst>
                    <a:ext uri="{9D8B030D-6E8A-4147-A177-3AD203B41FA5}">
                      <a16:colId xmlns:a16="http://schemas.microsoft.com/office/drawing/2014/main" val="3769314181"/>
                    </a:ext>
                  </a:extLst>
                </a:gridCol>
              </a:tblGrid>
              <a:tr h="187831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과제 연관 지표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Site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Line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’25.10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11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12</a:t>
                      </a:r>
                      <a:r>
                        <a:rPr lang="ko-KR" altLang="en-US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19610632"/>
                  </a:ext>
                </a:extLst>
              </a:tr>
              <a:tr h="128066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위치불량률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E77A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WA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0.32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0.31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7064296"/>
                  </a:ext>
                </a:extLst>
              </a:tr>
              <a:tr h="1280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0.26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0.37</a:t>
                      </a:r>
                      <a:endParaRPr lang="en-US" altLang="ko-KR" sz="900" b="0" i="0" u="none" strike="noStrike" dirty="0">
                        <a:solidFill>
                          <a:srgbClr val="0000FF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5699002"/>
                  </a:ext>
                </a:extLst>
              </a:tr>
              <a:tr h="128066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0.40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0.34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80818077"/>
                  </a:ext>
                </a:extLst>
              </a:tr>
              <a:tr h="128066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0.58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0.43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4773004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531264B-579D-40E9-84A7-FB75AA83AEFE}"/>
              </a:ext>
            </a:extLst>
          </p:cNvPr>
          <p:cNvSpPr txBox="1"/>
          <p:nvPr/>
        </p:nvSpPr>
        <p:spPr>
          <a:xfrm>
            <a:off x="136777" y="1318026"/>
            <a:ext cx="125717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8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-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D98BFB0-3F10-D2D8-A160-543919249332}"/>
              </a:ext>
            </a:extLst>
          </p:cNvPr>
          <p:cNvSpPr txBox="1"/>
          <p:nvPr/>
        </p:nvSpPr>
        <p:spPr>
          <a:xfrm>
            <a:off x="5387720" y="1268613"/>
            <a:ext cx="57864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-100" normalizeH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( ~ 12/ 14 )</a:t>
            </a:r>
            <a:endParaRPr kumimoji="0" lang="ko-KR" altLang="en-US" sz="800" b="0" i="0" u="none" strike="noStrike" kern="1200" cap="none" spc="-100" normalizeH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09432166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제목 1">
            <a:extLst>
              <a:ext uri="{FF2B5EF4-FFF2-40B4-BE49-F238E27FC236}">
                <a16:creationId xmlns:a16="http://schemas.microsoft.com/office/drawing/2014/main" id="{0C54024F-A917-419F-A297-97826C8D814C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데이터통합분석팀</a:t>
            </a:r>
          </a:p>
        </p:txBody>
      </p:sp>
      <p:sp>
        <p:nvSpPr>
          <p:cNvPr id="25" name="내용 개체 틀 20">
            <a:extLst>
              <a:ext uri="{FF2B5EF4-FFF2-40B4-BE49-F238E27FC236}">
                <a16:creationId xmlns:a16="http://schemas.microsoft.com/office/drawing/2014/main" id="{41B52D86-5119-46C2-A4B7-B7E0221AFFCC}"/>
              </a:ext>
            </a:extLst>
          </p:cNvPr>
          <p:cNvSpPr txBox="1">
            <a:spLocks/>
          </p:cNvSpPr>
          <p:nvPr/>
        </p:nvSpPr>
        <p:spPr>
          <a:xfrm>
            <a:off x="8576466" y="418066"/>
            <a:ext cx="116057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박형식 사원</a:t>
            </a:r>
          </a:p>
        </p:txBody>
      </p:sp>
      <p:graphicFrame>
        <p:nvGraphicFramePr>
          <p:cNvPr id="27" name="표 1">
            <a:extLst>
              <a:ext uri="{FF2B5EF4-FFF2-40B4-BE49-F238E27FC236}">
                <a16:creationId xmlns:a16="http://schemas.microsoft.com/office/drawing/2014/main" id="{C0FBC9B7-527F-49F4-9D3C-676F45B493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9690133"/>
              </p:ext>
            </p:extLst>
          </p:nvPr>
        </p:nvGraphicFramePr>
        <p:xfrm>
          <a:off x="125047" y="840840"/>
          <a:ext cx="9644176" cy="5736130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98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687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191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4214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라미 공정 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위치 불량 원인 분석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Normal</a:t>
                      </a:r>
                      <a:endParaRPr lang="ko-KR" altLang="en-US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금주는 진행사항 없습니다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ESWA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라미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위치불량의 근본개선을 위해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특정 호기 대상으로 고질적 불량에 대한 원인분석 활동을 진행하고자 합니다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진행사항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○  등속구간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Y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축 위치불량 반복 발생 현상</a:t>
                      </a: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: </a:t>
                      </a:r>
                      <a:r>
                        <a:rPr kumimoji="1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라미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등속구간에서 반복해서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Y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축 위치불량이 발생하는 현상에 대해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#15-1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과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#18-1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을 대상으로 데이터 확인 중입니다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양극과 음극의 위치 정보를 바탕으로 현상 발생 원인과 보정 여부를 확인하고 있습니다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-.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반복성 현상을 탐색하는 로직을 구축하여 현상을 정량적으로 확인하였습니다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LAM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#18-1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의 경우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Y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축 이동이 발생하는 경우 이동한 거리는 중앙값 기준으로 양극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중앙값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0.34mm)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이 음극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중앙값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0.27mm)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보다 크지만 분포상으로는 유사한 수준이었습니다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Y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축 이동 현상이 발생하는 간격은 양극의 경우 약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200~350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개 셀로 간격이 일정하지 않은 반면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음극의 경우 약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180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개 셀에 간격이 집중되는 경향이 있었습니다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구축한 로직을 사용하여 다른 설비에서 동일 현상이 있는지 확인하도록 하겠습니다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-.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반복성 현상 탐색  로직 고도화 후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E77A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생산 설비 중 </a:t>
                      </a:r>
                      <a:r>
                        <a:rPr kumimoji="1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위치불량률이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높은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LAM #10-3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과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LAM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#13-1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을 대상으로 양극 및 음극이 급격하게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Y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축으로 이동하는 현상이 존재하는지 확인하였고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두 설비 모두 해당 현상이 존재하지 않음을 확인하였습니다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-.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조립자동보정 팀과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WA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법인 설비기술팀에서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MEB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라인과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Normal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라인의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Notching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공정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Rewinder LPC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차이를 확인하였습니다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MEB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라인의 경우 </a:t>
                      </a:r>
                      <a:r>
                        <a:rPr kumimoji="1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액추에이터와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LPC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가 동일 유닛에 설치되어 </a:t>
                      </a:r>
                      <a:r>
                        <a:rPr kumimoji="1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액추에이터와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LPC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가 같이 움직이는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Chasing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센서 타입으로 </a:t>
                      </a:r>
                      <a:r>
                        <a:rPr kumimoji="1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액추에이터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보정 시 딜레이가 없는 반면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Normal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라인의 경우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LPC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가 개별 유닛으로 설치되어 </a:t>
                      </a:r>
                      <a:r>
                        <a:rPr kumimoji="1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액추에이터만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독립적으로 움직이는 센서 고정 타입으로 </a:t>
                      </a:r>
                      <a:r>
                        <a:rPr kumimoji="1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액추에이터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보정 시 딜레이가 존재합니다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Normal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라인의 경우 이 딜레이로 인해 </a:t>
                      </a:r>
                      <a:r>
                        <a:rPr kumimoji="1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액추에이터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과보정이 발생함을 확인하였습니다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Notching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의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LPC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값과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Lamination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의 양극과 음극의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Y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축 이동을 비교하여 두 현상 사이에 연관성이 있는지 확인하도록 하겠습니다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현황 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구축</a:t>
                      </a:r>
                      <a:br>
                        <a:rPr lang="en-US" altLang="ko-KR" sz="900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br>
                        <a:rPr lang="en-US" altLang="ko-KR" sz="900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불량</a:t>
                      </a:r>
                      <a:br>
                        <a:rPr lang="en-US" altLang="ko-KR" sz="900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분석</a:t>
                      </a:r>
                      <a:br>
                        <a:rPr lang="en-US" altLang="ko-KR" sz="900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~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지속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조은지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최재호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박형식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28" name="TextBox 27">
            <a:extLst>
              <a:ext uri="{FF2B5EF4-FFF2-40B4-BE49-F238E27FC236}">
                <a16:creationId xmlns:a16="http://schemas.microsoft.com/office/drawing/2014/main" id="{1397614B-B268-4B17-A9FC-A5A1F2BAC63A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12/16(</a:t>
            </a:r>
            <a:r>
              <a:rPr lang="ko-KR" altLang="en-US" sz="1100" dirty="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화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17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29" name="내용 개체 틀 20">
            <a:extLst>
              <a:ext uri="{FF2B5EF4-FFF2-40B4-BE49-F238E27FC236}">
                <a16:creationId xmlns:a16="http://schemas.microsoft.com/office/drawing/2014/main" id="{71517831-72CE-4A08-A806-1EE923EC6A0E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1958293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조립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] WA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 라미 수율 개선</a:t>
            </a:r>
          </a:p>
        </p:txBody>
      </p: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FB2BD924-2C8C-43AB-A020-CEC676A74F0F}"/>
              </a:ext>
            </a:extLst>
          </p:cNvPr>
          <p:cNvSpPr/>
          <p:nvPr/>
        </p:nvSpPr>
        <p:spPr>
          <a:xfrm>
            <a:off x="108658" y="1091882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CDO/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그룹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99C6ED79-5499-4094-832A-F223F2CA556C}"/>
              </a:ext>
            </a:extLst>
          </p:cNvPr>
          <p:cNvSpPr txBox="1"/>
          <p:nvPr/>
        </p:nvSpPr>
        <p:spPr>
          <a:xfrm>
            <a:off x="5714827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-#08,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CAAD0A95-AD72-45C3-964B-AA5C8E7D9D37}"/>
              </a:ext>
            </a:extLst>
          </p:cNvPr>
          <p:cNvSpPr txBox="1"/>
          <p:nvPr/>
        </p:nvSpPr>
        <p:spPr>
          <a:xfrm>
            <a:off x="6142639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ACB985E5-A980-461B-96AF-E2F1238E60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7519214"/>
              </p:ext>
            </p:extLst>
          </p:nvPr>
        </p:nvGraphicFramePr>
        <p:xfrm>
          <a:off x="1569270" y="1275061"/>
          <a:ext cx="7019996" cy="880110"/>
        </p:xfrm>
        <a:graphic>
          <a:graphicData uri="http://schemas.openxmlformats.org/drawingml/2006/table">
            <a:tbl>
              <a:tblPr/>
              <a:tblGrid>
                <a:gridCol w="536768">
                  <a:extLst>
                    <a:ext uri="{9D8B030D-6E8A-4147-A177-3AD203B41FA5}">
                      <a16:colId xmlns:a16="http://schemas.microsoft.com/office/drawing/2014/main" val="4126602470"/>
                    </a:ext>
                  </a:extLst>
                </a:gridCol>
                <a:gridCol w="536768">
                  <a:extLst>
                    <a:ext uri="{9D8B030D-6E8A-4147-A177-3AD203B41FA5}">
                      <a16:colId xmlns:a16="http://schemas.microsoft.com/office/drawing/2014/main" val="3164075224"/>
                    </a:ext>
                  </a:extLst>
                </a:gridCol>
                <a:gridCol w="459986">
                  <a:extLst>
                    <a:ext uri="{9D8B030D-6E8A-4147-A177-3AD203B41FA5}">
                      <a16:colId xmlns:a16="http://schemas.microsoft.com/office/drawing/2014/main" val="2033119243"/>
                    </a:ext>
                  </a:extLst>
                </a:gridCol>
                <a:gridCol w="283073">
                  <a:extLst>
                    <a:ext uri="{9D8B030D-6E8A-4147-A177-3AD203B41FA5}">
                      <a16:colId xmlns:a16="http://schemas.microsoft.com/office/drawing/2014/main" val="2521998591"/>
                    </a:ext>
                  </a:extLst>
                </a:gridCol>
                <a:gridCol w="283073">
                  <a:extLst>
                    <a:ext uri="{9D8B030D-6E8A-4147-A177-3AD203B41FA5}">
                      <a16:colId xmlns:a16="http://schemas.microsoft.com/office/drawing/2014/main" val="2502655777"/>
                    </a:ext>
                  </a:extLst>
                </a:gridCol>
                <a:gridCol w="328021">
                  <a:extLst>
                    <a:ext uri="{9D8B030D-6E8A-4147-A177-3AD203B41FA5}">
                      <a16:colId xmlns:a16="http://schemas.microsoft.com/office/drawing/2014/main" val="3395665549"/>
                    </a:ext>
                  </a:extLst>
                </a:gridCol>
                <a:gridCol w="328021">
                  <a:extLst>
                    <a:ext uri="{9D8B030D-6E8A-4147-A177-3AD203B41FA5}">
                      <a16:colId xmlns:a16="http://schemas.microsoft.com/office/drawing/2014/main" val="3345483759"/>
                    </a:ext>
                  </a:extLst>
                </a:gridCol>
                <a:gridCol w="328021">
                  <a:extLst>
                    <a:ext uri="{9D8B030D-6E8A-4147-A177-3AD203B41FA5}">
                      <a16:colId xmlns:a16="http://schemas.microsoft.com/office/drawing/2014/main" val="543995270"/>
                    </a:ext>
                  </a:extLst>
                </a:gridCol>
                <a:gridCol w="389738">
                  <a:extLst>
                    <a:ext uri="{9D8B030D-6E8A-4147-A177-3AD203B41FA5}">
                      <a16:colId xmlns:a16="http://schemas.microsoft.com/office/drawing/2014/main" val="3345063880"/>
                    </a:ext>
                  </a:extLst>
                </a:gridCol>
                <a:gridCol w="266317">
                  <a:extLst>
                    <a:ext uri="{9D8B030D-6E8A-4147-A177-3AD203B41FA5}">
                      <a16:colId xmlns:a16="http://schemas.microsoft.com/office/drawing/2014/main" val="995054870"/>
                    </a:ext>
                  </a:extLst>
                </a:gridCol>
                <a:gridCol w="328021">
                  <a:extLst>
                    <a:ext uri="{9D8B030D-6E8A-4147-A177-3AD203B41FA5}">
                      <a16:colId xmlns:a16="http://schemas.microsoft.com/office/drawing/2014/main" val="224301022"/>
                    </a:ext>
                  </a:extLst>
                </a:gridCol>
                <a:gridCol w="328021">
                  <a:extLst>
                    <a:ext uri="{9D8B030D-6E8A-4147-A177-3AD203B41FA5}">
                      <a16:colId xmlns:a16="http://schemas.microsoft.com/office/drawing/2014/main" val="1380016041"/>
                    </a:ext>
                  </a:extLst>
                </a:gridCol>
                <a:gridCol w="328021">
                  <a:extLst>
                    <a:ext uri="{9D8B030D-6E8A-4147-A177-3AD203B41FA5}">
                      <a16:colId xmlns:a16="http://schemas.microsoft.com/office/drawing/2014/main" val="3836106794"/>
                    </a:ext>
                  </a:extLst>
                </a:gridCol>
                <a:gridCol w="328021">
                  <a:extLst>
                    <a:ext uri="{9D8B030D-6E8A-4147-A177-3AD203B41FA5}">
                      <a16:colId xmlns:a16="http://schemas.microsoft.com/office/drawing/2014/main" val="2010017880"/>
                    </a:ext>
                  </a:extLst>
                </a:gridCol>
                <a:gridCol w="328021">
                  <a:extLst>
                    <a:ext uri="{9D8B030D-6E8A-4147-A177-3AD203B41FA5}">
                      <a16:colId xmlns:a16="http://schemas.microsoft.com/office/drawing/2014/main" val="2625696998"/>
                    </a:ext>
                  </a:extLst>
                </a:gridCol>
                <a:gridCol w="328021">
                  <a:extLst>
                    <a:ext uri="{9D8B030D-6E8A-4147-A177-3AD203B41FA5}">
                      <a16:colId xmlns:a16="http://schemas.microsoft.com/office/drawing/2014/main" val="4034752713"/>
                    </a:ext>
                  </a:extLst>
                </a:gridCol>
                <a:gridCol w="328021">
                  <a:extLst>
                    <a:ext uri="{9D8B030D-6E8A-4147-A177-3AD203B41FA5}">
                      <a16:colId xmlns:a16="http://schemas.microsoft.com/office/drawing/2014/main" val="2908645899"/>
                    </a:ext>
                  </a:extLst>
                </a:gridCol>
                <a:gridCol w="328021">
                  <a:extLst>
                    <a:ext uri="{9D8B030D-6E8A-4147-A177-3AD203B41FA5}">
                      <a16:colId xmlns:a16="http://schemas.microsoft.com/office/drawing/2014/main" val="1110966248"/>
                    </a:ext>
                  </a:extLst>
                </a:gridCol>
                <a:gridCol w="328021">
                  <a:extLst>
                    <a:ext uri="{9D8B030D-6E8A-4147-A177-3AD203B41FA5}">
                      <a16:colId xmlns:a16="http://schemas.microsoft.com/office/drawing/2014/main" val="4275597943"/>
                    </a:ext>
                  </a:extLst>
                </a:gridCol>
                <a:gridCol w="328021">
                  <a:extLst>
                    <a:ext uri="{9D8B030D-6E8A-4147-A177-3AD203B41FA5}">
                      <a16:colId xmlns:a16="http://schemas.microsoft.com/office/drawing/2014/main" val="67270302"/>
                    </a:ext>
                  </a:extLst>
                </a:gridCol>
              </a:tblGrid>
              <a:tr h="144000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과제 연관 지표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Line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Site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10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11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12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’25.1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6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7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8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10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11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12</a:t>
                      </a:r>
                      <a:r>
                        <a:rPr lang="ko-KR" altLang="en-US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19610632"/>
                  </a:ext>
                </a:extLst>
              </a:tr>
              <a:tr h="128066">
                <a:tc row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위치불량률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Normal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Normal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lToTr>
                  </a:tcPr>
                </a:tc>
                <a:tc rowSpan="5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WA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5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0.47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0.49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7064296"/>
                  </a:ext>
                </a:extLst>
              </a:tr>
              <a:tr h="128066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E71A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11, 12, 16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생산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X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생산</a:t>
                      </a:r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X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8656711"/>
                  </a:ext>
                </a:extLst>
              </a:tr>
              <a:tr h="128066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E72B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생산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X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0.44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생산</a:t>
                      </a:r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X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9831624"/>
                  </a:ext>
                </a:extLst>
              </a:tr>
              <a:tr h="128066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E85A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0.55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4042043"/>
                  </a:ext>
                </a:extLst>
              </a:tr>
              <a:tr h="128066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E81B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15, 18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생산 없음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(’25.5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SOP)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0.47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0.50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3966948"/>
                  </a:ext>
                </a:extLst>
              </a:tr>
            </a:tbl>
          </a:graphicData>
        </a:graphic>
      </p:graphicFrame>
      <p:sp>
        <p:nvSpPr>
          <p:cNvPr id="34" name="TextBox 33">
            <a:extLst>
              <a:ext uri="{FF2B5EF4-FFF2-40B4-BE49-F238E27FC236}">
                <a16:creationId xmlns:a16="http://schemas.microsoft.com/office/drawing/2014/main" id="{A5214729-F312-44B5-A059-10C52825513E}"/>
              </a:ext>
            </a:extLst>
          </p:cNvPr>
          <p:cNvSpPr txBox="1"/>
          <p:nvPr/>
        </p:nvSpPr>
        <p:spPr>
          <a:xfrm>
            <a:off x="136777" y="1318026"/>
            <a:ext cx="125717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8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10/24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일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pic>
        <p:nvPicPr>
          <p:cNvPr id="35" name="그림 34">
            <a:extLst>
              <a:ext uri="{FF2B5EF4-FFF2-40B4-BE49-F238E27FC236}">
                <a16:creationId xmlns:a16="http://schemas.microsoft.com/office/drawing/2014/main" id="{13823C37-7F0D-45EF-B3AB-273F464E33D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66336" y="3137381"/>
            <a:ext cx="3970398" cy="627571"/>
          </a:xfrm>
          <a:prstGeom prst="rect">
            <a:avLst/>
          </a:prstGeom>
        </p:spPr>
      </p:pic>
      <p:sp>
        <p:nvSpPr>
          <p:cNvPr id="36" name="TextBox 35">
            <a:extLst>
              <a:ext uri="{FF2B5EF4-FFF2-40B4-BE49-F238E27FC236}">
                <a16:creationId xmlns:a16="http://schemas.microsoft.com/office/drawing/2014/main" id="{4CA6FAD3-8012-4B50-9F8A-FA6590A69D7A}"/>
              </a:ext>
            </a:extLst>
          </p:cNvPr>
          <p:cNvSpPr txBox="1"/>
          <p:nvPr/>
        </p:nvSpPr>
        <p:spPr>
          <a:xfrm>
            <a:off x="2009825" y="3711925"/>
            <a:ext cx="1096455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양극 셀 중앙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Y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축 위치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6A02D9B-F385-44AC-99DC-3777B6EB2F29}"/>
              </a:ext>
            </a:extLst>
          </p:cNvPr>
          <p:cNvSpPr txBox="1"/>
          <p:nvPr/>
        </p:nvSpPr>
        <p:spPr>
          <a:xfrm>
            <a:off x="4042472" y="3711925"/>
            <a:ext cx="1096455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음극 셀 중앙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Y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축 위치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626C505A-864E-4E4C-927E-F8E55FD1D67F}"/>
              </a:ext>
            </a:extLst>
          </p:cNvPr>
          <p:cNvSpPr/>
          <p:nvPr/>
        </p:nvSpPr>
        <p:spPr>
          <a:xfrm>
            <a:off x="3549970" y="3000564"/>
            <a:ext cx="2021620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*. 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빨간색 수직 점선은 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Y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축 위치불량 발생 시간입니다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endParaRPr lang="ko-KR" altLang="en-US" sz="1050">
              <a:solidFill>
                <a:srgbClr val="0066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B4AAED0A-5473-4EC3-AA11-BC2E3F62D2EE}"/>
              </a:ext>
            </a:extLst>
          </p:cNvPr>
          <p:cNvSpPr/>
          <p:nvPr/>
        </p:nvSpPr>
        <p:spPr>
          <a:xfrm>
            <a:off x="2267330" y="3812028"/>
            <a:ext cx="2714882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*. 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양극과 음극의 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Y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축 이동은 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200 ~ 400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 셀 간격으로 반복되고 있습니다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endParaRPr lang="ko-KR" altLang="en-US" sz="1050">
              <a:solidFill>
                <a:srgbClr val="0066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874AA230-4BEB-4ECB-B45C-5FDEB60FB5EC}"/>
              </a:ext>
            </a:extLst>
          </p:cNvPr>
          <p:cNvSpPr txBox="1"/>
          <p:nvPr/>
        </p:nvSpPr>
        <p:spPr>
          <a:xfrm>
            <a:off x="8103394" y="1085614"/>
            <a:ext cx="57864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-100" normalizeH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( ~ 12/ 15 )</a:t>
            </a:r>
            <a:endParaRPr kumimoji="0" lang="ko-KR" altLang="en-US" sz="800" b="0" i="0" u="none" strike="noStrike" kern="1200" cap="none" spc="-100" normalizeH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034CF82E-8D98-4A75-98E5-7045C9742615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31084" y="5875632"/>
            <a:ext cx="846388" cy="659523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AB2228E-A109-4BB6-90D8-9F31366EB9B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01323" y="5922744"/>
            <a:ext cx="642360" cy="62919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0B3953F-AE33-4C7B-911F-C952EFF0E39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79284" y="5968875"/>
            <a:ext cx="2068450" cy="563138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521F0433-C3D3-4916-B3E5-730028FA79F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153505" y="5965782"/>
            <a:ext cx="2034033" cy="566231"/>
          </a:xfrm>
          <a:prstGeom prst="rect">
            <a:avLst/>
          </a:prstGeom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B9746CF0-C26B-44A6-B353-9A0381293DDF}"/>
              </a:ext>
            </a:extLst>
          </p:cNvPr>
          <p:cNvSpPr txBox="1"/>
          <p:nvPr/>
        </p:nvSpPr>
        <p:spPr>
          <a:xfrm>
            <a:off x="2620699" y="6406573"/>
            <a:ext cx="485710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MEB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라인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5ED8C23-7F0E-4AE7-8B56-643CD8D8870C}"/>
              </a:ext>
            </a:extLst>
          </p:cNvPr>
          <p:cNvSpPr txBox="1"/>
          <p:nvPr/>
        </p:nvSpPr>
        <p:spPr>
          <a:xfrm>
            <a:off x="6114121" y="6400223"/>
            <a:ext cx="594715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Normal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라인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62AB2110-04E2-46B9-9340-447B04CCE1F1}"/>
              </a:ext>
            </a:extLst>
          </p:cNvPr>
          <p:cNvSpPr/>
          <p:nvPr/>
        </p:nvSpPr>
        <p:spPr>
          <a:xfrm>
            <a:off x="2418082" y="5797739"/>
            <a:ext cx="2363468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*. MEB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라인의 경우 엑추에이터 보정 시 딜레이가 존재합니다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endParaRPr lang="ko-KR" altLang="en-US" sz="1050">
              <a:solidFill>
                <a:srgbClr val="0066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38C9A791-8643-4F8B-8A57-0A7F31FDCFF3}"/>
              </a:ext>
            </a:extLst>
          </p:cNvPr>
          <p:cNvSpPr/>
          <p:nvPr/>
        </p:nvSpPr>
        <p:spPr>
          <a:xfrm>
            <a:off x="6116221" y="5797739"/>
            <a:ext cx="2363468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*. MEB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라인의 경우 엑추에이터 보정 시 딜레이가 없습니다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endParaRPr lang="ko-KR" altLang="en-US" sz="1050">
              <a:solidFill>
                <a:srgbClr val="006600"/>
              </a:solidFill>
              <a:latin typeface="맑은 고딕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10661984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이상익 책임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5759357"/>
              </p:ext>
            </p:extLst>
          </p:nvPr>
        </p:nvGraphicFramePr>
        <p:xfrm>
          <a:off x="125047" y="840840"/>
          <a:ext cx="9644176" cy="5742818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98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687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191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4214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라미 공정 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위치 불량 원인 분석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E77A</a:t>
                      </a:r>
                      <a:endParaRPr lang="ko-KR" altLang="en-US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금주는 진행사항 없습니다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라미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공정 위치 불량 현상 정량화 분석을 통한 설비 별 조치 필요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Unit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파악 및 개선 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진행사항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4M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관점의 사전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Check List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최종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62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 항목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List up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및 점검 계획 수립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(10/27)</a:t>
                      </a:r>
                      <a:b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- 13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 대상 가동 전 점검 가능한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30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 항목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점검 및 조치 완료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(10/28)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-. 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나머지 가동 시 점검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32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 항목 대상 점검 시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 항목 이상 확인되어 조치 진행 중</a:t>
                      </a:r>
                      <a:b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분석사항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171450" marR="0" lvl="0" indent="-17145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라미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위치 불량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X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축 관련 원자재 관점에서 분석 진행하였습니다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NND Tab Pitch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의 값이 금형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타발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주기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(4Cell)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와 동일하게 튀는 경향을 확인했고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Tab Pitch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불량 셀 포함 다음 셀 까지도 영향을 받는 것을 확인하였습니다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171450" marR="0" lvl="0" indent="-17145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171450" marR="0" lvl="0" indent="-17145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171450" marR="0" lvl="0" indent="-17145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171450" marR="0" lvl="0" indent="-17145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171450" marR="0" lvl="0" indent="-17145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171450" marR="0" lvl="0" indent="-17145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171450" marR="0" lvl="0" indent="-17145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NND Feeder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댄서롤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Degree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산포가 크게 발생하는 시점에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Tab Pitch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산포를 유발하는 것으로 확인 확인하였습니다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171450" marR="0" lvl="0" indent="-17145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-  4pitch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Tab pitch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변동 →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라미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위치 불량 영향도 확인되어 개선을 위한 원인 분석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(w./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전극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FDC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Tab pitch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산포 변동은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1)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노칭의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가감속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구간에서 발생되며 인자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확인시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Master feeder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속도와 금형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Z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축 속도비가 헌팅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2) UW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위치 별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서보모터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Peak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부하율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차이가 있음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법인과 개선 방안 논의 예정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불량 감소를 위한 선별 투입 방안 설정 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연관 시스템 검토 및 적용 예정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셀추적기술팀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~12/5)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*.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라미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위치 불량률 영향도 기준으로 선별 투입 대상 선정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노칭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롤 기준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Tab pitch Spec.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중심치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대비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0.7mm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이상인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tab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수가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0.25%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이상인 경우 하프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라미로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투입 방안 설정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  </a:t>
                      </a:r>
                      <a:b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현황 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구축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불량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분석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~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지속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최재호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서동민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701DBD41-0962-47BC-BF85-0E3D71312932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12/10(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수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12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1958293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조립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] WA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라미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 수율 개선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7766D465-B63A-4BD0-88E2-FBAACAA5A8BC}"/>
              </a:ext>
            </a:extLst>
          </p:cNvPr>
          <p:cNvSpPr/>
          <p:nvPr/>
        </p:nvSpPr>
        <p:spPr>
          <a:xfrm>
            <a:off x="108658" y="1091882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CDO/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그룹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592E2B5-65B0-436D-B284-7DEF00833C16}"/>
              </a:ext>
            </a:extLst>
          </p:cNvPr>
          <p:cNvSpPr txBox="1"/>
          <p:nvPr/>
        </p:nvSpPr>
        <p:spPr>
          <a:xfrm>
            <a:off x="5714827" y="646066"/>
            <a:ext cx="2398093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10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1EA1582-8437-4637-8A10-F9F050F0645A}"/>
              </a:ext>
            </a:extLst>
          </p:cNvPr>
          <p:cNvSpPr txBox="1"/>
          <p:nvPr/>
        </p:nvSpPr>
        <p:spPr>
          <a:xfrm>
            <a:off x="6142639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531264B-579D-40E9-84A7-FB75AA83AEFE}"/>
              </a:ext>
            </a:extLst>
          </p:cNvPr>
          <p:cNvSpPr txBox="1"/>
          <p:nvPr/>
        </p:nvSpPr>
        <p:spPr>
          <a:xfrm>
            <a:off x="136777" y="1318026"/>
            <a:ext cx="125717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8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-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52083ECC-E826-9E2B-8BE1-FB360A9DCD8B}"/>
              </a:ext>
            </a:extLst>
          </p:cNvPr>
          <p:cNvGrpSpPr/>
          <p:nvPr/>
        </p:nvGrpSpPr>
        <p:grpSpPr>
          <a:xfrm>
            <a:off x="1723858" y="3433499"/>
            <a:ext cx="2667074" cy="469247"/>
            <a:chOff x="148581" y="2163506"/>
            <a:chExt cx="7518422" cy="1292106"/>
          </a:xfrm>
        </p:grpSpPr>
        <p:pic>
          <p:nvPicPr>
            <p:cNvPr id="5" name="그림 4">
              <a:extLst>
                <a:ext uri="{FF2B5EF4-FFF2-40B4-BE49-F238E27FC236}">
                  <a16:creationId xmlns:a16="http://schemas.microsoft.com/office/drawing/2014/main" id="{BC13EE60-26C4-1C9C-1E14-4E3F626FA23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 r="8604" b="69443"/>
            <a:stretch/>
          </p:blipFill>
          <p:spPr>
            <a:xfrm>
              <a:off x="148581" y="2163506"/>
              <a:ext cx="7518422" cy="1292106"/>
            </a:xfrm>
            <a:prstGeom prst="rect">
              <a:avLst/>
            </a:prstGeom>
          </p:spPr>
        </p:pic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EB44E313-70A5-D78B-1BD7-AE560C5D249A}"/>
                </a:ext>
              </a:extLst>
            </p:cNvPr>
            <p:cNvSpPr/>
            <p:nvPr/>
          </p:nvSpPr>
          <p:spPr>
            <a:xfrm>
              <a:off x="2904543" y="2934391"/>
              <a:ext cx="2325862" cy="521221"/>
            </a:xfrm>
            <a:prstGeom prst="rect">
              <a:avLst/>
            </a:prstGeom>
            <a:noFill/>
            <a:ln w="6350">
              <a:solidFill>
                <a:srgbClr val="FF000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D254C056-7D2E-41A6-6D81-F3C742B6F976}"/>
                </a:ext>
              </a:extLst>
            </p:cNvPr>
            <p:cNvSpPr/>
            <p:nvPr/>
          </p:nvSpPr>
          <p:spPr>
            <a:xfrm>
              <a:off x="2904543" y="2356032"/>
              <a:ext cx="2325862" cy="521221"/>
            </a:xfrm>
            <a:prstGeom prst="rect">
              <a:avLst/>
            </a:prstGeom>
            <a:noFill/>
            <a:ln w="6350">
              <a:solidFill>
                <a:srgbClr val="FF000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A31DA0B4-608F-9183-5194-E8C6E26B2D4E}"/>
                </a:ext>
              </a:extLst>
            </p:cNvPr>
            <p:cNvSpPr/>
            <p:nvPr/>
          </p:nvSpPr>
          <p:spPr>
            <a:xfrm>
              <a:off x="625091" y="2345750"/>
              <a:ext cx="1902521" cy="1109862"/>
            </a:xfrm>
            <a:prstGeom prst="rect">
              <a:avLst/>
            </a:prstGeom>
            <a:noFill/>
            <a:ln w="6350">
              <a:solidFill>
                <a:srgbClr val="FF000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  <p:cxnSp>
          <p:nvCxnSpPr>
            <p:cNvPr id="9" name="직선 화살표 연결선 8">
              <a:extLst>
                <a:ext uri="{FF2B5EF4-FFF2-40B4-BE49-F238E27FC236}">
                  <a16:creationId xmlns:a16="http://schemas.microsoft.com/office/drawing/2014/main" id="{3EA9D2D7-90C1-4137-3BE7-951C43C12C05}"/>
                </a:ext>
              </a:extLst>
            </p:cNvPr>
            <p:cNvCxnSpPr/>
            <p:nvPr/>
          </p:nvCxnSpPr>
          <p:spPr bwMode="auto">
            <a:xfrm>
              <a:off x="2365285" y="3393698"/>
              <a:ext cx="690047" cy="0"/>
            </a:xfrm>
            <a:prstGeom prst="straightConnector1">
              <a:avLst/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308B7A1A-29DA-3F2F-DD4C-54C7C7B835C2}"/>
              </a:ext>
            </a:extLst>
          </p:cNvPr>
          <p:cNvSpPr txBox="1"/>
          <p:nvPr/>
        </p:nvSpPr>
        <p:spPr>
          <a:xfrm>
            <a:off x="1795862" y="3915412"/>
            <a:ext cx="228780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파란</a:t>
            </a:r>
            <a:r>
              <a:rPr lang="en-US" altLang="ko-KR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Cell</a:t>
            </a:r>
            <a:r>
              <a:rPr lang="ko-KR" altLang="en-US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Pitch</a:t>
            </a:r>
            <a:r>
              <a:rPr lang="ko-KR" altLang="en-US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가  튀다가 노란</a:t>
            </a:r>
            <a:r>
              <a:rPr lang="en-US" altLang="ko-KR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Cell Pitch</a:t>
            </a:r>
            <a:r>
              <a:rPr lang="ko-KR" altLang="en-US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가 튐</a:t>
            </a:r>
            <a:r>
              <a:rPr lang="en-US" altLang="ko-KR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.(</a:t>
            </a:r>
            <a:r>
              <a:rPr lang="ko-KR" altLang="en-US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주기 </a:t>
            </a:r>
            <a:r>
              <a:rPr lang="en-US" altLang="ko-KR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Shift)</a:t>
            </a:r>
            <a:endParaRPr lang="ko-KR" altLang="en-US" sz="700">
              <a:solidFill>
                <a:srgbClr val="008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EF6784FD-F77C-A459-A53E-53587C9FC150}"/>
              </a:ext>
            </a:extLst>
          </p:cNvPr>
          <p:cNvGrpSpPr/>
          <p:nvPr/>
        </p:nvGrpSpPr>
        <p:grpSpPr>
          <a:xfrm>
            <a:off x="4548121" y="3422004"/>
            <a:ext cx="2814993" cy="548382"/>
            <a:chOff x="625091" y="4978245"/>
            <a:chExt cx="7041912" cy="1648569"/>
          </a:xfrm>
        </p:grpSpPr>
        <p:pic>
          <p:nvPicPr>
            <p:cNvPr id="18" name="그림 17">
              <a:extLst>
                <a:ext uri="{FF2B5EF4-FFF2-40B4-BE49-F238E27FC236}">
                  <a16:creationId xmlns:a16="http://schemas.microsoft.com/office/drawing/2014/main" id="{1C4E633F-13BC-91BC-FD7E-C250D13F651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/>
            <a:srcRect l="5793" t="61221" r="8604"/>
            <a:stretch/>
          </p:blipFill>
          <p:spPr>
            <a:xfrm>
              <a:off x="625091" y="4987060"/>
              <a:ext cx="7041912" cy="1639754"/>
            </a:xfrm>
            <a:prstGeom prst="rect">
              <a:avLst/>
            </a:prstGeom>
          </p:spPr>
        </p:pic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A72A374E-F36B-B623-4A8F-FC5D1018E6BE}"/>
                </a:ext>
              </a:extLst>
            </p:cNvPr>
            <p:cNvSpPr/>
            <p:nvPr/>
          </p:nvSpPr>
          <p:spPr>
            <a:xfrm>
              <a:off x="2904543" y="4987060"/>
              <a:ext cx="2325862" cy="1307962"/>
            </a:xfrm>
            <a:prstGeom prst="rect">
              <a:avLst/>
            </a:prstGeom>
            <a:noFill/>
            <a:ln w="6350">
              <a:solidFill>
                <a:srgbClr val="FF000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7978B67-C6DB-E35B-1A3C-17C24A1920EA}"/>
                </a:ext>
              </a:extLst>
            </p:cNvPr>
            <p:cNvSpPr/>
            <p:nvPr/>
          </p:nvSpPr>
          <p:spPr>
            <a:xfrm>
              <a:off x="625091" y="4978245"/>
              <a:ext cx="1902521" cy="1307961"/>
            </a:xfrm>
            <a:prstGeom prst="rect">
              <a:avLst/>
            </a:prstGeom>
            <a:noFill/>
            <a:ln w="6350">
              <a:solidFill>
                <a:srgbClr val="FF000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2019A233-7D35-84C1-9FF8-9D100989D2C6}"/>
              </a:ext>
            </a:extLst>
          </p:cNvPr>
          <p:cNvSpPr txBox="1"/>
          <p:nvPr/>
        </p:nvSpPr>
        <p:spPr>
          <a:xfrm>
            <a:off x="4353003" y="3865783"/>
            <a:ext cx="339587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b="1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노란색</a:t>
            </a:r>
            <a:r>
              <a:rPr lang="en-US" altLang="ko-KR" sz="700" b="1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(Pitch</a:t>
            </a:r>
            <a:r>
              <a:rPr lang="ko-KR" altLang="en-US" sz="700" b="1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가 튄 </a:t>
            </a:r>
            <a:r>
              <a:rPr lang="en-US" altLang="ko-KR" sz="700" b="1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Cell) +  </a:t>
            </a:r>
            <a:r>
              <a:rPr lang="ko-KR" altLang="en-US" sz="700" b="1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빨간색</a:t>
            </a:r>
            <a:r>
              <a:rPr lang="en-US" altLang="ko-KR" sz="700" b="1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(Pitch </a:t>
            </a:r>
            <a:r>
              <a:rPr lang="ko-KR" altLang="en-US" sz="700" b="1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가 튄 </a:t>
            </a:r>
            <a:r>
              <a:rPr lang="en-US" altLang="ko-KR" sz="700" b="1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Cell</a:t>
            </a:r>
            <a:r>
              <a:rPr lang="ko-KR" altLang="en-US" sz="700" b="1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다음 </a:t>
            </a:r>
            <a:r>
              <a:rPr lang="en-US" altLang="ko-KR" sz="700" b="1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Cell) </a:t>
            </a:r>
            <a:r>
              <a:rPr lang="ko-KR" altLang="en-US" sz="700" b="1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다음 셀도 위치 불량</a:t>
            </a:r>
            <a:endParaRPr lang="en-US" altLang="ko-KR" sz="700" b="1">
              <a:solidFill>
                <a:srgbClr val="008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A73A3C3A-5A9D-0579-EE50-4609C9C07F4A}"/>
              </a:ext>
            </a:extLst>
          </p:cNvPr>
          <p:cNvGrpSpPr/>
          <p:nvPr/>
        </p:nvGrpSpPr>
        <p:grpSpPr>
          <a:xfrm>
            <a:off x="7512967" y="3568668"/>
            <a:ext cx="1142146" cy="553908"/>
            <a:chOff x="7690753" y="5515190"/>
            <a:chExt cx="1381997" cy="892075"/>
          </a:xfrm>
        </p:grpSpPr>
        <p:pic>
          <p:nvPicPr>
            <p:cNvPr id="36" name="그림 35">
              <a:extLst>
                <a:ext uri="{FF2B5EF4-FFF2-40B4-BE49-F238E27FC236}">
                  <a16:creationId xmlns:a16="http://schemas.microsoft.com/office/drawing/2014/main" id="{F95535DB-6328-EEAC-D3FD-3E1E7C525FF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690753" y="5539908"/>
              <a:ext cx="482035" cy="859275"/>
            </a:xfrm>
            <a:prstGeom prst="rect">
              <a:avLst/>
            </a:prstGeom>
          </p:spPr>
        </p:pic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9641B3C3-6FA4-C35B-D9B4-9334B84CB721}"/>
                </a:ext>
              </a:extLst>
            </p:cNvPr>
            <p:cNvSpPr txBox="1"/>
            <p:nvPr/>
          </p:nvSpPr>
          <p:spPr>
            <a:xfrm>
              <a:off x="7945434" y="5515190"/>
              <a:ext cx="1084643" cy="297407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 anchor="ctr">
              <a:spAutoFit/>
            </a:bodyPr>
            <a:lstStyle/>
            <a:p>
              <a:r>
                <a:rPr lang="en-US" altLang="ko-KR" sz="600">
                  <a:latin typeface="Arial Narrow" panose="020B0606020202030204" pitchFamily="34" charset="0"/>
                </a:rPr>
                <a:t>NND Cell</a:t>
              </a:r>
              <a:r>
                <a:rPr lang="ko-KR" altLang="en-US" sz="600">
                  <a:latin typeface="Arial Narrow" panose="020B0606020202030204" pitchFamily="34" charset="0"/>
                </a:rPr>
                <a:t> </a:t>
              </a:r>
              <a:r>
                <a:rPr lang="en-US" altLang="ko-KR" sz="600">
                  <a:latin typeface="Arial Narrow" panose="020B0606020202030204" pitchFamily="34" charset="0"/>
                </a:rPr>
                <a:t>No. 4,8,12,16,,,</a:t>
              </a:r>
              <a:endParaRPr lang="ko-KR" altLang="en-US" sz="600">
                <a:latin typeface="Arial Narrow" panose="020B0606020202030204" pitchFamily="34" charset="0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67987BA7-4FB7-BE00-4A44-E1C95DB91B01}"/>
                </a:ext>
              </a:extLst>
            </p:cNvPr>
            <p:cNvSpPr txBox="1"/>
            <p:nvPr/>
          </p:nvSpPr>
          <p:spPr>
            <a:xfrm>
              <a:off x="7945433" y="5713413"/>
              <a:ext cx="1084643" cy="297407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 anchor="ctr">
              <a:spAutoFit/>
            </a:bodyPr>
            <a:lstStyle/>
            <a:p>
              <a:r>
                <a:rPr lang="en-US" altLang="ko-KR" sz="600">
                  <a:latin typeface="Arial Narrow" panose="020B0606020202030204" pitchFamily="34" charset="0"/>
                </a:rPr>
                <a:t>NND Cell</a:t>
              </a:r>
              <a:r>
                <a:rPr lang="ko-KR" altLang="en-US" sz="600">
                  <a:latin typeface="Arial Narrow" panose="020B0606020202030204" pitchFamily="34" charset="0"/>
                </a:rPr>
                <a:t> </a:t>
              </a:r>
              <a:r>
                <a:rPr lang="en-US" altLang="ko-KR" sz="600">
                  <a:latin typeface="Arial Narrow" panose="020B0606020202030204" pitchFamily="34" charset="0"/>
                </a:rPr>
                <a:t>No. 5,9,13,17,,,</a:t>
              </a:r>
              <a:endParaRPr lang="ko-KR" altLang="en-US" sz="600">
                <a:latin typeface="Arial Narrow" panose="020B0606020202030204" pitchFamily="34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B7D108A5-66AC-5B7B-9CC7-12358FF96245}"/>
                </a:ext>
              </a:extLst>
            </p:cNvPr>
            <p:cNvSpPr txBox="1"/>
            <p:nvPr/>
          </p:nvSpPr>
          <p:spPr>
            <a:xfrm>
              <a:off x="7945433" y="5911635"/>
              <a:ext cx="1127315" cy="297407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 anchor="ctr">
              <a:spAutoFit/>
            </a:bodyPr>
            <a:lstStyle/>
            <a:p>
              <a:r>
                <a:rPr lang="en-US" altLang="ko-KR" sz="600">
                  <a:latin typeface="Arial Narrow" panose="020B0606020202030204" pitchFamily="34" charset="0"/>
                </a:rPr>
                <a:t>NND Cell</a:t>
              </a:r>
              <a:r>
                <a:rPr lang="ko-KR" altLang="en-US" sz="600">
                  <a:latin typeface="Arial Narrow" panose="020B0606020202030204" pitchFamily="34" charset="0"/>
                </a:rPr>
                <a:t> </a:t>
              </a:r>
              <a:r>
                <a:rPr lang="en-US" altLang="ko-KR" sz="600">
                  <a:latin typeface="Arial Narrow" panose="020B0606020202030204" pitchFamily="34" charset="0"/>
                </a:rPr>
                <a:t>No. 6,10,14,18,,,</a:t>
              </a:r>
              <a:endParaRPr lang="ko-KR" altLang="en-US" sz="600">
                <a:latin typeface="Arial Narrow" panose="020B0606020202030204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1DE3B132-4B2A-E353-28F3-D23465AE5CC4}"/>
                </a:ext>
              </a:extLst>
            </p:cNvPr>
            <p:cNvSpPr txBox="1"/>
            <p:nvPr/>
          </p:nvSpPr>
          <p:spPr>
            <a:xfrm>
              <a:off x="7945434" y="6109858"/>
              <a:ext cx="1127316" cy="297407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 anchor="ctr">
              <a:spAutoFit/>
            </a:bodyPr>
            <a:lstStyle/>
            <a:p>
              <a:r>
                <a:rPr lang="en-US" altLang="ko-KR" sz="600">
                  <a:latin typeface="Arial Narrow" panose="020B0606020202030204" pitchFamily="34" charset="0"/>
                </a:rPr>
                <a:t>NND Cell</a:t>
              </a:r>
              <a:r>
                <a:rPr lang="ko-KR" altLang="en-US" sz="600">
                  <a:latin typeface="Arial Narrow" panose="020B0606020202030204" pitchFamily="34" charset="0"/>
                </a:rPr>
                <a:t> </a:t>
              </a:r>
              <a:r>
                <a:rPr lang="en-US" altLang="ko-KR" sz="600">
                  <a:latin typeface="Arial Narrow" panose="020B0606020202030204" pitchFamily="34" charset="0"/>
                </a:rPr>
                <a:t>No. 7,11,15,19,,,</a:t>
              </a:r>
              <a:endParaRPr lang="ko-KR" altLang="en-US" sz="600">
                <a:latin typeface="Arial Narrow" panose="020B0606020202030204" pitchFamily="34" charset="0"/>
              </a:endParaRPr>
            </a:p>
          </p:txBody>
        </p: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157B679A-DA77-F408-F941-6E2082119786}"/>
              </a:ext>
            </a:extLst>
          </p:cNvPr>
          <p:cNvSpPr txBox="1"/>
          <p:nvPr/>
        </p:nvSpPr>
        <p:spPr>
          <a:xfrm>
            <a:off x="7427849" y="3386788"/>
            <a:ext cx="117051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>
                <a:solidFill>
                  <a:srgbClr val="008000"/>
                </a:solidFill>
                <a:latin typeface="Arial Narrow"/>
                <a:ea typeface="LG스마트체 Regular"/>
              </a:rPr>
              <a:t>범례 </a:t>
            </a:r>
            <a:r>
              <a:rPr lang="en-US" altLang="ko-KR" sz="700">
                <a:solidFill>
                  <a:srgbClr val="008000"/>
                </a:solidFill>
                <a:latin typeface="Arial Narrow"/>
                <a:ea typeface="LG스마트체 Regular"/>
              </a:rPr>
              <a:t>: </a:t>
            </a:r>
            <a:r>
              <a:rPr lang="ko-KR" altLang="en-US" sz="700">
                <a:solidFill>
                  <a:srgbClr val="008000"/>
                </a:solidFill>
                <a:latin typeface="Arial Narrow"/>
                <a:ea typeface="LG스마트체 Regular"/>
              </a:rPr>
              <a:t>노칭 타발주기별 색상</a:t>
            </a:r>
          </a:p>
        </p:txBody>
      </p:sp>
      <p:pic>
        <p:nvPicPr>
          <p:cNvPr id="44" name="그림 43">
            <a:extLst>
              <a:ext uri="{FF2B5EF4-FFF2-40B4-BE49-F238E27FC236}">
                <a16:creationId xmlns:a16="http://schemas.microsoft.com/office/drawing/2014/main" id="{B12C0496-6F69-929C-2DCC-247AB05DCA0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711834" y="4359867"/>
            <a:ext cx="3819193" cy="956551"/>
          </a:xfrm>
          <a:prstGeom prst="rect">
            <a:avLst/>
          </a:prstGeom>
        </p:spPr>
      </p:pic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87BC52A9-686F-EDA5-004E-18C1BE04A8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5688413"/>
              </p:ext>
            </p:extLst>
          </p:nvPr>
        </p:nvGraphicFramePr>
        <p:xfrm>
          <a:off x="1788356" y="1294110"/>
          <a:ext cx="3690485" cy="774571"/>
        </p:xfrm>
        <a:graphic>
          <a:graphicData uri="http://schemas.openxmlformats.org/drawingml/2006/table">
            <a:tbl>
              <a:tblPr/>
              <a:tblGrid>
                <a:gridCol w="583884">
                  <a:extLst>
                    <a:ext uri="{9D8B030D-6E8A-4147-A177-3AD203B41FA5}">
                      <a16:colId xmlns:a16="http://schemas.microsoft.com/office/drawing/2014/main" val="4126602470"/>
                    </a:ext>
                  </a:extLst>
                </a:gridCol>
                <a:gridCol w="338735">
                  <a:extLst>
                    <a:ext uri="{9D8B030D-6E8A-4147-A177-3AD203B41FA5}">
                      <a16:colId xmlns:a16="http://schemas.microsoft.com/office/drawing/2014/main" val="3164075224"/>
                    </a:ext>
                  </a:extLst>
                </a:gridCol>
                <a:gridCol w="461311">
                  <a:extLst>
                    <a:ext uri="{9D8B030D-6E8A-4147-A177-3AD203B41FA5}">
                      <a16:colId xmlns:a16="http://schemas.microsoft.com/office/drawing/2014/main" val="2521998591"/>
                    </a:ext>
                  </a:extLst>
                </a:gridCol>
                <a:gridCol w="461311">
                  <a:extLst>
                    <a:ext uri="{9D8B030D-6E8A-4147-A177-3AD203B41FA5}">
                      <a16:colId xmlns:a16="http://schemas.microsoft.com/office/drawing/2014/main" val="2502655777"/>
                    </a:ext>
                  </a:extLst>
                </a:gridCol>
                <a:gridCol w="461311">
                  <a:extLst>
                    <a:ext uri="{9D8B030D-6E8A-4147-A177-3AD203B41FA5}">
                      <a16:colId xmlns:a16="http://schemas.microsoft.com/office/drawing/2014/main" val="3655746923"/>
                    </a:ext>
                  </a:extLst>
                </a:gridCol>
                <a:gridCol w="461311">
                  <a:extLst>
                    <a:ext uri="{9D8B030D-6E8A-4147-A177-3AD203B41FA5}">
                      <a16:colId xmlns:a16="http://schemas.microsoft.com/office/drawing/2014/main" val="3345063880"/>
                    </a:ext>
                  </a:extLst>
                </a:gridCol>
                <a:gridCol w="461311">
                  <a:extLst>
                    <a:ext uri="{9D8B030D-6E8A-4147-A177-3AD203B41FA5}">
                      <a16:colId xmlns:a16="http://schemas.microsoft.com/office/drawing/2014/main" val="3432709568"/>
                    </a:ext>
                  </a:extLst>
                </a:gridCol>
                <a:gridCol w="461311">
                  <a:extLst>
                    <a:ext uri="{9D8B030D-6E8A-4147-A177-3AD203B41FA5}">
                      <a16:colId xmlns:a16="http://schemas.microsoft.com/office/drawing/2014/main" val="3769314181"/>
                    </a:ext>
                  </a:extLst>
                </a:gridCol>
              </a:tblGrid>
              <a:tr h="187831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과제 연관 지표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Site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Line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’25.10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11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12</a:t>
                      </a:r>
                      <a:r>
                        <a:rPr lang="ko-KR" altLang="en-US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19610632"/>
                  </a:ext>
                </a:extLst>
              </a:tr>
              <a:tr h="128066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위치불량률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E77A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WA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0.32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0.31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7064296"/>
                  </a:ext>
                </a:extLst>
              </a:tr>
              <a:tr h="1280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0.26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0.40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5699002"/>
                  </a:ext>
                </a:extLst>
              </a:tr>
              <a:tr h="128066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0.40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0.34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80818077"/>
                  </a:ext>
                </a:extLst>
              </a:tr>
              <a:tr h="128066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0.58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0.43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4773004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A3BC3C6A-8414-E8E7-3DE2-0698F53BE98D}"/>
              </a:ext>
            </a:extLst>
          </p:cNvPr>
          <p:cNvSpPr txBox="1"/>
          <p:nvPr/>
        </p:nvSpPr>
        <p:spPr>
          <a:xfrm>
            <a:off x="5387720" y="1268613"/>
            <a:ext cx="57864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-100" normalizeH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( ~ 12/ 7 )</a:t>
            </a:r>
            <a:endParaRPr kumimoji="0" lang="ko-KR" altLang="en-US" sz="800" b="0" i="0" u="none" strike="noStrike" kern="1200" cap="none" spc="-100" normalizeH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97328042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5CB993E8-3206-B7F6-7FF6-C90CCBF245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>
            <a:extLst>
              <a:ext uri="{FF2B5EF4-FFF2-40B4-BE49-F238E27FC236}">
                <a16:creationId xmlns:a16="http://schemas.microsoft.com/office/drawing/2014/main" id="{B174006F-69EE-B857-F67C-CB0113153E95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r>
              <a:rPr lang="en-US" altLang="ko-KR" sz="1800"/>
              <a:t>3. </a:t>
            </a:r>
            <a:r>
              <a:rPr lang="ko-KR" altLang="en-US" sz="1800"/>
              <a:t>과제 진행 현황</a:t>
            </a:r>
            <a:r>
              <a:rPr lang="en-US" altLang="ko-KR" sz="1800"/>
              <a:t>_</a:t>
            </a:r>
            <a:r>
              <a:rPr lang="ko-KR" altLang="en-US" sz="1800"/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20DB249E-C61B-B842-A108-DECB03C78754}"/>
              </a:ext>
            </a:extLst>
          </p:cNvPr>
          <p:cNvSpPr txBox="1">
            <a:spLocks/>
          </p:cNvSpPr>
          <p:nvPr/>
        </p:nvSpPr>
        <p:spPr>
          <a:xfrm>
            <a:off x="8451431" y="418066"/>
            <a:ext cx="1285609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</a:pP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작성자 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조은지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100" err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강주예</a:t>
            </a:r>
            <a:endParaRPr lang="ko-KR" altLang="en-US" sz="11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4485889C-7C23-1E44-3F44-63DAC7688E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2449189"/>
              </p:ext>
            </p:extLst>
          </p:nvPr>
        </p:nvGraphicFramePr>
        <p:xfrm>
          <a:off x="125047" y="850299"/>
          <a:ext cx="9644176" cy="5671967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328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928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951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532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6186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95167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신규 모델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셀 수율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안정화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(E77A)</a:t>
                      </a: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ESWA</a:t>
                      </a:r>
                      <a:endParaRPr lang="ko-KR" altLang="en-US" sz="900" kern="1200" baseline="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금주 특이사항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 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13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라인 음극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V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홈 쪽에서 탈리가 자주 발생하고 있으며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재발 방지를 위해 탈리 발생 여부를 디텍팅 할 수 있는 방법에 대해 고민해보고 실제 데이터를 확인해보았습니다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실제 탈리가 발생한 시점에 대해 하기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가지 데이터를 통해 탈리 여부를 확인할 수 있는지 점검해보았습니다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.  (CS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인원이 점검하여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공유해준 시점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총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6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) 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1. Mono Sepa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외관 비전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EA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불량 발생 빈도 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   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탈리가 발생하면 전극 가루 영향이 있을 것이라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EA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불량 발생 빈도가 증가할 것이라 추측하였으나 대다수의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Case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에서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EA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불량이 눈의 띄게 증가하는 경우는 없었습니다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2.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라미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Final Vision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치수 데이터 및 이미지 확인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   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음극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V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홈 쪽에서 탈리가 주로 발생하므로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음극 전극의 위치의 변동이 있을 것으로 생각되어 확인해보았으나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크게 변동사항이 없었습니다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   : Vision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이미지도 확인해보았을 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탈리로 보이는 전극이 일부 확인되었으나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비율이 매우 적고 크게 확대해서 확인해야 보이는 정도여서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이미지 분석을 통해 탈리 디텍팅을 하는데도 한계가 있을 것으로 생각됩니다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3. Parameter SV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PV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변동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  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탈리 발생한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6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가지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Case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중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가지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Case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에서 커터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그리퍼 압력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SV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변경 횟수가 증가함을 확인하였으며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, PV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값은 특이사항 없었습니다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4.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작업자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Loss Note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이력 확인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  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탈리 발생 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PD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및 잔해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불순물 관련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Loss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내역이 있음을 확인하였습니다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3,4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번 방법을 활용해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11/1~11/16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기간 동안의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E77A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모델의 탈리 발생 일시 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Lot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를 디텍팅하였습니다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이후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해당 라미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Lot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들을 역추적하여 탈리가 발생한 전극에서 공통점이 있는지 확인하였습니다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. (12/2)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해당 전극들은 코터에서 라인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핀홀 불량이 다수 검출되었으며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주로 코터 생산일자가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10/26~11/1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, 11/10~13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일인 전극에서 탈리가 다수 발생하였습니다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*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코터 레인별로 차이가 있는지도 확인하였으나 특이사항 없음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탈리가 다수 발생한 코터 생산일자와 탈리가 거의 발생하지 않은 코터 생산일자에서의 코터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PV/SV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등을 확인하여 어떤 차이점이 있었는지 확인해보고자 합니다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(~12/3)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불량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분석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(~12/31)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조은지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  <a:p>
                      <a:pPr algn="ctr" latinLnBrk="1"/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강주예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7FB6881A-B9CA-FAA9-B570-5210A8A2FFC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업데이트 시간 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en-US" altLang="ko-KR" sz="11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12/3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1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수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en-US" altLang="ko-KR" sz="11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14</a:t>
            </a:r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시</a:t>
            </a:r>
          </a:p>
        </p:txBody>
      </p:sp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622A2BA2-64DD-D754-7AED-839C3D096790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251293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</a:pP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조립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] WA 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신규 모델 셀 수율 개선</a:t>
            </a: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9833C04D-D19F-F674-7E39-0AE827F7983D}"/>
              </a:ext>
            </a:extLst>
          </p:cNvPr>
          <p:cNvSpPr/>
          <p:nvPr/>
        </p:nvSpPr>
        <p:spPr>
          <a:xfrm>
            <a:off x="108658" y="1127394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algn="ctr"/>
            <a:r>
              <a:rPr lang="en-US" altLang="ko-KR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CDO/</a:t>
            </a:r>
            <a:r>
              <a:rPr lang="ko-KR" altLang="en-US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그룹</a:t>
            </a:r>
            <a:r>
              <a:rPr lang="en-US" altLang="ko-KR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담당 </a:t>
            </a:r>
            <a:r>
              <a:rPr lang="en-US" altLang="ko-KR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KPI</a:t>
            </a:r>
            <a:endParaRPr lang="ko-KR" altLang="en-US" sz="900" b="1">
              <a:solidFill>
                <a:schemeClr val="bg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2BC3CFDF-2A28-1FEA-2EDA-1F8CCD632691}"/>
              </a:ext>
            </a:extLst>
          </p:cNvPr>
          <p:cNvSpPr txBox="1"/>
          <p:nvPr/>
        </p:nvSpPr>
        <p:spPr>
          <a:xfrm>
            <a:off x="141316" y="1379522"/>
            <a:ext cx="1208090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-</a:t>
            </a:r>
          </a:p>
          <a:p>
            <a:pPr lvl="0">
              <a:defRPr/>
            </a:pPr>
            <a:r>
              <a:rPr lang="ko-KR" altLang="en-US" sz="800"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ea typeface="LG스마트체 Regular" panose="020B0600000101010101" pitchFamily="50" charset="-127"/>
              </a:rPr>
              <a:t>: -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05A367CD-A5E6-71F0-4FF9-1C43D8C50FB1}"/>
              </a:ext>
            </a:extLst>
          </p:cNvPr>
          <p:cNvSpPr txBox="1"/>
          <p:nvPr/>
        </p:nvSpPr>
        <p:spPr>
          <a:xfrm>
            <a:off x="5645785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-#10,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B5EBEDC-4C68-9744-4DCF-1433763F9644}"/>
              </a:ext>
            </a:extLst>
          </p:cNvPr>
          <p:cNvSpPr txBox="1"/>
          <p:nvPr/>
        </p:nvSpPr>
        <p:spPr>
          <a:xfrm>
            <a:off x="6073597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0B2A9AE8-AEDE-4228-A43D-8E77EEC5757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48215" y="3385455"/>
            <a:ext cx="5447655" cy="11879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6395411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홍진표 사원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40840"/>
          <a:ext cx="9644176" cy="5516400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98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687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02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920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라미 공정 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위치 불량 원인 분석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ESWA</a:t>
                      </a: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 </a:t>
                      </a:r>
                      <a:br>
                        <a:rPr lang="en-US" altLang="ko-KR" sz="900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8</a:t>
                      </a: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동</a:t>
                      </a:r>
                      <a:br>
                        <a:rPr lang="en-US" altLang="ko-KR" sz="900" kern="1200" baseline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(E128A,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E129A,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E161A)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D-STK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메인 생산 모델인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E128A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위치불량 진행사항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.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 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라미 공정 위치 불량 현상 정량화 분석을 통한 설비별 조치 필요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Unit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파악 및 개선 </a:t>
                      </a:r>
                      <a:br>
                        <a:rPr kumimoji="1" lang="en-US" altLang="ko-KR" sz="900" kern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</a:b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[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진행사항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 -. E128A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모델 메인 불량은 파이널 커터부에서 발생하는 사선커팅입니다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 -.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노말모델 발굴 주요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FDC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인자에 대해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FDC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인자 연결 완료되었습니다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.(9/24)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 -.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설비별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FDC PV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데일리 모니터링 가능하도록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WF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구성 완료하여 오토메일링 진행 중입니다.(10.3~)</a:t>
                      </a:r>
                      <a:endParaRPr lang="en-US" altLang="ko-KR" sz="900" kern="0">
                        <a:solidFill>
                          <a:schemeClr val="tx1"/>
                        </a:solidFill>
                        <a:cs typeface="Arial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 -. 10.3 ~ 10.4일 정기 PM이후 전설비 위치불량률 증가하여(9.24~9.30: 0.28% →10.01~10.10: 0.37%), PM 전후 PV인자 비교 위주 분석 진행하였습니다.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kern="0">
                        <a:solidFill>
                          <a:srgbClr val="0000FF"/>
                        </a:solidFill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[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활동내역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-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기간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: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10/1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~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10/22 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  </a:t>
                      </a:r>
                      <a:b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</a:b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-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분석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3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 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건 중 조치 진행 건 수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2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건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(10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월 누적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: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3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건 중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2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건 조치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)</a:t>
                      </a:r>
                      <a:br>
                        <a:rPr lang="en-US" altLang="ko-KR" sz="900" kern="0">
                          <a:solidFill>
                            <a:srgbClr val="000000"/>
                          </a:solidFill>
                          <a:cs typeface="Arial"/>
                        </a:rPr>
                      </a:br>
                      <a:br>
                        <a:rPr lang="en-US" altLang="ko-KR" sz="900" kern="0">
                          <a:solidFill>
                            <a:srgbClr val="000000"/>
                          </a:solidFill>
                          <a:cs typeface="Arial"/>
                        </a:rPr>
                      </a:br>
                      <a:endParaRPr kumimoji="1" lang="en-US" altLang="ko-KR" sz="900" kern="0">
                        <a:solidFill>
                          <a:srgbClr val="000000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현황 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구축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불량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분석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~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지속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홍진표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1958293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조립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] WA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라미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 수율 개선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7766D465-B63A-4BD0-88E2-FBAACAA5A8BC}"/>
              </a:ext>
            </a:extLst>
          </p:cNvPr>
          <p:cNvSpPr/>
          <p:nvPr/>
        </p:nvSpPr>
        <p:spPr>
          <a:xfrm>
            <a:off x="108658" y="1091882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CDO/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그룹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592E2B5-65B0-436D-B284-7DEF00833C16}"/>
              </a:ext>
            </a:extLst>
          </p:cNvPr>
          <p:cNvSpPr txBox="1"/>
          <p:nvPr/>
        </p:nvSpPr>
        <p:spPr>
          <a:xfrm>
            <a:off x="5714827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-#08,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1EA1582-8437-4637-8A10-F9F050F0645A}"/>
              </a:ext>
            </a:extLst>
          </p:cNvPr>
          <p:cNvSpPr txBox="1"/>
          <p:nvPr/>
        </p:nvSpPr>
        <p:spPr>
          <a:xfrm>
            <a:off x="6142639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8F986569-BAF9-62C4-E947-BB9DC7838488}"/>
              </a:ext>
            </a:extLst>
          </p:cNvPr>
          <p:cNvSpPr txBox="1"/>
          <p:nvPr/>
        </p:nvSpPr>
        <p:spPr>
          <a:xfrm>
            <a:off x="141316" y="1379522"/>
            <a:ext cx="125717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7/23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일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08A6887-4366-7F7E-F196-81FADA6436A1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10/22(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) 10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EA3F45E-60F6-48B6-888E-C6596F89CE30}"/>
              </a:ext>
            </a:extLst>
          </p:cNvPr>
          <p:cNvGraphicFramePr>
            <a:graphicFrameLocks noGrp="1"/>
          </p:cNvGraphicFramePr>
          <p:nvPr/>
        </p:nvGraphicFramePr>
        <p:xfrm>
          <a:off x="1788358" y="1294110"/>
          <a:ext cx="5842213" cy="774571"/>
        </p:xfrm>
        <a:graphic>
          <a:graphicData uri="http://schemas.openxmlformats.org/drawingml/2006/table">
            <a:tbl>
              <a:tblPr/>
              <a:tblGrid>
                <a:gridCol w="650451">
                  <a:extLst>
                    <a:ext uri="{9D8B030D-6E8A-4147-A177-3AD203B41FA5}">
                      <a16:colId xmlns:a16="http://schemas.microsoft.com/office/drawing/2014/main" val="4126602470"/>
                    </a:ext>
                  </a:extLst>
                </a:gridCol>
                <a:gridCol w="650451">
                  <a:extLst>
                    <a:ext uri="{9D8B030D-6E8A-4147-A177-3AD203B41FA5}">
                      <a16:colId xmlns:a16="http://schemas.microsoft.com/office/drawing/2014/main" val="3164075224"/>
                    </a:ext>
                  </a:extLst>
                </a:gridCol>
                <a:gridCol w="242883">
                  <a:extLst>
                    <a:ext uri="{9D8B030D-6E8A-4147-A177-3AD203B41FA5}">
                      <a16:colId xmlns:a16="http://schemas.microsoft.com/office/drawing/2014/main" val="2521998591"/>
                    </a:ext>
                  </a:extLst>
                </a:gridCol>
                <a:gridCol w="323448">
                  <a:extLst>
                    <a:ext uri="{9D8B030D-6E8A-4147-A177-3AD203B41FA5}">
                      <a16:colId xmlns:a16="http://schemas.microsoft.com/office/drawing/2014/main" val="2502655777"/>
                    </a:ext>
                  </a:extLst>
                </a:gridCol>
                <a:gridCol w="472278">
                  <a:extLst>
                    <a:ext uri="{9D8B030D-6E8A-4147-A177-3AD203B41FA5}">
                      <a16:colId xmlns:a16="http://schemas.microsoft.com/office/drawing/2014/main" val="3345063880"/>
                    </a:ext>
                  </a:extLst>
                </a:gridCol>
                <a:gridCol w="322718">
                  <a:extLst>
                    <a:ext uri="{9D8B030D-6E8A-4147-A177-3AD203B41FA5}">
                      <a16:colId xmlns:a16="http://schemas.microsoft.com/office/drawing/2014/main" val="995054870"/>
                    </a:ext>
                  </a:extLst>
                </a:gridCol>
                <a:gridCol w="397498">
                  <a:extLst>
                    <a:ext uri="{9D8B030D-6E8A-4147-A177-3AD203B41FA5}">
                      <a16:colId xmlns:a16="http://schemas.microsoft.com/office/drawing/2014/main" val="224301022"/>
                    </a:ext>
                  </a:extLst>
                </a:gridCol>
                <a:gridCol w="397498">
                  <a:extLst>
                    <a:ext uri="{9D8B030D-6E8A-4147-A177-3AD203B41FA5}">
                      <a16:colId xmlns:a16="http://schemas.microsoft.com/office/drawing/2014/main" val="1380016041"/>
                    </a:ext>
                  </a:extLst>
                </a:gridCol>
                <a:gridCol w="397498">
                  <a:extLst>
                    <a:ext uri="{9D8B030D-6E8A-4147-A177-3AD203B41FA5}">
                      <a16:colId xmlns:a16="http://schemas.microsoft.com/office/drawing/2014/main" val="3836106794"/>
                    </a:ext>
                  </a:extLst>
                </a:gridCol>
                <a:gridCol w="397498">
                  <a:extLst>
                    <a:ext uri="{9D8B030D-6E8A-4147-A177-3AD203B41FA5}">
                      <a16:colId xmlns:a16="http://schemas.microsoft.com/office/drawing/2014/main" val="2010017880"/>
                    </a:ext>
                  </a:extLst>
                </a:gridCol>
                <a:gridCol w="397498">
                  <a:extLst>
                    <a:ext uri="{9D8B030D-6E8A-4147-A177-3AD203B41FA5}">
                      <a16:colId xmlns:a16="http://schemas.microsoft.com/office/drawing/2014/main" val="2625696998"/>
                    </a:ext>
                  </a:extLst>
                </a:gridCol>
                <a:gridCol w="397498">
                  <a:extLst>
                    <a:ext uri="{9D8B030D-6E8A-4147-A177-3AD203B41FA5}">
                      <a16:colId xmlns:a16="http://schemas.microsoft.com/office/drawing/2014/main" val="4034752713"/>
                    </a:ext>
                  </a:extLst>
                </a:gridCol>
                <a:gridCol w="397498">
                  <a:extLst>
                    <a:ext uri="{9D8B030D-6E8A-4147-A177-3AD203B41FA5}">
                      <a16:colId xmlns:a16="http://schemas.microsoft.com/office/drawing/2014/main" val="2908645899"/>
                    </a:ext>
                  </a:extLst>
                </a:gridCol>
                <a:gridCol w="397498">
                  <a:extLst>
                    <a:ext uri="{9D8B030D-6E8A-4147-A177-3AD203B41FA5}">
                      <a16:colId xmlns:a16="http://schemas.microsoft.com/office/drawing/2014/main" val="3599720255"/>
                    </a:ext>
                  </a:extLst>
                </a:gridCol>
              </a:tblGrid>
              <a:tr h="187831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과제 연관 지표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Site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’25.1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6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7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8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10월</a:t>
                      </a:r>
                    </a:p>
                  </a:txBody>
                  <a:tcPr marL="9524" marR="9524" marT="9524" marB="0" anchor="ctr">
                    <a:lnL w="12700">
                      <a:solidFill>
                        <a:srgbClr val="000000"/>
                      </a:solidFill>
                    </a:lnL>
                    <a:lnR w="12700">
                      <a:solidFill>
                        <a:srgbClr val="000000"/>
                      </a:solidFill>
                    </a:lnR>
                    <a:lnT w="12700">
                      <a:solidFill>
                        <a:srgbClr val="000000"/>
                      </a:solidFill>
                    </a:lnT>
                    <a:lnB w="12700">
                      <a:solidFill>
                        <a:srgbClr val="000000"/>
                      </a:solidFill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19610632"/>
                  </a:ext>
                </a:extLst>
              </a:tr>
              <a:tr h="128066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위치불량률</a:t>
                      </a:r>
                      <a:endParaRPr lang="ko-KR" altLang="en-US" sz="900" b="0" i="0" u="none" strike="noStrike" err="1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D-STK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WA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0.39</a:t>
                      </a:r>
                    </a:p>
                  </a:txBody>
                  <a:tcPr marL="9524" marR="9524" marT="9524" marB="0" anchor="ctr">
                    <a:lnL w="12700">
                      <a:solidFill>
                        <a:srgbClr val="000000"/>
                      </a:solidFill>
                    </a:lnL>
                    <a:lnR w="12700">
                      <a:solidFill>
                        <a:srgbClr val="000000"/>
                      </a:solidFill>
                    </a:lnR>
                    <a:lnT w="12700">
                      <a:solidFill>
                        <a:srgbClr val="000000"/>
                      </a:solidFill>
                    </a:lnT>
                    <a:lnB w="12700">
                      <a:solidFill>
                        <a:srgbClr val="000000"/>
                      </a:solidFill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7064296"/>
                  </a:ext>
                </a:extLst>
              </a:tr>
              <a:tr h="128066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E128A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6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0.32</a:t>
                      </a:r>
                    </a:p>
                  </a:txBody>
                  <a:tcPr marL="9524" marR="9524" marT="9524" marB="0" anchor="ctr">
                    <a:lnL w="12700">
                      <a:solidFill>
                        <a:srgbClr val="000000"/>
                      </a:solidFill>
                    </a:lnL>
                    <a:lnR w="12700">
                      <a:solidFill>
                        <a:srgbClr val="000000"/>
                      </a:solidFill>
                    </a:lnR>
                    <a:lnT w="12700">
                      <a:solidFill>
                        <a:srgbClr val="000000"/>
                      </a:solidFill>
                    </a:lnT>
                    <a:lnB w="12700">
                      <a:solidFill>
                        <a:srgbClr val="000000"/>
                      </a:solidFill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8656711"/>
                  </a:ext>
                </a:extLst>
              </a:tr>
              <a:tr h="128066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E129A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생산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X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000000"/>
                      </a:solidFill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FF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ko-KR" altLang="en-US"/>
                    </a:p>
                  </a:txBody>
                  <a:tcPr marL="9524" marR="9524" marT="9524" marB="0" anchor="ctr">
                    <a:lnL w="12700">
                      <a:solidFill>
                        <a:srgbClr val="000000"/>
                      </a:solidFill>
                    </a:lnL>
                    <a:lnR w="12700">
                      <a:solidFill>
                        <a:srgbClr val="000000"/>
                      </a:solidFill>
                    </a:lnR>
                    <a:lnT w="12700">
                      <a:solidFill>
                        <a:srgbClr val="000000"/>
                      </a:solidFill>
                    </a:lnT>
                    <a:lnB w="12700">
                      <a:solidFill>
                        <a:srgbClr val="000000"/>
                      </a:solidFill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9831624"/>
                  </a:ext>
                </a:extLst>
              </a:tr>
              <a:tr h="128066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E161A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6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생산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X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0.74</a:t>
                      </a:r>
                    </a:p>
                  </a:txBody>
                  <a:tcPr marL="9524" marR="9524" marT="9524" marB="0" anchor="ctr">
                    <a:lnL w="12700">
                      <a:solidFill>
                        <a:srgbClr val="000000"/>
                      </a:solidFill>
                    </a:lnL>
                    <a:lnR w="12700">
                      <a:solidFill>
                        <a:srgbClr val="000000"/>
                      </a:solidFill>
                    </a:lnR>
                    <a:lnT w="12700">
                      <a:solidFill>
                        <a:srgbClr val="000000"/>
                      </a:solidFill>
                    </a:lnT>
                    <a:lnB w="12700">
                      <a:solidFill>
                        <a:srgbClr val="000000"/>
                      </a:solidFill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5290132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BBB4F68-3717-4BB9-9815-D5FCD33E776E}"/>
              </a:ext>
            </a:extLst>
          </p:cNvPr>
          <p:cNvGraphicFramePr>
            <a:graphicFrameLocks noGrp="1"/>
          </p:cNvGraphicFramePr>
          <p:nvPr/>
        </p:nvGraphicFramePr>
        <p:xfrm>
          <a:off x="1652984" y="3873641"/>
          <a:ext cx="6962603" cy="1497063"/>
        </p:xfrm>
        <a:graphic>
          <a:graphicData uri="http://schemas.openxmlformats.org/drawingml/2006/table">
            <a:tbl>
              <a:tblPr/>
              <a:tblGrid>
                <a:gridCol w="448056">
                  <a:extLst>
                    <a:ext uri="{9D8B030D-6E8A-4147-A177-3AD203B41FA5}">
                      <a16:colId xmlns:a16="http://schemas.microsoft.com/office/drawing/2014/main" val="3164075224"/>
                    </a:ext>
                  </a:extLst>
                </a:gridCol>
                <a:gridCol w="502920">
                  <a:extLst>
                    <a:ext uri="{9D8B030D-6E8A-4147-A177-3AD203B41FA5}">
                      <a16:colId xmlns:a16="http://schemas.microsoft.com/office/drawing/2014/main" val="1890152670"/>
                    </a:ext>
                  </a:extLst>
                </a:gridCol>
                <a:gridCol w="850392">
                  <a:extLst>
                    <a:ext uri="{9D8B030D-6E8A-4147-A177-3AD203B41FA5}">
                      <a16:colId xmlns:a16="http://schemas.microsoft.com/office/drawing/2014/main" val="3279440640"/>
                    </a:ext>
                  </a:extLst>
                </a:gridCol>
                <a:gridCol w="1943817">
                  <a:extLst>
                    <a:ext uri="{9D8B030D-6E8A-4147-A177-3AD203B41FA5}">
                      <a16:colId xmlns:a16="http://schemas.microsoft.com/office/drawing/2014/main" val="2010017880"/>
                    </a:ext>
                  </a:extLst>
                </a:gridCol>
                <a:gridCol w="1869231">
                  <a:extLst>
                    <a:ext uri="{9D8B030D-6E8A-4147-A177-3AD203B41FA5}">
                      <a16:colId xmlns:a16="http://schemas.microsoft.com/office/drawing/2014/main" val="2237404357"/>
                    </a:ext>
                  </a:extLst>
                </a:gridCol>
                <a:gridCol w="1348187">
                  <a:extLst>
                    <a:ext uri="{9D8B030D-6E8A-4147-A177-3AD203B41FA5}">
                      <a16:colId xmlns:a16="http://schemas.microsoft.com/office/drawing/2014/main" val="946428540"/>
                    </a:ext>
                  </a:extLst>
                </a:gridCol>
              </a:tblGrid>
              <a:tr h="24287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호기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불량 유형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발생 원인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현상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조치 여부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효과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19610632"/>
                  </a:ext>
                </a:extLst>
              </a:tr>
              <a:tr h="4473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26-1,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28-6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등속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X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양/음극 합치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타설비 대비 음극 tab pitch, 장변실링 비전 및 센서 AA 산포가 넓은 상태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음극 피딩롤 마모/갭 check, 음극 피딩롤베어링 추가 점검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후 이상 없음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717064296"/>
                  </a:ext>
                </a:extLst>
              </a:tr>
              <a:tr h="35958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26-4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등속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X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Final AA gap센서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파이널 AA갭센서 클리닝 후 Final AA 중심치 변동</a:t>
                      </a:r>
                      <a:endParaRPr lang="en-US" altLang="ko-KR" sz="900" b="0" i="0" u="none" strike="noStrike" err="1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파이널 AA갭센서 민감도 조정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완료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(10.14)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X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축 위치불량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0.07% → 0.05%(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▼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0.02%p)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70756046"/>
                  </a:ext>
                </a:extLst>
              </a:tr>
              <a:tr h="44730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26-5</a:t>
                      </a:r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등속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X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확인 필요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정기 PM 전후 SW불량 증가하였고,</a:t>
                      </a:r>
                      <a:endParaRPr lang="en-US" altLang="ko-KR" sz="900">
                        <a:solidFill>
                          <a:schemeClr val="tx1"/>
                        </a:solidFill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파이널 피딩벨트 속도/댄서각 PV변동 확인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인스펙션 CV 벨트 교체(10.14)</a:t>
                      </a:r>
                      <a:endParaRPr lang="ko-KR">
                        <a:solidFill>
                          <a:schemeClr val="tx1"/>
                        </a:solidFill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X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축 위치불량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0.20% → 0.11%(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▼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0.09%p)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61137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A13726BB-DC90-4855-8DD7-AEF00F2103E9}"/>
              </a:ext>
            </a:extLst>
          </p:cNvPr>
          <p:cNvSpPr txBox="1"/>
          <p:nvPr/>
        </p:nvSpPr>
        <p:spPr>
          <a:xfrm>
            <a:off x="7110999" y="1090436"/>
            <a:ext cx="846746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</a:rPr>
              <a:t>~10/27(</a:t>
            </a:r>
            <a:r>
              <a:rPr lang="ko-KR" altLang="en-US" sz="800">
                <a:solidFill>
                  <a:srgbClr val="006600"/>
                </a:solidFill>
              </a:rPr>
              <a:t>월</a:t>
            </a:r>
            <a:r>
              <a:rPr lang="en-US" altLang="ko-KR" sz="800">
                <a:solidFill>
                  <a:srgbClr val="006600"/>
                </a:solidFill>
              </a:rPr>
              <a:t>)</a:t>
            </a:r>
            <a:endParaRPr lang="ko-KR" altLang="en-US" sz="800">
              <a:solidFill>
                <a:srgbClr val="0066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7692209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홍진표 사원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40840"/>
          <a:ext cx="9644176" cy="5516400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98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687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02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920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라미 공정 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위치 불량 원인 분석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21Line</a:t>
                      </a:r>
                      <a:b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(E60A)</a:t>
                      </a:r>
                      <a:endParaRPr lang="ko-KR" altLang="en-US" sz="900">
                        <a:solidFill>
                          <a:schemeClr val="tx1"/>
                        </a:solidFill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금주는 진행사항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라미 공정 위치 불량 현상 정량화 분석을 통한 설비별 조치 필요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Unit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파악 및 개선 </a:t>
                      </a:r>
                      <a:b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[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진행사항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-. 21-1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호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X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축 불량률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0.41%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중 가감속시 양극 전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/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후진 불량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0.17%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로 양극 합치시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X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축 불량이 주요하였습니다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.</a:t>
                      </a:r>
                      <a:b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</a:b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   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조치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: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합치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Offset Manual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조정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(5/27)</a:t>
                      </a:r>
                      <a:b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</a:b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   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효과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: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양극 전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/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후진 불량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0.17%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→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0.03%,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▼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0.14%p</a:t>
                      </a:r>
                      <a:b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</a:br>
                      <a:b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</a:b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-. 21-1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호 양극 합치시 전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/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후진 및 회전 복합 불량 발생</a:t>
                      </a:r>
                      <a:b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</a:b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   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조치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: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그리퍼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Gap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조정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(6/3)</a:t>
                      </a:r>
                      <a:b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</a:b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   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효과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: X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축 불량률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0.27%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→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0.09%,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▼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0.18%p</a:t>
                      </a:r>
                      <a:b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</a:br>
                      <a:b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</a:b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-. 21-2,3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호 양극 합치시 전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/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후진 및 회전 복합 불량 발생으로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X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축 불량 상승</a:t>
                      </a:r>
                      <a:b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</a:b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   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조치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: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그리퍼 가이드 마스터 교체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(6/11)</a:t>
                      </a:r>
                      <a:b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</a:b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   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효과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: 21-2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호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X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축 불량률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(0.22% → 0.09%, ▼0.13%p)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               21-3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호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X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축 불량률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(0.19% → 0.11%, ▼0.08%p) </a:t>
                      </a:r>
                      <a:b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</a:br>
                      <a:b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</a:b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- 21-2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호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Y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축 재료교체 불량 증가</a:t>
                      </a:r>
                      <a:endParaRPr lang="en-US" altLang="ko-KR" sz="900" kern="0">
                        <a:solidFill>
                          <a:schemeClr val="tx1"/>
                        </a:solidFill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 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현상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: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작업조별 자동보정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ON/OFF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차이 발생으로 인한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Y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축 불량 발생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 (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야간시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OFF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비율 높음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)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 </a:t>
                      </a:r>
                      <a:endParaRPr lang="en-US" altLang="ko-KR" sz="900" kern="0">
                        <a:solidFill>
                          <a:schemeClr val="tx1"/>
                        </a:solidFill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 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조치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: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작업자 재교육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(6/17),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설비 추가 점검 예정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(6/18)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0">
                        <a:solidFill>
                          <a:schemeClr val="tx1"/>
                        </a:solidFill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- 21-3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호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X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축 합치시 회전 및 복합 불량 비중 증가</a:t>
                      </a:r>
                      <a:endParaRPr lang="en-US" altLang="ko-KR" sz="900" kern="0">
                        <a:solidFill>
                          <a:schemeClr val="tx1"/>
                        </a:solidFill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 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조치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: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중앙전극 커터부 그리퍼 실린더 교체 및 중앙전극 커터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·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장변실러 세타축 조정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(6/15)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 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효과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: 21-3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호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X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축 불량률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(0.15% → 0.11%,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▼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0.04%p)</a:t>
                      </a:r>
                      <a:br>
                        <a:rPr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</a:br>
                      <a:endParaRPr kumimoji="1" lang="en-US" altLang="ko-KR" sz="90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현황 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구축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불량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분석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~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지속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홍진표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1958293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조립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] WA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라미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 수율 개선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090EB11C-65C4-4DC4-B22B-11D34605F4E2}"/>
              </a:ext>
            </a:extLst>
          </p:cNvPr>
          <p:cNvGraphicFramePr>
            <a:graphicFrameLocks noGrp="1"/>
          </p:cNvGraphicFramePr>
          <p:nvPr/>
        </p:nvGraphicFramePr>
        <p:xfrm>
          <a:off x="1873196" y="1314296"/>
          <a:ext cx="4781742" cy="921256"/>
        </p:xfrm>
        <a:graphic>
          <a:graphicData uri="http://schemas.openxmlformats.org/drawingml/2006/table">
            <a:tbl>
              <a:tblPr/>
              <a:tblGrid>
                <a:gridCol w="558800">
                  <a:extLst>
                    <a:ext uri="{9D8B030D-6E8A-4147-A177-3AD203B41FA5}">
                      <a16:colId xmlns:a16="http://schemas.microsoft.com/office/drawing/2014/main" val="4126602470"/>
                    </a:ext>
                  </a:extLst>
                </a:gridCol>
                <a:gridCol w="422275">
                  <a:extLst>
                    <a:ext uri="{9D8B030D-6E8A-4147-A177-3AD203B41FA5}">
                      <a16:colId xmlns:a16="http://schemas.microsoft.com/office/drawing/2014/main" val="1424070727"/>
                    </a:ext>
                  </a:extLst>
                </a:gridCol>
                <a:gridCol w="246063">
                  <a:extLst>
                    <a:ext uri="{9D8B030D-6E8A-4147-A177-3AD203B41FA5}">
                      <a16:colId xmlns:a16="http://schemas.microsoft.com/office/drawing/2014/main" val="2521998591"/>
                    </a:ext>
                  </a:extLst>
                </a:gridCol>
                <a:gridCol w="254000">
                  <a:extLst>
                    <a:ext uri="{9D8B030D-6E8A-4147-A177-3AD203B41FA5}">
                      <a16:colId xmlns:a16="http://schemas.microsoft.com/office/drawing/2014/main" val="2502655777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3345063880"/>
                    </a:ext>
                  </a:extLst>
                </a:gridCol>
                <a:gridCol w="361122">
                  <a:extLst>
                    <a:ext uri="{9D8B030D-6E8A-4147-A177-3AD203B41FA5}">
                      <a16:colId xmlns:a16="http://schemas.microsoft.com/office/drawing/2014/main" val="995054870"/>
                    </a:ext>
                  </a:extLst>
                </a:gridCol>
                <a:gridCol w="361122">
                  <a:extLst>
                    <a:ext uri="{9D8B030D-6E8A-4147-A177-3AD203B41FA5}">
                      <a16:colId xmlns:a16="http://schemas.microsoft.com/office/drawing/2014/main" val="661753769"/>
                    </a:ext>
                  </a:extLst>
                </a:gridCol>
                <a:gridCol w="361122">
                  <a:extLst>
                    <a:ext uri="{9D8B030D-6E8A-4147-A177-3AD203B41FA5}">
                      <a16:colId xmlns:a16="http://schemas.microsoft.com/office/drawing/2014/main" val="356827439"/>
                    </a:ext>
                  </a:extLst>
                </a:gridCol>
                <a:gridCol w="361122">
                  <a:extLst>
                    <a:ext uri="{9D8B030D-6E8A-4147-A177-3AD203B41FA5}">
                      <a16:colId xmlns:a16="http://schemas.microsoft.com/office/drawing/2014/main" val="1024926731"/>
                    </a:ext>
                  </a:extLst>
                </a:gridCol>
                <a:gridCol w="361122">
                  <a:extLst>
                    <a:ext uri="{9D8B030D-6E8A-4147-A177-3AD203B41FA5}">
                      <a16:colId xmlns:a16="http://schemas.microsoft.com/office/drawing/2014/main" val="2048134267"/>
                    </a:ext>
                  </a:extLst>
                </a:gridCol>
                <a:gridCol w="361122">
                  <a:extLst>
                    <a:ext uri="{9D8B030D-6E8A-4147-A177-3AD203B41FA5}">
                      <a16:colId xmlns:a16="http://schemas.microsoft.com/office/drawing/2014/main" val="2146518175"/>
                    </a:ext>
                  </a:extLst>
                </a:gridCol>
                <a:gridCol w="361122">
                  <a:extLst>
                    <a:ext uri="{9D8B030D-6E8A-4147-A177-3AD203B41FA5}">
                      <a16:colId xmlns:a16="http://schemas.microsoft.com/office/drawing/2014/main" val="146228818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662490"/>
                    </a:ext>
                  </a:extLst>
                </a:gridCol>
              </a:tblGrid>
              <a:tr h="187831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과제 연관 지표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Site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’25.1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7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9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19610632"/>
                  </a:ext>
                </a:extLst>
              </a:tr>
              <a:tr h="128066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라미 전체 수율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5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WA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5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98.7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98.8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98.8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98.9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98.8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98.7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98.7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98.6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98.7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7064296"/>
                  </a:ext>
                </a:extLst>
              </a:tr>
              <a:tr h="128066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위치불량률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Normal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865671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Long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9831624"/>
                  </a:ext>
                </a:extLst>
              </a:tr>
              <a:tr h="128066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D-STK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4042043"/>
                  </a:ext>
                </a:extLst>
              </a:tr>
              <a:tr h="1280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S&amp;F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324976"/>
                  </a:ext>
                </a:extLst>
              </a:tr>
            </a:tbl>
          </a:graphicData>
        </a:graphic>
      </p:graphicFrame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7766D465-B63A-4BD0-88E2-FBAACAA5A8BC}"/>
              </a:ext>
            </a:extLst>
          </p:cNvPr>
          <p:cNvSpPr/>
          <p:nvPr/>
        </p:nvSpPr>
        <p:spPr>
          <a:xfrm>
            <a:off x="108658" y="1091882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CDO/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그룹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592E2B5-65B0-436D-B284-7DEF00833C16}"/>
              </a:ext>
            </a:extLst>
          </p:cNvPr>
          <p:cNvSpPr txBox="1"/>
          <p:nvPr/>
        </p:nvSpPr>
        <p:spPr>
          <a:xfrm>
            <a:off x="5714827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-#08,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1EA1582-8437-4637-8A10-F9F050F0645A}"/>
              </a:ext>
            </a:extLst>
          </p:cNvPr>
          <p:cNvSpPr txBox="1"/>
          <p:nvPr/>
        </p:nvSpPr>
        <p:spPr>
          <a:xfrm>
            <a:off x="6142639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8F986569-BAF9-62C4-E947-BB9DC7838488}"/>
              </a:ext>
            </a:extLst>
          </p:cNvPr>
          <p:cNvSpPr txBox="1"/>
          <p:nvPr/>
        </p:nvSpPr>
        <p:spPr>
          <a:xfrm>
            <a:off x="141316" y="1379522"/>
            <a:ext cx="125717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7/23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일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08A6887-4366-7F7E-F196-81FADA6436A1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9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/17(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17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AAAF76DE-9DB5-43C6-B217-C762AF7E891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93602" y="4228674"/>
            <a:ext cx="2678545" cy="1141866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AA5B41E0-6648-49D8-A3C8-B904B8716658}"/>
              </a:ext>
            </a:extLst>
          </p:cNvPr>
          <p:cNvSpPr txBox="1"/>
          <p:nvPr/>
        </p:nvSpPr>
        <p:spPr>
          <a:xfrm>
            <a:off x="5714827" y="4044022"/>
            <a:ext cx="267854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/>
              <a:t>#18-2</a:t>
            </a:r>
            <a:r>
              <a:rPr lang="ko-KR" altLang="en-US" sz="900"/>
              <a:t>호 작업조별 재료교체시 자동보정 </a:t>
            </a:r>
            <a:r>
              <a:rPr lang="en-US" altLang="ko-KR" sz="900"/>
              <a:t>ON/OFF</a:t>
            </a:r>
            <a:r>
              <a:rPr lang="ko-KR" altLang="en-US" sz="900"/>
              <a:t>현황</a:t>
            </a:r>
          </a:p>
        </p:txBody>
      </p:sp>
    </p:spTree>
    <p:extLst>
      <p:ext uri="{BB962C8B-B14F-4D97-AF65-F5344CB8AC3E}">
        <p14:creationId xmlns:p14="http://schemas.microsoft.com/office/powerpoint/2010/main" val="525295630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표 1">
            <a:extLst>
              <a:ext uri="{FF2B5EF4-FFF2-40B4-BE49-F238E27FC236}">
                <a16:creationId xmlns:a16="http://schemas.microsoft.com/office/drawing/2014/main" id="{CB1E1DE9-356B-4185-A911-636EBB5998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8449805"/>
              </p:ext>
            </p:extLst>
          </p:nvPr>
        </p:nvGraphicFramePr>
        <p:xfrm>
          <a:off x="125047" y="840839"/>
          <a:ext cx="9644176" cy="5776271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98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687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497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413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라미 공정 </a:t>
                      </a:r>
                      <a:br>
                        <a:rPr lang="en-US" altLang="ko-KR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위치 불량 원인 분석</a:t>
                      </a:r>
                      <a:endParaRPr lang="en-US" altLang="ko-KR" sz="900" i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i="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ESMI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i="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i="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동</a:t>
                      </a:r>
                      <a:endParaRPr lang="en-US" altLang="ko-KR" sz="900" i="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i="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E71A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i="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#2 Line</a:t>
                      </a:r>
                      <a:endParaRPr lang="ko-KR" altLang="en-US" sz="900" i="0">
                        <a:solidFill>
                          <a:schemeClr val="tx1"/>
                        </a:solidFill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금주는 특이사항 없습니다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*WA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E77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MI2 ESS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에 집중 및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11/25 ~12/7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부동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추수감사절 휴일 및 생산 물동 변경으로 인함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</a:b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ESMI1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동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E71A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모델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라미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위치 불량 분석을 통한 개선안 도출 및 개선 적용</a:t>
                      </a:r>
                      <a:endParaRPr kumimoji="1" lang="en-US" altLang="ko-KR" sz="900" i="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[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진행사항</a:t>
                      </a: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]</a:t>
                      </a:r>
                      <a:b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-. ESMI DAVINCI 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복구 이후 </a:t>
                      </a: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WF </a:t>
                      </a:r>
                      <a:r>
                        <a:rPr kumimoji="1" lang="ko-KR" altLang="en-US" sz="900" i="0" kern="0" dirty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횡전개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중입니다</a:t>
                      </a: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분석 중요도 및 법인 활용 여부에 우선순위 맞춰 진행 중입니다</a:t>
                      </a: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현재 총 </a:t>
                      </a: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6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건 중 </a:t>
                      </a: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2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건 완료하였습니다</a:t>
                      </a: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i="0" kern="0" dirty="0">
                        <a:solidFill>
                          <a:srgbClr val="3B3BFF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i="0" kern="0" dirty="0">
                        <a:solidFill>
                          <a:srgbClr val="3B3BFF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i="0" kern="0" dirty="0">
                        <a:solidFill>
                          <a:srgbClr val="3B3BFF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i="0" kern="0" dirty="0">
                        <a:solidFill>
                          <a:srgbClr val="3B3BFF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i="0" kern="0" dirty="0">
                        <a:solidFill>
                          <a:srgbClr val="3B3BFF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i="0" kern="0" dirty="0">
                        <a:solidFill>
                          <a:srgbClr val="3B3BFF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i="0" kern="0" dirty="0">
                        <a:solidFill>
                          <a:srgbClr val="3B3BFF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i="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[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활동 내역</a:t>
                      </a: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]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b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-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기간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: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11/17-18 (18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일 법인 공유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  <a:b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-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분석 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: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5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건 중 조치 진행 건 수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4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건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누적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: 23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건 중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13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건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조치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  <a:endParaRPr kumimoji="1" lang="en-US" altLang="ko-KR" sz="900" i="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br>
                        <a:rPr lang="en-US" altLang="ko-KR" sz="900" i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</a:rPr>
                      </a:br>
                      <a:endParaRPr lang="en-US" altLang="ko-KR" sz="900" i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i="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 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현황 </a:t>
                      </a:r>
                      <a:endParaRPr lang="en-US" altLang="ko-KR" sz="900" i="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구축</a:t>
                      </a:r>
                      <a:br>
                        <a:rPr lang="en-US" altLang="ko-KR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(‘25.8)</a:t>
                      </a:r>
                      <a:br>
                        <a:rPr lang="en-US" altLang="ko-KR" sz="900" i="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br>
                        <a:rPr lang="en-US" altLang="ko-KR" sz="900" i="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불량</a:t>
                      </a:r>
                      <a:br>
                        <a:rPr lang="en-US" altLang="ko-KR" sz="900" i="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분석</a:t>
                      </a:r>
                      <a:br>
                        <a:rPr lang="en-US" altLang="ko-KR" sz="900" i="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~</a:t>
                      </a:r>
                      <a:r>
                        <a:rPr lang="ko-KR" altLang="en-US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지속</a:t>
                      </a:r>
                      <a:endParaRPr lang="en-US" altLang="ko-KR" sz="900" i="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i="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홍진표</a:t>
                      </a:r>
                      <a:br>
                        <a:rPr lang="en-US" altLang="ko-KR" sz="900" i="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i="0" baseline="0" dirty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이찬혁</a:t>
                      </a:r>
                      <a:endParaRPr lang="en-US" altLang="ko-KR" sz="900" i="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i="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이상익</a:t>
                      </a:r>
                      <a:endParaRPr lang="en-US" altLang="ko-KR" sz="900" i="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데이터통합분석팀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592E2B5-65B0-436D-B284-7DEF00833C16}"/>
              </a:ext>
            </a:extLst>
          </p:cNvPr>
          <p:cNvSpPr txBox="1"/>
          <p:nvPr/>
        </p:nvSpPr>
        <p:spPr>
          <a:xfrm>
            <a:off x="5714827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-#08,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1EA1582-8437-4637-8A10-F9F050F0645A}"/>
              </a:ext>
            </a:extLst>
          </p:cNvPr>
          <p:cNvSpPr txBox="1"/>
          <p:nvPr/>
        </p:nvSpPr>
        <p:spPr>
          <a:xfrm>
            <a:off x="6142639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6CD447CF-332B-406C-ACD4-B4A3CB52037F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ko-KR" altLang="en-US" sz="1100">
                <a:latin typeface="Arial Narrow"/>
                <a:ea typeface="LG스마트체 Regular" panose="020B0600000101010101" pitchFamily="50" charset="-127"/>
              </a:rPr>
              <a:t>이찬혁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</a:endParaRP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8705F798-98EB-4B27-8474-B07290C7485E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217206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조립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] MI 1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동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라미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 수율 개선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354BD37-73B3-4706-AF90-698D88223BD3}"/>
              </a:ext>
            </a:extLst>
          </p:cNvPr>
          <p:cNvSpPr txBox="1"/>
          <p:nvPr/>
        </p:nvSpPr>
        <p:spPr>
          <a:xfrm>
            <a:off x="141316" y="1379522"/>
            <a:ext cx="125717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D6FE8C4-D3CA-4ACB-997B-147E1EDF00F6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1100" dirty="0">
                <a:solidFill>
                  <a:srgbClr val="0000FF"/>
                </a:solidFill>
                <a:latin typeface="Arial Narrow"/>
                <a:ea typeface="LG스마트체 Regular"/>
              </a:rPr>
              <a:t>12/9(</a:t>
            </a:r>
            <a:r>
              <a:rPr lang="ko-KR" altLang="en-US" sz="1100" dirty="0">
                <a:solidFill>
                  <a:srgbClr val="0000FF"/>
                </a:solidFill>
                <a:latin typeface="Arial Narrow"/>
                <a:ea typeface="LG스마트체 Regular"/>
              </a:rPr>
              <a:t>화</a:t>
            </a:r>
            <a:r>
              <a:rPr lang="en-US" altLang="ko-KR" sz="1100" dirty="0">
                <a:solidFill>
                  <a:srgbClr val="0000FF"/>
                </a:solidFill>
                <a:latin typeface="Arial Narrow"/>
                <a:ea typeface="LG스마트체 Regular"/>
              </a:rPr>
              <a:t>)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17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BF9F3BC2-7BF1-4A68-B062-407EE41FD0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9486963"/>
              </p:ext>
            </p:extLst>
          </p:nvPr>
        </p:nvGraphicFramePr>
        <p:xfrm>
          <a:off x="1560619" y="4661338"/>
          <a:ext cx="7094421" cy="1699556"/>
        </p:xfrm>
        <a:graphic>
          <a:graphicData uri="http://schemas.openxmlformats.org/drawingml/2006/table">
            <a:tbl>
              <a:tblPr/>
              <a:tblGrid>
                <a:gridCol w="507211">
                  <a:extLst>
                    <a:ext uri="{9D8B030D-6E8A-4147-A177-3AD203B41FA5}">
                      <a16:colId xmlns:a16="http://schemas.microsoft.com/office/drawing/2014/main" val="3164075224"/>
                    </a:ext>
                  </a:extLst>
                </a:gridCol>
                <a:gridCol w="545490">
                  <a:extLst>
                    <a:ext uri="{9D8B030D-6E8A-4147-A177-3AD203B41FA5}">
                      <a16:colId xmlns:a16="http://schemas.microsoft.com/office/drawing/2014/main" val="1890152670"/>
                    </a:ext>
                  </a:extLst>
                </a:gridCol>
                <a:gridCol w="923805">
                  <a:extLst>
                    <a:ext uri="{9D8B030D-6E8A-4147-A177-3AD203B41FA5}">
                      <a16:colId xmlns:a16="http://schemas.microsoft.com/office/drawing/2014/main" val="3279440640"/>
                    </a:ext>
                  </a:extLst>
                </a:gridCol>
                <a:gridCol w="2602418">
                  <a:extLst>
                    <a:ext uri="{9D8B030D-6E8A-4147-A177-3AD203B41FA5}">
                      <a16:colId xmlns:a16="http://schemas.microsoft.com/office/drawing/2014/main" val="2010017880"/>
                    </a:ext>
                  </a:extLst>
                </a:gridCol>
                <a:gridCol w="1314994">
                  <a:extLst>
                    <a:ext uri="{9D8B030D-6E8A-4147-A177-3AD203B41FA5}">
                      <a16:colId xmlns:a16="http://schemas.microsoft.com/office/drawing/2014/main" val="2237404357"/>
                    </a:ext>
                  </a:extLst>
                </a:gridCol>
                <a:gridCol w="1200503">
                  <a:extLst>
                    <a:ext uri="{9D8B030D-6E8A-4147-A177-3AD203B41FA5}">
                      <a16:colId xmlns:a16="http://schemas.microsoft.com/office/drawing/2014/main" val="946428540"/>
                    </a:ext>
                  </a:extLst>
                </a:gridCol>
              </a:tblGrid>
              <a:tr h="20640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호기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불량 유형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발생 원인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현상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조치 사항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효과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19610632"/>
                  </a:ext>
                </a:extLst>
              </a:tr>
              <a:tr h="345377"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#2-1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X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검사기 과검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CUT_3 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불량 검사 </a:t>
                      </a:r>
                      <a:r>
                        <a:rPr kumimoji="1" lang="ko-KR" altLang="en-US" sz="900" i="0" kern="0" dirty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과검</a:t>
                      </a: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셀 정상</a:t>
                      </a: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분리막이 잘 보이도록 개조된 하부 글라스 교체 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(11/19)</a:t>
                      </a:r>
                      <a:endParaRPr kumimoji="1" lang="en-US" altLang="ko-KR" sz="900" i="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11/25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일 이후 부동 및 </a:t>
                      </a: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데이터 누락으로 인한 </a:t>
                      </a: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효과 파악 어려움</a:t>
                      </a:r>
                      <a:endParaRPr kumimoji="1" lang="en-US" altLang="ko-KR" sz="900" i="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3712700"/>
                  </a:ext>
                </a:extLst>
              </a:tr>
              <a:tr h="274044"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#2-1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Tab position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진행방향과 반대로 음극 탭 접힘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합치비전 이후 탭 간섭 기구부 점검 필요해 보임</a:t>
                      </a: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algn="ctr" rtl="0" fontAlgn="ctr"/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합치비전 탭접힘 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X, 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파이널비전 탭접힘 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O)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-</a:t>
                      </a:r>
                      <a:endParaRPr kumimoji="1" lang="en-US" altLang="ko-KR" sz="900" i="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kumimoji="1" lang="ko-KR" altLang="en-US" sz="900" i="0" kern="0" dirty="0">
                        <a:solidFill>
                          <a:srgbClr val="3B3BFF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20723137"/>
                  </a:ext>
                </a:extLst>
              </a:tr>
              <a:tr h="274044"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#2-2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X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음극 커팅 이상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AC_1 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상한</a:t>
                      </a: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AC_4 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하한 불량이 불량 </a:t>
                      </a: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70%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를 차지</a:t>
                      </a: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</a:p>
                    <a:p>
                      <a:pPr algn="ctr" rtl="0" fontAlgn="ctr"/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SAG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값 차이 있어 음극 </a:t>
                      </a:r>
                      <a:r>
                        <a:rPr kumimoji="1" lang="ko-KR" altLang="en-US" sz="900" i="0" kern="0" dirty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커팅시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이상 추정됨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부동간 양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/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음극 커터 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IP 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세팅 </a:t>
                      </a: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kumimoji="1" lang="en-US" altLang="ko-KR" sz="8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(11/27, </a:t>
                      </a:r>
                      <a:r>
                        <a:rPr kumimoji="1" lang="ko-KR" altLang="en-US" sz="8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커터 위치</a:t>
                      </a:r>
                      <a:r>
                        <a:rPr kumimoji="1" lang="en-US" altLang="ko-KR" sz="8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8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그리퍼 갭 등</a:t>
                      </a:r>
                      <a:r>
                        <a:rPr kumimoji="1" lang="en-US" altLang="ko-KR" sz="8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  <a:endParaRPr kumimoji="1" lang="ko-KR" altLang="en-US" sz="800" i="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kumimoji="1" lang="ko-KR" altLang="en-US" sz="800" i="0" kern="0" dirty="0">
                        <a:solidFill>
                          <a:srgbClr val="3B3BFF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70175304"/>
                  </a:ext>
                </a:extLst>
              </a:tr>
              <a:tr h="274044"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#2-2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SW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검사기 과검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SW_4 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검사 과검 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치수값 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0, 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셀 정상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ROI Min GV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값을 </a:t>
                      </a:r>
                      <a:endParaRPr kumimoji="1" lang="en-US" altLang="ko-KR" sz="900" i="0" kern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150 -&gt; 140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으로 조정 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(11/18)</a:t>
                      </a:r>
                      <a:endParaRPr kumimoji="1" lang="en-US" altLang="ko-KR" sz="900" i="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kumimoji="1" lang="en-US" altLang="ko-KR" sz="900" i="0" kern="0" dirty="0">
                        <a:solidFill>
                          <a:srgbClr val="3B3BFF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65675353"/>
                  </a:ext>
                </a:extLst>
              </a:tr>
              <a:tr h="274044"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#2-2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TPA_2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검사기 과검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TPA_2 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검사 과검 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셀 정상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ROI </a:t>
                      </a:r>
                      <a:r>
                        <a:rPr kumimoji="1" lang="ko-KR" altLang="en-US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위치를 상향 조정 </a:t>
                      </a:r>
                      <a:r>
                        <a:rPr kumimoji="1" lang="en-US" altLang="ko-KR" sz="900" i="0" kern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(11/18)</a:t>
                      </a:r>
                      <a:endParaRPr kumimoji="1" lang="en-US" altLang="ko-KR" sz="900" i="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kumimoji="1" lang="en-US" altLang="ko-KR" sz="900" i="0" kern="0" dirty="0">
                        <a:solidFill>
                          <a:srgbClr val="3B3BFF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38989732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FFFA2E8-62D2-58A7-B3A9-B979627B94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0519530"/>
              </p:ext>
            </p:extLst>
          </p:nvPr>
        </p:nvGraphicFramePr>
        <p:xfrm>
          <a:off x="1607127" y="1384809"/>
          <a:ext cx="6301255" cy="1101526"/>
        </p:xfrm>
        <a:graphic>
          <a:graphicData uri="http://schemas.openxmlformats.org/drawingml/2006/table">
            <a:tbl>
              <a:tblPr/>
              <a:tblGrid>
                <a:gridCol w="331645">
                  <a:extLst>
                    <a:ext uri="{9D8B030D-6E8A-4147-A177-3AD203B41FA5}">
                      <a16:colId xmlns:a16="http://schemas.microsoft.com/office/drawing/2014/main" val="2208472742"/>
                    </a:ext>
                  </a:extLst>
                </a:gridCol>
                <a:gridCol w="331645">
                  <a:extLst>
                    <a:ext uri="{9D8B030D-6E8A-4147-A177-3AD203B41FA5}">
                      <a16:colId xmlns:a16="http://schemas.microsoft.com/office/drawing/2014/main" val="3453735422"/>
                    </a:ext>
                  </a:extLst>
                </a:gridCol>
                <a:gridCol w="331645">
                  <a:extLst>
                    <a:ext uri="{9D8B030D-6E8A-4147-A177-3AD203B41FA5}">
                      <a16:colId xmlns:a16="http://schemas.microsoft.com/office/drawing/2014/main" val="2905525925"/>
                    </a:ext>
                  </a:extLst>
                </a:gridCol>
                <a:gridCol w="331645">
                  <a:extLst>
                    <a:ext uri="{9D8B030D-6E8A-4147-A177-3AD203B41FA5}">
                      <a16:colId xmlns:a16="http://schemas.microsoft.com/office/drawing/2014/main" val="1189100546"/>
                    </a:ext>
                  </a:extLst>
                </a:gridCol>
                <a:gridCol w="331645">
                  <a:extLst>
                    <a:ext uri="{9D8B030D-6E8A-4147-A177-3AD203B41FA5}">
                      <a16:colId xmlns:a16="http://schemas.microsoft.com/office/drawing/2014/main" val="1063607878"/>
                    </a:ext>
                  </a:extLst>
                </a:gridCol>
                <a:gridCol w="331645">
                  <a:extLst>
                    <a:ext uri="{9D8B030D-6E8A-4147-A177-3AD203B41FA5}">
                      <a16:colId xmlns:a16="http://schemas.microsoft.com/office/drawing/2014/main" val="1790257172"/>
                    </a:ext>
                  </a:extLst>
                </a:gridCol>
                <a:gridCol w="331645">
                  <a:extLst>
                    <a:ext uri="{9D8B030D-6E8A-4147-A177-3AD203B41FA5}">
                      <a16:colId xmlns:a16="http://schemas.microsoft.com/office/drawing/2014/main" val="2163580393"/>
                    </a:ext>
                  </a:extLst>
                </a:gridCol>
                <a:gridCol w="331645">
                  <a:extLst>
                    <a:ext uri="{9D8B030D-6E8A-4147-A177-3AD203B41FA5}">
                      <a16:colId xmlns:a16="http://schemas.microsoft.com/office/drawing/2014/main" val="1544264559"/>
                    </a:ext>
                  </a:extLst>
                </a:gridCol>
                <a:gridCol w="331645">
                  <a:extLst>
                    <a:ext uri="{9D8B030D-6E8A-4147-A177-3AD203B41FA5}">
                      <a16:colId xmlns:a16="http://schemas.microsoft.com/office/drawing/2014/main" val="3486570699"/>
                    </a:ext>
                  </a:extLst>
                </a:gridCol>
                <a:gridCol w="331645">
                  <a:extLst>
                    <a:ext uri="{9D8B030D-6E8A-4147-A177-3AD203B41FA5}">
                      <a16:colId xmlns:a16="http://schemas.microsoft.com/office/drawing/2014/main" val="3356585863"/>
                    </a:ext>
                  </a:extLst>
                </a:gridCol>
                <a:gridCol w="331645">
                  <a:extLst>
                    <a:ext uri="{9D8B030D-6E8A-4147-A177-3AD203B41FA5}">
                      <a16:colId xmlns:a16="http://schemas.microsoft.com/office/drawing/2014/main" val="4083404499"/>
                    </a:ext>
                  </a:extLst>
                </a:gridCol>
                <a:gridCol w="331645">
                  <a:extLst>
                    <a:ext uri="{9D8B030D-6E8A-4147-A177-3AD203B41FA5}">
                      <a16:colId xmlns:a16="http://schemas.microsoft.com/office/drawing/2014/main" val="977159861"/>
                    </a:ext>
                  </a:extLst>
                </a:gridCol>
                <a:gridCol w="331645">
                  <a:extLst>
                    <a:ext uri="{9D8B030D-6E8A-4147-A177-3AD203B41FA5}">
                      <a16:colId xmlns:a16="http://schemas.microsoft.com/office/drawing/2014/main" val="3808287342"/>
                    </a:ext>
                  </a:extLst>
                </a:gridCol>
                <a:gridCol w="331645">
                  <a:extLst>
                    <a:ext uri="{9D8B030D-6E8A-4147-A177-3AD203B41FA5}">
                      <a16:colId xmlns:a16="http://schemas.microsoft.com/office/drawing/2014/main" val="378251297"/>
                    </a:ext>
                  </a:extLst>
                </a:gridCol>
                <a:gridCol w="331645">
                  <a:extLst>
                    <a:ext uri="{9D8B030D-6E8A-4147-A177-3AD203B41FA5}">
                      <a16:colId xmlns:a16="http://schemas.microsoft.com/office/drawing/2014/main" val="1080626066"/>
                    </a:ext>
                  </a:extLst>
                </a:gridCol>
                <a:gridCol w="331645">
                  <a:extLst>
                    <a:ext uri="{9D8B030D-6E8A-4147-A177-3AD203B41FA5}">
                      <a16:colId xmlns:a16="http://schemas.microsoft.com/office/drawing/2014/main" val="4112852120"/>
                    </a:ext>
                  </a:extLst>
                </a:gridCol>
                <a:gridCol w="331645">
                  <a:extLst>
                    <a:ext uri="{9D8B030D-6E8A-4147-A177-3AD203B41FA5}">
                      <a16:colId xmlns:a16="http://schemas.microsoft.com/office/drawing/2014/main" val="192995727"/>
                    </a:ext>
                  </a:extLst>
                </a:gridCol>
                <a:gridCol w="331645">
                  <a:extLst>
                    <a:ext uri="{9D8B030D-6E8A-4147-A177-3AD203B41FA5}">
                      <a16:colId xmlns:a16="http://schemas.microsoft.com/office/drawing/2014/main" val="1976181759"/>
                    </a:ext>
                  </a:extLst>
                </a:gridCol>
                <a:gridCol w="331645">
                  <a:extLst>
                    <a:ext uri="{9D8B030D-6E8A-4147-A177-3AD203B41FA5}">
                      <a16:colId xmlns:a16="http://schemas.microsoft.com/office/drawing/2014/main" val="1974897996"/>
                    </a:ext>
                  </a:extLst>
                </a:gridCol>
              </a:tblGrid>
              <a:tr h="0">
                <a:tc rowSpan="2"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6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모델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단위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1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주</a:t>
                      </a:r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91770"/>
                  </a:ext>
                </a:extLst>
              </a:tr>
              <a:tr h="122521"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900" b="0" i="0" u="none" strike="noStrike" dirty="0"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W39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W40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W41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W42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W43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W44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W45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W46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W47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W48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W50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6548334"/>
                  </a:ext>
                </a:extLst>
              </a:tr>
              <a:tr h="122521">
                <a:tc row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위치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불량률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 Line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E71A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%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1.55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0.97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0.86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0.50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1.18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1.19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0.88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0.92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1.03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0.83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1.73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0.81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0.70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0.61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0.50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891143"/>
                  </a:ext>
                </a:extLst>
              </a:tr>
              <a:tr h="1225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#2-1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1.31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0.97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1.00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0.37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0.63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0.89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0.92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1.06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0.88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1.02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2.80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0.66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0.84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0.37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40075661"/>
                  </a:ext>
                </a:extLst>
              </a:tr>
              <a:tr h="1225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#2-2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1.83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0.57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0.70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0.66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1.30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0.61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0.45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0.43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0.63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0.69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1.10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0.73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0.63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0.60</a:t>
                      </a:r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0.66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66040"/>
                  </a:ext>
                </a:extLst>
              </a:tr>
              <a:tr h="1225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#2-3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1.71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1.13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0.91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0.65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0.77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2.00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0.88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0.79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1.29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0.86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1.71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1.06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0.59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0.65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289697"/>
                  </a:ext>
                </a:extLst>
              </a:tr>
              <a:tr h="1225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#2-4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1.38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1.23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0.83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0.34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2.08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1.35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1.33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1.42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1.38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0.76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1.43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0.80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0.73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0.46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0.34</a:t>
                      </a:r>
                    </a:p>
                  </a:txBody>
                  <a:tcPr marL="5933" marR="5933" marT="593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397173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87701950-851A-1FEB-B69C-99F6C923CF19}"/>
              </a:ext>
            </a:extLst>
          </p:cNvPr>
          <p:cNvSpPr txBox="1"/>
          <p:nvPr/>
        </p:nvSpPr>
        <p:spPr>
          <a:xfrm>
            <a:off x="3857371" y="1379522"/>
            <a:ext cx="48735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</a:rPr>
              <a:t>~</a:t>
            </a:r>
            <a:r>
              <a:rPr lang="en-US" altLang="ko-KR" sz="800" dirty="0">
                <a:solidFill>
                  <a:srgbClr val="006600"/>
                </a:solidFill>
              </a:rPr>
              <a:t>12/14</a:t>
            </a:r>
            <a:endParaRPr lang="ko-KR" altLang="en-US" sz="800">
              <a:solidFill>
                <a:srgbClr val="006600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B8EF5D5-5734-0730-6CB5-73F176B28E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1626729"/>
              </p:ext>
            </p:extLst>
          </p:nvPr>
        </p:nvGraphicFramePr>
        <p:xfrm>
          <a:off x="2280727" y="3000404"/>
          <a:ext cx="5295901" cy="1026795"/>
        </p:xfrm>
        <a:graphic>
          <a:graphicData uri="http://schemas.openxmlformats.org/drawingml/2006/table">
            <a:tbl>
              <a:tblPr/>
              <a:tblGrid>
                <a:gridCol w="1056642">
                  <a:extLst>
                    <a:ext uri="{9D8B030D-6E8A-4147-A177-3AD203B41FA5}">
                      <a16:colId xmlns:a16="http://schemas.microsoft.com/office/drawing/2014/main" val="356540963"/>
                    </a:ext>
                  </a:extLst>
                </a:gridCol>
                <a:gridCol w="761543">
                  <a:extLst>
                    <a:ext uri="{9D8B030D-6E8A-4147-A177-3AD203B41FA5}">
                      <a16:colId xmlns:a16="http://schemas.microsoft.com/office/drawing/2014/main" val="2693649847"/>
                    </a:ext>
                  </a:extLst>
                </a:gridCol>
                <a:gridCol w="634620">
                  <a:extLst>
                    <a:ext uri="{9D8B030D-6E8A-4147-A177-3AD203B41FA5}">
                      <a16:colId xmlns:a16="http://schemas.microsoft.com/office/drawing/2014/main" val="933779670"/>
                    </a:ext>
                  </a:extLst>
                </a:gridCol>
                <a:gridCol w="710774">
                  <a:extLst>
                    <a:ext uri="{9D8B030D-6E8A-4147-A177-3AD203B41FA5}">
                      <a16:colId xmlns:a16="http://schemas.microsoft.com/office/drawing/2014/main" val="39942594"/>
                    </a:ext>
                  </a:extLst>
                </a:gridCol>
                <a:gridCol w="2132322">
                  <a:extLst>
                    <a:ext uri="{9D8B030D-6E8A-4147-A177-3AD203B41FA5}">
                      <a16:colId xmlns:a16="http://schemas.microsoft.com/office/drawing/2014/main" val="1285485289"/>
                    </a:ext>
                  </a:extLst>
                </a:gridCol>
              </a:tblGrid>
              <a:tr h="12931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WF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중요도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법인활용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활용 법인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WF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진행 사항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1078316"/>
                  </a:ext>
                </a:extLst>
              </a:tr>
              <a:tr h="1293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위치불량레포트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높음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1, 2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진행 완료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(12/2)</a:t>
                      </a:r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7251123"/>
                  </a:ext>
                </a:extLst>
              </a:tr>
              <a:tr h="12931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PV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모니터링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높음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진행 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7226429"/>
                  </a:ext>
                </a:extLst>
              </a:tr>
              <a:tr h="1293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검사과검 분류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중간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57653162"/>
                  </a:ext>
                </a:extLst>
              </a:tr>
              <a:tr h="1293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재료교체 레포트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중간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진행 중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(1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 △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2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4988893"/>
                  </a:ext>
                </a:extLst>
              </a:tr>
              <a:tr h="1293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주기성 분류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낮음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1, 2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93723950"/>
                  </a:ext>
                </a:extLst>
              </a:tr>
              <a:tr h="1293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수율 레포트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낮음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1, 2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29387972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36F1C26A-59EB-0B3F-F126-3A3A36C018A8}"/>
              </a:ext>
            </a:extLst>
          </p:cNvPr>
          <p:cNvSpPr txBox="1"/>
          <p:nvPr/>
        </p:nvSpPr>
        <p:spPr>
          <a:xfrm>
            <a:off x="7471505" y="1379522"/>
            <a:ext cx="48735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rgbClr val="006600"/>
                </a:solidFill>
              </a:rPr>
              <a:t>~12/14</a:t>
            </a:r>
            <a:endParaRPr lang="ko-KR" altLang="en-US" sz="800" dirty="0">
              <a:solidFill>
                <a:srgbClr val="0066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8646389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>
            <a:extLst>
              <a:ext uri="{FF2B5EF4-FFF2-40B4-BE49-F238E27FC236}">
                <a16:creationId xmlns:a16="http://schemas.microsoft.com/office/drawing/2014/main" id="{30ECCF35-3B91-1CB8-F821-9D6296E69FA5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데이터통합분석팀</a:t>
            </a:r>
          </a:p>
        </p:txBody>
      </p:sp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671AE94E-5794-4FE7-6BE2-0B3904942EBA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홍진표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226A00FA-A5AC-7760-DA02-D669708008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3116117"/>
              </p:ext>
            </p:extLst>
          </p:nvPr>
        </p:nvGraphicFramePr>
        <p:xfrm>
          <a:off x="125047" y="840840"/>
          <a:ext cx="9644176" cy="5594502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98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687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866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70102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LG스마트체 Regular"/>
                        </a:rPr>
                        <a:t>라미 공정 </a:t>
                      </a:r>
                      <a:br>
                        <a:rPr lang="en-US" altLang="ko-KR" sz="900">
                          <a:solidFill>
                            <a:srgbClr val="0D0D0D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r>
                        <a:rPr lang="ko-KR" altLang="en-US" sz="90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LG스마트체 Regular"/>
                        </a:rPr>
                        <a:t>위치 불량 원인 분석</a:t>
                      </a:r>
                      <a:endParaRPr lang="en-US" altLang="ko-KR" sz="90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LG스마트체 Regular"/>
                        </a:rPr>
                        <a:t>ESMI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LG스마트체 Regular"/>
                        </a:rPr>
                        <a:t>2</a:t>
                      </a:r>
                      <a:r>
                        <a:rPr lang="ko-KR" altLang="en-US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LG스마트체 Regular"/>
                        </a:rPr>
                        <a:t>동</a:t>
                      </a:r>
                      <a:endParaRPr lang="en-US" altLang="ko-KR" sz="900" kern="1200" baseline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LG스마트체 Regular"/>
                        </a:rPr>
                        <a:t>#3,4 5 Line</a:t>
                      </a:r>
                      <a:endParaRPr lang="ko-KR" altLang="en-US" sz="90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a typeface="LG스마트체 Regular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ESMI2 ESMI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법인 주간 분석 내용 건입니다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]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 ESMI 2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동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ESS JF2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모델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라미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  <a:cs typeface="+mn-cs"/>
                        </a:rPr>
                        <a:t> 위치 불량 분석을 통한 개선안 도출 및 개선 적용</a:t>
                      </a:r>
                      <a:br>
                        <a:rPr kumimoji="1" lang="en-US" altLang="ko-KR" sz="900" kern="0" dirty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  <a:cs typeface="Arial"/>
                        </a:rPr>
                      </a:br>
                      <a:endParaRPr kumimoji="1" lang="en-US" altLang="ko-KR" sz="900" kern="0" dirty="0">
                        <a:solidFill>
                          <a:schemeClr val="tx1"/>
                        </a:solidFill>
                        <a:latin typeface="+mn-lt"/>
                        <a:ea typeface="LG스마트체 Regular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[</a:t>
                      </a:r>
                      <a:r>
                        <a:rPr kumimoji="1" lang="ko-KR" altLang="en-US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진행사항</a:t>
                      </a:r>
                      <a: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]</a:t>
                      </a:r>
                      <a:b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</a:br>
                      <a: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 -. </a:t>
                      </a:r>
                      <a:r>
                        <a:rPr kumimoji="1" lang="ko-KR" altLang="en-US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다빈치 서버 이슈로 중단되었던 </a:t>
                      </a:r>
                      <a: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ESS JF2 </a:t>
                      </a:r>
                      <a:r>
                        <a:rPr kumimoji="1" lang="ko-KR" altLang="en-US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모델 </a:t>
                      </a:r>
                      <a:r>
                        <a:rPr kumimoji="1" lang="ko-KR" altLang="en-US" sz="900" kern="0" dirty="0" err="1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라미</a:t>
                      </a:r>
                      <a:r>
                        <a:rPr kumimoji="1" lang="ko-KR" altLang="en-US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 위치 불량 개선을 위해 법인과 </a:t>
                      </a:r>
                      <a: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Weekly </a:t>
                      </a:r>
                      <a:r>
                        <a:rPr kumimoji="1" lang="ko-KR" altLang="en-US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미팅 재개하였습니다</a:t>
                      </a:r>
                      <a: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. </a:t>
                      </a:r>
                      <a:r>
                        <a:rPr kumimoji="1" lang="ko-KR" altLang="en-US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일정은 매주 목요일 아침 </a:t>
                      </a:r>
                      <a: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9</a:t>
                      </a:r>
                      <a:r>
                        <a:rPr kumimoji="1" lang="ko-KR" altLang="en-US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시입니다</a:t>
                      </a:r>
                      <a: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.(12/4~)</a:t>
                      </a:r>
                      <a:b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</a:br>
                      <a:r>
                        <a:rPr kumimoji="1" lang="en-US" altLang="ko-KR" sz="900" kern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Arial"/>
                        </a:rPr>
                        <a:t>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effectLst/>
                        </a:rPr>
                        <a:t>-.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effectLst/>
                        </a:rPr>
                        <a:t>금주 </a:t>
                      </a:r>
                      <a:r>
                        <a:rPr lang="ko-KR" altLang="en-US" sz="900" dirty="0" err="1">
                          <a:solidFill>
                            <a:schemeClr val="tx1"/>
                          </a:solidFill>
                          <a:effectLst/>
                        </a:rPr>
                        <a:t>위치불량률은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effectLst/>
                        </a:rPr>
                        <a:t> 지난주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effectLst/>
                        </a:rPr>
                        <a:t>0.33%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effectLst/>
                        </a:rPr>
                        <a:t> 대비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effectLst/>
                        </a:rPr>
                        <a:t>0.06%p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effectLst/>
                        </a:rPr>
                        <a:t>감소한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effectLst/>
                        </a:rPr>
                        <a:t>0.27%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effectLst/>
                        </a:rPr>
                        <a:t>입니다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effectLst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effectLst/>
                        </a:rPr>
                        <a:t>   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effectLst/>
                        </a:rPr>
                        <a:t>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A_FOLD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과검로직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적용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0.04%p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개선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휴먼에러로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인한 불필요검사항목제거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(Original Cut) 0.02%p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개선되었습니다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-. #3-2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양극 재료교체 시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구재료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사행 관련하여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노칭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어깨선 데이터와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라미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Y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축 치수 트렌드 연계 분석하였으나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연관성이 확인되지 않습니다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하여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노칭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LPC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데이터와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라미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Y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축 치수 트렌드 연계하여 추가 분석 진행 하겠습니다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.(LAM Spool EPC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데이터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FDC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연계 진행 중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-. #3-2(12/12), #3-3(12.13)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상부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OP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방향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그리퍼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유량이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관리선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이탈하며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X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축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위치불량률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0.06%p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수준 증가하여 법인 공유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(12/15)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후 현장 원인 파악 중입니다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-. ESMI2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분리막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공급 업체의 헝가리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분리막이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12/7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일부터 투입되었으며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제조위치별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상해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vs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헝가리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별 </a:t>
                      </a:r>
                      <a:r>
                        <a:rPr kumimoji="1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쇼트불량률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차이가 확인되어 분석 진행 중입니다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r>
                        <a:rPr kumimoji="1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라미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쇼트 불량률은 상해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0.14% /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헝가리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0.13%,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r>
                        <a:rPr kumimoji="1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스태킹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쇼트 불량률 상해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0.13% /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헝가리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0.31%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로 </a:t>
                      </a:r>
                      <a:r>
                        <a:rPr kumimoji="1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스태킹에서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헝가리 </a:t>
                      </a:r>
                      <a:r>
                        <a:rPr kumimoji="1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분리막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투입 </a:t>
                      </a:r>
                      <a:r>
                        <a:rPr kumimoji="1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랏의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쇼트불량률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상승이 확인됩니다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(12/7~12/13)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하여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분리막별 </a:t>
                      </a:r>
                      <a:r>
                        <a:rPr kumimoji="1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스태킹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하부분리막 이미지 차이 확인을 위해 이미지 분석 모델 구축 중입니다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-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기간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: 11/17 ~ 12/16</a:t>
                      </a:r>
                      <a:b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-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분석 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: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7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건 중 조치 진행 건 수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1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건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누적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: 12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건 중 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7 </a:t>
                      </a:r>
                      <a:r>
                        <a:rPr kumimoji="1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조치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i="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dirty="0">
                        <a:solidFill>
                          <a:srgbClr val="0000FF"/>
                        </a:solidFill>
                        <a:effectLst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현황 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구축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(‘25.8)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불량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분석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~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지속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홍진표</a:t>
                      </a:r>
                      <a:br>
                        <a:rPr lang="en-US" altLang="ko-KR" sz="900" baseline="0" dirty="0">
                          <a:solidFill>
                            <a:srgbClr val="000000"/>
                          </a:solidFill>
                          <a:latin typeface="+mn-lt"/>
                          <a:ea typeface="LG스마트체 Regular"/>
                        </a:rPr>
                      </a:br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이찬혁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이상익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7F050327-330F-E525-24E5-5DF0E99B52AA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217206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조립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] MI 2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동 라미 수율 개선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965437A-A2B9-8A39-046D-C590D65079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7302539"/>
              </p:ext>
            </p:extLst>
          </p:nvPr>
        </p:nvGraphicFramePr>
        <p:xfrm>
          <a:off x="1661148" y="1254668"/>
          <a:ext cx="6947368" cy="962402"/>
        </p:xfrm>
        <a:graphic>
          <a:graphicData uri="http://schemas.openxmlformats.org/drawingml/2006/table">
            <a:tbl>
              <a:tblPr/>
              <a:tblGrid>
                <a:gridCol w="659572">
                  <a:extLst>
                    <a:ext uri="{9D8B030D-6E8A-4147-A177-3AD203B41FA5}">
                      <a16:colId xmlns:a16="http://schemas.microsoft.com/office/drawing/2014/main" val="4126602470"/>
                    </a:ext>
                  </a:extLst>
                </a:gridCol>
                <a:gridCol w="351666">
                  <a:extLst>
                    <a:ext uri="{9D8B030D-6E8A-4147-A177-3AD203B41FA5}">
                      <a16:colId xmlns:a16="http://schemas.microsoft.com/office/drawing/2014/main" val="1424070727"/>
                    </a:ext>
                  </a:extLst>
                </a:gridCol>
                <a:gridCol w="329785">
                  <a:extLst>
                    <a:ext uri="{9D8B030D-6E8A-4147-A177-3AD203B41FA5}">
                      <a16:colId xmlns:a16="http://schemas.microsoft.com/office/drawing/2014/main" val="2521998591"/>
                    </a:ext>
                  </a:extLst>
                </a:gridCol>
                <a:gridCol w="329785">
                  <a:extLst>
                    <a:ext uri="{9D8B030D-6E8A-4147-A177-3AD203B41FA5}">
                      <a16:colId xmlns:a16="http://schemas.microsoft.com/office/drawing/2014/main" val="2502655777"/>
                    </a:ext>
                  </a:extLst>
                </a:gridCol>
                <a:gridCol w="329785">
                  <a:extLst>
                    <a:ext uri="{9D8B030D-6E8A-4147-A177-3AD203B41FA5}">
                      <a16:colId xmlns:a16="http://schemas.microsoft.com/office/drawing/2014/main" val="3397112389"/>
                    </a:ext>
                  </a:extLst>
                </a:gridCol>
                <a:gridCol w="329785">
                  <a:extLst>
                    <a:ext uri="{9D8B030D-6E8A-4147-A177-3AD203B41FA5}">
                      <a16:colId xmlns:a16="http://schemas.microsoft.com/office/drawing/2014/main" val="3345063880"/>
                    </a:ext>
                  </a:extLst>
                </a:gridCol>
                <a:gridCol w="329785">
                  <a:extLst>
                    <a:ext uri="{9D8B030D-6E8A-4147-A177-3AD203B41FA5}">
                      <a16:colId xmlns:a16="http://schemas.microsoft.com/office/drawing/2014/main" val="995054870"/>
                    </a:ext>
                  </a:extLst>
                </a:gridCol>
                <a:gridCol w="329785">
                  <a:extLst>
                    <a:ext uri="{9D8B030D-6E8A-4147-A177-3AD203B41FA5}">
                      <a16:colId xmlns:a16="http://schemas.microsoft.com/office/drawing/2014/main" val="3203050938"/>
                    </a:ext>
                  </a:extLst>
                </a:gridCol>
                <a:gridCol w="329785">
                  <a:extLst>
                    <a:ext uri="{9D8B030D-6E8A-4147-A177-3AD203B41FA5}">
                      <a16:colId xmlns:a16="http://schemas.microsoft.com/office/drawing/2014/main" val="125666971"/>
                    </a:ext>
                  </a:extLst>
                </a:gridCol>
                <a:gridCol w="329785">
                  <a:extLst>
                    <a:ext uri="{9D8B030D-6E8A-4147-A177-3AD203B41FA5}">
                      <a16:colId xmlns:a16="http://schemas.microsoft.com/office/drawing/2014/main" val="4256120178"/>
                    </a:ext>
                  </a:extLst>
                </a:gridCol>
                <a:gridCol w="329785">
                  <a:extLst>
                    <a:ext uri="{9D8B030D-6E8A-4147-A177-3AD203B41FA5}">
                      <a16:colId xmlns:a16="http://schemas.microsoft.com/office/drawing/2014/main" val="2804287017"/>
                    </a:ext>
                  </a:extLst>
                </a:gridCol>
                <a:gridCol w="329785">
                  <a:extLst>
                    <a:ext uri="{9D8B030D-6E8A-4147-A177-3AD203B41FA5}">
                      <a16:colId xmlns:a16="http://schemas.microsoft.com/office/drawing/2014/main" val="1295701780"/>
                    </a:ext>
                  </a:extLst>
                </a:gridCol>
                <a:gridCol w="329785">
                  <a:extLst>
                    <a:ext uri="{9D8B030D-6E8A-4147-A177-3AD203B41FA5}">
                      <a16:colId xmlns:a16="http://schemas.microsoft.com/office/drawing/2014/main" val="1964108928"/>
                    </a:ext>
                  </a:extLst>
                </a:gridCol>
                <a:gridCol w="329785">
                  <a:extLst>
                    <a:ext uri="{9D8B030D-6E8A-4147-A177-3AD203B41FA5}">
                      <a16:colId xmlns:a16="http://schemas.microsoft.com/office/drawing/2014/main" val="661753769"/>
                    </a:ext>
                  </a:extLst>
                </a:gridCol>
                <a:gridCol w="329785">
                  <a:extLst>
                    <a:ext uri="{9D8B030D-6E8A-4147-A177-3AD203B41FA5}">
                      <a16:colId xmlns:a16="http://schemas.microsoft.com/office/drawing/2014/main" val="356827439"/>
                    </a:ext>
                  </a:extLst>
                </a:gridCol>
                <a:gridCol w="329785">
                  <a:extLst>
                    <a:ext uri="{9D8B030D-6E8A-4147-A177-3AD203B41FA5}">
                      <a16:colId xmlns:a16="http://schemas.microsoft.com/office/drawing/2014/main" val="1024926731"/>
                    </a:ext>
                  </a:extLst>
                </a:gridCol>
                <a:gridCol w="329785">
                  <a:extLst>
                    <a:ext uri="{9D8B030D-6E8A-4147-A177-3AD203B41FA5}">
                      <a16:colId xmlns:a16="http://schemas.microsoft.com/office/drawing/2014/main" val="470951951"/>
                    </a:ext>
                  </a:extLst>
                </a:gridCol>
                <a:gridCol w="329785">
                  <a:extLst>
                    <a:ext uri="{9D8B030D-6E8A-4147-A177-3AD203B41FA5}">
                      <a16:colId xmlns:a16="http://schemas.microsoft.com/office/drawing/2014/main" val="355437377"/>
                    </a:ext>
                  </a:extLst>
                </a:gridCol>
                <a:gridCol w="329785">
                  <a:extLst>
                    <a:ext uri="{9D8B030D-6E8A-4147-A177-3AD203B41FA5}">
                      <a16:colId xmlns:a16="http://schemas.microsoft.com/office/drawing/2014/main" val="4008449975"/>
                    </a:ext>
                  </a:extLst>
                </a:gridCol>
                <a:gridCol w="329785">
                  <a:extLst>
                    <a:ext uri="{9D8B030D-6E8A-4147-A177-3AD203B41FA5}">
                      <a16:colId xmlns:a16="http://schemas.microsoft.com/office/drawing/2014/main" val="1762068588"/>
                    </a:ext>
                  </a:extLst>
                </a:gridCol>
              </a:tblGrid>
              <a:tr h="187831">
                <a:tc rowSpan="2"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과제 연관 지표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모델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주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30964473"/>
                  </a:ext>
                </a:extLst>
              </a:tr>
              <a:tr h="187831"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  <a:endParaRPr lang="ko-KR" altLang="en-US" sz="900" b="0" i="0" u="none" strike="noStrik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9</a:t>
                      </a:r>
                      <a:r>
                        <a:rPr lang="ko-KR" altLang="en-US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  <a:endParaRPr lang="ko-KR" altLang="en-US" sz="900" b="0" i="0" u="none" strike="noStrike" dirty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W37</a:t>
                      </a:r>
                      <a:endParaRPr lang="ko-KR" altLang="en-US" sz="900" b="0" i="0" u="none" strike="noStrik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W38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W42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W43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W44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W45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W46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W47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W48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W49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W50</a:t>
                      </a:r>
                      <a:endParaRPr lang="ko-KR" altLang="en-US" sz="900" b="0" i="0" u="none" strike="noStrike" dirty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19610632"/>
                  </a:ext>
                </a:extLst>
              </a:tr>
              <a:tr h="128066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위치불량률</a:t>
                      </a:r>
                      <a:endParaRPr lang="ko-KR" altLang="en-US" sz="900" b="0" i="0" u="none" strike="noStrike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3 Line</a:t>
                      </a:r>
                      <a:endParaRPr lang="ko-KR" altLang="en-US" sz="9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JF2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0.27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0.45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0.27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0.22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7064296"/>
                  </a:ext>
                </a:extLst>
              </a:tr>
              <a:tr h="1280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4 Line</a:t>
                      </a:r>
                      <a:endParaRPr lang="ko-KR" altLang="en-US" sz="9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0.42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0.38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0.38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865671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5 Line</a:t>
                      </a:r>
                      <a:endParaRPr lang="ko-KR" altLang="en-US" sz="900" b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1.08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0.35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2.49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983162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전체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0.34</a:t>
                      </a:r>
                      <a:endParaRPr lang="en-US" altLang="ko-KR" sz="900" b="1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0.34</a:t>
                      </a:r>
                      <a:endParaRPr lang="en-US" altLang="ko-KR" sz="900" b="1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dirty="0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0.27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7626300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43EB6D95-174D-4FFC-E685-7A1FF2E9062A}"/>
              </a:ext>
            </a:extLst>
          </p:cNvPr>
          <p:cNvSpPr txBox="1"/>
          <p:nvPr/>
        </p:nvSpPr>
        <p:spPr>
          <a:xfrm>
            <a:off x="5714827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-#08,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32D5A668-0D1F-0945-B533-81787F868D32}"/>
              </a:ext>
            </a:extLst>
          </p:cNvPr>
          <p:cNvSpPr txBox="1"/>
          <p:nvPr/>
        </p:nvSpPr>
        <p:spPr>
          <a:xfrm>
            <a:off x="6142639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4350E66-C722-93A0-74B7-361A41D38339}"/>
              </a:ext>
            </a:extLst>
          </p:cNvPr>
          <p:cNvSpPr txBox="1"/>
          <p:nvPr/>
        </p:nvSpPr>
        <p:spPr>
          <a:xfrm>
            <a:off x="141316" y="1379522"/>
            <a:ext cx="125717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A8F2A56-B1FE-5061-FB42-FF62486A2D33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lang="en-US" altLang="ko-KR" sz="1100" dirty="0">
                <a:solidFill>
                  <a:srgbClr val="0000FF"/>
                </a:solidFill>
                <a:latin typeface="Arial Narrow"/>
                <a:ea typeface="LG스마트체 Regular"/>
              </a:rPr>
              <a:t>12/16(</a:t>
            </a:r>
            <a:r>
              <a:rPr lang="ko-KR" altLang="en-US" sz="1100" dirty="0">
                <a:solidFill>
                  <a:srgbClr val="0000FF"/>
                </a:solidFill>
                <a:latin typeface="Arial Narrow"/>
                <a:ea typeface="LG스마트체 Regular"/>
              </a:rPr>
              <a:t>화</a:t>
            </a:r>
            <a:r>
              <a:rPr lang="en-US" altLang="ko-KR" sz="1100" dirty="0">
                <a:solidFill>
                  <a:srgbClr val="0000FF"/>
                </a:solidFill>
                <a:latin typeface="Arial Narrow"/>
                <a:ea typeface="LG스마트체 Regular"/>
              </a:rPr>
              <a:t>)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18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C9AA077-FE86-15F5-5DB8-C1BE73F5B3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4539601"/>
              </p:ext>
            </p:extLst>
          </p:nvPr>
        </p:nvGraphicFramePr>
        <p:xfrm>
          <a:off x="1545274" y="4478624"/>
          <a:ext cx="7063242" cy="1055891"/>
        </p:xfrm>
        <a:graphic>
          <a:graphicData uri="http://schemas.openxmlformats.org/drawingml/2006/table">
            <a:tbl>
              <a:tblPr/>
              <a:tblGrid>
                <a:gridCol w="504982">
                  <a:extLst>
                    <a:ext uri="{9D8B030D-6E8A-4147-A177-3AD203B41FA5}">
                      <a16:colId xmlns:a16="http://schemas.microsoft.com/office/drawing/2014/main" val="3164075224"/>
                    </a:ext>
                  </a:extLst>
                </a:gridCol>
                <a:gridCol w="543092">
                  <a:extLst>
                    <a:ext uri="{9D8B030D-6E8A-4147-A177-3AD203B41FA5}">
                      <a16:colId xmlns:a16="http://schemas.microsoft.com/office/drawing/2014/main" val="1890152670"/>
                    </a:ext>
                  </a:extLst>
                </a:gridCol>
                <a:gridCol w="919745">
                  <a:extLst>
                    <a:ext uri="{9D8B030D-6E8A-4147-A177-3AD203B41FA5}">
                      <a16:colId xmlns:a16="http://schemas.microsoft.com/office/drawing/2014/main" val="3279440640"/>
                    </a:ext>
                  </a:extLst>
                </a:gridCol>
                <a:gridCol w="2839628">
                  <a:extLst>
                    <a:ext uri="{9D8B030D-6E8A-4147-A177-3AD203B41FA5}">
                      <a16:colId xmlns:a16="http://schemas.microsoft.com/office/drawing/2014/main" val="2010017880"/>
                    </a:ext>
                  </a:extLst>
                </a:gridCol>
                <a:gridCol w="796214">
                  <a:extLst>
                    <a:ext uri="{9D8B030D-6E8A-4147-A177-3AD203B41FA5}">
                      <a16:colId xmlns:a16="http://schemas.microsoft.com/office/drawing/2014/main" val="2237404357"/>
                    </a:ext>
                  </a:extLst>
                </a:gridCol>
                <a:gridCol w="1459581">
                  <a:extLst>
                    <a:ext uri="{9D8B030D-6E8A-4147-A177-3AD203B41FA5}">
                      <a16:colId xmlns:a16="http://schemas.microsoft.com/office/drawing/2014/main" val="946428540"/>
                    </a:ext>
                  </a:extLst>
                </a:gridCol>
              </a:tblGrid>
              <a:tr h="1660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호기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불량 유형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발생 원인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현상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조치 여부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효과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19610632"/>
                  </a:ext>
                </a:extLst>
              </a:tr>
              <a:tr h="164805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#4-1</a:t>
                      </a:r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X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축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>
                          <a:solidFill>
                            <a:schemeClr val="tx1"/>
                          </a:solidFill>
                        </a:rPr>
                        <a:t>양극 합치 전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,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</a:rPr>
                        <a:t>후진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양극 합치 시 양극이 앞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뒤로 움직이며 합치 불량 발생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조치 전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3333FF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52770968"/>
                  </a:ext>
                </a:extLst>
              </a:tr>
              <a:tr h="18403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#3-2</a:t>
                      </a:r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X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축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>
                          <a:solidFill>
                            <a:schemeClr val="tx1"/>
                          </a:solidFill>
                        </a:rPr>
                        <a:t>탭센서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</a:rPr>
                        <a:t>속도보상량</a:t>
                      </a:r>
                      <a:endParaRPr lang="en-US" altLang="ko-KR" sz="800">
                        <a:solidFill>
                          <a:schemeClr val="tx1"/>
                        </a:solidFill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1)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음극 탭센서 측정값 산포가 큰 상태로 클리닝 필요</a:t>
                      </a:r>
                      <a:endParaRPr lang="en-US" altLang="ko-KR" sz="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indent="0" algn="ctr">
                        <a:buNone/>
                      </a:pP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2)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속도보상량이 상한값으로 상승 현상 확인되어 파이널 갭 점검 필요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조치 전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3333FF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92630055"/>
                  </a:ext>
                </a:extLst>
              </a:tr>
              <a:tr h="15575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#3-2, #3-5</a:t>
                      </a:r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X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축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그리퍼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 유량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상부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OP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측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그리퍼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유량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관리선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이탈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조치 중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73090895"/>
                  </a:ext>
                </a:extLst>
              </a:tr>
              <a:tr h="15575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#3-2</a:t>
                      </a:r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Y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축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구재료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 사행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양극 재료교체 시 단차는 낮은 수준이나 구재료사행이 심하여 불량발생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조치 전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분석추가진행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59369369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99FD8850-317A-1FAE-F270-EBC900CE31CE}"/>
              </a:ext>
            </a:extLst>
          </p:cNvPr>
          <p:cNvSpPr txBox="1"/>
          <p:nvPr/>
        </p:nvSpPr>
        <p:spPr>
          <a:xfrm>
            <a:off x="8170505" y="1254668"/>
            <a:ext cx="70608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rgbClr val="006600"/>
                </a:solidFill>
              </a:rPr>
              <a:t>12/8~14</a:t>
            </a:r>
            <a:endParaRPr lang="ko-KR" altLang="en-US" sz="800" dirty="0">
              <a:solidFill>
                <a:srgbClr val="0066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08525341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표 1">
            <a:extLst>
              <a:ext uri="{FF2B5EF4-FFF2-40B4-BE49-F238E27FC236}">
                <a16:creationId xmlns:a16="http://schemas.microsoft.com/office/drawing/2014/main" id="{CB1E1DE9-356B-4185-A911-636EBB5998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2945239"/>
              </p:ext>
            </p:extLst>
          </p:nvPr>
        </p:nvGraphicFramePr>
        <p:xfrm>
          <a:off x="125047" y="840839"/>
          <a:ext cx="9644176" cy="5776271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98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687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497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4130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스태킹 공정 </a:t>
                      </a:r>
                      <a:br>
                        <a:rPr lang="en-US" altLang="ko-KR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i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모노 세파 외관 불량 원인 분석</a:t>
                      </a:r>
                      <a:endParaRPr lang="en-US" altLang="ko-KR" sz="900" i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+mn-ea"/>
                        </a:rPr>
                        <a:t>ESMI2</a:t>
                      </a:r>
                      <a:r>
                        <a:rPr lang="ko-KR" altLang="en-US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+mn-ea"/>
                        </a:rPr>
                        <a:t>동</a:t>
                      </a:r>
                      <a:endParaRPr lang="en-US" altLang="ko-KR" sz="900" kern="1200" baseline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+mn-ea"/>
                        </a:rPr>
                        <a:t>JF2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baseline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latin typeface="+mn-lt"/>
                          <a:ea typeface="+mn-ea"/>
                        </a:rPr>
                        <a:t>#3,4 5 Line</a:t>
                      </a:r>
                      <a:endParaRPr lang="ko-KR" altLang="en-US" sz="90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a typeface="+mn-ea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금주는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ESS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JF2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모델 대상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L&amp;S MI2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모노세파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하부분리막 외관불량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현상 파악 및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MI2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불량 원인 분석하여 개선 요청 사항 법인에 공유하였습니다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ESMI 2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동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ESS JF2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모델 </a:t>
                      </a:r>
                      <a:r>
                        <a:rPr lang="ko-KR" altLang="en-US" sz="9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모노세파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하부분리막 외관불량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원인 분석 통한 개선</a:t>
                      </a: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i="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[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진행사항</a:t>
                      </a: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]</a:t>
                      </a:r>
                      <a:b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</a:b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-. </a:t>
                      </a:r>
                      <a:r>
                        <a:rPr kumimoji="1" lang="ko-KR" altLang="en-US" sz="900" i="0" kern="0" dirty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라미커팅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후 이물에 의한 </a:t>
                      </a:r>
                      <a:r>
                        <a:rPr kumimoji="1" lang="ko-KR" altLang="en-US" sz="900" i="0" kern="0" dirty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분리막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하부 </a:t>
                      </a:r>
                      <a:r>
                        <a:rPr kumimoji="1" lang="ko-KR" altLang="en-US" sz="900" i="0" kern="0" dirty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분리막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비전</a:t>
                      </a: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(</a:t>
                      </a:r>
                      <a:r>
                        <a:rPr kumimoji="1" lang="ko-KR" altLang="en-US" sz="900" i="0" kern="0" dirty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모노세파</a:t>
                      </a: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)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불량률이 </a:t>
                      </a: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MI, NB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간 </a:t>
                      </a: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0.5% 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차이가 발생하여 </a:t>
                      </a: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CEO</a:t>
                      </a:r>
                      <a:r>
                        <a:rPr kumimoji="1" lang="ko-KR" altLang="en-US" sz="900" i="0" kern="0" dirty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님께서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왜 차이가 나는지 확인 지시하셨습니다</a:t>
                      </a: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-. 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두 법인간 불량 발생 차이 비교  </a:t>
                      </a: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MI2 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불량 근본 원인 파악 분석 및 개선사항 제안 공유 진행하였습니다</a:t>
                      </a: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i="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[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활동 내역</a:t>
                      </a: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]</a:t>
                      </a:r>
                      <a:r>
                        <a:rPr kumimoji="1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MI2 </a:t>
                      </a:r>
                      <a:r>
                        <a:rPr kumimoji="1" lang="ko-KR" altLang="en-US" sz="900" i="0" kern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불량 근본 원인 파악 분석 및 개선사항 제안 공유</a:t>
                      </a:r>
                      <a:endParaRPr kumimoji="1" lang="en-US" altLang="ko-KR" sz="900" i="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i="0" kern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SPC+</a:t>
                      </a:r>
                      <a:r>
                        <a:rPr kumimoji="1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기준 </a:t>
                      </a:r>
                      <a:r>
                        <a:rPr kumimoji="1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Mono </a:t>
                      </a:r>
                      <a:r>
                        <a:rPr kumimoji="1" lang="en-US" altLang="ko-KR" sz="9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Sepa</a:t>
                      </a:r>
                      <a:r>
                        <a:rPr kumimoji="1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 Appearance </a:t>
                      </a:r>
                      <a:r>
                        <a:rPr kumimoji="1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불량률은 </a:t>
                      </a:r>
                      <a:r>
                        <a:rPr kumimoji="1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0.37%</a:t>
                      </a:r>
                      <a:r>
                        <a:rPr kumimoji="1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입니다</a:t>
                      </a:r>
                      <a:r>
                        <a:rPr kumimoji="1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.(11/28~11/29)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FA : 0.13%, EA : 0.10%, ETC : 0.09%, TA : 0.06%</a:t>
                      </a:r>
                      <a:r>
                        <a:rPr kumimoji="1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이며 불량률이 </a:t>
                      </a:r>
                      <a:r>
                        <a:rPr kumimoji="1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FA </a:t>
                      </a:r>
                      <a:r>
                        <a:rPr kumimoji="1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불량이 높은 호기에 대해 확인 진행하였습니다</a:t>
                      </a:r>
                      <a:r>
                        <a:rPr kumimoji="1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1" lang="en-US" altLang="ko-KR" sz="9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임시</a:t>
                      </a:r>
                      <a:r>
                        <a:rPr lang="en-US" altLang="ko-KR" sz="90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i="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i="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홍진표</a:t>
                      </a:r>
                      <a:br>
                        <a:rPr lang="en-US" altLang="ko-KR" sz="900" i="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i="0" baseline="0" dirty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이찬혁</a:t>
                      </a:r>
                      <a:endParaRPr lang="en-US" altLang="ko-KR" sz="900" i="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i="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하현수</a:t>
                      </a:r>
                      <a:endParaRPr lang="en-US" altLang="ko-KR" sz="900" i="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데이터통합분석팀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592E2B5-65B0-436D-B284-7DEF00833C16}"/>
              </a:ext>
            </a:extLst>
          </p:cNvPr>
          <p:cNvSpPr txBox="1"/>
          <p:nvPr/>
        </p:nvSpPr>
        <p:spPr>
          <a:xfrm>
            <a:off x="5714827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-#08,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1EA1582-8437-4637-8A10-F9F050F0645A}"/>
              </a:ext>
            </a:extLst>
          </p:cNvPr>
          <p:cNvSpPr txBox="1"/>
          <p:nvPr/>
        </p:nvSpPr>
        <p:spPr>
          <a:xfrm>
            <a:off x="6142639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6CD447CF-332B-406C-ACD4-B4A3CB52037F}"/>
              </a:ext>
            </a:extLst>
          </p:cNvPr>
          <p:cNvSpPr txBox="1">
            <a:spLocks/>
          </p:cNvSpPr>
          <p:nvPr/>
        </p:nvSpPr>
        <p:spPr>
          <a:xfrm>
            <a:off x="8608526" y="418066"/>
            <a:ext cx="112851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ko-KR" altLang="en-US" sz="1100">
                <a:latin typeface="Arial Narrow"/>
                <a:ea typeface="LG스마트체 Regular" panose="020B0600000101010101" pitchFamily="50" charset="-127"/>
              </a:rPr>
              <a:t>하현수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</a:endParaRP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8705F798-98EB-4B27-8474-B07290C7485E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246541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조립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] MI 2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동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STK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모노세파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 개선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354BD37-73B3-4706-AF90-698D88223BD3}"/>
              </a:ext>
            </a:extLst>
          </p:cNvPr>
          <p:cNvSpPr txBox="1"/>
          <p:nvPr/>
        </p:nvSpPr>
        <p:spPr>
          <a:xfrm>
            <a:off x="141316" y="1379522"/>
            <a:ext cx="125717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D6FE8C4-D3CA-4ACB-997B-147E1EDF00F6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1100" dirty="0">
                <a:solidFill>
                  <a:prstClr val="black"/>
                </a:solidFill>
                <a:latin typeface="Arial Narrow"/>
                <a:ea typeface="LG스마트체 Regular"/>
              </a:rPr>
              <a:t>12/10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(</a:t>
            </a:r>
            <a:r>
              <a:rPr lang="ko-KR" altLang="en-US" sz="1100">
                <a:solidFill>
                  <a:prstClr val="black"/>
                </a:solidFill>
                <a:latin typeface="Arial Narrow"/>
                <a:ea typeface="LG스마트체 Regular"/>
              </a:rPr>
              <a:t>수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 10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E1C2CA1-F937-4ACC-286D-5AE0C745644D}"/>
              </a:ext>
            </a:extLst>
          </p:cNvPr>
          <p:cNvSpPr txBox="1"/>
          <p:nvPr/>
        </p:nvSpPr>
        <p:spPr>
          <a:xfrm>
            <a:off x="1489229" y="3728974"/>
            <a:ext cx="3205317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1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※ </a:t>
            </a:r>
            <a:r>
              <a:rPr kumimoji="1" lang="ko-KR" altLang="en-US" sz="700" b="0" i="0" u="none" strike="noStrike" kern="1200" cap="none" spc="0" normalizeH="0" baseline="0" noProof="0" err="1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모노세파</a:t>
            </a:r>
            <a:r>
              <a:rPr kumimoji="1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불량률 분류 기준 </a:t>
            </a:r>
            <a:r>
              <a:rPr kumimoji="1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(</a:t>
            </a:r>
            <a:r>
              <a:rPr kumimoji="1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FA:</a:t>
            </a:r>
            <a:r>
              <a:rPr kumimoji="1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700" b="0" i="0" u="none" strike="noStrike" kern="1200" cap="none" spc="0" normalizeH="0" baseline="0" noProof="0" err="1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분리막</a:t>
            </a:r>
            <a:r>
              <a:rPr kumimoji="1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, EA : </a:t>
            </a:r>
            <a:r>
              <a:rPr kumimoji="1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이물</a:t>
            </a:r>
            <a:r>
              <a:rPr kumimoji="1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Arial"/>
              </a:rPr>
              <a:t>, </a:t>
            </a:r>
            <a:r>
              <a:rPr kumimoji="1" lang="en-US" altLang="ko-KR" sz="700">
                <a:solidFill>
                  <a:srgbClr val="008000"/>
                </a:solidFill>
                <a:ea typeface="LG스마트체 Regular" panose="020B0600000101010101" pitchFamily="50" charset="-127"/>
                <a:cs typeface="Arial"/>
              </a:rPr>
              <a:t>TA</a:t>
            </a:r>
            <a:r>
              <a:rPr kumimoji="1" lang="ko-KR" altLang="en-US" sz="700">
                <a:solidFill>
                  <a:srgbClr val="008000"/>
                </a:solidFill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en-US" altLang="ko-KR" sz="700">
                <a:solidFill>
                  <a:srgbClr val="008000"/>
                </a:solidFill>
                <a:ea typeface="LG스마트체 Regular" panose="020B0600000101010101" pitchFamily="50" charset="-127"/>
                <a:cs typeface="Arial"/>
              </a:rPr>
              <a:t>:</a:t>
            </a:r>
            <a:r>
              <a:rPr kumimoji="1" lang="ko-KR" altLang="en-US" sz="700">
                <a:solidFill>
                  <a:srgbClr val="008000"/>
                </a:solidFill>
                <a:ea typeface="LG스마트체 Regular" panose="020B0600000101010101" pitchFamily="50" charset="-127"/>
                <a:cs typeface="Arial"/>
              </a:rPr>
              <a:t> 전극 노출</a:t>
            </a:r>
            <a:r>
              <a:rPr kumimoji="1" lang="en-US" altLang="ko-KR" sz="700">
                <a:solidFill>
                  <a:srgbClr val="008000"/>
                </a:solidFill>
                <a:ea typeface="LG스마트체 Regular" panose="020B0600000101010101" pitchFamily="50" charset="-127"/>
                <a:cs typeface="Arial"/>
              </a:rPr>
              <a:t>, ETC: </a:t>
            </a:r>
            <a:r>
              <a:rPr kumimoji="1" lang="ko-KR" altLang="en-US" sz="700">
                <a:solidFill>
                  <a:srgbClr val="008000"/>
                </a:solidFill>
                <a:ea typeface="LG스마트체 Regular" panose="020B0600000101010101" pitchFamily="50" charset="-127"/>
                <a:cs typeface="Arial"/>
              </a:rPr>
              <a:t>기타</a:t>
            </a:r>
            <a:r>
              <a:rPr kumimoji="1" lang="en-US" altLang="ko-KR" sz="700">
                <a:solidFill>
                  <a:srgbClr val="008000"/>
                </a:solidFill>
                <a:ea typeface="LG스마트체 Regular" panose="020B0600000101010101" pitchFamily="50" charset="-127"/>
                <a:cs typeface="Arial"/>
              </a:rPr>
              <a:t>)</a:t>
            </a:r>
            <a:endParaRPr lang="ko-KR" altLang="en-US" sz="700">
              <a:solidFill>
                <a:srgbClr val="008000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5E211AA2-28C5-2BA3-AE11-A185334FC7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94286095"/>
              </p:ext>
            </p:extLst>
          </p:nvPr>
        </p:nvGraphicFramePr>
        <p:xfrm>
          <a:off x="1559714" y="1328362"/>
          <a:ext cx="6553205" cy="627409"/>
        </p:xfrm>
        <a:graphic>
          <a:graphicData uri="http://schemas.openxmlformats.org/drawingml/2006/table">
            <a:tbl>
              <a:tblPr/>
              <a:tblGrid>
                <a:gridCol w="1489792">
                  <a:extLst>
                    <a:ext uri="{9D8B030D-6E8A-4147-A177-3AD203B41FA5}">
                      <a16:colId xmlns:a16="http://schemas.microsoft.com/office/drawing/2014/main" val="157430994"/>
                    </a:ext>
                  </a:extLst>
                </a:gridCol>
                <a:gridCol w="326874">
                  <a:extLst>
                    <a:ext uri="{9D8B030D-6E8A-4147-A177-3AD203B41FA5}">
                      <a16:colId xmlns:a16="http://schemas.microsoft.com/office/drawing/2014/main" val="1991660391"/>
                    </a:ext>
                  </a:extLst>
                </a:gridCol>
                <a:gridCol w="326874">
                  <a:extLst>
                    <a:ext uri="{9D8B030D-6E8A-4147-A177-3AD203B41FA5}">
                      <a16:colId xmlns:a16="http://schemas.microsoft.com/office/drawing/2014/main" val="1662364504"/>
                    </a:ext>
                  </a:extLst>
                </a:gridCol>
                <a:gridCol w="364591">
                  <a:extLst>
                    <a:ext uri="{9D8B030D-6E8A-4147-A177-3AD203B41FA5}">
                      <a16:colId xmlns:a16="http://schemas.microsoft.com/office/drawing/2014/main" val="3765931873"/>
                    </a:ext>
                  </a:extLst>
                </a:gridCol>
                <a:gridCol w="367734">
                  <a:extLst>
                    <a:ext uri="{9D8B030D-6E8A-4147-A177-3AD203B41FA5}">
                      <a16:colId xmlns:a16="http://schemas.microsoft.com/office/drawing/2014/main" val="2450658844"/>
                    </a:ext>
                  </a:extLst>
                </a:gridCol>
                <a:gridCol w="367734">
                  <a:extLst>
                    <a:ext uri="{9D8B030D-6E8A-4147-A177-3AD203B41FA5}">
                      <a16:colId xmlns:a16="http://schemas.microsoft.com/office/drawing/2014/main" val="145808881"/>
                    </a:ext>
                  </a:extLst>
                </a:gridCol>
                <a:gridCol w="367734">
                  <a:extLst>
                    <a:ext uri="{9D8B030D-6E8A-4147-A177-3AD203B41FA5}">
                      <a16:colId xmlns:a16="http://schemas.microsoft.com/office/drawing/2014/main" val="1526528099"/>
                    </a:ext>
                  </a:extLst>
                </a:gridCol>
                <a:gridCol w="367734">
                  <a:extLst>
                    <a:ext uri="{9D8B030D-6E8A-4147-A177-3AD203B41FA5}">
                      <a16:colId xmlns:a16="http://schemas.microsoft.com/office/drawing/2014/main" val="2422475339"/>
                    </a:ext>
                  </a:extLst>
                </a:gridCol>
                <a:gridCol w="367734">
                  <a:extLst>
                    <a:ext uri="{9D8B030D-6E8A-4147-A177-3AD203B41FA5}">
                      <a16:colId xmlns:a16="http://schemas.microsoft.com/office/drawing/2014/main" val="764340718"/>
                    </a:ext>
                  </a:extLst>
                </a:gridCol>
                <a:gridCol w="367734">
                  <a:extLst>
                    <a:ext uri="{9D8B030D-6E8A-4147-A177-3AD203B41FA5}">
                      <a16:colId xmlns:a16="http://schemas.microsoft.com/office/drawing/2014/main" val="3440624948"/>
                    </a:ext>
                  </a:extLst>
                </a:gridCol>
                <a:gridCol w="367734">
                  <a:extLst>
                    <a:ext uri="{9D8B030D-6E8A-4147-A177-3AD203B41FA5}">
                      <a16:colId xmlns:a16="http://schemas.microsoft.com/office/drawing/2014/main" val="233842693"/>
                    </a:ext>
                  </a:extLst>
                </a:gridCol>
                <a:gridCol w="367734">
                  <a:extLst>
                    <a:ext uri="{9D8B030D-6E8A-4147-A177-3AD203B41FA5}">
                      <a16:colId xmlns:a16="http://schemas.microsoft.com/office/drawing/2014/main" val="1567821041"/>
                    </a:ext>
                  </a:extLst>
                </a:gridCol>
                <a:gridCol w="367734">
                  <a:extLst>
                    <a:ext uri="{9D8B030D-6E8A-4147-A177-3AD203B41FA5}">
                      <a16:colId xmlns:a16="http://schemas.microsoft.com/office/drawing/2014/main" val="1037801225"/>
                    </a:ext>
                  </a:extLst>
                </a:gridCol>
                <a:gridCol w="367734">
                  <a:extLst>
                    <a:ext uri="{9D8B030D-6E8A-4147-A177-3AD203B41FA5}">
                      <a16:colId xmlns:a16="http://schemas.microsoft.com/office/drawing/2014/main" val="1109877143"/>
                    </a:ext>
                  </a:extLst>
                </a:gridCol>
                <a:gridCol w="367734">
                  <a:extLst>
                    <a:ext uri="{9D8B030D-6E8A-4147-A177-3AD203B41FA5}">
                      <a16:colId xmlns:a16="http://schemas.microsoft.com/office/drawing/2014/main" val="4075288330"/>
                    </a:ext>
                  </a:extLst>
                </a:gridCol>
              </a:tblGrid>
              <a:tr h="179593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 연관 지표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모델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7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주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03545780"/>
                  </a:ext>
                </a:extLst>
              </a:tr>
              <a:tr h="2682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endParaRPr lang="ko-KR" altLang="en-US" sz="900" b="0" i="0" u="none" strike="noStrike" dirty="0">
                        <a:solidFill>
                          <a:srgbClr val="0D0D0D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</a:t>
                      </a:r>
                      <a:r>
                        <a:rPr lang="ko-KR" altLang="en-US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endParaRPr lang="ko-KR" altLang="en-US" sz="900" b="0" i="0" u="none" strike="noStrike" dirty="0">
                        <a:solidFill>
                          <a:srgbClr val="0D0D0D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endParaRPr lang="ko-KR" altLang="en-US" sz="900" b="0" i="0" u="none" strike="noStrike" dirty="0"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W43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W44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W48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W49</a:t>
                      </a:r>
                      <a:endParaRPr lang="en-US" sz="900" b="0" i="0" u="none" strike="noStrike" dirty="0"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9814233"/>
                  </a:ext>
                </a:extLst>
              </a:tr>
              <a:tr h="17959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모노</a:t>
                      </a:r>
                      <a:r>
                        <a:rPr lang="ko-KR" altLang="en-US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세파 </a:t>
                      </a:r>
                      <a:r>
                        <a:rPr lang="ko-KR" altLang="en-US" sz="900" b="0" i="0" u="none" strike="noStrike" err="1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외관불량률</a:t>
                      </a:r>
                      <a:endParaRPr lang="ko-KR" altLang="en-US" sz="900" b="0" i="0" u="none" strike="noStrike">
                        <a:solidFill>
                          <a:srgbClr val="0D0D0D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JF2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D0D0D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0.42</a:t>
                      </a:r>
                      <a:endParaRPr lang="en-US" altLang="ko-KR" sz="9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0.38</a:t>
                      </a:r>
                      <a:endParaRPr lang="en-US" altLang="ko-KR" sz="900" b="1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0.31</a:t>
                      </a:r>
                      <a:endParaRPr lang="en-US" altLang="ko-KR" sz="9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0.34</a:t>
                      </a:r>
                      <a:endParaRPr lang="en-US" altLang="ko-KR" sz="9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0.45</a:t>
                      </a:r>
                      <a:endParaRPr lang="en-US" altLang="ko-KR" sz="9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0.37</a:t>
                      </a:r>
                      <a:endParaRPr lang="en-US" altLang="ko-KR" sz="900" b="1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0.36</a:t>
                      </a:r>
                      <a:endParaRPr lang="en-US" altLang="ko-KR" sz="900" b="1" i="0" u="none" strike="noStrike" dirty="0"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5698625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C10E3029-036F-8695-A8C8-C7EAC577AF4A}"/>
              </a:ext>
            </a:extLst>
          </p:cNvPr>
          <p:cNvSpPr txBox="1"/>
          <p:nvPr/>
        </p:nvSpPr>
        <p:spPr>
          <a:xfrm>
            <a:off x="7570528" y="1302866"/>
            <a:ext cx="70608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rgbClr val="006600"/>
                </a:solidFill>
              </a:rPr>
              <a:t>11/30~12/6</a:t>
            </a:r>
            <a:endParaRPr lang="ko-KR" altLang="en-US" sz="800">
              <a:solidFill>
                <a:srgbClr val="006600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A9FF49AC-C043-485B-613B-D9A8BCFD6D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6772283"/>
              </p:ext>
            </p:extLst>
          </p:nvPr>
        </p:nvGraphicFramePr>
        <p:xfrm>
          <a:off x="1559714" y="4242297"/>
          <a:ext cx="7094506" cy="1864215"/>
        </p:xfrm>
        <a:graphic>
          <a:graphicData uri="http://schemas.openxmlformats.org/drawingml/2006/table">
            <a:tbl>
              <a:tblPr/>
              <a:tblGrid>
                <a:gridCol w="287877">
                  <a:extLst>
                    <a:ext uri="{9D8B030D-6E8A-4147-A177-3AD203B41FA5}">
                      <a16:colId xmlns:a16="http://schemas.microsoft.com/office/drawing/2014/main" val="3950157351"/>
                    </a:ext>
                  </a:extLst>
                </a:gridCol>
                <a:gridCol w="822110">
                  <a:extLst>
                    <a:ext uri="{9D8B030D-6E8A-4147-A177-3AD203B41FA5}">
                      <a16:colId xmlns:a16="http://schemas.microsoft.com/office/drawing/2014/main" val="3252882742"/>
                    </a:ext>
                  </a:extLst>
                </a:gridCol>
                <a:gridCol w="1054626">
                  <a:extLst>
                    <a:ext uri="{9D8B030D-6E8A-4147-A177-3AD203B41FA5}">
                      <a16:colId xmlns:a16="http://schemas.microsoft.com/office/drawing/2014/main" val="822571978"/>
                    </a:ext>
                  </a:extLst>
                </a:gridCol>
                <a:gridCol w="2878770">
                  <a:extLst>
                    <a:ext uri="{9D8B030D-6E8A-4147-A177-3AD203B41FA5}">
                      <a16:colId xmlns:a16="http://schemas.microsoft.com/office/drawing/2014/main" val="1110788990"/>
                    </a:ext>
                  </a:extLst>
                </a:gridCol>
                <a:gridCol w="722460">
                  <a:extLst>
                    <a:ext uri="{9D8B030D-6E8A-4147-A177-3AD203B41FA5}">
                      <a16:colId xmlns:a16="http://schemas.microsoft.com/office/drawing/2014/main" val="3031313504"/>
                    </a:ext>
                  </a:extLst>
                </a:gridCol>
                <a:gridCol w="1328663">
                  <a:extLst>
                    <a:ext uri="{9D8B030D-6E8A-4147-A177-3AD203B41FA5}">
                      <a16:colId xmlns:a16="http://schemas.microsoft.com/office/drawing/2014/main" val="1952717953"/>
                    </a:ext>
                  </a:extLst>
                </a:gridCol>
              </a:tblGrid>
              <a:tr h="37284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호기</a:t>
                      </a:r>
                      <a:endParaRPr lang="ko-KR" altLang="en-US" sz="900" b="0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불량 유형</a:t>
                      </a:r>
                      <a:endParaRPr lang="ko-KR" altLang="en-US" sz="900" b="0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발생 원인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조치사항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조치 여부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효과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개선 전 후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7221812"/>
                  </a:ext>
                </a:extLst>
              </a:tr>
              <a:tr h="372843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#3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분리막 장변 접힘</a:t>
                      </a:r>
                      <a:endParaRPr lang="ko-KR" altLang="en-US" sz="8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</a:t>
                      </a:r>
                      <a:r>
                        <a:rPr lang="ko-KR" alt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양품 </a:t>
                      </a:r>
                      <a:r>
                        <a:rPr lang="en-US" altLang="ko-KR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C/V </a:t>
                      </a:r>
                      <a:r>
                        <a:rPr lang="ko-KR" alt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 양품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C/V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교체</a:t>
                      </a:r>
                      <a:endParaRPr lang="ko-KR" altLang="en-US" sz="8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조치 완료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(12/6)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분리막 장변 접힘 불량률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0.28% -&gt; 0.04%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7042603"/>
                  </a:ext>
                </a:extLst>
              </a:tr>
              <a:tr h="372843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#5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분리막 장변 접힘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 양품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C/V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이상</a:t>
                      </a:r>
                      <a:endParaRPr lang="ko-KR" altLang="en-US" sz="8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번 벨트 </a:t>
                      </a:r>
                      <a:r>
                        <a:rPr lang="ko-KR" altLang="en-US" sz="8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레큘레이터</a:t>
                      </a:r>
                      <a:r>
                        <a:rPr lang="ko-KR" alt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압력 조정</a:t>
                      </a:r>
                      <a:r>
                        <a:rPr lang="en-US" altLang="ko-KR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(0.5-&gt;0.35), </a:t>
                      </a:r>
                      <a:r>
                        <a:rPr lang="ko-KR" alt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검사 영역 최적화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조치 완료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(12/8)</a:t>
                      </a:r>
                      <a:endParaRPr lang="en-US" altLang="ko-KR" sz="8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효과 파악 예정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43031642"/>
                  </a:ext>
                </a:extLst>
              </a:tr>
              <a:tr h="372843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#5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셀 틀어짐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 양품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C/V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 양품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C/V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위치 조정</a:t>
                      </a:r>
                      <a:endParaRPr lang="ko-KR" altLang="en-US" sz="8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조치 완료</a:t>
                      </a:r>
                      <a:r>
                        <a:rPr lang="en-US" altLang="ko-KR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(12/8)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효과 파악 예정</a:t>
                      </a:r>
                      <a:endParaRPr lang="en-US" altLang="ko-KR" sz="8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425393"/>
                  </a:ext>
                </a:extLst>
              </a:tr>
              <a:tr h="372843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#10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분리막 모서리 접힘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라미 양품 푸셔 이상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양품 배출 모터 가속시간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출발 위치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하강 위치 조정</a:t>
                      </a:r>
                      <a:endParaRPr lang="ko-KR" altLang="en-US" sz="8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조치 완료</a:t>
                      </a:r>
                      <a:r>
                        <a:rPr lang="en-US" altLang="ko-KR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(12/9)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효과 파악 예정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8237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90368207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87686" y="418066"/>
            <a:ext cx="1149354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이찬혁 사원</a:t>
            </a:r>
          </a:p>
        </p:txBody>
      </p:sp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340798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조립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]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라미 위치불량에 대한 노칭 공정 연계 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48953"/>
          <a:ext cx="9581830" cy="5617157"/>
        </p:xfrm>
        <a:graphic>
          <a:graphicData uri="http://schemas.openxmlformats.org/drawingml/2006/table">
            <a:tbl>
              <a:tblPr/>
              <a:tblGrid>
                <a:gridCol w="842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517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384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4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18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40357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전공정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연계 위치불량 원인 분석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endParaRPr lang="ko-KR" altLang="en-US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금주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진행사항 없습니다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 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전공정 연계 원인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파악 관점에서 사이트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(WA),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설비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Type(Long,Normal,D-STK)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NG Mark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현황 비교 중입니다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       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전극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LoT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이 조립 불량률에 영향을 주는 것을 확인하고자 합니다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.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) 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전극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Length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비교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전극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Length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문제로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E60A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모델에서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Y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축 불량 발생했던 건이 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.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테스트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LoT REEGL3LMC1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내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등속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/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정지후가동 중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Y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축 불량률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1.1%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로 전체 불량률 중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10%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차지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)</a:t>
                      </a:r>
                    </a:p>
                    <a:p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노칭 설비에서 변경점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형교환이나 금형교체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이 있을 때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주로 발생되며 검사담당자가 실측과 비교하는 작업을 진행하나 재발했습니다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.</a:t>
                      </a:r>
                    </a:p>
                    <a:p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우선 위치불량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WF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에서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Y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축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CS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값 합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,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(CS_C1+CS_C2)/2 + (CS_A1+CS_A2)/2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의 값이 평소보다 작을 때 전극 기인으로 분류할 수 있도록 로직 보완 진행하겠습니다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.</a:t>
                      </a: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(~6/3,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문제된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LoT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비교시 불량구간 평균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3~4mm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작음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그래프 참고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) →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로직 보완 완료했습니다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. (6/9)</a:t>
                      </a:r>
                    </a:p>
                    <a:p>
                      <a:endParaRPr lang="en-US" altLang="ko-KR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진행 중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)[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투입전극별 라미네이션 위치불량 현황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]</a:t>
                      </a: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1.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라미네이션 수율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E81B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모델 생산 호기 최근 일주일 재료교체 이후 불량률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Worst 15-2, 15-3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호기이며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해당호기가 양극 재료교체 연결부 이후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(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신재료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) 30~80Cell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구간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에서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Y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축 불량이 발생함을 확인하였습니다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.</a:t>
                      </a: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2. 15-2, 15-3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호기에 투입되는 노칭전극별 불량을 확인 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, NND© #15-1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에서 생산된 전극이 투입되었을때 두 호기 모두 공통적으로 재료교체 이후 불량률이 높고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,</a:t>
                      </a: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    NND© #18-1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생산된 전극 투입되었을때 재료교체 이후 불량률이 낮은 경향성을 확인하였습니다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. </a:t>
                      </a: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3. NND© #15-1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생산 전극은 재료교체 이후 어깨선 치수 변동이 심하였으며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, NND© #18-1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생산 전극은 어깨선 치수가 안정적임을 확인하였습니다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. </a:t>
                      </a: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4.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노칭 어깨선 데이터와 라미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Y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축 치수 트렌드를 비교 분석 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재료교체 이후 어깨선 치수 변동이 클 때 라미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Y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축 치수가 변동이 있음을 파악하였습니다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.</a:t>
                      </a: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5.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노칭 어깨선 데이터와 라미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Y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축 치수 트렌드를 비교 모니터링하여 노칭 어깨선 변동이 심한 랏을 법인에 지속 공유할 수 있도록 하겠습니다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.</a:t>
                      </a: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6.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타모델에서도 라미 재료교체 후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30~80Cell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구간 불량 발생 호기에 대해 노칭어깨선 데이터 연계하여 확인하였습니다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. </a:t>
                      </a: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 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위치불량률이 가장높은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17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라인 대상으로 먼저 확인하였고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불량이 발생하는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30~80Cell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구간에 노칭 어깨선 데이터는 안정적으로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,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    E81B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에서 확인된 라미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Y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축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-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노칭 어깨선 연관성이 확인되지 않습니다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.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 차주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E72B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모델에 대해서 해당 경향성 추가 확인하도록 하겠습니다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.</a:t>
                      </a:r>
                    </a:p>
                    <a:p>
                      <a:endParaRPr lang="en-US" altLang="ko-KR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  <a:p>
                      <a:endParaRPr lang="en-US" altLang="ko-KR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  <a:p>
                      <a:endParaRPr lang="en-US" altLang="ko-KR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  <a:p>
                      <a:endParaRPr lang="en-US" altLang="ko-KR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  <a:p>
                      <a:endParaRPr lang="en-US" altLang="ko-KR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  <a:p>
                      <a:endParaRPr lang="en-US" altLang="ko-KR" sz="9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강주예</a:t>
                      </a:r>
                      <a:r>
                        <a:rPr lang="en-US" altLang="ko-KR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,</a:t>
                      </a:r>
                    </a:p>
                    <a:p>
                      <a:pPr algn="ctr" latinLnBrk="1"/>
                      <a:r>
                        <a:rPr lang="ko-KR" altLang="en-US" sz="900" baseline="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이찬혁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71E9E3C7-3268-4561-8B8B-5C7C861839A8}"/>
              </a:ext>
            </a:extLst>
          </p:cNvPr>
          <p:cNvSpPr/>
          <p:nvPr/>
        </p:nvSpPr>
        <p:spPr>
          <a:xfrm>
            <a:off x="108658" y="1154028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CDO/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그룹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6559A1D-151A-0A57-F91E-F2D499706DAE}"/>
              </a:ext>
            </a:extLst>
          </p:cNvPr>
          <p:cNvSpPr txBox="1"/>
          <p:nvPr/>
        </p:nvSpPr>
        <p:spPr>
          <a:xfrm>
            <a:off x="141316" y="1379522"/>
            <a:ext cx="1257178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9A12B1C-C8C1-39D9-2609-499F12DDBED3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9</a:t>
            </a:r>
            <a:r>
              <a:rPr lang="en-US" altLang="ko-KR" sz="1100">
                <a:latin typeface="Arial Narrow"/>
                <a:ea typeface="LG스마트체 Regular" panose="020B0600000101010101" pitchFamily="50" charset="-127"/>
              </a:rPr>
              <a:t>/10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7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43083E4-94F4-0F99-A3AC-0DDB87873BF2}"/>
              </a:ext>
            </a:extLst>
          </p:cNvPr>
          <p:cNvSpPr txBox="1"/>
          <p:nvPr/>
        </p:nvSpPr>
        <p:spPr>
          <a:xfrm>
            <a:off x="5661660" y="630596"/>
            <a:ext cx="2358017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-#08,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5BC6A4D-49C0-5ED0-0E84-4DAA69B1D771}"/>
              </a:ext>
            </a:extLst>
          </p:cNvPr>
          <p:cNvSpPr txBox="1"/>
          <p:nvPr/>
        </p:nvSpPr>
        <p:spPr>
          <a:xfrm>
            <a:off x="5445801" y="41292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DE024E94-F926-4053-9ED7-08D5703B30E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91012" y="4401526"/>
            <a:ext cx="4566665" cy="1825878"/>
          </a:xfrm>
          <a:prstGeom prst="rect">
            <a:avLst/>
          </a:prstGeom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EC6198B6-203E-43EF-B26E-4BB5042FA8F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53092" y="4401527"/>
            <a:ext cx="2336475" cy="18258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06166957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Arial" pitchFamily="34" charset="0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890654" y="418066"/>
            <a:ext cx="846386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하현수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40839"/>
          <a:ext cx="9693899" cy="5755804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41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6138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8383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133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73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79004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스태킹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모노세파외관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수율 개선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endParaRPr lang="ko-KR" altLang="en-US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금주 진행사항으로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D-STK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설비 중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E128A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모델 현황 파악 및 조치 진행예정 내용입니다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MEB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라인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EOP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LONG(E60A)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Normal, D-STK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수율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개선을 위해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모노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 세파 외관 불량항목 현황 파악을 진행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최근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E128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모델 불량률 확인 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26-1, 26-4, 26-5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호기의 불량률 증가로 인해 불량률 증가하였습니다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26-1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호기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: EA, FA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불량 증가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26-4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호기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: EA, FA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불량 증가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, 26-5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호기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: FA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</a:rPr>
                        <a:t>불량 증가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defTabSz="914400">
                        <a:defRPr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#26-1 : </a:t>
                      </a:r>
                    </a:p>
                    <a:p>
                      <a:pPr lvl="0" defTabSz="914400">
                        <a:defRPr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EA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불량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주기성 불량 및 자재 교체에 따른 </a:t>
                      </a:r>
                      <a:r>
                        <a:rPr lang="ko-KR" altLang="en-US" sz="900" kern="0" err="1">
                          <a:solidFill>
                            <a:schemeClr val="tx1"/>
                          </a:solidFill>
                        </a:rPr>
                        <a:t>분리막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 주름 현상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벨트 오염 현상에 의한 불량 증가</a:t>
                      </a:r>
                    </a:p>
                    <a:p>
                      <a:pPr lvl="0" defTabSz="914400">
                        <a:defRPr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FA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불량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진행 반대 방향의 </a:t>
                      </a:r>
                      <a:r>
                        <a:rPr lang="ko-KR" altLang="en-US" sz="900" kern="0" err="1">
                          <a:solidFill>
                            <a:schemeClr val="tx1"/>
                          </a:solidFill>
                        </a:rPr>
                        <a:t>분리막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 접힘 현상 증가</a:t>
                      </a:r>
                      <a:endParaRPr lang="en-US" altLang="ko-KR" sz="900" kern="0">
                        <a:solidFill>
                          <a:schemeClr val="tx1"/>
                        </a:solidFill>
                      </a:endParaRPr>
                    </a:p>
                    <a:p>
                      <a:pPr lvl="0" defTabSz="914400">
                        <a:defRPr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#26-4 : </a:t>
                      </a:r>
                    </a:p>
                    <a:p>
                      <a:pPr lvl="0" defTabSz="914400">
                        <a:defRPr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EA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불량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양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,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음극 탭 아래 가루 유형의 오염 지속 발생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자재 교체에 따른 </a:t>
                      </a:r>
                      <a:r>
                        <a:rPr lang="ko-KR" altLang="en-US" sz="900" kern="0" err="1">
                          <a:solidFill>
                            <a:schemeClr val="tx1"/>
                          </a:solidFill>
                        </a:rPr>
                        <a:t>분리막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 주름 현상 증가</a:t>
                      </a:r>
                    </a:p>
                    <a:p>
                      <a:pPr lvl="0" defTabSz="914400">
                        <a:defRPr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FA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불량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양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,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음극 탭 아래 가루 유형의 오염 지속 발생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진행 반대 방향의 </a:t>
                      </a:r>
                      <a:r>
                        <a:rPr lang="ko-KR" altLang="en-US" sz="900" kern="0" err="1">
                          <a:solidFill>
                            <a:schemeClr val="tx1"/>
                          </a:solidFill>
                        </a:rPr>
                        <a:t>분리막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 접힘 현상 증가</a:t>
                      </a:r>
                      <a:endParaRPr lang="en-US" altLang="ko-KR" sz="900" kern="0">
                        <a:solidFill>
                          <a:schemeClr val="tx1"/>
                        </a:solidFill>
                      </a:endParaRPr>
                    </a:p>
                    <a:p>
                      <a:pPr lvl="0" defTabSz="914400">
                        <a:defRPr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#26-5 : </a:t>
                      </a:r>
                    </a:p>
                    <a:p>
                      <a:pPr lvl="0" defTabSz="914400">
                        <a:defRPr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FA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불량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주기성 불량 및 진행 방향의 </a:t>
                      </a:r>
                      <a:r>
                        <a:rPr lang="ko-KR" altLang="en-US" sz="900" kern="0" err="1">
                          <a:solidFill>
                            <a:schemeClr val="tx1"/>
                          </a:solidFill>
                        </a:rPr>
                        <a:t>분리막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 접힘 현상 증가</a:t>
                      </a:r>
                      <a:endParaRPr lang="en-US" altLang="ko-KR" sz="900" kern="0">
                        <a:solidFill>
                          <a:schemeClr val="tx1"/>
                        </a:solidFill>
                      </a:endParaRPr>
                    </a:p>
                    <a:p>
                      <a:pPr lvl="0" defTabSz="914400">
                        <a:defRPr/>
                      </a:pPr>
                      <a:endParaRPr lang="en-US" altLang="ko-KR" sz="900" kern="0">
                        <a:solidFill>
                          <a:schemeClr val="tx1"/>
                        </a:solidFill>
                      </a:endParaRPr>
                    </a:p>
                    <a:p>
                      <a:pPr lvl="0" defTabSz="914400">
                        <a:defRPr/>
                      </a:pPr>
                      <a:r>
                        <a:rPr lang="ko-KR" altLang="en-US" sz="900" kern="0" err="1">
                          <a:solidFill>
                            <a:schemeClr val="tx1"/>
                          </a:solidFill>
                        </a:rPr>
                        <a:t>분리막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 주름 유형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:  </a:t>
                      </a:r>
                      <a:r>
                        <a:rPr lang="ko-KR" altLang="en-US" sz="900" kern="0" err="1">
                          <a:solidFill>
                            <a:schemeClr val="tx1"/>
                          </a:solidFill>
                        </a:rPr>
                        <a:t>분리막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 연결이 자동이나 실패하는 케이스가  존재하며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실패 시 </a:t>
                      </a:r>
                      <a:r>
                        <a:rPr lang="ko-KR" altLang="en-US" sz="900" kern="0" err="1">
                          <a:solidFill>
                            <a:schemeClr val="tx1"/>
                          </a:solidFill>
                        </a:rPr>
                        <a:t>분리막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 연결을 수동으로 진행하면서 주름이 많이 나는 것으로 추정됩니다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  <a:p>
                      <a:pPr lvl="0" defTabSz="914400">
                        <a:defRPr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                                 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수동 연결 하는 방식을 기존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MEB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에 적용했던 매뉴얼을 공유 하기로 하였습니다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  <a:p>
                      <a:pPr lvl="0" defTabSz="914400">
                        <a:defRPr/>
                      </a:pP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탭 아래 가루 유형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가루의 경우 </a:t>
                      </a:r>
                      <a:r>
                        <a:rPr lang="ko-KR" altLang="en-US" sz="900" kern="0" err="1">
                          <a:solidFill>
                            <a:schemeClr val="tx1"/>
                          </a:solidFill>
                        </a:rPr>
                        <a:t>컷팅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 시 또는 </a:t>
                      </a:r>
                      <a:r>
                        <a:rPr lang="ko-KR" altLang="en-US" sz="900" kern="0" err="1">
                          <a:solidFill>
                            <a:schemeClr val="tx1"/>
                          </a:solidFill>
                        </a:rPr>
                        <a:t>커터부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 진입 시 간섭으로 인한 불량 발생으로 추정됩니다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  <a:p>
                      <a:pPr lvl="0" defTabSz="914400">
                        <a:defRPr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                                  </a:t>
                      </a:r>
                      <a:r>
                        <a:rPr lang="ko-KR" altLang="en-US" sz="900" kern="0" err="1">
                          <a:solidFill>
                            <a:schemeClr val="tx1"/>
                          </a:solidFill>
                        </a:rPr>
                        <a:t>컷팅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 시 발생하는 케이스의 경우 칼날이 얇아 변형이 일어나 발생하는 듯 하여 두꺼운 칼날로 테스트 진행 예정입니다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  <a:p>
                      <a:pPr lvl="0" defTabSz="914400">
                        <a:defRPr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                                  </a:t>
                      </a:r>
                      <a:r>
                        <a:rPr lang="ko-KR" altLang="en-US" sz="900" kern="0" err="1">
                          <a:solidFill>
                            <a:schemeClr val="tx1"/>
                          </a:solidFill>
                        </a:rPr>
                        <a:t>커터부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 진입 시 간섭 케이스의 경우 </a:t>
                      </a:r>
                      <a:r>
                        <a:rPr lang="ko-KR" altLang="en-US" sz="900" kern="0" err="1">
                          <a:solidFill>
                            <a:schemeClr val="tx1"/>
                          </a:solidFill>
                        </a:rPr>
                        <a:t>그리퍼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 가이드와의 단차로 인해 발생하는 것으로 단차를 최소화 할 수 있는 </a:t>
                      </a:r>
                      <a:r>
                        <a:rPr lang="ko-KR" altLang="en-US" sz="900" kern="0" err="1">
                          <a:solidFill>
                            <a:schemeClr val="tx1"/>
                          </a:solidFill>
                        </a:rPr>
                        <a:t>기구부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900" kern="0" err="1">
                          <a:solidFill>
                            <a:schemeClr val="tx1"/>
                          </a:solidFill>
                        </a:rPr>
                        <a:t>개선품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 도입하여 </a:t>
                      </a:r>
                      <a:endParaRPr lang="en-US" altLang="ko-KR" sz="900" kern="0">
                        <a:solidFill>
                          <a:schemeClr val="tx1"/>
                        </a:solidFill>
                      </a:endParaRPr>
                    </a:p>
                    <a:p>
                      <a:pPr lvl="0" defTabSz="914400">
                        <a:defRPr/>
                      </a:pP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                                 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테스트 진행 예정입니다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.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테스트 일정의 경우 </a:t>
                      </a:r>
                      <a:r>
                        <a:rPr lang="ko-KR" altLang="en-US" sz="900" kern="0" err="1">
                          <a:solidFill>
                            <a:schemeClr val="tx1"/>
                          </a:solidFill>
                        </a:rPr>
                        <a:t>기구부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</a:rPr>
                        <a:t> 교체가 필요하기 때문에 생산 부동 일정 잡아서 진행 예정입니다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</a:rPr>
                        <a:t>.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현황 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구축</a:t>
                      </a:r>
                      <a:b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b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불량</a:t>
                      </a:r>
                      <a:b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분석</a:t>
                      </a:r>
                      <a:b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~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지속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하현수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701DBD41-0962-47BC-BF85-0E3D71312932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</a:rPr>
              <a:t>9/24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 10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시</a:t>
            </a:r>
          </a:p>
        </p:txBody>
      </p:sp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2115387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조립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] WA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스택킹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 수율 개선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706ACD4-5FDF-4DC9-8587-B14C6F5BC6EE}"/>
              </a:ext>
            </a:extLst>
          </p:cNvPr>
          <p:cNvSpPr txBox="1"/>
          <p:nvPr/>
        </p:nvSpPr>
        <p:spPr>
          <a:xfrm>
            <a:off x="8205088" y="1351569"/>
            <a:ext cx="47320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(~</a:t>
            </a:r>
            <a:r>
              <a:rPr lang="en-US" altLang="ko-KR" sz="800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</a:rPr>
              <a:t>22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)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0ECBA46D-232F-4A71-B015-77F5D94584B1}"/>
              </a:ext>
            </a:extLst>
          </p:cNvPr>
          <p:cNvGraphicFramePr>
            <a:graphicFrameLocks noGrp="1"/>
          </p:cNvGraphicFramePr>
          <p:nvPr/>
        </p:nvGraphicFramePr>
        <p:xfrm>
          <a:off x="1787537" y="1531193"/>
          <a:ext cx="6817912" cy="833450"/>
        </p:xfrm>
        <a:graphic>
          <a:graphicData uri="http://schemas.openxmlformats.org/drawingml/2006/table">
            <a:tbl>
              <a:tblPr/>
              <a:tblGrid>
                <a:gridCol w="1344727">
                  <a:extLst>
                    <a:ext uri="{9D8B030D-6E8A-4147-A177-3AD203B41FA5}">
                      <a16:colId xmlns:a16="http://schemas.microsoft.com/office/drawing/2014/main" val="844711"/>
                    </a:ext>
                  </a:extLst>
                </a:gridCol>
                <a:gridCol w="364879">
                  <a:extLst>
                    <a:ext uri="{9D8B030D-6E8A-4147-A177-3AD203B41FA5}">
                      <a16:colId xmlns:a16="http://schemas.microsoft.com/office/drawing/2014/main" val="3597775853"/>
                    </a:ext>
                  </a:extLst>
                </a:gridCol>
                <a:gridCol w="364879">
                  <a:extLst>
                    <a:ext uri="{9D8B030D-6E8A-4147-A177-3AD203B41FA5}">
                      <a16:colId xmlns:a16="http://schemas.microsoft.com/office/drawing/2014/main" val="1916901718"/>
                    </a:ext>
                  </a:extLst>
                </a:gridCol>
                <a:gridCol w="364879">
                  <a:extLst>
                    <a:ext uri="{9D8B030D-6E8A-4147-A177-3AD203B41FA5}">
                      <a16:colId xmlns:a16="http://schemas.microsoft.com/office/drawing/2014/main" val="275022249"/>
                    </a:ext>
                  </a:extLst>
                </a:gridCol>
                <a:gridCol w="364879">
                  <a:extLst>
                    <a:ext uri="{9D8B030D-6E8A-4147-A177-3AD203B41FA5}">
                      <a16:colId xmlns:a16="http://schemas.microsoft.com/office/drawing/2014/main" val="4046901795"/>
                    </a:ext>
                  </a:extLst>
                </a:gridCol>
                <a:gridCol w="364879">
                  <a:extLst>
                    <a:ext uri="{9D8B030D-6E8A-4147-A177-3AD203B41FA5}">
                      <a16:colId xmlns:a16="http://schemas.microsoft.com/office/drawing/2014/main" val="2900598887"/>
                    </a:ext>
                  </a:extLst>
                </a:gridCol>
                <a:gridCol w="364879">
                  <a:extLst>
                    <a:ext uri="{9D8B030D-6E8A-4147-A177-3AD203B41FA5}">
                      <a16:colId xmlns:a16="http://schemas.microsoft.com/office/drawing/2014/main" val="3543947888"/>
                    </a:ext>
                  </a:extLst>
                </a:gridCol>
                <a:gridCol w="364879">
                  <a:extLst>
                    <a:ext uri="{9D8B030D-6E8A-4147-A177-3AD203B41FA5}">
                      <a16:colId xmlns:a16="http://schemas.microsoft.com/office/drawing/2014/main" val="1313878949"/>
                    </a:ext>
                  </a:extLst>
                </a:gridCol>
                <a:gridCol w="364879">
                  <a:extLst>
                    <a:ext uri="{9D8B030D-6E8A-4147-A177-3AD203B41FA5}">
                      <a16:colId xmlns:a16="http://schemas.microsoft.com/office/drawing/2014/main" val="3679648992"/>
                    </a:ext>
                  </a:extLst>
                </a:gridCol>
                <a:gridCol w="364879">
                  <a:extLst>
                    <a:ext uri="{9D8B030D-6E8A-4147-A177-3AD203B41FA5}">
                      <a16:colId xmlns:a16="http://schemas.microsoft.com/office/drawing/2014/main" val="2839909149"/>
                    </a:ext>
                  </a:extLst>
                </a:gridCol>
                <a:gridCol w="364879">
                  <a:extLst>
                    <a:ext uri="{9D8B030D-6E8A-4147-A177-3AD203B41FA5}">
                      <a16:colId xmlns:a16="http://schemas.microsoft.com/office/drawing/2014/main" val="3986197900"/>
                    </a:ext>
                  </a:extLst>
                </a:gridCol>
                <a:gridCol w="364879">
                  <a:extLst>
                    <a:ext uri="{9D8B030D-6E8A-4147-A177-3AD203B41FA5}">
                      <a16:colId xmlns:a16="http://schemas.microsoft.com/office/drawing/2014/main" val="3969858829"/>
                    </a:ext>
                  </a:extLst>
                </a:gridCol>
                <a:gridCol w="364879">
                  <a:extLst>
                    <a:ext uri="{9D8B030D-6E8A-4147-A177-3AD203B41FA5}">
                      <a16:colId xmlns:a16="http://schemas.microsoft.com/office/drawing/2014/main" val="3211743162"/>
                    </a:ext>
                  </a:extLst>
                </a:gridCol>
                <a:gridCol w="364879">
                  <a:extLst>
                    <a:ext uri="{9D8B030D-6E8A-4147-A177-3AD203B41FA5}">
                      <a16:colId xmlns:a16="http://schemas.microsoft.com/office/drawing/2014/main" val="2022519341"/>
                    </a:ext>
                  </a:extLst>
                </a:gridCol>
                <a:gridCol w="364879">
                  <a:extLst>
                    <a:ext uri="{9D8B030D-6E8A-4147-A177-3AD203B41FA5}">
                      <a16:colId xmlns:a16="http://schemas.microsoft.com/office/drawing/2014/main" val="1278929889"/>
                    </a:ext>
                  </a:extLst>
                </a:gridCol>
                <a:gridCol w="364879">
                  <a:extLst>
                    <a:ext uri="{9D8B030D-6E8A-4147-A177-3AD203B41FA5}">
                      <a16:colId xmlns:a16="http://schemas.microsoft.com/office/drawing/2014/main" val="3850560162"/>
                    </a:ext>
                  </a:extLst>
                </a:gridCol>
              </a:tblGrid>
              <a:tr h="16669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 연관 지표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’25.1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’25.2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’25.3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’25.4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’25.5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’25.6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’25.7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’25.8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3333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’25.9</a:t>
                      </a:r>
                      <a:r>
                        <a:rPr lang="ko-KR" altLang="en-US" sz="800" b="0" i="0" u="none" strike="noStrike">
                          <a:solidFill>
                            <a:srgbClr val="3333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7107201"/>
                  </a:ext>
                </a:extLst>
              </a:tr>
              <a:tr h="1666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STK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전체 수율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3333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37884789"/>
                  </a:ext>
                </a:extLst>
              </a:tr>
              <a:tr h="1666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Normal </a:t>
                      </a:r>
                      <a:r>
                        <a:rPr lang="ko-KR" altLang="en-US" sz="800" b="0" i="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모노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세파 외관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1000" b="0" i="0" u="none" strike="noStrike">
                        <a:solidFill>
                          <a:srgbClr val="1414FE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3333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2587229"/>
                  </a:ext>
                </a:extLst>
              </a:tr>
              <a:tr h="1666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Long </a:t>
                      </a:r>
                      <a:r>
                        <a:rPr lang="ko-KR" altLang="en-US" sz="800" b="0" i="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모노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세파 외관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1000" b="0" i="0" u="none" strike="noStrike">
                        <a:solidFill>
                          <a:srgbClr val="1414FE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3333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82614471"/>
                  </a:ext>
                </a:extLst>
              </a:tr>
              <a:tr h="1666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D-STK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모노 세파 외관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1000" b="0" i="0" u="none" strike="noStrike">
                        <a:solidFill>
                          <a:srgbClr val="1414FE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3333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1124237"/>
                  </a:ext>
                </a:extLst>
              </a:tr>
            </a:tbl>
          </a:graphicData>
        </a:graphic>
      </p:graphicFrame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23C2118F-A5B1-4BA1-A907-BE7065F31E2F}"/>
              </a:ext>
            </a:extLst>
          </p:cNvPr>
          <p:cNvSpPr/>
          <p:nvPr/>
        </p:nvSpPr>
        <p:spPr>
          <a:xfrm>
            <a:off x="108658" y="1238584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CDO/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그룹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담당 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KPI</a:t>
            </a:r>
            <a:endParaRPr kumimoji="0" lang="ko-KR" altLang="en-US" sz="9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60561E5-BF6E-47D5-9A27-9D614E018396}"/>
              </a:ext>
            </a:extLst>
          </p:cNvPr>
          <p:cNvSpPr txBox="1"/>
          <p:nvPr/>
        </p:nvSpPr>
        <p:spPr>
          <a:xfrm>
            <a:off x="5816425" y="646066"/>
            <a:ext cx="2398093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-#09,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2E3791D-1BF9-41F5-95A9-8AB472EA955D}"/>
              </a:ext>
            </a:extLst>
          </p:cNvPr>
          <p:cNvSpPr txBox="1"/>
          <p:nvPr/>
        </p:nvSpPr>
        <p:spPr>
          <a:xfrm>
            <a:off x="6244238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6F34AAC-BBD0-432C-AABD-0F904EE51612}"/>
              </a:ext>
            </a:extLst>
          </p:cNvPr>
          <p:cNvSpPr txBox="1"/>
          <p:nvPr/>
        </p:nvSpPr>
        <p:spPr>
          <a:xfrm>
            <a:off x="141316" y="1379522"/>
            <a:ext cx="1023886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정기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4/9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일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차기 리뷰 일자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+mn-cs"/>
              </a:rPr>
              <a:t>: -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0FA46CAF-0B01-4059-B715-0D3EB1CA07F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62195" y="3082602"/>
            <a:ext cx="3243661" cy="1489289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7DFBDD0-F236-4900-942E-8F4767081F6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28628" y="3059356"/>
            <a:ext cx="2849665" cy="22631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10186531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r>
              <a:rPr lang="en-US" altLang="ko-KR" sz="1800">
                <a:latin typeface="+mn-lt"/>
              </a:rPr>
              <a:t>3. </a:t>
            </a:r>
            <a:r>
              <a:rPr lang="ko-KR" altLang="en-US" sz="1800">
                <a:latin typeface="+mn-lt"/>
              </a:rPr>
              <a:t>과제 진행 현황</a:t>
            </a:r>
            <a:r>
              <a:rPr lang="en-US" altLang="ko-KR" sz="1800">
                <a:latin typeface="+mn-lt"/>
              </a:rPr>
              <a:t>_</a:t>
            </a:r>
            <a:r>
              <a:rPr lang="ko-KR" altLang="en-US" sz="1800">
                <a:latin typeface="+mn-lt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451432" y="418066"/>
            <a:ext cx="1285608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</a:pP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작성자 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박태욱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,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김종우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40839"/>
          <a:ext cx="9693899" cy="5978236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41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6138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8383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133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6953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(W21)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01436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스태킹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노말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모노스태킹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하프오버행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VCT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스택치수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수율 개선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ESWA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5</a:t>
                      </a:r>
                      <a:r>
                        <a:rPr lang="ko-KR" altLang="en-US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동</a:t>
                      </a:r>
                      <a:endParaRPr lang="en-US" altLang="ko-KR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Normal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금주 특이사항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노말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+mn-ea"/>
                          <a:sym typeface="Wingdings" panose="05000000000000000000" pitchFamily="2" charset="2"/>
                        </a:rPr>
                        <a:t> 제품은 롱 모델과 달리 스태킹 공정의 주요 불량은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Mono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Stacking, HC Overhang, VCT, Stack Dimension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이며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유형별 불량 현상 파악 및 분석을 통한 수율 개선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+mn-lt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진행사항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스태킹 공정의 불량 항목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(Mono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Stacking, HC Overhang, VCT, Stack Dimension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주요 불량 현상을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Daily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로 분석하여 법인과 미팅을 통해 내용 공유 중에 있습니다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kumimoji="1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[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개선 활동 내역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]</a:t>
                      </a:r>
                      <a:b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</a:b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-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기간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: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10/29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 ~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11/4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          </a:t>
                      </a:r>
                      <a:b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</a:b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-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분석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5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건 중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3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건 조치 완료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10월 누적 : 분석 28건 중 13건 조치 완료 / 9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월 누적 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: 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분석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95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건 중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27</a:t>
                      </a:r>
                      <a:r>
                        <a:rPr kumimoji="1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건 조치 완료</a:t>
                      </a:r>
                      <a:r>
                        <a:rPr kumimoji="1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Arial"/>
                        </a:rPr>
                        <a:t>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현황 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구축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(~5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월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)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불량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분석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(~12/31)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박태욱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김종우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</a:rPr>
                        <a:t>박형식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701DBD41-0962-47BC-BF85-0E3D71312932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r"/>
            <a:r>
              <a:rPr lang="ko-KR" altLang="en-US" sz="1100">
                <a:latin typeface="Arial Narrow"/>
                <a:ea typeface="LG스마트체 Regular"/>
              </a:rPr>
              <a:t>업데이트 시간 </a:t>
            </a:r>
            <a:r>
              <a:rPr lang="en-US" altLang="ko-KR" sz="1100">
                <a:latin typeface="Arial Narrow"/>
                <a:ea typeface="LG스마트체 Regular"/>
              </a:rPr>
              <a:t>: </a:t>
            </a:r>
            <a:r>
              <a:rPr lang="en-US" altLang="ko-KR" sz="1100" dirty="0">
                <a:latin typeface="Arial Narrow"/>
                <a:ea typeface="LG스마트체 Regular"/>
              </a:rPr>
              <a:t>11/26</a:t>
            </a:r>
            <a:r>
              <a:rPr lang="en-US" altLang="ko-KR" sz="1100">
                <a:latin typeface="Arial Narrow"/>
                <a:ea typeface="LG스마트체 Regular"/>
              </a:rPr>
              <a:t>(</a:t>
            </a:r>
            <a:r>
              <a:rPr lang="ko-KR" altLang="en-US" sz="1100">
                <a:latin typeface="Arial Narrow"/>
                <a:ea typeface="LG스마트체 Regular"/>
              </a:rPr>
              <a:t>수</a:t>
            </a:r>
            <a:r>
              <a:rPr lang="en-US" altLang="ko-KR" sz="1100">
                <a:latin typeface="Arial Narrow"/>
                <a:ea typeface="LG스마트체 Regular"/>
              </a:rPr>
              <a:t>) 14</a:t>
            </a:r>
            <a:r>
              <a:rPr lang="ko-KR" altLang="en-US" sz="1100">
                <a:latin typeface="Arial Narrow"/>
                <a:ea typeface="LG스마트체 Regular"/>
              </a:rPr>
              <a:t>시</a:t>
            </a:r>
          </a:p>
        </p:txBody>
      </p:sp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2115387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</a:pP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조립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] WA </a:t>
            </a:r>
            <a:r>
              <a:rPr lang="ko-KR" altLang="en-US" sz="1400" b="1" err="1">
                <a:solidFill>
                  <a:prstClr val="black"/>
                </a:solidFill>
                <a:ea typeface="LG스마트체 Regular" panose="020B0600000101010101" pitchFamily="50" charset="-127"/>
              </a:rPr>
              <a:t>스택킹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 수율 개선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23C2118F-A5B1-4BA1-A907-BE7065F31E2F}"/>
              </a:ext>
            </a:extLst>
          </p:cNvPr>
          <p:cNvSpPr/>
          <p:nvPr/>
        </p:nvSpPr>
        <p:spPr>
          <a:xfrm>
            <a:off x="108658" y="1238584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algn="ctr"/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CDO/</a:t>
            </a:r>
            <a:r>
              <a:rPr lang="ko-KR" altLang="en-US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그룹</a:t>
            </a:r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/</a:t>
            </a:r>
            <a:r>
              <a:rPr lang="ko-KR" altLang="en-US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담당 </a:t>
            </a:r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KPI</a:t>
            </a:r>
            <a:endParaRPr lang="ko-KR" altLang="en-US" sz="900" b="1">
              <a:solidFill>
                <a:schemeClr val="bg1"/>
              </a:solidFill>
              <a:ea typeface="LG스마트체 Regular" panose="020B0600000101010101" pitchFamily="50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60561E5-BF6E-47D5-9A27-9D614E018396}"/>
              </a:ext>
            </a:extLst>
          </p:cNvPr>
          <p:cNvSpPr txBox="1"/>
          <p:nvPr/>
        </p:nvSpPr>
        <p:spPr>
          <a:xfrm>
            <a:off x="5816425" y="646066"/>
            <a:ext cx="2398093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-#09,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2E3791D-1BF9-41F5-95A9-8AB472EA955D}"/>
              </a:ext>
            </a:extLst>
          </p:cNvPr>
          <p:cNvSpPr txBox="1"/>
          <p:nvPr/>
        </p:nvSpPr>
        <p:spPr>
          <a:xfrm>
            <a:off x="6244238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AF1A7D3-513E-44F3-8486-22D351D12832}"/>
              </a:ext>
            </a:extLst>
          </p:cNvPr>
          <p:cNvSpPr txBox="1"/>
          <p:nvPr/>
        </p:nvSpPr>
        <p:spPr>
          <a:xfrm>
            <a:off x="141316" y="1379522"/>
            <a:ext cx="1208090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9/4</a:t>
            </a: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일</a:t>
            </a:r>
            <a:endParaRPr lang="en-US" altLang="ko-KR" sz="800">
              <a:solidFill>
                <a:prstClr val="black"/>
              </a:solidFill>
              <a:ea typeface="LG스마트체 Regular" panose="020B0600000101010101" pitchFamily="50" charset="-127"/>
            </a:endParaRPr>
          </a:p>
          <a:p>
            <a:pPr lvl="0">
              <a:defRPr/>
            </a:pP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: -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7F7FDAA-1F66-4394-AC4C-8B83DC6513E8}"/>
              </a:ext>
            </a:extLst>
          </p:cNvPr>
          <p:cNvSpPr txBox="1"/>
          <p:nvPr/>
        </p:nvSpPr>
        <p:spPr>
          <a:xfrm>
            <a:off x="8222314" y="1370464"/>
            <a:ext cx="473206" cy="215444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n-US" altLang="ko-KR" sz="800">
                <a:solidFill>
                  <a:srgbClr val="0000FF"/>
                </a:solidFill>
                <a:ea typeface="LG스마트체 Regular"/>
              </a:rPr>
              <a:t>(~</a:t>
            </a:r>
            <a:r>
              <a:rPr lang="en-US" altLang="ko-KR" sz="800" dirty="0">
                <a:solidFill>
                  <a:srgbClr val="0000FF"/>
                </a:solidFill>
                <a:ea typeface="LG스마트체 Regular"/>
              </a:rPr>
              <a:t>26</a:t>
            </a:r>
            <a:r>
              <a:rPr lang="ko-KR" altLang="en-US" sz="800">
                <a:solidFill>
                  <a:srgbClr val="0000FF"/>
                </a:solidFill>
                <a:ea typeface="LG스마트체 Regular"/>
              </a:rPr>
              <a:t>일</a:t>
            </a:r>
            <a:r>
              <a:rPr lang="en-US" altLang="ko-KR" sz="800">
                <a:solidFill>
                  <a:srgbClr val="0000FF"/>
                </a:solidFill>
                <a:ea typeface="LG스마트체 Regular"/>
              </a:rPr>
              <a:t>)</a:t>
            </a:r>
            <a:endParaRPr lang="ko-KR" altLang="en-US" sz="800">
              <a:solidFill>
                <a:srgbClr val="0000FF"/>
              </a:solidFill>
              <a:ea typeface="LG스마트체 Regular"/>
            </a:endParaRP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E57A695-D268-4688-9478-372B05ABC3E9}"/>
              </a:ext>
            </a:extLst>
          </p:cNvPr>
          <p:cNvGraphicFramePr>
            <a:graphicFrameLocks noGrp="1"/>
          </p:cNvGraphicFramePr>
          <p:nvPr/>
        </p:nvGraphicFramePr>
        <p:xfrm>
          <a:off x="1599669" y="1557356"/>
          <a:ext cx="6998397" cy="1051560"/>
        </p:xfrm>
        <a:graphic>
          <a:graphicData uri="http://schemas.openxmlformats.org/drawingml/2006/table">
            <a:tbl>
              <a:tblPr/>
              <a:tblGrid>
                <a:gridCol w="1793353">
                  <a:extLst>
                    <a:ext uri="{9D8B030D-6E8A-4147-A177-3AD203B41FA5}">
                      <a16:colId xmlns:a16="http://schemas.microsoft.com/office/drawing/2014/main" val="844711"/>
                    </a:ext>
                  </a:extLst>
                </a:gridCol>
                <a:gridCol w="297152">
                  <a:extLst>
                    <a:ext uri="{9D8B030D-6E8A-4147-A177-3AD203B41FA5}">
                      <a16:colId xmlns:a16="http://schemas.microsoft.com/office/drawing/2014/main" val="3597775853"/>
                    </a:ext>
                  </a:extLst>
                </a:gridCol>
                <a:gridCol w="446172">
                  <a:extLst>
                    <a:ext uri="{9D8B030D-6E8A-4147-A177-3AD203B41FA5}">
                      <a16:colId xmlns:a16="http://schemas.microsoft.com/office/drawing/2014/main" val="3986197900"/>
                    </a:ext>
                  </a:extLst>
                </a:gridCol>
                <a:gridCol w="446172">
                  <a:extLst>
                    <a:ext uri="{9D8B030D-6E8A-4147-A177-3AD203B41FA5}">
                      <a16:colId xmlns:a16="http://schemas.microsoft.com/office/drawing/2014/main" val="3969858829"/>
                    </a:ext>
                  </a:extLst>
                </a:gridCol>
                <a:gridCol w="446172">
                  <a:extLst>
                    <a:ext uri="{9D8B030D-6E8A-4147-A177-3AD203B41FA5}">
                      <a16:colId xmlns:a16="http://schemas.microsoft.com/office/drawing/2014/main" val="3211743162"/>
                    </a:ext>
                  </a:extLst>
                </a:gridCol>
                <a:gridCol w="446172">
                  <a:extLst>
                    <a:ext uri="{9D8B030D-6E8A-4147-A177-3AD203B41FA5}">
                      <a16:colId xmlns:a16="http://schemas.microsoft.com/office/drawing/2014/main" val="2022519341"/>
                    </a:ext>
                  </a:extLst>
                </a:gridCol>
                <a:gridCol w="446172">
                  <a:extLst>
                    <a:ext uri="{9D8B030D-6E8A-4147-A177-3AD203B41FA5}">
                      <a16:colId xmlns:a16="http://schemas.microsoft.com/office/drawing/2014/main" val="1278929889"/>
                    </a:ext>
                  </a:extLst>
                </a:gridCol>
                <a:gridCol w="446172">
                  <a:extLst>
                    <a:ext uri="{9D8B030D-6E8A-4147-A177-3AD203B41FA5}">
                      <a16:colId xmlns:a16="http://schemas.microsoft.com/office/drawing/2014/main" val="3850560162"/>
                    </a:ext>
                  </a:extLst>
                </a:gridCol>
                <a:gridCol w="446172">
                  <a:extLst>
                    <a:ext uri="{9D8B030D-6E8A-4147-A177-3AD203B41FA5}">
                      <a16:colId xmlns:a16="http://schemas.microsoft.com/office/drawing/2014/main" val="2296152648"/>
                    </a:ext>
                  </a:extLst>
                </a:gridCol>
                <a:gridCol w="446172">
                  <a:extLst>
                    <a:ext uri="{9D8B030D-6E8A-4147-A177-3AD203B41FA5}">
                      <a16:colId xmlns:a16="http://schemas.microsoft.com/office/drawing/2014/main" val="819852471"/>
                    </a:ext>
                  </a:extLst>
                </a:gridCol>
                <a:gridCol w="446172">
                  <a:extLst>
                    <a:ext uri="{9D8B030D-6E8A-4147-A177-3AD203B41FA5}">
                      <a16:colId xmlns:a16="http://schemas.microsoft.com/office/drawing/2014/main" val="35746985"/>
                    </a:ext>
                  </a:extLst>
                </a:gridCol>
                <a:gridCol w="446172">
                  <a:extLst>
                    <a:ext uri="{9D8B030D-6E8A-4147-A177-3AD203B41FA5}">
                      <a16:colId xmlns:a16="http://schemas.microsoft.com/office/drawing/2014/main" val="3118020500"/>
                    </a:ext>
                  </a:extLst>
                </a:gridCol>
                <a:gridCol w="446172">
                  <a:extLst>
                    <a:ext uri="{9D8B030D-6E8A-4147-A177-3AD203B41FA5}">
                      <a16:colId xmlns:a16="http://schemas.microsoft.com/office/drawing/2014/main" val="2160438354"/>
                    </a:ext>
                  </a:extLst>
                </a:gridCol>
              </a:tblGrid>
              <a:tr h="80293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STK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위치 항목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(GDW, 5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동 노말 라인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)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’25.1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2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3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5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6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7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8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9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10월</a:t>
                      </a:r>
                    </a:p>
                  </a:txBody>
                  <a:tcPr marL="9524" marR="9524" marT="952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4">
                      <a:solidFill>
                        <a:schemeClr val="tx1"/>
                      </a:solidFill>
                    </a:lnT>
                    <a:lnB w="3174">
                      <a:solidFill>
                        <a:schemeClr val="tx1"/>
                      </a:solidFill>
                    </a:lnB>
                    <a:lnTlToBr w="0">
                      <a:noFill/>
                    </a:lnTlToBr>
                    <a:lnBlToTr w="0">
                      <a:noFill/>
                    </a:lnBlToTr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11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월</a:t>
                      </a:r>
                    </a:p>
                  </a:txBody>
                  <a:tcPr marL="9524" marR="9524" marT="952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chemeClr val="tx1"/>
                      </a:solidFill>
                    </a:lnR>
                    <a:lnT w="3174">
                      <a:solidFill>
                        <a:schemeClr val="tx1"/>
                      </a:solidFill>
                    </a:lnT>
                    <a:lnB w="3174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367107201"/>
                  </a:ext>
                </a:extLst>
              </a:tr>
              <a:tr h="80293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  Mono Stacking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7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0.13%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0.14%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0.13%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0.18%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0.25%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0.22%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0.21%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0.24%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0.12%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vl="0" algn="r">
                        <a:buNone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0.11%</a:t>
                      </a:r>
                    </a:p>
                  </a:txBody>
                  <a:tcPr marL="9524" marR="9524" marT="952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4">
                      <a:solidFill>
                        <a:schemeClr val="tx1"/>
                      </a:solidFill>
                    </a:lnT>
                    <a:lnB w="3174">
                      <a:solidFill>
                        <a:schemeClr val="tx1"/>
                      </a:solidFill>
                    </a:lnB>
                    <a:lnTlToBr w="0">
                      <a:noFill/>
                    </a:lnTlToBr>
                    <a:lnBlToTr w="0">
                      <a:noFill/>
                    </a:lnBlToTr>
                  </a:tcPr>
                </a:tc>
                <a:tc>
                  <a:txBody>
                    <a:bodyPr/>
                    <a:lstStyle/>
                    <a:p>
                      <a:pPr lvl="0" algn="r">
                        <a:buNone/>
                      </a:pPr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0.09%</a:t>
                      </a:r>
                      <a:endParaRPr lang="en-US" altLang="ko-KR" sz="800" b="0" i="0" u="none" strike="noStrike" dirty="0">
                        <a:solidFill>
                          <a:srgbClr val="0000FF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4" marR="9524" marT="952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chemeClr val="tx1"/>
                      </a:solidFill>
                    </a:lnR>
                    <a:lnT w="3174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137884789"/>
                  </a:ext>
                </a:extLst>
              </a:tr>
              <a:tr h="80293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  Half Stacking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0.03%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0.03%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0.01%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0.01%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0.01%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0.02%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0.03%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0.03%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0.02%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vl="0" algn="r">
                        <a:buNone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0.01%</a:t>
                      </a:r>
                    </a:p>
                  </a:txBody>
                  <a:tcPr marL="9524" marR="9524" marT="952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4">
                      <a:solidFill>
                        <a:schemeClr val="tx1"/>
                      </a:solidFill>
                    </a:lnT>
                    <a:lnB w="3174">
                      <a:solidFill>
                        <a:schemeClr val="tx1"/>
                      </a:solidFill>
                    </a:lnB>
                    <a:lnTlToBr w="0">
                      <a:noFill/>
                    </a:lnTlToBr>
                    <a:lnBlToTr w="0">
                      <a:noFill/>
                    </a:lnBlToTr>
                  </a:tcPr>
                </a:tc>
                <a:tc>
                  <a:txBody>
                    <a:bodyPr/>
                    <a:lstStyle/>
                    <a:p>
                      <a:pPr lvl="0" algn="r">
                        <a:buNone/>
                      </a:pPr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0.01%</a:t>
                      </a:r>
                    </a:p>
                  </a:txBody>
                  <a:tcPr marL="9524" marR="9524" marT="952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chemeClr val="tx1"/>
                      </a:solidFill>
                    </a:lnR>
                    <a:lnT w="3174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32587229"/>
                  </a:ext>
                </a:extLst>
              </a:tr>
              <a:tr h="80293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  HC Overhang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0.12%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0.11%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0.10%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0.06%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0.14%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0.13%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0.13%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0.14%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0.15%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vl="0" algn="r">
                        <a:buNone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0.17%</a:t>
                      </a:r>
                    </a:p>
                  </a:txBody>
                  <a:tcPr marL="9524" marR="9524" marT="952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4">
                      <a:solidFill>
                        <a:schemeClr val="tx1"/>
                      </a:solidFill>
                    </a:lnT>
                    <a:lnB w="3174">
                      <a:solidFill>
                        <a:schemeClr val="tx1"/>
                      </a:solidFill>
                    </a:lnB>
                    <a:lnTlToBr w="0">
                      <a:noFill/>
                    </a:lnTlToBr>
                    <a:lnBlToTr w="0">
                      <a:noFill/>
                    </a:lnBlToTr>
                  </a:tcPr>
                </a:tc>
                <a:tc>
                  <a:txBody>
                    <a:bodyPr/>
                    <a:lstStyle/>
                    <a:p>
                      <a:pPr lvl="0" algn="r">
                        <a:buNone/>
                      </a:pPr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0.15%</a:t>
                      </a:r>
                      <a:endParaRPr lang="en-US" altLang="ko-KR" sz="800" b="0" i="0" u="none" strike="noStrike" dirty="0">
                        <a:solidFill>
                          <a:srgbClr val="0000FF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4" marR="9524" marT="952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chemeClr val="tx1"/>
                      </a:solidFill>
                    </a:lnR>
                    <a:lnT w="3174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482614471"/>
                  </a:ext>
                </a:extLst>
              </a:tr>
              <a:tr h="80293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  VCT_NG_STK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0.04%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0.04%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0.02%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0.03%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0.10%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0.07%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0.06%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0.05%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0.09%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vl="0" algn="r">
                        <a:buNone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0.06%</a:t>
                      </a:r>
                    </a:p>
                  </a:txBody>
                  <a:tcPr marL="9524" marR="9524" marT="952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4">
                      <a:solidFill>
                        <a:schemeClr val="tx1"/>
                      </a:solidFill>
                    </a:lnT>
                    <a:lnB w="3174">
                      <a:solidFill>
                        <a:schemeClr val="tx1"/>
                      </a:solidFill>
                    </a:lnB>
                    <a:lnTlToBr w="0">
                      <a:noFill/>
                    </a:lnTlToBr>
                    <a:lnBlToTr w="0">
                      <a:noFill/>
                    </a:lnBlToTr>
                  </a:tcPr>
                </a:tc>
                <a:tc>
                  <a:txBody>
                    <a:bodyPr/>
                    <a:lstStyle/>
                    <a:p>
                      <a:pPr lvl="0" algn="r">
                        <a:buNone/>
                      </a:pPr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0.08%</a:t>
                      </a:r>
                    </a:p>
                  </a:txBody>
                  <a:tcPr marL="9524" marR="9524" marT="952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chemeClr val="tx1"/>
                      </a:solidFill>
                    </a:lnR>
                    <a:lnT w="3174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481124237"/>
                  </a:ext>
                </a:extLst>
              </a:tr>
              <a:tr h="80293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  VCT_Abnormal NG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0.04%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0.03%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0.01%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0.01%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0.02%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0.04%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0.05%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0.06%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0.03%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vl="0" algn="r">
                        <a:buNone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0.05%</a:t>
                      </a:r>
                    </a:p>
                  </a:txBody>
                  <a:tcPr marL="9524" marR="9524" marT="952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4">
                      <a:solidFill>
                        <a:schemeClr val="tx1"/>
                      </a:solidFill>
                    </a:lnT>
                    <a:lnB w="3174">
                      <a:solidFill>
                        <a:schemeClr val="tx1"/>
                      </a:solidFill>
                    </a:lnB>
                    <a:lnTlToBr w="0">
                      <a:noFill/>
                    </a:lnTlToBr>
                    <a:lnBlToTr w="0">
                      <a:noFill/>
                    </a:lnBlToTr>
                  </a:tcPr>
                </a:tc>
                <a:tc>
                  <a:txBody>
                    <a:bodyPr/>
                    <a:lstStyle/>
                    <a:p>
                      <a:pPr lvl="0" algn="r">
                        <a:buNone/>
                      </a:pPr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0.04%</a:t>
                      </a:r>
                    </a:p>
                  </a:txBody>
                  <a:tcPr marL="9524" marR="9524" marT="952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chemeClr val="tx1"/>
                      </a:solidFill>
                    </a:lnR>
                    <a:lnT w="3174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95422696"/>
                  </a:ext>
                </a:extLst>
              </a:tr>
              <a:tr h="80293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  Stack Dimension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0.29%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0.32%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0.31%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0.31%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0.29%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0.35%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0.38%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0.35%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0.20%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vl="0" algn="r">
                        <a:buNone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0.12%</a:t>
                      </a:r>
                    </a:p>
                  </a:txBody>
                  <a:tcPr marL="9524" marR="9524" marT="952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4">
                      <a:solidFill>
                        <a:schemeClr val="tx1"/>
                      </a:solidFill>
                    </a:lnT>
                    <a:lnB w="3174">
                      <a:solidFill>
                        <a:schemeClr val="tx1"/>
                      </a:solidFill>
                    </a:lnB>
                    <a:lnTlToBr w="0">
                      <a:noFill/>
                    </a:lnTlToBr>
                    <a:lnBlToTr w="0">
                      <a:noFill/>
                    </a:lnBlToTr>
                  </a:tcPr>
                </a:tc>
                <a:tc>
                  <a:txBody>
                    <a:bodyPr/>
                    <a:lstStyle/>
                    <a:p>
                      <a:pPr lvl="0" algn="r">
                        <a:buNone/>
                      </a:pPr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0.14%</a:t>
                      </a:r>
                    </a:p>
                  </a:txBody>
                  <a:tcPr marL="9524" marR="9524" marT="952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chemeClr val="tx1"/>
                      </a:solidFill>
                    </a:lnR>
                    <a:lnT w="3174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599063958"/>
                  </a:ext>
                </a:extLst>
              </a:tr>
              <a:tr h="8029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Total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0.65%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0.67%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0.58%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0.60%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0.81%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0.83%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0.86%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0.87%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0.61%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vl="0" algn="r">
                        <a:buNone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0.52%</a:t>
                      </a:r>
                    </a:p>
                  </a:txBody>
                  <a:tcPr marL="9524" marR="9524" marT="952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4">
                      <a:solidFill>
                        <a:schemeClr val="tx1"/>
                      </a:solidFill>
                    </a:lnT>
                    <a:lnB w="3174">
                      <a:solidFill>
                        <a:schemeClr val="tx1"/>
                      </a:solidFill>
                    </a:lnB>
                    <a:lnTlToBr w="0">
                      <a:noFill/>
                    </a:lnTlToBr>
                    <a:lnBlToTr w="0">
                      <a:noFill/>
                    </a:lnBlToTr>
                  </a:tcPr>
                </a:tc>
                <a:tc>
                  <a:txBody>
                    <a:bodyPr/>
                    <a:lstStyle/>
                    <a:p>
                      <a:pPr lvl="0" algn="r">
                        <a:buNone/>
                      </a:pPr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맑은 고딕"/>
                          <a:ea typeface="맑은 고딕"/>
                        </a:rPr>
                        <a:t>0.51%</a:t>
                      </a:r>
                      <a:endParaRPr lang="en-US" altLang="ko-KR" sz="800" b="0" i="0" u="none" strike="noStrike" dirty="0">
                        <a:solidFill>
                          <a:srgbClr val="0000FF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4" marR="9524" marT="952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chemeClr val="tx1"/>
                      </a:solidFill>
                    </a:lnR>
                    <a:lnT w="3174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>
                      <a:solidFill>
                        <a:schemeClr val="tx1"/>
                      </a:solidFill>
                    </a:lnB>
                    <a:lnTlToBr w="0">
                      <a:noFill/>
                    </a:lnTlToBr>
                    <a:lnBlToTr w="0">
                      <a:noFill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32347375"/>
                  </a:ext>
                </a:extLst>
              </a:tr>
            </a:tbl>
          </a:graphicData>
        </a:graphic>
      </p:graphicFrame>
      <p:sp>
        <p:nvSpPr>
          <p:cNvPr id="29" name="직사각형 28">
            <a:extLst>
              <a:ext uri="{FF2B5EF4-FFF2-40B4-BE49-F238E27FC236}">
                <a16:creationId xmlns:a16="http://schemas.microsoft.com/office/drawing/2014/main" id="{7C8C81D5-3B73-416B-8D8C-B9E7AD450566}"/>
              </a:ext>
            </a:extLst>
          </p:cNvPr>
          <p:cNvSpPr/>
          <p:nvPr/>
        </p:nvSpPr>
        <p:spPr>
          <a:xfrm>
            <a:off x="7104249" y="1373636"/>
            <a:ext cx="1208090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 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모델 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E71, E72, E81, E85</a:t>
            </a:r>
            <a:endParaRPr lang="ko-KR" altLang="en-US" sz="1050">
              <a:solidFill>
                <a:srgbClr val="0066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875A772-4F25-40B9-AA42-B91161887E9F}"/>
              </a:ext>
            </a:extLst>
          </p:cNvPr>
          <p:cNvGraphicFramePr>
            <a:graphicFrameLocks noGrp="1"/>
          </p:cNvGraphicFramePr>
          <p:nvPr/>
        </p:nvGraphicFramePr>
        <p:xfrm>
          <a:off x="1469114" y="4224601"/>
          <a:ext cx="7266513" cy="2141849"/>
        </p:xfrm>
        <a:graphic>
          <a:graphicData uri="http://schemas.openxmlformats.org/drawingml/2006/table">
            <a:tbl>
              <a:tblPr/>
              <a:tblGrid>
                <a:gridCol w="671245">
                  <a:extLst>
                    <a:ext uri="{9D8B030D-6E8A-4147-A177-3AD203B41FA5}">
                      <a16:colId xmlns:a16="http://schemas.microsoft.com/office/drawing/2014/main" val="1356845064"/>
                    </a:ext>
                  </a:extLst>
                </a:gridCol>
                <a:gridCol w="321441">
                  <a:extLst>
                    <a:ext uri="{9D8B030D-6E8A-4147-A177-3AD203B41FA5}">
                      <a16:colId xmlns:a16="http://schemas.microsoft.com/office/drawing/2014/main" val="3491913028"/>
                    </a:ext>
                  </a:extLst>
                </a:gridCol>
                <a:gridCol w="501070">
                  <a:extLst>
                    <a:ext uri="{9D8B030D-6E8A-4147-A177-3AD203B41FA5}">
                      <a16:colId xmlns:a16="http://schemas.microsoft.com/office/drawing/2014/main" val="2316895745"/>
                    </a:ext>
                  </a:extLst>
                </a:gridCol>
                <a:gridCol w="1087228">
                  <a:extLst>
                    <a:ext uri="{9D8B030D-6E8A-4147-A177-3AD203B41FA5}">
                      <a16:colId xmlns:a16="http://schemas.microsoft.com/office/drawing/2014/main" val="4219371724"/>
                    </a:ext>
                  </a:extLst>
                </a:gridCol>
                <a:gridCol w="3280596">
                  <a:extLst>
                    <a:ext uri="{9D8B030D-6E8A-4147-A177-3AD203B41FA5}">
                      <a16:colId xmlns:a16="http://schemas.microsoft.com/office/drawing/2014/main" val="3704080183"/>
                    </a:ext>
                  </a:extLst>
                </a:gridCol>
                <a:gridCol w="1404933">
                  <a:extLst>
                    <a:ext uri="{9D8B030D-6E8A-4147-A177-3AD203B41FA5}">
                      <a16:colId xmlns:a16="http://schemas.microsoft.com/office/drawing/2014/main" val="647709020"/>
                    </a:ext>
                  </a:extLst>
                </a:gridCol>
              </a:tblGrid>
              <a:tr h="32637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구분</a:t>
                      </a:r>
                    </a:p>
                  </a:txBody>
                  <a:tcPr marL="5336" marR="5336" marT="5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유형</a:t>
                      </a:r>
                    </a:p>
                  </a:txBody>
                  <a:tcPr marL="5336" marR="5336" marT="5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336" marR="5336" marT="5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분석 현황</a:t>
                      </a:r>
                    </a:p>
                  </a:txBody>
                  <a:tcPr marL="5336" marR="5336" marT="5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주요 조치 사항</a:t>
                      </a:r>
                    </a:p>
                  </a:txBody>
                  <a:tcPr marL="5336" marR="5336" marT="5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개선 효과</a:t>
                      </a:r>
                    </a:p>
                  </a:txBody>
                  <a:tcPr marL="5336" marR="5336" marT="5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4801586"/>
                  </a:ext>
                </a:extLst>
              </a:tr>
              <a:tr h="46916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Mono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Stacking</a:t>
                      </a:r>
                    </a:p>
                  </a:txBody>
                  <a:tcPr marL="5336" marR="5336" marT="5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X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축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Y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축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Theta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축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5336" marR="5336" marT="5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검사 측정</a:t>
                      </a:r>
                    </a:p>
                  </a:txBody>
                  <a:tcPr marL="5336" marR="5336" marT="5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4336" marR="4336" marT="4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fontAlgn="ctr" latinLnBrk="1" hangingPunct="1">
                        <a:buNone/>
                      </a:pPr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-</a:t>
                      </a:r>
                    </a:p>
                  </a:txBody>
                  <a:tcPr marL="4336" marR="4336" marT="4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4336" marR="4336" marT="4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7166260"/>
                  </a:ext>
                </a:extLst>
              </a:tr>
              <a:tr h="407971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Stack Dimension</a:t>
                      </a:r>
                    </a:p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/</a:t>
                      </a:r>
                    </a:p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Appearance</a:t>
                      </a:r>
                    </a:p>
                  </a:txBody>
                  <a:tcPr marL="5336" marR="5336" marT="5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치수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외관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5336" marR="5336" marT="5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Taping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 유닛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5336" marR="5336" marT="5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총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4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건 분석</a:t>
                      </a:r>
                    </a:p>
                  </a:txBody>
                  <a:tcPr marL="4336" marR="4336" marT="4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① 음극 탭쪽 테이프부 부착 불량으로 인한 외관 불량 발생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라미 기준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17-4, 18-3)</a:t>
                      </a:r>
                    </a:p>
                    <a:p>
                      <a:pPr marL="0" marR="0" lvl="0" indent="0" algn="l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② 음극 탭쪽 테이프 오버램 길이 과다로 인한 치수 불량 발생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라미 기준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17-1, 17-3)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4336" marR="4336" marT="4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①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18-3 :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조치 후 미발생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②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17-3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호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: 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조치 후 미발생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4336" marR="4336" marT="4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1468652"/>
                  </a:ext>
                </a:extLst>
              </a:tr>
              <a:tr h="4691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검사 측정</a:t>
                      </a:r>
                    </a:p>
                  </a:txBody>
                  <a:tcPr marL="5336" marR="5336" marT="5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총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1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건 분석</a:t>
                      </a:r>
                    </a:p>
                  </a:txBody>
                  <a:tcPr marL="4336" marR="4336" marT="4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셀 지지대 가이드 음영에 의한 검사 오측으로 인한 외관 불량 발생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라미 기준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17-4)</a:t>
                      </a:r>
                    </a:p>
                  </a:txBody>
                  <a:tcPr marL="4336" marR="4336" marT="4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조치 후 효과 파악 예정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4336" marR="4336" marT="4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2706379"/>
                  </a:ext>
                </a:extLst>
              </a:tr>
              <a:tr h="469167"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336" marR="5336" marT="5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336" marR="5336" marT="5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적재 불량</a:t>
                      </a:r>
                    </a:p>
                  </a:txBody>
                  <a:tcPr marL="5336" marR="5336" marT="5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4336" marR="4336" marT="4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fontAlgn="ctr" latinLnBrk="1" hangingPunct="1">
                        <a:buNone/>
                      </a:pPr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-</a:t>
                      </a:r>
                    </a:p>
                  </a:txBody>
                  <a:tcPr marL="4336" marR="4336" marT="4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-</a:t>
                      </a:r>
                    </a:p>
                  </a:txBody>
                  <a:tcPr marL="4336" marR="4336" marT="4336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33502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84569951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r>
              <a:rPr lang="en-US" altLang="ko-KR" sz="1800">
                <a:latin typeface="+mn-lt"/>
              </a:rPr>
              <a:t>3. </a:t>
            </a:r>
            <a:r>
              <a:rPr lang="ko-KR" altLang="en-US" sz="1800">
                <a:latin typeface="+mn-lt"/>
              </a:rPr>
              <a:t>과제 진행 현황</a:t>
            </a:r>
            <a:r>
              <a:rPr lang="en-US" altLang="ko-KR" sz="1800">
                <a:latin typeface="+mn-lt"/>
              </a:rPr>
              <a:t>_</a:t>
            </a:r>
            <a:r>
              <a:rPr lang="ko-KR" altLang="en-US" sz="1800">
                <a:latin typeface="+mn-lt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451432" y="418066"/>
            <a:ext cx="1285608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</a:pP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작성자 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박태욱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,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김종우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40840"/>
          <a:ext cx="9644176" cy="5890496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84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49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74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6817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78216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신규 모델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셀 수율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안정화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_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모델별 현황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</a:t>
                      </a:r>
                      <a:endParaRPr lang="ko-KR" altLang="en-US" sz="900" kern="1200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금주 특이사항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 ESWA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신규 모델의 라미 공정 위치 불량 현상 정량화 분석을 통해 양산 적용 시 수율 조기 안정화 달성 목적 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-. E161A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는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27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라인 기존 양산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E131B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추가 생산으로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SOP 7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월로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Delay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예상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상세 일정 미정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), E161A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는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SOP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되더라도 물량이 적어 매달 약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2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주 정도만 양산 예정이며</a:t>
                      </a:r>
                      <a:endParaRPr kumimoji="1" lang="en-US" altLang="ko-KR" sz="9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 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분리막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M-SRS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적용 관련해서는 슬림커터를 양산 전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(6/21~22)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설치 완료 하였습니다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-. E161A 7/4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일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E128A 7/17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일 부터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SOP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되었으며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공정별 수율 미달 공정 파악 후 불량 현상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/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분석 진행 중입니다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-. E81B 15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라인 양산 확대 적용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(6/23)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이후 기존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18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라인 개선 내용 기반으로 불량 현상 파악 및 원인 분석 후 조치 진행 중입니다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-. 25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년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KPI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기준 신규모델은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E81B, E161A, E128A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이며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E81B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의 경우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M+3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누적 목표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94.3&amp;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대비 누적 실적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94.7%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로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0.4%p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초과 달성하였습니다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endParaRPr kumimoji="1" lang="en-US" altLang="ko-KR" sz="9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-. 8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동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E128A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모델의 경우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8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월 부동 이후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9/4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일부터 라인 가동 중이며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, E161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의 경우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9/8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일부터 생산 진행 중입니다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  <a:endParaRPr kumimoji="1" lang="en-US" altLang="ko-KR" sz="900" kern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SOP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일정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E81B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(5/22)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E161A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(7/4)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E128A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(7/17)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E77A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(10/29)</a:t>
                      </a: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박태욱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김종우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박형식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701DBD41-0962-47BC-BF85-0E3D71312932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업데이트 시간 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en-US" altLang="ko-KR" sz="11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11/26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수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) 10</a:t>
            </a:r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시</a:t>
            </a:r>
          </a:p>
        </p:txBody>
      </p:sp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8E391BC0-C457-46D9-9F5D-B0CCBEECB401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251293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</a:pP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조립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] WA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신규 모델 셀 수율 개선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5536172E-AB21-4F12-8A05-244052BA2969}"/>
              </a:ext>
            </a:extLst>
          </p:cNvPr>
          <p:cNvSpPr/>
          <p:nvPr/>
        </p:nvSpPr>
        <p:spPr>
          <a:xfrm>
            <a:off x="117536" y="1127394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algn="ctr"/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CDO/</a:t>
            </a:r>
            <a:r>
              <a:rPr lang="ko-KR" altLang="en-US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그룹</a:t>
            </a:r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/</a:t>
            </a:r>
            <a:r>
              <a:rPr lang="ko-KR" altLang="en-US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담당 </a:t>
            </a:r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KPI</a:t>
            </a:r>
            <a:endParaRPr lang="ko-KR" altLang="en-US" sz="900" b="1">
              <a:solidFill>
                <a:schemeClr val="bg1"/>
              </a:solidFill>
              <a:ea typeface="LG스마트체 Regular" panose="020B0600000101010101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59E815D-990C-4E6E-8DDB-091C28B5B4D6}"/>
              </a:ext>
            </a:extLst>
          </p:cNvPr>
          <p:cNvSpPr txBox="1"/>
          <p:nvPr/>
        </p:nvSpPr>
        <p:spPr>
          <a:xfrm>
            <a:off x="5645785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-#10,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EA1FB83-D583-4F74-A6FF-0E860DD8FA5D}"/>
              </a:ext>
            </a:extLst>
          </p:cNvPr>
          <p:cNvSpPr txBox="1"/>
          <p:nvPr/>
        </p:nvSpPr>
        <p:spPr>
          <a:xfrm>
            <a:off x="6073597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74103D6-035D-4455-9664-4F8535BA713B}"/>
              </a:ext>
            </a:extLst>
          </p:cNvPr>
          <p:cNvSpPr txBox="1"/>
          <p:nvPr/>
        </p:nvSpPr>
        <p:spPr>
          <a:xfrm>
            <a:off x="141316" y="1379522"/>
            <a:ext cx="1208090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9/4</a:t>
            </a: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일</a:t>
            </a:r>
            <a:endParaRPr lang="en-US" altLang="ko-KR" sz="800">
              <a:solidFill>
                <a:prstClr val="black"/>
              </a:solidFill>
              <a:ea typeface="LG스마트체 Regular" panose="020B0600000101010101" pitchFamily="50" charset="-127"/>
            </a:endParaRPr>
          </a:p>
          <a:p>
            <a:pPr lvl="0">
              <a:defRPr/>
            </a:pP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: -</a:t>
            </a: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B426DF27-84E2-4F70-B8C6-BA714427A92F}"/>
              </a:ext>
            </a:extLst>
          </p:cNvPr>
          <p:cNvSpPr txBox="1"/>
          <p:nvPr/>
        </p:nvSpPr>
        <p:spPr>
          <a:xfrm>
            <a:off x="1371888" y="1481992"/>
            <a:ext cx="184377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※ </a:t>
            </a:r>
            <a:r>
              <a:rPr lang="ko-KR" altLang="en-US" sz="900"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lang="en-US" altLang="ko-KR" sz="900"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25</a:t>
            </a:r>
            <a:r>
              <a:rPr lang="ko-KR" altLang="en-US" sz="900"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년 </a:t>
            </a:r>
            <a:r>
              <a:rPr lang="en-US" altLang="ko-KR" sz="900"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ESWA </a:t>
            </a:r>
            <a:r>
              <a:rPr lang="ko-KR" altLang="en-US" sz="900"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신규모델 양산 일정</a:t>
            </a:r>
          </a:p>
        </p:txBody>
      </p:sp>
      <p:graphicFrame>
        <p:nvGraphicFramePr>
          <p:cNvPr id="168" name="표 167">
            <a:extLst>
              <a:ext uri="{FF2B5EF4-FFF2-40B4-BE49-F238E27FC236}">
                <a16:creationId xmlns:a16="http://schemas.microsoft.com/office/drawing/2014/main" id="{34DBA8D4-B792-4E7E-BF64-C423C2F82E50}"/>
              </a:ext>
            </a:extLst>
          </p:cNvPr>
          <p:cNvGraphicFramePr>
            <a:graphicFrameLocks noGrp="1"/>
          </p:cNvGraphicFramePr>
          <p:nvPr/>
        </p:nvGraphicFramePr>
        <p:xfrm>
          <a:off x="1517729" y="1728816"/>
          <a:ext cx="7012590" cy="1217292"/>
        </p:xfrm>
        <a:graphic>
          <a:graphicData uri="http://schemas.openxmlformats.org/drawingml/2006/table">
            <a:tbl>
              <a:tblPr/>
              <a:tblGrid>
                <a:gridCol w="269715">
                  <a:extLst>
                    <a:ext uri="{9D8B030D-6E8A-4147-A177-3AD203B41FA5}">
                      <a16:colId xmlns:a16="http://schemas.microsoft.com/office/drawing/2014/main" val="4241764452"/>
                    </a:ext>
                  </a:extLst>
                </a:gridCol>
                <a:gridCol w="269715">
                  <a:extLst>
                    <a:ext uri="{9D8B030D-6E8A-4147-A177-3AD203B41FA5}">
                      <a16:colId xmlns:a16="http://schemas.microsoft.com/office/drawing/2014/main" val="1747100065"/>
                    </a:ext>
                  </a:extLst>
                </a:gridCol>
                <a:gridCol w="539430">
                  <a:extLst>
                    <a:ext uri="{9D8B030D-6E8A-4147-A177-3AD203B41FA5}">
                      <a16:colId xmlns:a16="http://schemas.microsoft.com/office/drawing/2014/main" val="1710325250"/>
                    </a:ext>
                  </a:extLst>
                </a:gridCol>
                <a:gridCol w="539430">
                  <a:extLst>
                    <a:ext uri="{9D8B030D-6E8A-4147-A177-3AD203B41FA5}">
                      <a16:colId xmlns:a16="http://schemas.microsoft.com/office/drawing/2014/main" val="2582822843"/>
                    </a:ext>
                  </a:extLst>
                </a:gridCol>
                <a:gridCol w="539430">
                  <a:extLst>
                    <a:ext uri="{9D8B030D-6E8A-4147-A177-3AD203B41FA5}">
                      <a16:colId xmlns:a16="http://schemas.microsoft.com/office/drawing/2014/main" val="3574503571"/>
                    </a:ext>
                  </a:extLst>
                </a:gridCol>
                <a:gridCol w="539430">
                  <a:extLst>
                    <a:ext uri="{9D8B030D-6E8A-4147-A177-3AD203B41FA5}">
                      <a16:colId xmlns:a16="http://schemas.microsoft.com/office/drawing/2014/main" val="906262013"/>
                    </a:ext>
                  </a:extLst>
                </a:gridCol>
                <a:gridCol w="539430">
                  <a:extLst>
                    <a:ext uri="{9D8B030D-6E8A-4147-A177-3AD203B41FA5}">
                      <a16:colId xmlns:a16="http://schemas.microsoft.com/office/drawing/2014/main" val="3618680307"/>
                    </a:ext>
                  </a:extLst>
                </a:gridCol>
                <a:gridCol w="539430">
                  <a:extLst>
                    <a:ext uri="{9D8B030D-6E8A-4147-A177-3AD203B41FA5}">
                      <a16:colId xmlns:a16="http://schemas.microsoft.com/office/drawing/2014/main" val="1865859727"/>
                    </a:ext>
                  </a:extLst>
                </a:gridCol>
                <a:gridCol w="539430">
                  <a:extLst>
                    <a:ext uri="{9D8B030D-6E8A-4147-A177-3AD203B41FA5}">
                      <a16:colId xmlns:a16="http://schemas.microsoft.com/office/drawing/2014/main" val="214679234"/>
                    </a:ext>
                  </a:extLst>
                </a:gridCol>
                <a:gridCol w="539430">
                  <a:extLst>
                    <a:ext uri="{9D8B030D-6E8A-4147-A177-3AD203B41FA5}">
                      <a16:colId xmlns:a16="http://schemas.microsoft.com/office/drawing/2014/main" val="2741167305"/>
                    </a:ext>
                  </a:extLst>
                </a:gridCol>
                <a:gridCol w="539430">
                  <a:extLst>
                    <a:ext uri="{9D8B030D-6E8A-4147-A177-3AD203B41FA5}">
                      <a16:colId xmlns:a16="http://schemas.microsoft.com/office/drawing/2014/main" val="3278585182"/>
                    </a:ext>
                  </a:extLst>
                </a:gridCol>
                <a:gridCol w="539430">
                  <a:extLst>
                    <a:ext uri="{9D8B030D-6E8A-4147-A177-3AD203B41FA5}">
                      <a16:colId xmlns:a16="http://schemas.microsoft.com/office/drawing/2014/main" val="1712991450"/>
                    </a:ext>
                  </a:extLst>
                </a:gridCol>
                <a:gridCol w="539430">
                  <a:extLst>
                    <a:ext uri="{9D8B030D-6E8A-4147-A177-3AD203B41FA5}">
                      <a16:colId xmlns:a16="http://schemas.microsoft.com/office/drawing/2014/main" val="823744282"/>
                    </a:ext>
                  </a:extLst>
                </a:gridCol>
                <a:gridCol w="539430">
                  <a:extLst>
                    <a:ext uri="{9D8B030D-6E8A-4147-A177-3AD203B41FA5}">
                      <a16:colId xmlns:a16="http://schemas.microsoft.com/office/drawing/2014/main" val="2867782548"/>
                    </a:ext>
                  </a:extLst>
                </a:gridCol>
              </a:tblGrid>
              <a:tr h="196336">
                <a:tc gridSpan="2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1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'25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년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0257681"/>
                  </a:ext>
                </a:extLst>
              </a:tr>
              <a:tr h="196336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8850938"/>
                  </a:ext>
                </a:extLst>
              </a:tr>
              <a:tr h="82462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셀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수율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SOP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3549617"/>
                  </a:ext>
                </a:extLst>
              </a:tr>
            </a:tbl>
          </a:graphicData>
        </a:graphic>
      </p:graphicFrame>
      <p:cxnSp>
        <p:nvCxnSpPr>
          <p:cNvPr id="169" name="직선 화살표 연결선 168">
            <a:extLst>
              <a:ext uri="{FF2B5EF4-FFF2-40B4-BE49-F238E27FC236}">
                <a16:creationId xmlns:a16="http://schemas.microsoft.com/office/drawing/2014/main" id="{28A652EA-7336-4B00-A7D0-EAC9CDC26145}"/>
              </a:ext>
            </a:extLst>
          </p:cNvPr>
          <p:cNvCxnSpPr>
            <a:cxnSpLocks/>
          </p:cNvCxnSpPr>
          <p:nvPr/>
        </p:nvCxnSpPr>
        <p:spPr>
          <a:xfrm>
            <a:off x="2078779" y="2333636"/>
            <a:ext cx="5923252" cy="0"/>
          </a:xfrm>
          <a:prstGeom prst="straightConnector1">
            <a:avLst/>
          </a:prstGeom>
          <a:ln w="28575">
            <a:solidFill>
              <a:schemeClr val="bg1">
                <a:lumMod val="50000"/>
              </a:schemeClr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45CC8A55-C302-416C-9F57-DF0845F6BF62}"/>
              </a:ext>
            </a:extLst>
          </p:cNvPr>
          <p:cNvSpPr txBox="1"/>
          <p:nvPr/>
        </p:nvSpPr>
        <p:spPr>
          <a:xfrm>
            <a:off x="7303442" y="2393653"/>
            <a:ext cx="209994" cy="246221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ctr"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  <a:buSzPct val="85000"/>
              <a:defRPr/>
            </a:pPr>
            <a:r>
              <a:rPr kumimoji="1"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SOP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  <a:buSzPct val="85000"/>
              <a:defRPr/>
            </a:pPr>
            <a:r>
              <a:rPr kumimoji="1"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E77A</a:t>
            </a: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D540E820-84E2-4B5C-B690-745C8518A7CD}"/>
              </a:ext>
            </a:extLst>
          </p:cNvPr>
          <p:cNvSpPr txBox="1"/>
          <p:nvPr/>
        </p:nvSpPr>
        <p:spPr>
          <a:xfrm>
            <a:off x="5250932" y="2416521"/>
            <a:ext cx="256480" cy="246221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ctr"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  <a:buSzPct val="85000"/>
              <a:defRPr/>
            </a:pPr>
            <a:r>
              <a:rPr kumimoji="1"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SOP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  <a:buSzPct val="85000"/>
              <a:defRPr/>
            </a:pPr>
            <a:r>
              <a:rPr kumimoji="1"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E161A</a:t>
            </a: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416644A1-EF58-4B9A-BE75-D15D5A6ED918}"/>
              </a:ext>
            </a:extLst>
          </p:cNvPr>
          <p:cNvSpPr txBox="1"/>
          <p:nvPr/>
        </p:nvSpPr>
        <p:spPr>
          <a:xfrm>
            <a:off x="7737999" y="2405428"/>
            <a:ext cx="209993" cy="246221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ctr"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  <a:buSzPct val="85000"/>
              <a:defRPr/>
            </a:pPr>
            <a:r>
              <a:rPr kumimoji="1" lang="en-US" altLang="ko-KR" sz="800" b="1">
                <a:solidFill>
                  <a:schemeClr val="bg1">
                    <a:lumMod val="50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SOP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  <a:buSzPct val="85000"/>
              <a:defRPr/>
            </a:pPr>
            <a:r>
              <a:rPr kumimoji="1" lang="en-US" altLang="ko-KR" sz="800" b="1">
                <a:solidFill>
                  <a:schemeClr val="bg1">
                    <a:lumMod val="50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E90B</a:t>
            </a: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E09962DC-9C40-4F00-9BC1-1E34A40A42F0}"/>
              </a:ext>
            </a:extLst>
          </p:cNvPr>
          <p:cNvSpPr txBox="1"/>
          <p:nvPr/>
        </p:nvSpPr>
        <p:spPr>
          <a:xfrm>
            <a:off x="8179698" y="2264342"/>
            <a:ext cx="205184" cy="246221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ctr"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  <a:buSzPct val="85000"/>
              <a:defRPr/>
            </a:pPr>
            <a:r>
              <a:rPr kumimoji="1" lang="en-US" altLang="ko-KR" sz="800" b="1">
                <a:solidFill>
                  <a:schemeClr val="bg1">
                    <a:lumMod val="50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SOP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  <a:buSzPct val="85000"/>
              <a:defRPr/>
            </a:pPr>
            <a:r>
              <a:rPr kumimoji="1" lang="en-US" altLang="ko-KR" sz="800" b="1">
                <a:solidFill>
                  <a:schemeClr val="bg1">
                    <a:lumMod val="50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JF1R</a:t>
            </a:r>
          </a:p>
        </p:txBody>
      </p:sp>
      <p:sp>
        <p:nvSpPr>
          <p:cNvPr id="174" name="타원 173">
            <a:extLst>
              <a:ext uri="{FF2B5EF4-FFF2-40B4-BE49-F238E27FC236}">
                <a16:creationId xmlns:a16="http://schemas.microsoft.com/office/drawing/2014/main" id="{8AA57761-6F72-4EE7-8977-4ABB55E09AC1}"/>
              </a:ext>
            </a:extLst>
          </p:cNvPr>
          <p:cNvSpPr/>
          <p:nvPr/>
        </p:nvSpPr>
        <p:spPr>
          <a:xfrm>
            <a:off x="5322715" y="2268869"/>
            <a:ext cx="112702" cy="112060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txBody>
          <a:bodyPr wrap="none" rtlCol="0" anchor="ctr">
            <a:noAutofit/>
          </a:bodyPr>
          <a:lstStyle/>
          <a:p>
            <a:pPr algn="ctr" defTabSz="914362" fontAlgn="ctr">
              <a:defRPr/>
            </a:pPr>
            <a: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4</a:t>
            </a:r>
            <a:endParaRPr lang="ko-KR" altLang="en-US" sz="1000" b="1" kern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75" name="타원 174">
            <a:extLst>
              <a:ext uri="{FF2B5EF4-FFF2-40B4-BE49-F238E27FC236}">
                <a16:creationId xmlns:a16="http://schemas.microsoft.com/office/drawing/2014/main" id="{2B09CFD5-F202-4391-BD80-31078E00D329}"/>
              </a:ext>
            </a:extLst>
          </p:cNvPr>
          <p:cNvSpPr/>
          <p:nvPr/>
        </p:nvSpPr>
        <p:spPr>
          <a:xfrm>
            <a:off x="7793367" y="2271056"/>
            <a:ext cx="112702" cy="112060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txBody>
          <a:bodyPr wrap="none" rtlCol="0" anchor="ctr">
            <a:noAutofit/>
          </a:bodyPr>
          <a:lstStyle/>
          <a:p>
            <a:pPr algn="ctr" defTabSz="914362" fontAlgn="ctr">
              <a:defRPr/>
            </a:pPr>
            <a: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31</a:t>
            </a:r>
            <a:endParaRPr lang="ko-KR" altLang="en-US" sz="1000" b="1" kern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7C433207-DC0D-4287-8428-46D564F19A07}"/>
              </a:ext>
            </a:extLst>
          </p:cNvPr>
          <p:cNvSpPr txBox="1"/>
          <p:nvPr/>
        </p:nvSpPr>
        <p:spPr>
          <a:xfrm>
            <a:off x="5343548" y="2705858"/>
            <a:ext cx="177934" cy="246222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  <a:buSzPct val="85000"/>
              <a:defRPr/>
            </a:pPr>
            <a:r>
              <a:rPr kumimoji="1" lang="en-US" altLang="ko-KR" sz="800" b="1">
                <a:solidFill>
                  <a:schemeClr val="bg1">
                    <a:lumMod val="50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SOP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  <a:buSzPct val="85000"/>
              <a:defRPr/>
            </a:pPr>
            <a:r>
              <a:rPr kumimoji="1" lang="en-US" altLang="ko-KR" sz="800" b="1">
                <a:solidFill>
                  <a:schemeClr val="bg1">
                    <a:lumMod val="50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JF2</a:t>
            </a: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922F5EF6-6FBC-45A7-B306-40564CDEF26E}"/>
              </a:ext>
            </a:extLst>
          </p:cNvPr>
          <p:cNvSpPr/>
          <p:nvPr/>
        </p:nvSpPr>
        <p:spPr>
          <a:xfrm>
            <a:off x="5493845" y="2771296"/>
            <a:ext cx="1649928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 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양산 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Site 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변경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(WA 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MI)</a:t>
            </a:r>
            <a:endParaRPr lang="ko-KR" altLang="en-US" sz="1050">
              <a:solidFill>
                <a:srgbClr val="0066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ACA32622-B913-46CE-A1BA-CC48594E4CE1}"/>
              </a:ext>
            </a:extLst>
          </p:cNvPr>
          <p:cNvSpPr/>
          <p:nvPr/>
        </p:nvSpPr>
        <p:spPr>
          <a:xfrm>
            <a:off x="7864149" y="2470549"/>
            <a:ext cx="91175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kumimoji="1"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SOP : ‘26.5</a:t>
            </a:r>
            <a:endParaRPr lang="ko-KR" altLang="en-US" sz="1200">
              <a:solidFill>
                <a:srgbClr val="0066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C9D4A981-76A7-47B8-8431-419D7D525915}"/>
              </a:ext>
            </a:extLst>
          </p:cNvPr>
          <p:cNvSpPr txBox="1"/>
          <p:nvPr/>
        </p:nvSpPr>
        <p:spPr>
          <a:xfrm>
            <a:off x="4372827" y="2416366"/>
            <a:ext cx="327013" cy="369332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ctr"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  <a:buSzPct val="85000"/>
              <a:defRPr/>
            </a:pPr>
            <a:r>
              <a:rPr kumimoji="1"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SOP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  <a:buSzPct val="85000"/>
              <a:defRPr/>
            </a:pPr>
            <a:r>
              <a:rPr kumimoji="1"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E81B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  <a:buSzPct val="85000"/>
              <a:defRPr/>
            </a:pPr>
            <a:r>
              <a:rPr kumimoji="1"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(18</a:t>
            </a:r>
            <a:r>
              <a:rPr kumimoji="1" lang="ko-KR" altLang="en-US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라인</a:t>
            </a:r>
            <a:r>
              <a:rPr kumimoji="1"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</p:txBody>
      </p:sp>
      <p:sp>
        <p:nvSpPr>
          <p:cNvPr id="180" name="타원 179">
            <a:extLst>
              <a:ext uri="{FF2B5EF4-FFF2-40B4-BE49-F238E27FC236}">
                <a16:creationId xmlns:a16="http://schemas.microsoft.com/office/drawing/2014/main" id="{3C80AC11-D783-4063-A6E2-A57B0591D113}"/>
              </a:ext>
            </a:extLst>
          </p:cNvPr>
          <p:cNvSpPr/>
          <p:nvPr/>
        </p:nvSpPr>
        <p:spPr>
          <a:xfrm>
            <a:off x="4470999" y="2270143"/>
            <a:ext cx="112702" cy="112060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txBody>
          <a:bodyPr wrap="none" rtlCol="0" anchor="ctr">
            <a:noAutofit/>
          </a:bodyPr>
          <a:lstStyle/>
          <a:p>
            <a:pPr algn="ctr" defTabSz="914362" fontAlgn="ctr">
              <a:defRPr/>
            </a:pPr>
            <a: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22</a:t>
            </a:r>
            <a:endParaRPr lang="ko-KR" altLang="en-US" sz="1000" b="1" kern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81" name="타원 180">
            <a:extLst>
              <a:ext uri="{FF2B5EF4-FFF2-40B4-BE49-F238E27FC236}">
                <a16:creationId xmlns:a16="http://schemas.microsoft.com/office/drawing/2014/main" id="{6CBCF7ED-5B36-4888-8D39-B676FF7AFDF2}"/>
              </a:ext>
            </a:extLst>
          </p:cNvPr>
          <p:cNvSpPr/>
          <p:nvPr/>
        </p:nvSpPr>
        <p:spPr>
          <a:xfrm>
            <a:off x="5619128" y="2267870"/>
            <a:ext cx="112702" cy="112060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txBody>
          <a:bodyPr wrap="none" rtlCol="0" anchor="ctr">
            <a:noAutofit/>
          </a:bodyPr>
          <a:lstStyle/>
          <a:p>
            <a:pPr algn="ctr" defTabSz="914362" fontAlgn="ctr">
              <a:defRPr/>
            </a:pPr>
            <a: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17</a:t>
            </a:r>
            <a:endParaRPr lang="ko-KR" altLang="en-US" sz="1000" b="1" kern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7A395B2D-8143-4F4E-9167-2EF437428C65}"/>
              </a:ext>
            </a:extLst>
          </p:cNvPr>
          <p:cNvSpPr txBox="1"/>
          <p:nvPr/>
        </p:nvSpPr>
        <p:spPr>
          <a:xfrm>
            <a:off x="5552356" y="2412328"/>
            <a:ext cx="256480" cy="246221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ctr"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  <a:buSzPct val="85000"/>
              <a:defRPr/>
            </a:pPr>
            <a:r>
              <a:rPr kumimoji="1"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SOP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  <a:buSzPct val="85000"/>
              <a:defRPr/>
            </a:pPr>
            <a:r>
              <a:rPr kumimoji="1"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E128A</a:t>
            </a:r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22F1102F-694A-4A3B-9E2A-2D10EF71143F}"/>
              </a:ext>
            </a:extLst>
          </p:cNvPr>
          <p:cNvSpPr/>
          <p:nvPr/>
        </p:nvSpPr>
        <p:spPr>
          <a:xfrm>
            <a:off x="7347704" y="2281432"/>
            <a:ext cx="112702" cy="112060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txBody>
          <a:bodyPr wrap="none" rtlCol="0" anchor="ctr">
            <a:noAutofit/>
          </a:bodyPr>
          <a:lstStyle/>
          <a:p>
            <a:pPr algn="ctr" defTabSz="914362" fontAlgn="ctr">
              <a:defRPr/>
            </a:pPr>
            <a: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29</a:t>
            </a:r>
            <a:endParaRPr lang="ko-KR" altLang="en-US" sz="1000" b="1" kern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F2DFE0D2-4F6C-46A6-B88F-2B35BDDDA18E}"/>
              </a:ext>
            </a:extLst>
          </p:cNvPr>
          <p:cNvGrpSpPr/>
          <p:nvPr/>
        </p:nvGrpSpPr>
        <p:grpSpPr>
          <a:xfrm>
            <a:off x="7717460" y="1599736"/>
            <a:ext cx="205184" cy="1328165"/>
            <a:chOff x="2787245" y="1509607"/>
            <a:chExt cx="205184" cy="1804994"/>
          </a:xfrm>
        </p:grpSpPr>
        <p:grpSp>
          <p:nvGrpSpPr>
            <p:cNvPr id="185" name="그룹 2">
              <a:extLst>
                <a:ext uri="{FF2B5EF4-FFF2-40B4-BE49-F238E27FC236}">
                  <a16:creationId xmlns:a16="http://schemas.microsoft.com/office/drawing/2014/main" id="{F11D4479-FA53-414C-A9AB-317D3A10CD11}"/>
                </a:ext>
              </a:extLst>
            </p:cNvPr>
            <p:cNvGrpSpPr/>
            <p:nvPr/>
          </p:nvGrpSpPr>
          <p:grpSpPr>
            <a:xfrm>
              <a:off x="2839297" y="1661376"/>
              <a:ext cx="120667" cy="1653225"/>
              <a:chOff x="4167960" y="2510051"/>
              <a:chExt cx="120667" cy="5134640"/>
            </a:xfrm>
          </p:grpSpPr>
          <p:cxnSp>
            <p:nvCxnSpPr>
              <p:cNvPr id="187" name="직선 연결선 167">
                <a:extLst>
                  <a:ext uri="{FF2B5EF4-FFF2-40B4-BE49-F238E27FC236}">
                    <a16:creationId xmlns:a16="http://schemas.microsoft.com/office/drawing/2014/main" id="{E4F931B9-21A9-4E2B-A667-2F51B5CBD5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28294" y="2685926"/>
                <a:ext cx="0" cy="4958765"/>
              </a:xfrm>
              <a:prstGeom prst="line">
                <a:avLst/>
              </a:prstGeom>
              <a:noFill/>
              <a:ln w="19050" cap="flat" cmpd="sng" algn="ctr">
                <a:solidFill>
                  <a:srgbClr val="FF0000"/>
                </a:solidFill>
                <a:prstDash val="sysDot"/>
              </a:ln>
              <a:effectLst/>
            </p:spPr>
          </p:cxnSp>
          <p:sp>
            <p:nvSpPr>
              <p:cNvPr id="188" name="이등변 삼각형 7">
                <a:extLst>
                  <a:ext uri="{FF2B5EF4-FFF2-40B4-BE49-F238E27FC236}">
                    <a16:creationId xmlns:a16="http://schemas.microsoft.com/office/drawing/2014/main" id="{AB7C1F85-1851-4ADF-9575-649345946B9F}"/>
                  </a:ext>
                </a:extLst>
              </p:cNvPr>
              <p:cNvSpPr/>
              <p:nvPr/>
            </p:nvSpPr>
            <p:spPr>
              <a:xfrm flipV="1">
                <a:off x="4167960" y="2510051"/>
                <a:ext cx="120667" cy="89074"/>
              </a:xfrm>
              <a:prstGeom prst="triangle">
                <a:avLst/>
              </a:prstGeom>
              <a:solidFill>
                <a:srgbClr val="FF0000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algn="ctr" latinLnBrk="0">
                  <a:spcBef>
                    <a:spcPct val="0"/>
                  </a:spcBef>
                  <a:defRPr/>
                </a:pPr>
                <a:endParaRPr lang="ko-KR" altLang="en-US" sz="4000" kern="0">
                  <a:solidFill>
                    <a:prstClr val="white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</p:grpSp>
        <p:sp>
          <p:nvSpPr>
            <p:cNvPr id="186" name="Text Box 4">
              <a:extLst>
                <a:ext uri="{FF2B5EF4-FFF2-40B4-BE49-F238E27FC236}">
                  <a16:creationId xmlns:a16="http://schemas.microsoft.com/office/drawing/2014/main" id="{3352FF61-1281-43D5-A2AC-9B3D2933F9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7245" y="1509607"/>
              <a:ext cx="205184" cy="1882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latinLnBrk="0">
                <a:defRPr/>
              </a:pPr>
              <a:r>
                <a:rPr lang="ko-KR" altLang="en-US" sz="900" kern="0">
                  <a:solidFill>
                    <a:srgbClr val="FF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현재</a:t>
              </a:r>
              <a:endParaRPr lang="en-US" altLang="ko-KR" sz="900" kern="0">
                <a:solidFill>
                  <a:srgbClr val="FF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endParaRPr>
            </a:p>
          </p:txBody>
        </p:sp>
      </p:grp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D719F0FF-949E-4E27-9DF2-9BD6D5D71CFD}"/>
              </a:ext>
            </a:extLst>
          </p:cNvPr>
          <p:cNvSpPr/>
          <p:nvPr/>
        </p:nvSpPr>
        <p:spPr>
          <a:xfrm>
            <a:off x="7548816" y="2620124"/>
            <a:ext cx="1649928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 SOP 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변경</a:t>
            </a:r>
            <a:endParaRPr kumimoji="1" lang="en-US" altLang="ko-KR" sz="7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defRPr/>
            </a:pP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(10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 → 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11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1050">
              <a:solidFill>
                <a:srgbClr val="0066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90" name="타원 189">
            <a:extLst>
              <a:ext uri="{FF2B5EF4-FFF2-40B4-BE49-F238E27FC236}">
                <a16:creationId xmlns:a16="http://schemas.microsoft.com/office/drawing/2014/main" id="{4FA99543-1E9F-4DB7-9723-756C0DE4F69F}"/>
              </a:ext>
            </a:extLst>
          </p:cNvPr>
          <p:cNvSpPr/>
          <p:nvPr/>
        </p:nvSpPr>
        <p:spPr>
          <a:xfrm>
            <a:off x="4990076" y="2270143"/>
            <a:ext cx="112702" cy="112060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txBody>
          <a:bodyPr wrap="none" rtlCol="0" anchor="ctr">
            <a:noAutofit/>
          </a:bodyPr>
          <a:lstStyle/>
          <a:p>
            <a:pPr algn="ctr" defTabSz="914362" fontAlgn="ctr">
              <a:defRPr/>
            </a:pPr>
            <a: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23</a:t>
            </a:r>
            <a:endParaRPr lang="ko-KR" altLang="en-US" sz="1000" b="1" kern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7CA9894C-879A-4462-812D-AE55833E1203}"/>
              </a:ext>
            </a:extLst>
          </p:cNvPr>
          <p:cNvSpPr txBox="1"/>
          <p:nvPr/>
        </p:nvSpPr>
        <p:spPr>
          <a:xfrm>
            <a:off x="4869275" y="2416366"/>
            <a:ext cx="327013" cy="369332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ctr"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  <a:buSzPct val="85000"/>
              <a:defRPr/>
            </a:pPr>
            <a:r>
              <a:rPr kumimoji="1"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SOP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  <a:buSzPct val="85000"/>
              <a:defRPr/>
            </a:pPr>
            <a:r>
              <a:rPr kumimoji="1"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E81B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  <a:buSzPct val="85000"/>
              <a:defRPr/>
            </a:pPr>
            <a:r>
              <a:rPr kumimoji="1"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(15</a:t>
            </a:r>
            <a:r>
              <a:rPr kumimoji="1" lang="ko-KR" altLang="en-US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라인</a:t>
            </a:r>
            <a:r>
              <a:rPr kumimoji="1"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BF7E8D1C-1521-400A-AEB0-38334943C707}"/>
              </a:ext>
            </a:extLst>
          </p:cNvPr>
          <p:cNvSpPr/>
          <p:nvPr/>
        </p:nvSpPr>
        <p:spPr>
          <a:xfrm>
            <a:off x="1983150" y="2746054"/>
            <a:ext cx="1973852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 ‘25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년 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KPI 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기준 신규모델 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E81B, E161A, E128A</a:t>
            </a:r>
            <a:endParaRPr lang="ko-KR" altLang="en-US" sz="1050">
              <a:solidFill>
                <a:srgbClr val="0066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FB27A708-C079-4F4B-82D0-9E0CC3473AC6}"/>
              </a:ext>
            </a:extLst>
          </p:cNvPr>
          <p:cNvSpPr txBox="1"/>
          <p:nvPr/>
        </p:nvSpPr>
        <p:spPr>
          <a:xfrm>
            <a:off x="5936255" y="3196649"/>
            <a:ext cx="267733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>
                <a:solidFill>
                  <a:srgbClr val="008000"/>
                </a:solidFill>
                <a:ea typeface="LG스마트체 Regular" panose="020B0600000101010101" pitchFamily="50" charset="-127"/>
              </a:rPr>
              <a:t>※ Project </a:t>
            </a:r>
            <a:r>
              <a:rPr lang="ko-KR" altLang="en-US" sz="700">
                <a:solidFill>
                  <a:srgbClr val="008000"/>
                </a:solidFill>
                <a:ea typeface="LG스마트체 Regular" panose="020B0600000101010101" pitchFamily="50" charset="-127"/>
              </a:rPr>
              <a:t>명 </a:t>
            </a:r>
            <a:r>
              <a:rPr lang="en-US" altLang="ko-KR" sz="700">
                <a:solidFill>
                  <a:srgbClr val="008000"/>
                </a:solidFill>
                <a:ea typeface="LG스마트체 Regular" panose="020B0600000101010101" pitchFamily="50" charset="-127"/>
              </a:rPr>
              <a:t>: </a:t>
            </a:r>
            <a:r>
              <a:rPr lang="ko-KR" altLang="en-US" sz="700">
                <a:solidFill>
                  <a:srgbClr val="008000"/>
                </a:solidFill>
                <a:ea typeface="LG스마트체 Regular" panose="020B0600000101010101" pitchFamily="50" charset="-127"/>
              </a:rPr>
              <a:t>고객사 지정 </a:t>
            </a:r>
            <a:r>
              <a:rPr lang="en-US" altLang="ko-KR" sz="700">
                <a:solidFill>
                  <a:srgbClr val="008000"/>
                </a:solidFill>
                <a:ea typeface="LG스마트체 Regular" panose="020B0600000101010101" pitchFamily="50" charset="-127"/>
              </a:rPr>
              <a:t>Project </a:t>
            </a:r>
            <a:r>
              <a:rPr lang="ko-KR" altLang="en-US" sz="700">
                <a:solidFill>
                  <a:srgbClr val="008000"/>
                </a:solidFill>
                <a:ea typeface="LG스마트체 Regular" panose="020B0600000101010101" pitchFamily="50" charset="-127"/>
              </a:rPr>
              <a:t>명</a:t>
            </a:r>
            <a:r>
              <a:rPr lang="en-US" altLang="ko-KR" sz="700">
                <a:solidFill>
                  <a:srgbClr val="008000"/>
                </a:solidFill>
                <a:ea typeface="LG스마트체 Regular" panose="020B0600000101010101" pitchFamily="50" charset="-127"/>
              </a:rPr>
              <a:t>(</a:t>
            </a:r>
            <a:r>
              <a:rPr lang="ko-KR" altLang="en-US" sz="700">
                <a:solidFill>
                  <a:srgbClr val="008000"/>
                </a:solidFill>
                <a:ea typeface="LG스마트체 Regular" panose="020B0600000101010101" pitchFamily="50" charset="-127"/>
              </a:rPr>
              <a:t>제품 </a:t>
            </a:r>
            <a:r>
              <a:rPr lang="en-US" altLang="ko-KR" sz="700">
                <a:solidFill>
                  <a:srgbClr val="008000"/>
                </a:solidFill>
                <a:ea typeface="LG스마트체 Regular" panose="020B0600000101010101" pitchFamily="50" charset="-127"/>
              </a:rPr>
              <a:t>Type, </a:t>
            </a:r>
            <a:r>
              <a:rPr lang="ko-KR" altLang="en-US" sz="700" err="1">
                <a:solidFill>
                  <a:srgbClr val="008000"/>
                </a:solidFill>
                <a:ea typeface="LG스마트체 Regular" panose="020B0600000101010101" pitchFamily="50" charset="-127"/>
              </a:rPr>
              <a:t>재료명</a:t>
            </a:r>
            <a:r>
              <a:rPr lang="en-US" altLang="ko-KR" sz="700">
                <a:solidFill>
                  <a:srgbClr val="008000"/>
                </a:solidFill>
                <a:ea typeface="LG스마트체 Regular" panose="020B0600000101010101" pitchFamily="50" charset="-127"/>
              </a:rPr>
              <a:t>, Project </a:t>
            </a:r>
            <a:r>
              <a:rPr lang="ko-KR" altLang="en-US" sz="700">
                <a:solidFill>
                  <a:srgbClr val="008000"/>
                </a:solidFill>
                <a:ea typeface="LG스마트체 Regular" panose="020B0600000101010101" pitchFamily="50" charset="-127"/>
              </a:rPr>
              <a:t>명 부여</a:t>
            </a:r>
            <a:r>
              <a:rPr lang="en-US" altLang="ko-KR" sz="700">
                <a:solidFill>
                  <a:srgbClr val="008000"/>
                </a:solidFill>
                <a:ea typeface="LG스마트체 Regular" panose="020B0600000101010101" pitchFamily="50" charset="-127"/>
              </a:rPr>
              <a:t>)</a:t>
            </a:r>
            <a:endParaRPr lang="ko-KR" altLang="en-US" sz="700">
              <a:solidFill>
                <a:srgbClr val="008000"/>
              </a:solidFill>
              <a:ea typeface="LG스마트체 Regular" panose="020B0600000101010101" pitchFamily="50" charset="-127"/>
            </a:endParaRPr>
          </a:p>
        </p:txBody>
      </p:sp>
      <p:graphicFrame>
        <p:nvGraphicFramePr>
          <p:cNvPr id="194" name="표 193">
            <a:extLst>
              <a:ext uri="{FF2B5EF4-FFF2-40B4-BE49-F238E27FC236}">
                <a16:creationId xmlns:a16="http://schemas.microsoft.com/office/drawing/2014/main" id="{EF584CD6-CEC7-4651-BA19-6526E78998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3844505"/>
              </p:ext>
            </p:extLst>
          </p:nvPr>
        </p:nvGraphicFramePr>
        <p:xfrm>
          <a:off x="1560671" y="3394286"/>
          <a:ext cx="6943272" cy="244445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42962">
                  <a:extLst>
                    <a:ext uri="{9D8B030D-6E8A-4147-A177-3AD203B41FA5}">
                      <a16:colId xmlns:a16="http://schemas.microsoft.com/office/drawing/2014/main" val="758720261"/>
                    </a:ext>
                  </a:extLst>
                </a:gridCol>
                <a:gridCol w="606160">
                  <a:extLst>
                    <a:ext uri="{9D8B030D-6E8A-4147-A177-3AD203B41FA5}">
                      <a16:colId xmlns:a16="http://schemas.microsoft.com/office/drawing/2014/main" val="3687351635"/>
                    </a:ext>
                  </a:extLst>
                </a:gridCol>
                <a:gridCol w="761670">
                  <a:extLst>
                    <a:ext uri="{9D8B030D-6E8A-4147-A177-3AD203B41FA5}">
                      <a16:colId xmlns:a16="http://schemas.microsoft.com/office/drawing/2014/main" val="3156694198"/>
                    </a:ext>
                  </a:extLst>
                </a:gridCol>
                <a:gridCol w="696519">
                  <a:extLst>
                    <a:ext uri="{9D8B030D-6E8A-4147-A177-3AD203B41FA5}">
                      <a16:colId xmlns:a16="http://schemas.microsoft.com/office/drawing/2014/main" val="2749394948"/>
                    </a:ext>
                  </a:extLst>
                </a:gridCol>
                <a:gridCol w="696519">
                  <a:extLst>
                    <a:ext uri="{9D8B030D-6E8A-4147-A177-3AD203B41FA5}">
                      <a16:colId xmlns:a16="http://schemas.microsoft.com/office/drawing/2014/main" val="335482928"/>
                    </a:ext>
                  </a:extLst>
                </a:gridCol>
                <a:gridCol w="1218909">
                  <a:extLst>
                    <a:ext uri="{9D8B030D-6E8A-4147-A177-3AD203B41FA5}">
                      <a16:colId xmlns:a16="http://schemas.microsoft.com/office/drawing/2014/main" val="4199650735"/>
                    </a:ext>
                  </a:extLst>
                </a:gridCol>
                <a:gridCol w="2220533">
                  <a:extLst>
                    <a:ext uri="{9D8B030D-6E8A-4147-A177-3AD203B41FA5}">
                      <a16:colId xmlns:a16="http://schemas.microsoft.com/office/drawing/2014/main" val="1303466182"/>
                    </a:ext>
                  </a:extLst>
                </a:gridCol>
              </a:tblGrid>
              <a:tr h="24454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baseline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Arial Narrow"/>
                          <a:ea typeface="LG스마트체 Regular"/>
                        </a:rPr>
                        <a:t>Project</a:t>
                      </a:r>
                      <a:endParaRPr lang="ko-KR" altLang="en-US" sz="700" b="0" baseline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baseline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Arial Narrow"/>
                          <a:ea typeface="LG스마트체 Regular"/>
                        </a:rPr>
                        <a:t>SOP</a:t>
                      </a:r>
                      <a:r>
                        <a:rPr lang="ko-KR" altLang="en-US" sz="700" b="0" baseline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Arial Narrow"/>
                          <a:ea typeface="LG스마트체 Regular"/>
                        </a:rPr>
                        <a:t> 일정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baseline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Arial Narrow"/>
                          <a:ea typeface="LG스마트체 Regular"/>
                        </a:rPr>
                        <a:t>생산 수량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baseline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700" b="0" baseline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Arial Narrow"/>
                          <a:ea typeface="LG스마트체 Regular"/>
                        </a:rPr>
                        <a:t>셀수율</a:t>
                      </a:r>
                      <a:r>
                        <a:rPr lang="en-US" altLang="ko-KR" sz="700" b="0" baseline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700" b="0" baseline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Arial Narrow"/>
                          <a:ea typeface="LG스마트체 Regular"/>
                        </a:rPr>
                        <a:t>누적 목표</a:t>
                      </a:r>
                      <a:r>
                        <a:rPr lang="en-US" altLang="ko-KR" sz="700" b="0" baseline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700" b="0" baseline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baseline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700" b="0" baseline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Arial Narrow"/>
                          <a:ea typeface="LG스마트체 Regular"/>
                        </a:rPr>
                        <a:t>셀수율</a:t>
                      </a:r>
                      <a:r>
                        <a:rPr lang="en-US" altLang="ko-KR" sz="700" b="0" baseline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700" b="0" baseline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Arial Narrow"/>
                          <a:ea typeface="LG스마트체 Regular"/>
                        </a:rPr>
                        <a:t>누적 실적</a:t>
                      </a:r>
                      <a:r>
                        <a:rPr lang="en-US" altLang="ko-KR" sz="700" b="0" baseline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Arial Narrow"/>
                          <a:ea typeface="LG스마트체 Regular"/>
                        </a:rPr>
                        <a:t>)</a:t>
                      </a:r>
                      <a:endParaRPr lang="ko-KR" altLang="en-US" sz="700" b="0" baseline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baseline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Arial Narrow"/>
                          <a:ea typeface="LG스마트체 Regular"/>
                        </a:rPr>
                        <a:t>주요</a:t>
                      </a:r>
                      <a:r>
                        <a:rPr lang="en-US" altLang="ko-KR" sz="700" b="0" baseline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700" b="0" baseline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Arial Narrow"/>
                          <a:ea typeface="LG스마트체 Regular"/>
                        </a:rPr>
                        <a:t>공정별 수율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baseline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Arial Narrow"/>
                          <a:ea typeface="LG스마트체 Regular"/>
                        </a:rPr>
                        <a:t>진행 사항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5989827"/>
                  </a:ext>
                </a:extLst>
              </a:tr>
              <a:tr h="73330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HKMC SVCT (E81B)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18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라인 </a:t>
                      </a:r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 5/22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일</a:t>
                      </a:r>
                      <a:endParaRPr lang="en-US" altLang="ko-KR" sz="700" b="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15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라인 </a:t>
                      </a:r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 6/23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일</a:t>
                      </a:r>
                      <a:endParaRPr lang="en-US" altLang="ko-KR" sz="700" b="0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18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2,383 KCell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15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1,451 KCell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Total : 3,939 Kcell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18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94.30%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15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93.24%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Total : 94.30%</a:t>
                      </a:r>
                      <a:endParaRPr lang="ko-KR" altLang="en-US" sz="7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18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94.42%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15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94.21%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Total : 94.70%</a:t>
                      </a:r>
                      <a:endParaRPr lang="ko-KR" altLang="en-US" sz="7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7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u="none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D2 </a:t>
                      </a:r>
                      <a:r>
                        <a:rPr lang="ko-KR" altLang="en-US" sz="700" b="0" u="none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샘플 조립 </a:t>
                      </a:r>
                      <a:r>
                        <a:rPr lang="en-US" altLang="ko-KR" sz="700" b="0" u="none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~ </a:t>
                      </a:r>
                      <a:r>
                        <a:rPr lang="ko-KR" altLang="en-US" sz="700" b="0" u="none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활성화 공정별 </a:t>
                      </a:r>
                      <a:r>
                        <a:rPr lang="en-US" altLang="ko-KR" sz="700" b="0" u="none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Worst </a:t>
                      </a:r>
                      <a:r>
                        <a:rPr lang="ko-KR" altLang="en-US" sz="700" b="0" u="none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불량 항목별 분석 완료</a:t>
                      </a:r>
                      <a:endParaRPr lang="en-US" altLang="ko-KR" sz="700" b="0" u="none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algn="l" latinLnBrk="1"/>
                      <a:r>
                        <a:rPr lang="ko-KR" altLang="en-US" sz="7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특이사항 약식으로 법인에 현상 공유</a:t>
                      </a:r>
                      <a:endParaRPr lang="en-US" altLang="ko-KR" sz="700" b="0" u="none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700" b="0" u="none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18</a:t>
                      </a:r>
                      <a:r>
                        <a:rPr lang="ko-KR" altLang="en-US" sz="700" b="0" u="none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700" b="0" u="none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SOP(5/22</a:t>
                      </a:r>
                      <a:r>
                        <a:rPr lang="ko-KR" altLang="en-US" sz="700" b="0" u="none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일</a:t>
                      </a:r>
                      <a:r>
                        <a:rPr lang="en-US" altLang="ko-KR" sz="700" b="0" u="none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 </a:t>
                      </a:r>
                      <a:r>
                        <a:rPr lang="ko-KR" altLang="en-US" sz="700" b="0" u="none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이후 각 공정별 모니터링 및 수율 목표 </a:t>
                      </a:r>
                      <a:endParaRPr lang="en-US" altLang="ko-KR" sz="700" b="0" u="none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algn="l" latinLnBrk="1"/>
                      <a:r>
                        <a:rPr lang="ko-KR" altLang="en-US" sz="700" b="0" u="none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미달 공정 불량 분석 후 법인 공유 중</a:t>
                      </a:r>
                      <a:endParaRPr lang="en-US" altLang="ko-KR" sz="700" b="0" u="none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algn="l" latinLnBrk="1"/>
                      <a:r>
                        <a:rPr lang="en-US" altLang="ko-KR" sz="700" b="0" u="none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15</a:t>
                      </a:r>
                      <a:r>
                        <a:rPr lang="ko-KR" altLang="en-US" sz="700" b="0" u="none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라인 양산 확대 적용</a:t>
                      </a:r>
                      <a:r>
                        <a:rPr lang="en-US" altLang="ko-KR" sz="700" b="0" u="none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(6/23) </a:t>
                      </a:r>
                      <a:r>
                        <a:rPr lang="ko-KR" altLang="en-US" sz="700" b="0" u="none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후 불량 원인 분석 및 조치 진행 중</a:t>
                      </a:r>
                      <a:endParaRPr lang="en-US" altLang="ko-KR" sz="700" b="0" u="none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4011768"/>
                  </a:ext>
                </a:extLst>
              </a:tr>
              <a:tr h="73330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Porsche PPE41C (E161A)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27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7/4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일</a:t>
                      </a:r>
                      <a:endParaRPr lang="en-US" altLang="ko-KR" sz="7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9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월 기준</a:t>
                      </a:r>
                      <a:endParaRPr lang="en-US" altLang="ko-KR" sz="7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algn="ctr" latinLnBrk="1"/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27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65 Kcell</a:t>
                      </a:r>
                    </a:p>
                    <a:p>
                      <a:pPr algn="ctr" latinLnBrk="1"/>
                      <a:endParaRPr lang="en-US" altLang="ko-KR" sz="7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algn="ctr" latinLnBrk="1"/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10/31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일 기준</a:t>
                      </a:r>
                      <a:endParaRPr lang="en-US" altLang="ko-KR" sz="7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algn="ctr" latinLnBrk="1"/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27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96 Kcell</a:t>
                      </a:r>
                    </a:p>
                    <a:p>
                      <a:pPr algn="ctr" latinLnBrk="1"/>
                      <a:endParaRPr lang="ko-KR" altLang="en-US" sz="7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27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92.92%</a:t>
                      </a:r>
                      <a:endParaRPr lang="ko-KR" altLang="en-US" sz="7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27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93.48%</a:t>
                      </a:r>
                      <a:endParaRPr lang="ko-KR" altLang="en-US" sz="7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27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라인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(~10/31)</a:t>
                      </a:r>
                    </a:p>
                    <a:p>
                      <a:pPr algn="ctr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LAMI : 98.39%</a:t>
                      </a:r>
                    </a:p>
                    <a:p>
                      <a:pPr algn="ctr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STK : 98.61%</a:t>
                      </a:r>
                    </a:p>
                    <a:p>
                      <a:pPr algn="ctr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차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99.53%</a:t>
                      </a:r>
                    </a:p>
                    <a:p>
                      <a:pPr algn="ctr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Grade : 98.82%</a:t>
                      </a:r>
                    </a:p>
                    <a:p>
                      <a:pPr algn="ctr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EOL : 99.73%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E131B 9</a:t>
                      </a:r>
                      <a:r>
                        <a:rPr lang="ko-KR" altLang="en-US" sz="7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월 물동 대비한 선행 양산 예정</a:t>
                      </a:r>
                      <a:r>
                        <a:rPr lang="en-US" altLang="ko-KR" sz="7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(7/3~8/27)</a:t>
                      </a:r>
                    </a:p>
                    <a:p>
                      <a:pPr algn="l" latinLnBrk="1"/>
                      <a:r>
                        <a:rPr lang="en-US" altLang="ko-KR" sz="7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E161A </a:t>
                      </a:r>
                      <a:r>
                        <a:rPr lang="ko-KR" altLang="en-US" sz="7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양산</a:t>
                      </a:r>
                      <a:r>
                        <a:rPr lang="en-US" altLang="ko-KR" sz="7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(7/4~) </a:t>
                      </a:r>
                      <a:r>
                        <a:rPr lang="ko-KR" altLang="en-US" sz="7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이후 불량 현상 파악 및 분석 중</a:t>
                      </a:r>
                      <a:endParaRPr lang="en-US" altLang="ko-KR" sz="700" b="0" u="none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E131A </a:t>
                      </a:r>
                      <a:r>
                        <a:rPr lang="ko-KR" altLang="en-US" sz="7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생산계획 변동으로 인해 </a:t>
                      </a:r>
                      <a:r>
                        <a:rPr lang="en-US" altLang="ko-KR" sz="7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9/8</a:t>
                      </a:r>
                      <a:r>
                        <a:rPr lang="ko-KR" altLang="en-US" sz="7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일부터 </a:t>
                      </a:r>
                      <a:r>
                        <a:rPr lang="en-US" altLang="ko-KR" sz="7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E161A </a:t>
                      </a:r>
                      <a:r>
                        <a:rPr lang="ko-KR" altLang="en-US" sz="7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생산 중</a:t>
                      </a:r>
                      <a:endParaRPr lang="en-US" altLang="ko-KR" sz="700" b="0" u="none" baseline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(8</a:t>
                      </a:r>
                      <a:r>
                        <a:rPr lang="ko-KR" altLang="en-US" sz="7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월 생산 계획 없음</a:t>
                      </a:r>
                      <a:r>
                        <a:rPr lang="en-US" altLang="ko-KR" sz="700" b="0" u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0877999"/>
                  </a:ext>
                </a:extLst>
              </a:tr>
              <a:tr h="73330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Renault Mid-Ni (E128A)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26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7/17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일</a:t>
                      </a:r>
                      <a:endParaRPr lang="en-US" altLang="ko-KR" sz="7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algn="ctr" latinLnBrk="1"/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28-6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9/6</a:t>
                      </a:r>
                      <a:r>
                        <a:rPr lang="ko-KR" altLang="en-US" sz="7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일</a:t>
                      </a:r>
                      <a:endParaRPr lang="en-US" altLang="ko-KR" sz="700" b="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baseline="0" dirty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10</a:t>
                      </a:r>
                      <a:r>
                        <a:rPr lang="ko-KR" altLang="en-US" sz="700" b="0" baseline="0" dirty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월 기준</a:t>
                      </a:r>
                      <a:endParaRPr lang="en-US" altLang="ko-KR" sz="700" b="0" baseline="0" dirty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algn="ctr" latinLnBrk="1"/>
                      <a:r>
                        <a:rPr lang="en-US" altLang="ko-KR" sz="700" b="0" baseline="0" dirty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26,28</a:t>
                      </a:r>
                      <a:r>
                        <a:rPr lang="ko-KR" altLang="en-US" sz="700" b="0" baseline="0" dirty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700" b="0" baseline="0" dirty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: 645 </a:t>
                      </a:r>
                      <a:r>
                        <a:rPr lang="en-US" altLang="ko-KR" sz="700" b="0" baseline="0" dirty="0" err="1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Kcell</a:t>
                      </a:r>
                      <a:endParaRPr lang="en-US" altLang="ko-KR" sz="700" b="0" baseline="0" dirty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algn="ctr" latinLnBrk="1"/>
                      <a:endParaRPr lang="en-US" altLang="ko-KR" sz="700" b="0" baseline="0" dirty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algn="ctr" latinLnBrk="1"/>
                      <a:r>
                        <a:rPr lang="en-US" altLang="ko-KR" sz="700" b="0" baseline="0" dirty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11/26</a:t>
                      </a:r>
                      <a:r>
                        <a:rPr lang="ko-KR" altLang="en-US" sz="700" b="0" baseline="0" dirty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월 기준</a:t>
                      </a:r>
                      <a:endParaRPr lang="en-US" altLang="ko-KR" sz="700" b="0" baseline="0" dirty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algn="ctr" latinLnBrk="1"/>
                      <a:r>
                        <a:rPr lang="en-US" altLang="ko-KR" sz="700" b="0" baseline="0" dirty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26,28</a:t>
                      </a:r>
                      <a:r>
                        <a:rPr lang="ko-KR" altLang="en-US" sz="700" b="0" baseline="0" dirty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700" b="0" baseline="0" dirty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: 844 </a:t>
                      </a:r>
                      <a:r>
                        <a:rPr lang="en-US" altLang="ko-KR" sz="700" b="0" baseline="0" dirty="0" err="1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Kcell</a:t>
                      </a:r>
                      <a:r>
                        <a:rPr lang="en-US" altLang="ko-KR" sz="700" b="0" baseline="0" dirty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</a:p>
                    <a:p>
                      <a:pPr algn="ctr" latinLnBrk="1"/>
                      <a:endParaRPr lang="ko-KR" altLang="en-US" sz="700" b="0" baseline="0" dirty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baseline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26,28</a:t>
                      </a:r>
                      <a:r>
                        <a:rPr lang="ko-KR" altLang="en-US" sz="700" b="0" baseline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700" b="0" baseline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: 94.53%</a:t>
                      </a:r>
                      <a:endParaRPr lang="ko-KR" altLang="en-US" sz="700" b="0" baseline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baseline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26,28</a:t>
                      </a:r>
                      <a:r>
                        <a:rPr lang="ko-KR" altLang="en-US" sz="700" b="0" baseline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라인 </a:t>
                      </a:r>
                      <a:r>
                        <a:rPr lang="en-US" altLang="ko-KR" sz="700" b="0" baseline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</a:rPr>
                        <a:t>: 94.81%</a:t>
                      </a:r>
                      <a:endParaRPr lang="ko-KR" altLang="en-US" sz="700" b="0" baseline="0">
                        <a:solidFill>
                          <a:srgbClr val="0000FF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700" dirty="0">
                        <a:solidFill>
                          <a:srgbClr val="0000FF"/>
                        </a:solidFill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u="none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SOP 7/17</a:t>
                      </a:r>
                      <a:r>
                        <a:rPr lang="ko-KR" altLang="en-US" sz="700" b="0" u="none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일부터 조건부 생산 진행</a:t>
                      </a:r>
                      <a:endParaRPr lang="en-US" altLang="ko-KR" sz="700" b="0" u="none" baseline="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700" b="0" u="none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700" b="0" u="none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일부 조건 </a:t>
                      </a:r>
                      <a:r>
                        <a:rPr lang="ko-KR" altLang="en-US" sz="700" b="0" u="none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불충족</a:t>
                      </a:r>
                      <a:r>
                        <a:rPr lang="ko-KR" altLang="en-US" sz="700" b="0" u="none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상태로 생산 진행</a:t>
                      </a:r>
                      <a:r>
                        <a:rPr lang="en-US" altLang="ko-KR" sz="700" b="0" u="none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algn="l" latinLnBrk="1"/>
                      <a:r>
                        <a:rPr lang="ko-KR" altLang="en-US" sz="700" b="0" u="none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전극 코팅 및 </a:t>
                      </a:r>
                      <a:r>
                        <a:rPr lang="ko-KR" altLang="en-US" sz="700" b="0" u="none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저전압</a:t>
                      </a:r>
                      <a:r>
                        <a:rPr lang="ko-KR" altLang="en-US" sz="700" b="0" u="none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이슈로 인해 생산 부동</a:t>
                      </a:r>
                      <a:r>
                        <a:rPr lang="en-US" altLang="ko-KR" sz="700" b="0" u="none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(8/17</a:t>
                      </a:r>
                      <a:r>
                        <a:rPr lang="ko-KR" altLang="en-US" sz="700" b="0" u="none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일</a:t>
                      </a:r>
                      <a:r>
                        <a:rPr lang="en-US" altLang="ko-KR" sz="700" b="0" u="none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~),</a:t>
                      </a:r>
                    </a:p>
                    <a:p>
                      <a:pPr algn="l" latinLnBrk="1"/>
                      <a:r>
                        <a:rPr lang="en-US" altLang="ko-KR" sz="700" b="0" u="none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9/4</a:t>
                      </a:r>
                      <a:r>
                        <a:rPr lang="ko-KR" altLang="en-US" sz="700" b="0" u="none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일 라인 가동 이후 불량 원인 분석 진행 중</a:t>
                      </a:r>
                      <a:endParaRPr lang="en-US" altLang="ko-KR" sz="700" b="0" u="none" baseline="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700" b="0" u="none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9/6</a:t>
                      </a:r>
                      <a:r>
                        <a:rPr lang="ko-KR" altLang="en-US" sz="700" b="0" u="none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일부터 </a:t>
                      </a:r>
                      <a:r>
                        <a:rPr lang="en-US" altLang="ko-KR" sz="700" b="0" u="none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28-6</a:t>
                      </a:r>
                      <a:r>
                        <a:rPr lang="ko-KR" altLang="en-US" sz="700" b="0" u="none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라인 양산 확대 적용 후 불량 분석 진행 중</a:t>
                      </a:r>
                      <a:endParaRPr lang="en-US" altLang="ko-KR" sz="700" b="0" u="none" baseline="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926169"/>
                  </a:ext>
                </a:extLst>
              </a:tr>
            </a:tbl>
          </a:graphicData>
        </a:graphic>
      </p:graphicFrame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9FC79508-F263-445D-93B2-6C2CDDB0FA8C}"/>
              </a:ext>
            </a:extLst>
          </p:cNvPr>
          <p:cNvSpPr/>
          <p:nvPr/>
        </p:nvSpPr>
        <p:spPr>
          <a:xfrm>
            <a:off x="2868033" y="4172388"/>
            <a:ext cx="94024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 PKG 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기준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(5~8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1050">
              <a:solidFill>
                <a:srgbClr val="0066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2A78C036-880A-460A-804A-E6E4B146EF24}"/>
              </a:ext>
            </a:extLst>
          </p:cNvPr>
          <p:cNvSpPr/>
          <p:nvPr/>
        </p:nvSpPr>
        <p:spPr>
          <a:xfrm>
            <a:off x="3653246" y="4172388"/>
            <a:ext cx="94024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 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기준 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5~8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endParaRPr lang="ko-KR" altLang="en-US" sz="1050">
              <a:solidFill>
                <a:srgbClr val="0066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963376EF-D0FB-4877-B2A8-DC67430E6777}"/>
              </a:ext>
            </a:extLst>
          </p:cNvPr>
          <p:cNvSpPr txBox="1"/>
          <p:nvPr/>
        </p:nvSpPr>
        <p:spPr>
          <a:xfrm>
            <a:off x="5025558" y="3637550"/>
            <a:ext cx="707245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/>
              <a:t>18</a:t>
            </a:r>
            <a:r>
              <a:rPr lang="ko-KR" altLang="en-US" sz="700"/>
              <a:t>라인</a:t>
            </a:r>
            <a:r>
              <a:rPr lang="en-US" altLang="ko-KR" sz="700"/>
              <a:t>(8</a:t>
            </a:r>
            <a:r>
              <a:rPr lang="ko-KR" altLang="en-US" sz="700"/>
              <a:t>월</a:t>
            </a:r>
            <a:r>
              <a:rPr lang="en-US" altLang="ko-KR" sz="700"/>
              <a:t>)</a:t>
            </a:r>
          </a:p>
          <a:p>
            <a:r>
              <a:rPr lang="en-US" altLang="ko-KR" sz="700"/>
              <a:t>LAMI : 98.90%</a:t>
            </a:r>
          </a:p>
          <a:p>
            <a:r>
              <a:rPr lang="en-US" altLang="ko-KR" sz="700"/>
              <a:t>STK : 98.67%</a:t>
            </a:r>
          </a:p>
          <a:p>
            <a:r>
              <a:rPr lang="en-US" altLang="ko-KR" sz="700"/>
              <a:t>1</a:t>
            </a:r>
            <a:r>
              <a:rPr lang="ko-KR" altLang="en-US" sz="700"/>
              <a:t>차 </a:t>
            </a:r>
            <a:r>
              <a:rPr lang="en-US" altLang="ko-KR" sz="700"/>
              <a:t>: 99.76%</a:t>
            </a:r>
          </a:p>
          <a:p>
            <a:r>
              <a:rPr lang="en-US" altLang="ko-KR" sz="700"/>
              <a:t>Grade</a:t>
            </a:r>
            <a:r>
              <a:rPr lang="ko-KR" altLang="en-US" sz="700"/>
              <a:t> </a:t>
            </a:r>
            <a:r>
              <a:rPr lang="en-US" altLang="ko-KR" sz="700"/>
              <a:t>:</a:t>
            </a:r>
            <a:r>
              <a:rPr lang="ko-KR" altLang="en-US" sz="700"/>
              <a:t> </a:t>
            </a:r>
            <a:r>
              <a:rPr lang="en-US" altLang="ko-KR" sz="700"/>
              <a:t>99.66%</a:t>
            </a:r>
          </a:p>
          <a:p>
            <a:r>
              <a:rPr lang="en-US" altLang="ko-KR" sz="700"/>
              <a:t>EOL : 98.95%</a:t>
            </a: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71AD4DB9-133D-4D10-98C5-98801FE81377}"/>
              </a:ext>
            </a:extLst>
          </p:cNvPr>
          <p:cNvSpPr txBox="1"/>
          <p:nvPr/>
        </p:nvSpPr>
        <p:spPr>
          <a:xfrm>
            <a:off x="5636483" y="3637550"/>
            <a:ext cx="707245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/>
              <a:t>15</a:t>
            </a:r>
            <a:r>
              <a:rPr lang="ko-KR" altLang="en-US" sz="700"/>
              <a:t>라인</a:t>
            </a:r>
            <a:r>
              <a:rPr lang="en-US" altLang="ko-KR" sz="700"/>
              <a:t>(8</a:t>
            </a:r>
            <a:r>
              <a:rPr lang="ko-KR" altLang="en-US" sz="700"/>
              <a:t>월</a:t>
            </a:r>
            <a:r>
              <a:rPr lang="en-US" altLang="ko-KR" sz="700"/>
              <a:t>)</a:t>
            </a:r>
          </a:p>
          <a:p>
            <a:r>
              <a:rPr lang="en-US" altLang="ko-KR" sz="700"/>
              <a:t>LAMI : 98.52%</a:t>
            </a:r>
          </a:p>
          <a:p>
            <a:r>
              <a:rPr lang="en-US" altLang="ko-KR" sz="700"/>
              <a:t>STK : 98.36%</a:t>
            </a:r>
          </a:p>
          <a:p>
            <a:r>
              <a:rPr lang="en-US" altLang="ko-KR" sz="700"/>
              <a:t>1</a:t>
            </a:r>
            <a:r>
              <a:rPr lang="ko-KR" altLang="en-US" sz="700"/>
              <a:t>차</a:t>
            </a:r>
            <a:r>
              <a:rPr lang="en-US" altLang="ko-KR" sz="700"/>
              <a:t> : 99.79%</a:t>
            </a:r>
          </a:p>
          <a:p>
            <a:r>
              <a:rPr lang="en-US" altLang="ko-KR" sz="700"/>
              <a:t>Grade</a:t>
            </a:r>
            <a:r>
              <a:rPr lang="ko-KR" altLang="en-US" sz="700"/>
              <a:t> </a:t>
            </a:r>
            <a:r>
              <a:rPr lang="en-US" altLang="ko-KR" sz="700"/>
              <a:t>:</a:t>
            </a:r>
            <a:r>
              <a:rPr lang="ko-KR" altLang="en-US" sz="700"/>
              <a:t> </a:t>
            </a:r>
            <a:r>
              <a:rPr lang="en-US" altLang="ko-KR" sz="700"/>
              <a:t>99.70%</a:t>
            </a:r>
          </a:p>
          <a:p>
            <a:r>
              <a:rPr lang="en-US" altLang="ko-KR" sz="700"/>
              <a:t>EOL : 98.87%</a:t>
            </a: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FF5F367F-600A-460C-A1A5-92E531F04326}"/>
              </a:ext>
            </a:extLst>
          </p:cNvPr>
          <p:cNvSpPr/>
          <p:nvPr/>
        </p:nvSpPr>
        <p:spPr>
          <a:xfrm>
            <a:off x="3016754" y="4925946"/>
            <a:ext cx="94024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 PKG 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기준</a:t>
            </a:r>
            <a:endParaRPr lang="ko-KR" altLang="en-US" sz="1050">
              <a:solidFill>
                <a:srgbClr val="0066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F3DEC844-6E83-41DB-A5CE-C4AB2DC10747}"/>
              </a:ext>
            </a:extLst>
          </p:cNvPr>
          <p:cNvSpPr/>
          <p:nvPr/>
        </p:nvSpPr>
        <p:spPr>
          <a:xfrm>
            <a:off x="3621227" y="5560812"/>
            <a:ext cx="94024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 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기준 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11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(M+3)</a:t>
            </a:r>
            <a:endParaRPr lang="ko-KR" altLang="en-US" sz="1050">
              <a:solidFill>
                <a:srgbClr val="0066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31D19538-BE29-4A57-A284-9FDB4B704604}"/>
              </a:ext>
            </a:extLst>
          </p:cNvPr>
          <p:cNvSpPr/>
          <p:nvPr/>
        </p:nvSpPr>
        <p:spPr>
          <a:xfrm>
            <a:off x="3607160" y="4849822"/>
            <a:ext cx="94024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 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기준 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10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(M+3)</a:t>
            </a:r>
            <a:endParaRPr lang="ko-KR" altLang="en-US" sz="1050">
              <a:solidFill>
                <a:srgbClr val="0066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02" name="직사각형 201">
            <a:extLst>
              <a:ext uri="{FF2B5EF4-FFF2-40B4-BE49-F238E27FC236}">
                <a16:creationId xmlns:a16="http://schemas.microsoft.com/office/drawing/2014/main" id="{23ECACA3-3D98-422E-9EE3-AC2C9190D115}"/>
              </a:ext>
            </a:extLst>
          </p:cNvPr>
          <p:cNvSpPr/>
          <p:nvPr/>
        </p:nvSpPr>
        <p:spPr>
          <a:xfrm>
            <a:off x="4359268" y="4172388"/>
            <a:ext cx="94024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 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기준 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5~8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endParaRPr lang="ko-KR" altLang="en-US" sz="1050">
              <a:solidFill>
                <a:srgbClr val="0066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03" name="직사각형 202">
            <a:extLst>
              <a:ext uri="{FF2B5EF4-FFF2-40B4-BE49-F238E27FC236}">
                <a16:creationId xmlns:a16="http://schemas.microsoft.com/office/drawing/2014/main" id="{A09D37CF-A67B-4548-AAE1-D3CD5F14C683}"/>
              </a:ext>
            </a:extLst>
          </p:cNvPr>
          <p:cNvSpPr/>
          <p:nvPr/>
        </p:nvSpPr>
        <p:spPr>
          <a:xfrm>
            <a:off x="3016754" y="5643025"/>
            <a:ext cx="94024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 PKG 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기준</a:t>
            </a:r>
            <a:endParaRPr lang="ko-KR" altLang="en-US" sz="1050">
              <a:solidFill>
                <a:srgbClr val="0066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04" name="직사각형 203">
            <a:extLst>
              <a:ext uri="{FF2B5EF4-FFF2-40B4-BE49-F238E27FC236}">
                <a16:creationId xmlns:a16="http://schemas.microsoft.com/office/drawing/2014/main" id="{3B4209A3-2CB1-44FF-B79C-9A954D2DABB8}"/>
              </a:ext>
            </a:extLst>
          </p:cNvPr>
          <p:cNvSpPr/>
          <p:nvPr/>
        </p:nvSpPr>
        <p:spPr>
          <a:xfrm>
            <a:off x="4310677" y="4849822"/>
            <a:ext cx="94024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 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기준 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10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(M+3)</a:t>
            </a:r>
            <a:endParaRPr lang="ko-KR" altLang="en-US" sz="1050">
              <a:solidFill>
                <a:srgbClr val="0066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05" name="직사각형 204">
            <a:extLst>
              <a:ext uri="{FF2B5EF4-FFF2-40B4-BE49-F238E27FC236}">
                <a16:creationId xmlns:a16="http://schemas.microsoft.com/office/drawing/2014/main" id="{E10F678C-8D5E-4C24-A8B2-EC2A4E3F9485}"/>
              </a:ext>
            </a:extLst>
          </p:cNvPr>
          <p:cNvSpPr/>
          <p:nvPr/>
        </p:nvSpPr>
        <p:spPr>
          <a:xfrm>
            <a:off x="4306644" y="5560812"/>
            <a:ext cx="94024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 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기준 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11</a:t>
            </a:r>
            <a:r>
              <a:rPr kumimoji="1"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kumimoji="1"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(M+3)</a:t>
            </a:r>
            <a:endParaRPr lang="ko-KR" altLang="en-US" sz="1050">
              <a:solidFill>
                <a:srgbClr val="0066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ACFDFB86-7559-4A05-960F-CF25959572A1}"/>
              </a:ext>
            </a:extLst>
          </p:cNvPr>
          <p:cNvSpPr txBox="1"/>
          <p:nvPr/>
        </p:nvSpPr>
        <p:spPr>
          <a:xfrm>
            <a:off x="5025558" y="5125573"/>
            <a:ext cx="726481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olidFill>
                  <a:srgbClr val="0000FF"/>
                </a:solidFill>
              </a:rPr>
              <a:t>26</a:t>
            </a:r>
            <a:r>
              <a:rPr lang="ko-KR" altLang="en-US" sz="700" dirty="0">
                <a:solidFill>
                  <a:srgbClr val="0000FF"/>
                </a:solidFill>
              </a:rPr>
              <a:t>라인</a:t>
            </a:r>
            <a:r>
              <a:rPr lang="en-US" altLang="ko-KR" sz="700" dirty="0">
                <a:solidFill>
                  <a:srgbClr val="0000FF"/>
                </a:solidFill>
              </a:rPr>
              <a:t>(~11/26)</a:t>
            </a:r>
          </a:p>
          <a:p>
            <a:r>
              <a:rPr lang="en-US" altLang="ko-KR" sz="700" dirty="0">
                <a:solidFill>
                  <a:srgbClr val="0000FF"/>
                </a:solidFill>
              </a:rPr>
              <a:t>LAMI : 98.98%</a:t>
            </a:r>
          </a:p>
          <a:p>
            <a:r>
              <a:rPr lang="en-US" altLang="ko-KR" sz="700" dirty="0">
                <a:solidFill>
                  <a:srgbClr val="0000FF"/>
                </a:solidFill>
              </a:rPr>
              <a:t>STK : 98.92%</a:t>
            </a:r>
          </a:p>
          <a:p>
            <a:r>
              <a:rPr lang="en-US" altLang="ko-KR" sz="700" dirty="0">
                <a:solidFill>
                  <a:srgbClr val="0000FF"/>
                </a:solidFill>
              </a:rPr>
              <a:t>1</a:t>
            </a:r>
            <a:r>
              <a:rPr lang="ko-KR" altLang="en-US" sz="700" dirty="0">
                <a:solidFill>
                  <a:srgbClr val="0000FF"/>
                </a:solidFill>
              </a:rPr>
              <a:t>차 </a:t>
            </a:r>
            <a:r>
              <a:rPr lang="en-US" altLang="ko-KR" sz="700" dirty="0">
                <a:solidFill>
                  <a:srgbClr val="0000FF"/>
                </a:solidFill>
              </a:rPr>
              <a:t>: 99.75%</a:t>
            </a:r>
          </a:p>
          <a:p>
            <a:r>
              <a:rPr lang="en-US" altLang="ko-KR" sz="700" dirty="0">
                <a:solidFill>
                  <a:srgbClr val="0000FF"/>
                </a:solidFill>
              </a:rPr>
              <a:t>Grade</a:t>
            </a:r>
            <a:r>
              <a:rPr lang="ko-KR" altLang="en-US" sz="700" dirty="0">
                <a:solidFill>
                  <a:srgbClr val="0000FF"/>
                </a:solidFill>
              </a:rPr>
              <a:t> </a:t>
            </a:r>
            <a:r>
              <a:rPr lang="en-US" altLang="ko-KR" sz="700" dirty="0">
                <a:solidFill>
                  <a:srgbClr val="0000FF"/>
                </a:solidFill>
              </a:rPr>
              <a:t>:</a:t>
            </a:r>
            <a:r>
              <a:rPr lang="ko-KR" altLang="en-US" sz="700" dirty="0">
                <a:solidFill>
                  <a:srgbClr val="0000FF"/>
                </a:solidFill>
              </a:rPr>
              <a:t> </a:t>
            </a:r>
            <a:r>
              <a:rPr lang="en-US" altLang="ko-KR" sz="700" dirty="0">
                <a:solidFill>
                  <a:srgbClr val="0000FF"/>
                </a:solidFill>
              </a:rPr>
              <a:t>97.51%</a:t>
            </a:r>
          </a:p>
          <a:p>
            <a:r>
              <a:rPr lang="en-US" altLang="ko-KR" sz="700" dirty="0">
                <a:solidFill>
                  <a:srgbClr val="0000FF"/>
                </a:solidFill>
              </a:rPr>
              <a:t>EOL : 98.11%</a:t>
            </a: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4FFF88C8-2F81-4E72-A301-0C2B5334B8B8}"/>
              </a:ext>
            </a:extLst>
          </p:cNvPr>
          <p:cNvSpPr txBox="1"/>
          <p:nvPr/>
        </p:nvSpPr>
        <p:spPr>
          <a:xfrm>
            <a:off x="5636482" y="5125573"/>
            <a:ext cx="707245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>
                <a:solidFill>
                  <a:srgbClr val="0000FF"/>
                </a:solidFill>
              </a:rPr>
              <a:t>28</a:t>
            </a:r>
            <a:r>
              <a:rPr lang="ko-KR" altLang="en-US" sz="700">
                <a:solidFill>
                  <a:srgbClr val="0000FF"/>
                </a:solidFill>
              </a:rPr>
              <a:t>라인</a:t>
            </a:r>
            <a:r>
              <a:rPr lang="en-US" altLang="ko-KR" sz="700">
                <a:solidFill>
                  <a:srgbClr val="0000FF"/>
                </a:solidFill>
              </a:rPr>
              <a:t>(~</a:t>
            </a:r>
            <a:r>
              <a:rPr lang="en-US" altLang="ko-KR" sz="700" dirty="0">
                <a:solidFill>
                  <a:srgbClr val="0000FF"/>
                </a:solidFill>
              </a:rPr>
              <a:t>11/26</a:t>
            </a:r>
            <a:r>
              <a:rPr lang="en-US" altLang="ko-KR" sz="700">
                <a:solidFill>
                  <a:srgbClr val="0000FF"/>
                </a:solidFill>
              </a:rPr>
              <a:t>)</a:t>
            </a:r>
          </a:p>
          <a:p>
            <a:r>
              <a:rPr lang="en-US" altLang="ko-KR" sz="700">
                <a:solidFill>
                  <a:srgbClr val="0000FF"/>
                </a:solidFill>
              </a:rPr>
              <a:t>LAMI : </a:t>
            </a:r>
            <a:r>
              <a:rPr lang="en-US" altLang="ko-KR" sz="700" dirty="0">
                <a:solidFill>
                  <a:srgbClr val="0000FF"/>
                </a:solidFill>
              </a:rPr>
              <a:t>98.87</a:t>
            </a:r>
            <a:r>
              <a:rPr lang="en-US" altLang="ko-KR" sz="700">
                <a:solidFill>
                  <a:srgbClr val="0000FF"/>
                </a:solidFill>
              </a:rPr>
              <a:t>%</a:t>
            </a:r>
          </a:p>
          <a:p>
            <a:r>
              <a:rPr lang="en-US" altLang="ko-KR" sz="700">
                <a:solidFill>
                  <a:srgbClr val="0000FF"/>
                </a:solidFill>
              </a:rPr>
              <a:t>STK : </a:t>
            </a:r>
            <a:r>
              <a:rPr lang="en-US" altLang="ko-KR" sz="700" dirty="0">
                <a:solidFill>
                  <a:srgbClr val="0000FF"/>
                </a:solidFill>
              </a:rPr>
              <a:t>98.92</a:t>
            </a:r>
            <a:r>
              <a:rPr lang="en-US" altLang="ko-KR" sz="700">
                <a:solidFill>
                  <a:srgbClr val="0000FF"/>
                </a:solidFill>
              </a:rPr>
              <a:t>%</a:t>
            </a:r>
          </a:p>
        </p:txBody>
      </p:sp>
    </p:spTree>
    <p:extLst>
      <p:ext uri="{BB962C8B-B14F-4D97-AF65-F5344CB8AC3E}">
        <p14:creationId xmlns:p14="http://schemas.microsoft.com/office/powerpoint/2010/main" val="3942421698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BB27AC-BD65-858F-DA0D-3D9636E59B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>
            <a:extLst>
              <a:ext uri="{FF2B5EF4-FFF2-40B4-BE49-F238E27FC236}">
                <a16:creationId xmlns:a16="http://schemas.microsoft.com/office/drawing/2014/main" id="{6939C6BF-8454-9CFA-359E-8E19F8E94AD4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r>
              <a:rPr lang="en-US" altLang="ko-KR" sz="1800"/>
              <a:t>3. </a:t>
            </a:r>
            <a:r>
              <a:rPr lang="ko-KR" altLang="en-US" sz="1800"/>
              <a:t>과제 진행 현황</a:t>
            </a:r>
            <a:r>
              <a:rPr lang="en-US" altLang="ko-KR" sz="1800"/>
              <a:t>_</a:t>
            </a:r>
            <a:r>
              <a:rPr lang="ko-KR" altLang="en-US" sz="1800"/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FD2AE15-F1E5-6A07-0129-0521FA6BDE62}"/>
              </a:ext>
            </a:extLst>
          </p:cNvPr>
          <p:cNvSpPr txBox="1">
            <a:spLocks/>
          </p:cNvSpPr>
          <p:nvPr/>
        </p:nvSpPr>
        <p:spPr>
          <a:xfrm>
            <a:off x="8451432" y="418066"/>
            <a:ext cx="1285608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</a:pP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작성자 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1100" err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박태욱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김종우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6372799A-6D2F-CAB9-A28D-9AE207E27A5D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50299"/>
          <a:ext cx="9644174" cy="5866620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328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921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23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609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6186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95167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신규 모델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셀 수율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안정화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(E81B)</a:t>
                      </a: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ESWA</a:t>
                      </a:r>
                      <a:endParaRPr lang="ko-KR" altLang="en-US" sz="900" kern="1200" baseline="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E81B KPI M+3(~8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기준 완료 되었습니다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 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셀 수율 누적 목표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94.30%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94.70%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으로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0.40%p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초과 달성하였습니다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-. E81B 5~8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월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(M+3)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셀 수율 누적 목표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94.30%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대비 누적 실적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94.70%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0.40%p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초과 달성하였습니다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-.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주요 불량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Top.3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공정은 스태킹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(1.94%),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라미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(1.44%), EOL(1.29%)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이며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불량률이 높은 스태킹 공정에 대해 집중적으로 불량 분석 진행 하였습니다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  <a:p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   스태킹 공정 중 스택 치수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(0.37%), HC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Overhang(0.29%),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모노스태킹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(0.26%), VCT(0.14%)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에 대한 불량 현상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파악 및 분석을 통해 법인과 협업하여 개선하고 있습니다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-. Daily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15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라인 및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18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라인 스태킹 불량 항목별 현상 파악 및 조치 진행 중 입니다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(Mono Stacking, VCT, HC_Overhang, Stack Dimension)​</a:t>
                      </a: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   - STK #18-1,3 Stack Dimension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에서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Taping Overlap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 위치 검사 오측 기인 외관 불량에 대해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Tape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탐색 레시피 최적화 조치 후 동일 불량 발생하지 않았습니다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.(8/29)</a:t>
                      </a: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   - STK #15-4 Mono Stacking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에서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Finger Clamp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마모로 인한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ROI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영역 내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GV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값 변화로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F,R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불량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(Finger Clamp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유무 확인 항목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에 대해 검사기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Threshold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조정 후</a:t>
                      </a:r>
                      <a:endParaRPr lang="en-US" altLang="ko-KR" sz="90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    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동일 불량 발생하지 않았습니다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.(9/1)</a:t>
                      </a: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   - Mono Stacking ‘L’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치수 불량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발생 시 중알람으로 설비 정지하는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로직 적용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(~9/2)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하였으며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적용 후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‘L’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치수 불량률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0.04%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→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0.01%,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▼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0.03%p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개선 하였습니다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</a:t>
                      </a: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-.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기존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18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라인 스태킹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&amp; EOL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개선 내용 기반으로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15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라인 불량 개선 진행 중</a:t>
                      </a: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   - EOL 15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라인 치수 불량 중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Cell Length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상한 불량 다발하였으며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 PKG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검사결과와 매칭하여 확인한 결과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PKG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공정에서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Pouch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길이 상한 관리됨을 확인하였으며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</a:t>
                      </a: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     PKG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공정에서 하한 관리되도록 법인에 분석 내용 공유하였습니다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.(7/22)</a:t>
                      </a:r>
                    </a:p>
                    <a:p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   - EOL 15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라인 치수 불량 중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Corner Cutting Length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하한 불량이 다발하였으며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,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 분석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W/F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를 활용하여 현상 파악 후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Cutting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유닛 조정을 통해 개선 하였습니다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</a:rPr>
                        <a:t>.(7/31)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</a:rPr>
                        <a:t>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SOP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E81B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18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(5/22)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15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라인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(6/23)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불량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분석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(~12/31)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박태욱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김종우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박형식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11429AF3-0DD1-E228-7128-C441C40F1685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업데이트 시간 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: 10/1(</a:t>
            </a:r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수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) 10</a:t>
            </a:r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시</a:t>
            </a:r>
          </a:p>
        </p:txBody>
      </p:sp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52ED0D38-5498-A58F-00C0-C4DB86F86A79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251293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</a:pP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조립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] WA 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신규 모델 셀 수율 개선</a:t>
            </a: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771BF8F3-C9CE-8917-C491-1F23C01AFF5A}"/>
              </a:ext>
            </a:extLst>
          </p:cNvPr>
          <p:cNvSpPr/>
          <p:nvPr/>
        </p:nvSpPr>
        <p:spPr>
          <a:xfrm>
            <a:off x="108658" y="1127394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algn="ctr"/>
            <a:r>
              <a:rPr lang="en-US" altLang="ko-KR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CDO/</a:t>
            </a:r>
            <a:r>
              <a:rPr lang="ko-KR" altLang="en-US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그룹</a:t>
            </a:r>
            <a:r>
              <a:rPr lang="en-US" altLang="ko-KR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담당 </a:t>
            </a:r>
            <a:r>
              <a:rPr lang="en-US" altLang="ko-KR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KPI</a:t>
            </a:r>
            <a:endParaRPr lang="ko-KR" altLang="en-US" sz="900" b="1">
              <a:solidFill>
                <a:schemeClr val="bg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9458E472-4B1E-A4F3-9C91-83A51A345E2A}"/>
              </a:ext>
            </a:extLst>
          </p:cNvPr>
          <p:cNvSpPr txBox="1"/>
          <p:nvPr/>
        </p:nvSpPr>
        <p:spPr>
          <a:xfrm>
            <a:off x="141316" y="1379522"/>
            <a:ext cx="1208090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9/4</a:t>
            </a: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일</a:t>
            </a:r>
            <a:endParaRPr lang="en-US" altLang="ko-KR" sz="800">
              <a:solidFill>
                <a:prstClr val="black"/>
              </a:solidFill>
              <a:ea typeface="LG스마트체 Regular" panose="020B0600000101010101" pitchFamily="50" charset="-127"/>
            </a:endParaRPr>
          </a:p>
          <a:p>
            <a:pPr lvl="0">
              <a:defRPr/>
            </a:pP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: -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172990A9-E384-6EB4-C588-237725261EA1}"/>
              </a:ext>
            </a:extLst>
          </p:cNvPr>
          <p:cNvSpPr txBox="1"/>
          <p:nvPr/>
        </p:nvSpPr>
        <p:spPr>
          <a:xfrm>
            <a:off x="5645785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-#10,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06D81C9-4B70-71C3-E352-2F1F4848F372}"/>
              </a:ext>
            </a:extLst>
          </p:cNvPr>
          <p:cNvSpPr txBox="1"/>
          <p:nvPr/>
        </p:nvSpPr>
        <p:spPr>
          <a:xfrm>
            <a:off x="6073597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E0AC591C-F956-423E-8708-39AEA72410D0}"/>
              </a:ext>
            </a:extLst>
          </p:cNvPr>
          <p:cNvSpPr txBox="1"/>
          <p:nvPr/>
        </p:nvSpPr>
        <p:spPr>
          <a:xfrm flipH="1">
            <a:off x="6166649" y="6098969"/>
            <a:ext cx="2764970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/>
            <a:r>
              <a:rPr lang="ko-KR" altLang="en-US" sz="800">
                <a:solidFill>
                  <a:srgbClr val="008000"/>
                </a:solidFill>
              </a:rPr>
              <a:t>* </a:t>
            </a:r>
            <a:r>
              <a:rPr lang="en-US" altLang="ko-KR" sz="800">
                <a:solidFill>
                  <a:srgbClr val="008000"/>
                </a:solidFill>
              </a:rPr>
              <a:t>L</a:t>
            </a:r>
            <a:r>
              <a:rPr lang="ko-KR" altLang="en-US" sz="800">
                <a:solidFill>
                  <a:srgbClr val="008000"/>
                </a:solidFill>
              </a:rPr>
              <a:t>항목 </a:t>
            </a:r>
            <a:r>
              <a:rPr lang="en-US" altLang="ko-KR" sz="800">
                <a:solidFill>
                  <a:srgbClr val="008000"/>
                </a:solidFill>
              </a:rPr>
              <a:t>: </a:t>
            </a:r>
            <a:r>
              <a:rPr lang="ko-KR" altLang="en-US" sz="800">
                <a:solidFill>
                  <a:srgbClr val="008000"/>
                </a:solidFill>
              </a:rPr>
              <a:t>모노셀 틀어짐으로 인한 검사 영역 내 모노셀 감지 </a:t>
            </a:r>
            <a:endParaRPr lang="en-US" altLang="ko-KR" sz="800">
              <a:solidFill>
                <a:srgbClr val="008000"/>
              </a:solidFill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2FE9E87D-DE9D-41BF-A891-35B79F276C40}"/>
              </a:ext>
            </a:extLst>
          </p:cNvPr>
          <p:cNvSpPr txBox="1"/>
          <p:nvPr/>
        </p:nvSpPr>
        <p:spPr>
          <a:xfrm>
            <a:off x="6960651" y="1375931"/>
            <a:ext cx="183415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/>
              <a:t>15/18</a:t>
            </a:r>
            <a:r>
              <a:rPr lang="ko-KR" altLang="en-US" sz="800"/>
              <a:t>라인 </a:t>
            </a:r>
            <a:r>
              <a:rPr lang="en-US" altLang="ko-KR" sz="800"/>
              <a:t>E81B </a:t>
            </a:r>
            <a:r>
              <a:rPr lang="ko-KR" altLang="en-US" sz="800"/>
              <a:t>공정별 불량률</a:t>
            </a:r>
            <a:r>
              <a:rPr lang="en-US" altLang="ko-KR" sz="800"/>
              <a:t>(5/22~8/31)</a:t>
            </a:r>
            <a:endParaRPr lang="ko-KR" altLang="en-US" sz="800"/>
          </a:p>
        </p:txBody>
      </p:sp>
      <p:graphicFrame>
        <p:nvGraphicFramePr>
          <p:cNvPr id="77" name="표 76">
            <a:extLst>
              <a:ext uri="{FF2B5EF4-FFF2-40B4-BE49-F238E27FC236}">
                <a16:creationId xmlns:a16="http://schemas.microsoft.com/office/drawing/2014/main" id="{25BBF114-9115-4E71-8035-6B7731A80C0F}"/>
              </a:ext>
            </a:extLst>
          </p:cNvPr>
          <p:cNvGraphicFramePr>
            <a:graphicFrameLocks noGrp="1"/>
          </p:cNvGraphicFramePr>
          <p:nvPr/>
        </p:nvGraphicFramePr>
        <p:xfrm>
          <a:off x="1440897" y="1574849"/>
          <a:ext cx="7251506" cy="17120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86479">
                  <a:extLst>
                    <a:ext uri="{9D8B030D-6E8A-4147-A177-3AD203B41FA5}">
                      <a16:colId xmlns:a16="http://schemas.microsoft.com/office/drawing/2014/main" val="1253838789"/>
                    </a:ext>
                  </a:extLst>
                </a:gridCol>
                <a:gridCol w="536773">
                  <a:extLst>
                    <a:ext uri="{9D8B030D-6E8A-4147-A177-3AD203B41FA5}">
                      <a16:colId xmlns:a16="http://schemas.microsoft.com/office/drawing/2014/main" val="844254273"/>
                    </a:ext>
                  </a:extLst>
                </a:gridCol>
                <a:gridCol w="536773">
                  <a:extLst>
                    <a:ext uri="{9D8B030D-6E8A-4147-A177-3AD203B41FA5}">
                      <a16:colId xmlns:a16="http://schemas.microsoft.com/office/drawing/2014/main" val="2292510119"/>
                    </a:ext>
                  </a:extLst>
                </a:gridCol>
                <a:gridCol w="429420">
                  <a:extLst>
                    <a:ext uri="{9D8B030D-6E8A-4147-A177-3AD203B41FA5}">
                      <a16:colId xmlns:a16="http://schemas.microsoft.com/office/drawing/2014/main" val="1023381503"/>
                    </a:ext>
                  </a:extLst>
                </a:gridCol>
                <a:gridCol w="386479">
                  <a:extLst>
                    <a:ext uri="{9D8B030D-6E8A-4147-A177-3AD203B41FA5}">
                      <a16:colId xmlns:a16="http://schemas.microsoft.com/office/drawing/2014/main" val="3113394321"/>
                    </a:ext>
                  </a:extLst>
                </a:gridCol>
                <a:gridCol w="422263">
                  <a:extLst>
                    <a:ext uri="{9D8B030D-6E8A-4147-A177-3AD203B41FA5}">
                      <a16:colId xmlns:a16="http://schemas.microsoft.com/office/drawing/2014/main" val="674336259"/>
                    </a:ext>
                  </a:extLst>
                </a:gridCol>
                <a:gridCol w="402581">
                  <a:extLst>
                    <a:ext uri="{9D8B030D-6E8A-4147-A177-3AD203B41FA5}">
                      <a16:colId xmlns:a16="http://schemas.microsoft.com/office/drawing/2014/main" val="752324488"/>
                    </a:ext>
                  </a:extLst>
                </a:gridCol>
                <a:gridCol w="386479">
                  <a:extLst>
                    <a:ext uri="{9D8B030D-6E8A-4147-A177-3AD203B41FA5}">
                      <a16:colId xmlns:a16="http://schemas.microsoft.com/office/drawing/2014/main" val="3134163545"/>
                    </a:ext>
                  </a:extLst>
                </a:gridCol>
                <a:gridCol w="436576">
                  <a:extLst>
                    <a:ext uri="{9D8B030D-6E8A-4147-A177-3AD203B41FA5}">
                      <a16:colId xmlns:a16="http://schemas.microsoft.com/office/drawing/2014/main" val="3026380558"/>
                    </a:ext>
                  </a:extLst>
                </a:gridCol>
                <a:gridCol w="407949">
                  <a:extLst>
                    <a:ext uri="{9D8B030D-6E8A-4147-A177-3AD203B41FA5}">
                      <a16:colId xmlns:a16="http://schemas.microsoft.com/office/drawing/2014/main" val="3920310873"/>
                    </a:ext>
                  </a:extLst>
                </a:gridCol>
                <a:gridCol w="407949">
                  <a:extLst>
                    <a:ext uri="{9D8B030D-6E8A-4147-A177-3AD203B41FA5}">
                      <a16:colId xmlns:a16="http://schemas.microsoft.com/office/drawing/2014/main" val="1176459956"/>
                    </a:ext>
                  </a:extLst>
                </a:gridCol>
                <a:gridCol w="436576">
                  <a:extLst>
                    <a:ext uri="{9D8B030D-6E8A-4147-A177-3AD203B41FA5}">
                      <a16:colId xmlns:a16="http://schemas.microsoft.com/office/drawing/2014/main" val="2385678044"/>
                    </a:ext>
                  </a:extLst>
                </a:gridCol>
                <a:gridCol w="407949">
                  <a:extLst>
                    <a:ext uri="{9D8B030D-6E8A-4147-A177-3AD203B41FA5}">
                      <a16:colId xmlns:a16="http://schemas.microsoft.com/office/drawing/2014/main" val="1221789322"/>
                    </a:ext>
                  </a:extLst>
                </a:gridCol>
                <a:gridCol w="407949">
                  <a:extLst>
                    <a:ext uri="{9D8B030D-6E8A-4147-A177-3AD203B41FA5}">
                      <a16:colId xmlns:a16="http://schemas.microsoft.com/office/drawing/2014/main" val="1386008420"/>
                    </a:ext>
                  </a:extLst>
                </a:gridCol>
                <a:gridCol w="407949">
                  <a:extLst>
                    <a:ext uri="{9D8B030D-6E8A-4147-A177-3AD203B41FA5}">
                      <a16:colId xmlns:a16="http://schemas.microsoft.com/office/drawing/2014/main" val="2490321211"/>
                    </a:ext>
                  </a:extLst>
                </a:gridCol>
                <a:gridCol w="407949">
                  <a:extLst>
                    <a:ext uri="{9D8B030D-6E8A-4147-A177-3AD203B41FA5}">
                      <a16:colId xmlns:a16="http://schemas.microsoft.com/office/drawing/2014/main" val="797823076"/>
                    </a:ext>
                  </a:extLst>
                </a:gridCol>
                <a:gridCol w="443413">
                  <a:extLst>
                    <a:ext uri="{9D8B030D-6E8A-4147-A177-3AD203B41FA5}">
                      <a16:colId xmlns:a16="http://schemas.microsoft.com/office/drawing/2014/main" val="1661254359"/>
                    </a:ext>
                  </a:extLst>
                </a:gridCol>
              </a:tblGrid>
              <a:tr h="119283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  <a:endParaRPr lang="ko-KR" altLang="en-US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 </a:t>
                      </a:r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목표</a:t>
                      </a:r>
                      <a:endParaRPr lang="en-US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 </a:t>
                      </a:r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실적</a:t>
                      </a: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생산량</a:t>
                      </a:r>
                      <a:endParaRPr lang="en-US" sz="7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M+1 </a:t>
                      </a:r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목표</a:t>
                      </a:r>
                      <a:endParaRPr lang="en-US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M+1 </a:t>
                      </a:r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실적</a:t>
                      </a: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생산량</a:t>
                      </a:r>
                      <a:endParaRPr lang="en-US" sz="7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M+2 </a:t>
                      </a:r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목표</a:t>
                      </a:r>
                      <a:endParaRPr lang="en-US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M+2 </a:t>
                      </a:r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실적</a:t>
                      </a: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생산량</a:t>
                      </a:r>
                      <a:endParaRPr lang="en-US" sz="7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M+3 </a:t>
                      </a:r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목표</a:t>
                      </a:r>
                      <a:endParaRPr lang="en-US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M+3 </a:t>
                      </a:r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실적</a:t>
                      </a: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생산량</a:t>
                      </a:r>
                      <a:endParaRPr lang="en-US" sz="7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누적 목표</a:t>
                      </a:r>
                      <a:endParaRPr lang="en-US" sz="7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누적 실적</a:t>
                      </a:r>
                      <a:endParaRPr lang="en-US" sz="7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누적 생산량</a:t>
                      </a:r>
                      <a:endParaRPr lang="en-US" sz="7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5408153"/>
                  </a:ext>
                </a:extLst>
              </a:tr>
              <a:tr h="144793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Cell</a:t>
                      </a:r>
                      <a:endParaRPr 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92.71%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87.23%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92.71%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94.35%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93.57%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94.19%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93.57%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95.52%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94.30%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94.70%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950332"/>
                  </a:ext>
                </a:extLst>
              </a:tr>
              <a:tr h="144793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Assembly</a:t>
                      </a:r>
                      <a:endParaRPr 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95.55%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94.81%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95.55%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97.23%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96.00%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96.96%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96.00%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97.18%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96.37%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97.03%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2656169"/>
                  </a:ext>
                </a:extLst>
              </a:tr>
              <a:tr h="144793"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  <a:endParaRPr lang="ko-KR" alt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u="none" strike="noStrike" baseline="0" err="1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Lami</a:t>
                      </a:r>
                      <a:endParaRPr 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98.09%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135,656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98.09%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98.29%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829,891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98.68%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1,510,247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98.15%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98.59%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1,647,552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98.25%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98.55%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4,123,255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7456216"/>
                  </a:ext>
                </a:extLst>
              </a:tr>
              <a:tr h="1447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STK</a:t>
                      </a:r>
                      <a:endParaRPr 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98.20%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97.38%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134,085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98.20%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99.32%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814,480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98.56%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1,489,123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98.35%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98.86%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1,622,966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98.58%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98.79%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4,060,654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45526020"/>
                  </a:ext>
                </a:extLst>
              </a:tr>
              <a:tr h="1447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PKG</a:t>
                      </a:r>
                      <a:endParaRPr 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99.20%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99.25%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121,353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99.20%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99.60%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795,043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99.70%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1,444,231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99.45%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99.71%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1,578,544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99.51%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99.67%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3,939,171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32390369"/>
                  </a:ext>
                </a:extLst>
              </a:tr>
              <a:tr h="144793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Formation</a:t>
                      </a:r>
                      <a:endParaRPr 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97.02%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92.01%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97.02%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97.04%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97.14%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97.47%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98.29%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97.86%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97.59%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0629843"/>
                  </a:ext>
                </a:extLst>
              </a:tr>
              <a:tr h="144793">
                <a:tc row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  <a:endParaRPr lang="ko-KR" alt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1st J/F</a:t>
                      </a:r>
                      <a:endParaRPr 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99.80%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98.51%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84,316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99.80%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99.64%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743,937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99.70%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1,429,007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99.85%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99.78%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1,555,187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99.69%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3,812,447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8268911"/>
                  </a:ext>
                </a:extLst>
              </a:tr>
              <a:tr h="1447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2nd J/F</a:t>
                      </a:r>
                      <a:endParaRPr 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99.80%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48,609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99.80%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675,405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1,436,793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99.85%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1,539,261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3,700,068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5820057"/>
                  </a:ext>
                </a:extLst>
              </a:tr>
              <a:tr h="1447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DGS</a:t>
                      </a:r>
                      <a:endParaRPr 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99.80%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63,085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99.80%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667,355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1,435,292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99.85%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1,540,365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3,706,097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3440448"/>
                  </a:ext>
                </a:extLst>
              </a:tr>
              <a:tr h="1447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Grade</a:t>
                      </a:r>
                      <a:endParaRPr 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99.00%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98.42%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1,960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99.00%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98.94%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557,773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99.10%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99.03%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1,342,562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99.10%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99.68%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1,452,451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99.24%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99.30%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3,354,746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1989789"/>
                  </a:ext>
                </a:extLst>
              </a:tr>
              <a:tr h="1447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EOL</a:t>
                      </a:r>
                      <a:endParaRPr 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98.59%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94.94%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1,858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98.59%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98.54%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540,881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98.80%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98.53%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1,289,375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98.80%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98.93%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1,450,754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99.02%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98.71%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3,282,868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22603074"/>
                  </a:ext>
                </a:extLst>
              </a:tr>
            </a:tbl>
          </a:graphicData>
        </a:graphic>
      </p:graphicFrame>
      <p:pic>
        <p:nvPicPr>
          <p:cNvPr id="78" name="그림 77">
            <a:extLst>
              <a:ext uri="{FF2B5EF4-FFF2-40B4-BE49-F238E27FC236}">
                <a16:creationId xmlns:a16="http://schemas.microsoft.com/office/drawing/2014/main" id="{D2326A10-E3E6-4F94-9173-C8AD678D360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11370" y="3340398"/>
            <a:ext cx="6533324" cy="1674059"/>
          </a:xfrm>
          <a:prstGeom prst="rect">
            <a:avLst/>
          </a:prstGeom>
        </p:spPr>
      </p:pic>
      <p:sp>
        <p:nvSpPr>
          <p:cNvPr id="79" name="TextBox 78">
            <a:extLst>
              <a:ext uri="{FF2B5EF4-FFF2-40B4-BE49-F238E27FC236}">
                <a16:creationId xmlns:a16="http://schemas.microsoft.com/office/drawing/2014/main" id="{0CBFF09C-2286-46A6-910D-B8FB729AB782}"/>
              </a:ext>
            </a:extLst>
          </p:cNvPr>
          <p:cNvSpPr txBox="1"/>
          <p:nvPr/>
        </p:nvSpPr>
        <p:spPr>
          <a:xfrm>
            <a:off x="7296664" y="3310677"/>
            <a:ext cx="14173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/>
              <a:t>E81B </a:t>
            </a:r>
            <a:r>
              <a:rPr lang="ko-KR" altLang="en-US" sz="800"/>
              <a:t>공정별 불량률</a:t>
            </a:r>
            <a:r>
              <a:rPr lang="en-US" altLang="ko-KR" sz="800"/>
              <a:t>(5/22~8/31)</a:t>
            </a:r>
            <a:endParaRPr lang="ko-KR" altLang="en-US" sz="800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DDC35EAE-DA23-409F-9995-E3AA2CAA3234}"/>
              </a:ext>
            </a:extLst>
          </p:cNvPr>
          <p:cNvSpPr txBox="1"/>
          <p:nvPr/>
        </p:nvSpPr>
        <p:spPr>
          <a:xfrm>
            <a:off x="5949987" y="4188549"/>
            <a:ext cx="5741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/>
              <a:t>위치 불량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7C1C1E12-E1AC-4B27-9E6F-1B1BDE0FA25D}"/>
              </a:ext>
            </a:extLst>
          </p:cNvPr>
          <p:cNvSpPr txBox="1"/>
          <p:nvPr/>
        </p:nvSpPr>
        <p:spPr>
          <a:xfrm>
            <a:off x="4209831" y="4754110"/>
            <a:ext cx="59663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/>
              <a:t>치수</a:t>
            </a:r>
            <a:r>
              <a:rPr lang="en-US" altLang="ko-KR" sz="800"/>
              <a:t>Vision</a:t>
            </a:r>
            <a:endParaRPr lang="ko-KR" altLang="en-US" sz="800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17A6EA1B-B246-4665-836A-A311A7BA5E08}"/>
              </a:ext>
            </a:extLst>
          </p:cNvPr>
          <p:cNvSpPr txBox="1"/>
          <p:nvPr/>
        </p:nvSpPr>
        <p:spPr>
          <a:xfrm>
            <a:off x="5169689" y="4202560"/>
            <a:ext cx="500720" cy="22060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800"/>
            </a:lvl1pPr>
          </a:lstStyle>
          <a:p>
            <a:r>
              <a:rPr lang="en-US" altLang="ko-KR"/>
              <a:t>NG</a:t>
            </a:r>
            <a:r>
              <a:rPr lang="ko-KR" altLang="en-US"/>
              <a:t>마킹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5E1BAC22-24B4-499A-A109-09BFA84E91A1}"/>
              </a:ext>
            </a:extLst>
          </p:cNvPr>
          <p:cNvSpPr txBox="1"/>
          <p:nvPr/>
        </p:nvSpPr>
        <p:spPr>
          <a:xfrm>
            <a:off x="3501735" y="3327698"/>
            <a:ext cx="93968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/>
              <a:t>외관변형 작업불가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958288-D306-4332-9655-3205B012D1C0}"/>
              </a:ext>
            </a:extLst>
          </p:cNvPr>
          <p:cNvSpPr txBox="1"/>
          <p:nvPr/>
        </p:nvSpPr>
        <p:spPr>
          <a:xfrm>
            <a:off x="3914200" y="3851660"/>
            <a:ext cx="572207" cy="22060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/>
              <a:t>공정 </a:t>
            </a:r>
            <a:r>
              <a:rPr lang="en-US" altLang="ko-KR" sz="800"/>
              <a:t>Loss</a:t>
            </a:r>
            <a:endParaRPr lang="ko-KR" altLang="en-US" sz="800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A75AAC2A-6951-4617-BEE9-C51955A62008}"/>
              </a:ext>
            </a:extLst>
          </p:cNvPr>
          <p:cNvSpPr txBox="1"/>
          <p:nvPr/>
        </p:nvSpPr>
        <p:spPr>
          <a:xfrm>
            <a:off x="5206248" y="3860494"/>
            <a:ext cx="5741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800"/>
            </a:lvl1pPr>
          </a:lstStyle>
          <a:p>
            <a:r>
              <a:rPr lang="ko-KR" altLang="en-US"/>
              <a:t>스택 치수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78BE87CE-6A48-46B1-8D89-96385072AC40}"/>
              </a:ext>
            </a:extLst>
          </p:cNvPr>
          <p:cNvSpPr txBox="1"/>
          <p:nvPr/>
        </p:nvSpPr>
        <p:spPr>
          <a:xfrm>
            <a:off x="6007917" y="3851660"/>
            <a:ext cx="64152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err="1"/>
              <a:t>모노스태킹</a:t>
            </a:r>
            <a:endParaRPr lang="ko-KR" altLang="en-US" sz="800"/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E2EEB9EC-58B7-4692-BA72-61535B71293E}"/>
              </a:ext>
            </a:extLst>
          </p:cNvPr>
          <p:cNvSpPr txBox="1"/>
          <p:nvPr/>
        </p:nvSpPr>
        <p:spPr>
          <a:xfrm>
            <a:off x="3659280" y="4767130"/>
            <a:ext cx="66556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/>
              <a:t>파우치 긁힘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8D9CE7DF-65FD-4FF7-9575-CE98D658398A}"/>
              </a:ext>
            </a:extLst>
          </p:cNvPr>
          <p:cNvSpPr txBox="1"/>
          <p:nvPr/>
        </p:nvSpPr>
        <p:spPr>
          <a:xfrm>
            <a:off x="3142758" y="3819100"/>
            <a:ext cx="46839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/>
              <a:t>Rework</a:t>
            </a:r>
            <a:endParaRPr lang="ko-KR" altLang="en-US" sz="800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BB86600B-4D3C-4D34-B409-09D37853AED2}"/>
              </a:ext>
            </a:extLst>
          </p:cNvPr>
          <p:cNvSpPr txBox="1"/>
          <p:nvPr/>
        </p:nvSpPr>
        <p:spPr>
          <a:xfrm>
            <a:off x="7004611" y="3858726"/>
            <a:ext cx="69762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800"/>
            </a:lvl1pPr>
          </a:lstStyle>
          <a:p>
            <a:r>
              <a:rPr lang="en-US" altLang="ko-KR"/>
              <a:t>HC Overhang</a:t>
            </a:r>
            <a:endParaRPr lang="ko-KR" altLang="en-US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2704204E-917E-4871-BBAF-B20BD8E4C465}"/>
              </a:ext>
            </a:extLst>
          </p:cNvPr>
          <p:cNvSpPr txBox="1"/>
          <p:nvPr/>
        </p:nvSpPr>
        <p:spPr>
          <a:xfrm>
            <a:off x="4464365" y="4520700"/>
            <a:ext cx="45878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err="1"/>
              <a:t>저전압</a:t>
            </a:r>
            <a:endParaRPr lang="ko-KR" altLang="en-US" sz="800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B1783987-2F4C-4939-861D-37C252723040}"/>
              </a:ext>
            </a:extLst>
          </p:cNvPr>
          <p:cNvSpPr txBox="1"/>
          <p:nvPr/>
        </p:nvSpPr>
        <p:spPr>
          <a:xfrm>
            <a:off x="6466252" y="4032598"/>
            <a:ext cx="756938" cy="1851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ts val="700"/>
              </a:lnSpc>
            </a:pPr>
            <a:r>
              <a:rPr lang="ko-KR" altLang="en-US" sz="800" err="1"/>
              <a:t>모노세파외관</a:t>
            </a:r>
            <a:endParaRPr lang="ko-KR" altLang="en-US" sz="800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E098E9BA-EAB4-44DB-9900-54F2F5BEB823}"/>
              </a:ext>
            </a:extLst>
          </p:cNvPr>
          <p:cNvSpPr txBox="1"/>
          <p:nvPr/>
        </p:nvSpPr>
        <p:spPr>
          <a:xfrm>
            <a:off x="5891120" y="4759962"/>
            <a:ext cx="26962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/>
              <a:t>IR</a:t>
            </a:r>
            <a:endParaRPr lang="ko-KR" altLang="en-US" sz="800"/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247EEF4E-CDBC-48FC-BA49-662E63A13AA7}"/>
              </a:ext>
            </a:extLst>
          </p:cNvPr>
          <p:cNvSpPr txBox="1"/>
          <p:nvPr/>
        </p:nvSpPr>
        <p:spPr>
          <a:xfrm>
            <a:off x="5257592" y="4754110"/>
            <a:ext cx="55015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/>
              <a:t>리드외관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CA10F4BE-0E8A-41E8-B263-57C22CE63E80}"/>
              </a:ext>
            </a:extLst>
          </p:cNvPr>
          <p:cNvSpPr txBox="1"/>
          <p:nvPr/>
        </p:nvSpPr>
        <p:spPr>
          <a:xfrm>
            <a:off x="4860349" y="4759962"/>
            <a:ext cx="36740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/>
              <a:t>샘플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2A70B9DA-EEC5-4E46-8592-98CCCDC89CD7}"/>
              </a:ext>
            </a:extLst>
          </p:cNvPr>
          <p:cNvSpPr txBox="1"/>
          <p:nvPr/>
        </p:nvSpPr>
        <p:spPr>
          <a:xfrm>
            <a:off x="3670932" y="4520700"/>
            <a:ext cx="75693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/>
              <a:t>저전압 상대화</a:t>
            </a:r>
          </a:p>
        </p:txBody>
      </p:sp>
    </p:spTree>
    <p:extLst>
      <p:ext uri="{BB962C8B-B14F-4D97-AF65-F5344CB8AC3E}">
        <p14:creationId xmlns:p14="http://schemas.microsoft.com/office/powerpoint/2010/main" val="2039431435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B993E8-3206-B7F6-7FF6-C90CCBF245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4485889C-7C23-1E44-3F44-63DAC7688EA0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50299"/>
          <a:ext cx="9644176" cy="6030196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328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928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951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532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6186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95167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신규 모델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셀 수율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안정화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(E77A)</a:t>
                      </a: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ESWA</a:t>
                      </a:r>
                      <a:endParaRPr lang="ko-KR" altLang="en-US" sz="900" kern="1200" baseline="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금주 핵심은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10,13,22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라인 라미 위치불량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스태킹 모노세파 외관 불량에 대한 현상 파악 및 분석 내용 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조립 불량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Top.5 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모노세파외관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(0.54%), NG Mark(0.47%),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공정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Loss(0.37%),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위치불량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(0.33%),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스택외관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(0.25%)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활성화 불량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Top.5 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샘플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(4.54%),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전 공정 불량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(1.42%),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파우치 긁힘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찍힘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(0.57%), ETC(0.45%), IR(0.43%)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2.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라미위치불량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-. 10-1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메인 유형은 정지 후 가동 기인의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축 불량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(23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 기준 위치 불량률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0.18%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중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0.11%)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: 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가감속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 –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타호기 대비 가감속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축 불량 높으며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SW4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CS4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불량이 함께 나오는 경우가 있었으며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SM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불량 관련하여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SM A1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검사 파라미터 조정 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(11/21) 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탭피치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전극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FDC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팀에서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FDC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인자 분석 진행 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노칭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10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13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호 비교 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13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호기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상대적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Best)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10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호기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상대적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Worst) RPM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및 가감속 비가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            헌팅되는 부분이 확인하였으며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관련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FDC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인자 특이점 분석 지속 진행 예정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-. 10-2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메인 유형은 재료교체 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/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등속 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축 불량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(23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 기준 위치 불량률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0.19%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중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0.08% / 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0.07%)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: X,Y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축 불량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– 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열 벨트 사행 기인 셀 회전 조치 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(11/21)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-. 10-3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메인 유형은 재료교채 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축 불량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(23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 기준 위치 불량률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0.30%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중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0.14%)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: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재료교체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음극 공급부별 교체 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EPC Actuator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편차로 인한 단차 확인하여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IP/PP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점검 예정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-. 13-3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: 22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 대비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23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 위치 불량률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0.35%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증가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(0.29% → 0.63%)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Tab Position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불량 항목이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0.29%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로 분석 예정 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:  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최근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축 등속 불량 증가되는 경향이 있으며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확인 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CUT3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단독 불량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과검 확인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파라미터 수정 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 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:  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- Main EPC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우상향 트렌드 경향을 보여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공급부 롤러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댄서롤러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/Main EPC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센서 고정 상태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베어링 상태 점검 예정 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-. 22-3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메인 유형은 재료교체 기인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축 불량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(23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 기준 위치 불량률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1.01%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중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0.53%)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: 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–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공급부 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EPC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데이터 차이 확인하여 합치 컨베이어 속도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파이널 속도 보상량 등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FDC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인자 분석 중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: 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–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합치 탭피치 상방 헌팅으로 인해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Align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가접롤 및 합치 갑접롤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Gap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조정 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(11/24)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</a:b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3.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모노세파외관불량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-.10-1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10-2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양극 눌림 자국으로 인한 과검 발생하였으며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검사 영역 최적화 및 장축 길이 검사 리밋 조정 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(11/14)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        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가접롤 이물에 의한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주기성 불량하였지만 클리닝 후에도 동일 불량 발생하였으며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가접롤 클리닝 작업자 교육 진행하도록 전달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(11/18)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-. 13-1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13-2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호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: 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주기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분리막 교체 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 , 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주기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(PET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교체 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불량 발생하였으며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재료 교체 시점에 대한 작업자 교육 진행하도록 전달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(11/18)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         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작업자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시간 주기의 정기 청소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커터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롤러 클리닝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후 이물 기인 주기성 불량 발생하였으며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호기별 발생 빈도 비교 분석 중</a:t>
                      </a:r>
                      <a:endParaRPr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SOP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E77A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(10/27~)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900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</a:b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불량</a:t>
                      </a:r>
                      <a:br>
                        <a:rPr lang="en-US" altLang="ko-KR" sz="900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</a:b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분석</a:t>
                      </a:r>
                      <a:br>
                        <a:rPr lang="en-US" altLang="ko-KR" sz="900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</a:b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(~12/31)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박태욱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김종우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박형식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0" name="제목 1">
            <a:extLst>
              <a:ext uri="{FF2B5EF4-FFF2-40B4-BE49-F238E27FC236}">
                <a16:creationId xmlns:a16="http://schemas.microsoft.com/office/drawing/2014/main" id="{B174006F-69EE-B857-F67C-CB0113153E95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r>
              <a:rPr lang="en-US" altLang="ko-KR" sz="1800"/>
              <a:t>3. </a:t>
            </a:r>
            <a:r>
              <a:rPr lang="ko-KR" altLang="en-US" sz="1800"/>
              <a:t>과제 진행 현황</a:t>
            </a:r>
            <a:r>
              <a:rPr lang="en-US" altLang="ko-KR" sz="1800"/>
              <a:t>_</a:t>
            </a:r>
            <a:r>
              <a:rPr lang="ko-KR" altLang="en-US" sz="1800"/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20DB249E-C61B-B842-A108-DECB03C78754}"/>
              </a:ext>
            </a:extLst>
          </p:cNvPr>
          <p:cNvSpPr txBox="1">
            <a:spLocks/>
          </p:cNvSpPr>
          <p:nvPr/>
        </p:nvSpPr>
        <p:spPr>
          <a:xfrm>
            <a:off x="8451432" y="418066"/>
            <a:ext cx="1285608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</a:pP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작성자 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1100" err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박태욱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김종우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FB6881A-B9CA-FAA9-B570-5210A8A2FFCF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업데이트 시간 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en-US" altLang="ko-KR" sz="11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11/26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수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) 10</a:t>
            </a:r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시</a:t>
            </a:r>
          </a:p>
        </p:txBody>
      </p:sp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622A2BA2-64DD-D754-7AED-839C3D096790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251293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</a:pP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조립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] WA 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신규 모델 셀 수율 개선</a:t>
            </a: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9833C04D-D19F-F674-7E39-0AE827F7983D}"/>
              </a:ext>
            </a:extLst>
          </p:cNvPr>
          <p:cNvSpPr/>
          <p:nvPr/>
        </p:nvSpPr>
        <p:spPr>
          <a:xfrm>
            <a:off x="108658" y="1127394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algn="ctr"/>
            <a:r>
              <a:rPr lang="en-US" altLang="ko-KR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CDO/</a:t>
            </a:r>
            <a:r>
              <a:rPr lang="ko-KR" altLang="en-US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그룹</a:t>
            </a:r>
            <a:r>
              <a:rPr lang="en-US" altLang="ko-KR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담당 </a:t>
            </a:r>
            <a:r>
              <a:rPr lang="en-US" altLang="ko-KR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KPI</a:t>
            </a:r>
            <a:endParaRPr lang="ko-KR" altLang="en-US" sz="900" b="1">
              <a:solidFill>
                <a:schemeClr val="bg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2BC3CFDF-2A28-1FEA-2EDA-1F8CCD632691}"/>
              </a:ext>
            </a:extLst>
          </p:cNvPr>
          <p:cNvSpPr txBox="1"/>
          <p:nvPr/>
        </p:nvSpPr>
        <p:spPr>
          <a:xfrm>
            <a:off x="141316" y="1379522"/>
            <a:ext cx="1208090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3/20</a:t>
            </a: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일</a:t>
            </a:r>
            <a:endParaRPr lang="en-US" altLang="ko-KR" sz="800">
              <a:solidFill>
                <a:prstClr val="black"/>
              </a:solidFill>
              <a:ea typeface="LG스마트체 Regular" panose="020B0600000101010101" pitchFamily="50" charset="-127"/>
            </a:endParaRPr>
          </a:p>
          <a:p>
            <a:pPr lvl="0">
              <a:defRPr/>
            </a:pPr>
            <a:r>
              <a:rPr lang="ko-KR" altLang="en-US" sz="800"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ea typeface="LG스마트체 Regular" panose="020B0600000101010101" pitchFamily="50" charset="-127"/>
              </a:rPr>
              <a:t>: -</a:t>
            </a:r>
            <a:r>
              <a:rPr lang="ko-KR" altLang="en-US" sz="800">
                <a:ea typeface="LG스마트체 Regular" panose="020B0600000101010101" pitchFamily="50" charset="-127"/>
              </a:rPr>
              <a:t>일</a:t>
            </a:r>
            <a:endParaRPr lang="en-US" altLang="ko-KR" sz="800">
              <a:ea typeface="LG스마트체 Regular" panose="020B0600000101010101" pitchFamily="50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05A367CD-A5E6-71F0-4FF9-1C43D8C50FB1}"/>
              </a:ext>
            </a:extLst>
          </p:cNvPr>
          <p:cNvSpPr txBox="1"/>
          <p:nvPr/>
        </p:nvSpPr>
        <p:spPr>
          <a:xfrm>
            <a:off x="5645785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-#10,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B5EBEDC-4C68-9744-4DCF-1433763F9644}"/>
              </a:ext>
            </a:extLst>
          </p:cNvPr>
          <p:cNvSpPr txBox="1"/>
          <p:nvPr/>
        </p:nvSpPr>
        <p:spPr>
          <a:xfrm>
            <a:off x="6073597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8ACAA145-4B88-472B-9E16-60BF248BEC1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24374" y="1573934"/>
            <a:ext cx="7133699" cy="1903685"/>
          </a:xfrm>
          <a:prstGeom prst="rect">
            <a:avLst/>
          </a:prstGeom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48A2806F-1558-4FE0-9EEF-3F4C82EBF8C2}"/>
              </a:ext>
            </a:extLst>
          </p:cNvPr>
          <p:cNvSpPr txBox="1"/>
          <p:nvPr/>
        </p:nvSpPr>
        <p:spPr>
          <a:xfrm>
            <a:off x="6739249" y="1359225"/>
            <a:ext cx="2021707" cy="215444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n-US" altLang="ko-KR" sz="800"/>
              <a:t>10,13,22 </a:t>
            </a:r>
            <a:r>
              <a:rPr lang="ko-KR" altLang="en-US" sz="800"/>
              <a:t>라인 </a:t>
            </a:r>
            <a:r>
              <a:rPr lang="en-US" altLang="ko-KR" sz="800"/>
              <a:t>E77A </a:t>
            </a:r>
            <a:r>
              <a:rPr lang="ko-KR" altLang="en-US" sz="800"/>
              <a:t>공정별 불량률</a:t>
            </a:r>
            <a:r>
              <a:rPr lang="en-US" altLang="ko-KR" sz="800"/>
              <a:t>(</a:t>
            </a:r>
            <a:r>
              <a:rPr lang="en-US" altLang="ko-KR" sz="800" dirty="0"/>
              <a:t>11/1~11/25</a:t>
            </a:r>
            <a:r>
              <a:rPr lang="en-US" altLang="ko-KR" sz="800"/>
              <a:t>)</a:t>
            </a:r>
            <a:endParaRPr lang="ko-KR" altLang="en-US" sz="80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36761B3B-78ED-40A0-8329-CF91758A67DC}"/>
              </a:ext>
            </a:extLst>
          </p:cNvPr>
          <p:cNvSpPr txBox="1"/>
          <p:nvPr/>
        </p:nvSpPr>
        <p:spPr>
          <a:xfrm>
            <a:off x="3847493" y="1708333"/>
            <a:ext cx="5741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/>
              <a:t>위치 불량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495690E6-6FAA-4F8A-8397-367245662C0A}"/>
              </a:ext>
            </a:extLst>
          </p:cNvPr>
          <p:cNvSpPr txBox="1"/>
          <p:nvPr/>
        </p:nvSpPr>
        <p:spPr>
          <a:xfrm>
            <a:off x="3286835" y="2889980"/>
            <a:ext cx="458780" cy="215444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ko-KR" altLang="en-US" sz="800" err="1"/>
              <a:t>저전압</a:t>
            </a:r>
            <a:endParaRPr lang="ko-KR" altLang="en-US" sz="800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344DB16E-1572-4B7E-9DCE-055AE74FC54D}"/>
              </a:ext>
            </a:extLst>
          </p:cNvPr>
          <p:cNvSpPr txBox="1"/>
          <p:nvPr/>
        </p:nvSpPr>
        <p:spPr>
          <a:xfrm>
            <a:off x="3005235" y="2285594"/>
            <a:ext cx="939681" cy="215444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ko-KR" altLang="en-US" sz="800"/>
              <a:t>외관변형 작업불가</a:t>
            </a:r>
            <a:endParaRPr lang="en-US" altLang="ko-KR" sz="80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3250D339-52C0-4249-B0FD-E0F6141B4873}"/>
              </a:ext>
            </a:extLst>
          </p:cNvPr>
          <p:cNvSpPr txBox="1"/>
          <p:nvPr/>
        </p:nvSpPr>
        <p:spPr>
          <a:xfrm>
            <a:off x="3646315" y="1915392"/>
            <a:ext cx="732893" cy="215444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ko-KR" altLang="en-US" sz="800" err="1"/>
              <a:t>모노세파외관</a:t>
            </a:r>
            <a:endParaRPr lang="en-US" altLang="ko-KR" sz="800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811DB4A-5ACC-4232-B3EF-E09D569BFA78}"/>
              </a:ext>
            </a:extLst>
          </p:cNvPr>
          <p:cNvSpPr txBox="1"/>
          <p:nvPr/>
        </p:nvSpPr>
        <p:spPr>
          <a:xfrm>
            <a:off x="3197238" y="1909042"/>
            <a:ext cx="567784" cy="215444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ko-KR" altLang="en-US" sz="800"/>
              <a:t>공정 </a:t>
            </a:r>
            <a:r>
              <a:rPr lang="en-US" altLang="ko-KR" sz="800"/>
              <a:t>Loss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A84078D2-72F0-4BC8-A58F-2BD0C29E4F64}"/>
              </a:ext>
            </a:extLst>
          </p:cNvPr>
          <p:cNvSpPr txBox="1"/>
          <p:nvPr/>
        </p:nvSpPr>
        <p:spPr>
          <a:xfrm>
            <a:off x="3475076" y="1701983"/>
            <a:ext cx="52129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/>
              <a:t>NG</a:t>
            </a:r>
            <a:r>
              <a:rPr lang="ko-KR" altLang="en-US" sz="800"/>
              <a:t> </a:t>
            </a:r>
            <a:r>
              <a:rPr lang="en-US" altLang="ko-KR" sz="800"/>
              <a:t>Mark</a:t>
            </a:r>
            <a:endParaRPr lang="ko-KR" altLang="en-US" sz="80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EA1C31F8-8DA8-4869-A9A9-74C74922142E}"/>
              </a:ext>
            </a:extLst>
          </p:cNvPr>
          <p:cNvSpPr txBox="1"/>
          <p:nvPr/>
        </p:nvSpPr>
        <p:spPr>
          <a:xfrm>
            <a:off x="3917444" y="3150889"/>
            <a:ext cx="689612" cy="215444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ko-KR" altLang="en-US" sz="800" dirty="0"/>
              <a:t>전 공정 불량</a:t>
            </a:r>
            <a:endParaRPr lang="ko-KR" altLang="en-US" sz="800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503E2E6A-2405-46F2-950D-5CB1770F37DF}"/>
              </a:ext>
            </a:extLst>
          </p:cNvPr>
          <p:cNvSpPr txBox="1"/>
          <p:nvPr/>
        </p:nvSpPr>
        <p:spPr>
          <a:xfrm>
            <a:off x="5800678" y="3150889"/>
            <a:ext cx="367408" cy="215444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ko-KR" altLang="en-US" sz="800" dirty="0"/>
              <a:t>샘플</a:t>
            </a:r>
            <a:endParaRPr lang="ko-KR" altLang="en-US" sz="80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EB839203-7168-4BBE-A444-45A39CCAC65C}"/>
              </a:ext>
            </a:extLst>
          </p:cNvPr>
          <p:cNvSpPr txBox="1"/>
          <p:nvPr/>
        </p:nvSpPr>
        <p:spPr>
          <a:xfrm>
            <a:off x="7347696" y="3131839"/>
            <a:ext cx="269626" cy="215444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n-US" altLang="ko-KR" sz="800"/>
              <a:t>IR</a:t>
            </a:r>
            <a:endParaRPr lang="ko-KR" altLang="en-US" sz="80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79561886-0127-4AB3-AF9B-0F411264DAED}"/>
              </a:ext>
            </a:extLst>
          </p:cNvPr>
          <p:cNvSpPr txBox="1"/>
          <p:nvPr/>
        </p:nvSpPr>
        <p:spPr>
          <a:xfrm>
            <a:off x="7639603" y="3131839"/>
            <a:ext cx="269626" cy="215444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n-US" altLang="ko-KR" sz="800" dirty="0"/>
              <a:t>IR</a:t>
            </a:r>
            <a:endParaRPr lang="ko-KR" altLang="en-US" sz="80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7019B02-2BE9-4256-ADAD-6482CB6A87F1}"/>
              </a:ext>
            </a:extLst>
          </p:cNvPr>
          <p:cNvSpPr txBox="1"/>
          <p:nvPr/>
        </p:nvSpPr>
        <p:spPr>
          <a:xfrm>
            <a:off x="3618103" y="2889980"/>
            <a:ext cx="296876" cy="215444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n-US" altLang="ko-KR" sz="800" dirty="0" err="1"/>
              <a:t>etc</a:t>
            </a:r>
            <a:endParaRPr lang="ko-KR" altLang="en-US" sz="800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BC00E5E-EC22-45F3-96D9-9708D7A51E8F}"/>
              </a:ext>
            </a:extLst>
          </p:cNvPr>
          <p:cNvSpPr txBox="1"/>
          <p:nvPr/>
        </p:nvSpPr>
        <p:spPr>
          <a:xfrm>
            <a:off x="3130269" y="3150889"/>
            <a:ext cx="665567" cy="215444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ko-KR" altLang="en-US" sz="800" dirty="0"/>
              <a:t>파우치 긁힘</a:t>
            </a:r>
          </a:p>
        </p:txBody>
      </p:sp>
    </p:spTree>
    <p:extLst>
      <p:ext uri="{BB962C8B-B14F-4D97-AF65-F5344CB8AC3E}">
        <p14:creationId xmlns:p14="http://schemas.microsoft.com/office/powerpoint/2010/main" val="1581856275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0EB2EC-6681-B366-70BC-0C7F294EA5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>
            <a:extLst>
              <a:ext uri="{FF2B5EF4-FFF2-40B4-BE49-F238E27FC236}">
                <a16:creationId xmlns:a16="http://schemas.microsoft.com/office/drawing/2014/main" id="{7671BF67-DDD2-DCA0-83E9-0856F9CE198B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r>
              <a:rPr lang="en-US" altLang="ko-KR" sz="1800"/>
              <a:t>3. </a:t>
            </a:r>
            <a:r>
              <a:rPr lang="ko-KR" altLang="en-US" sz="1800"/>
              <a:t>과제 진행 현황</a:t>
            </a:r>
            <a:r>
              <a:rPr lang="en-US" altLang="ko-KR" sz="1800"/>
              <a:t>_</a:t>
            </a:r>
            <a:r>
              <a:rPr lang="ko-KR" altLang="en-US" sz="1800"/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C20FE83D-44F8-6EC5-7CDE-8C004580C576}"/>
              </a:ext>
            </a:extLst>
          </p:cNvPr>
          <p:cNvSpPr txBox="1">
            <a:spLocks/>
          </p:cNvSpPr>
          <p:nvPr/>
        </p:nvSpPr>
        <p:spPr>
          <a:xfrm>
            <a:off x="8451432" y="418066"/>
            <a:ext cx="1285608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</a:pP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작성자 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1100" err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박태욱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김종우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74A97E53-4B3E-7B1D-6455-30F66AF12773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50299"/>
          <a:ext cx="9644176" cy="5751558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328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367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555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532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6186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95167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신규 모델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셀 수율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안정화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(E161A)</a:t>
                      </a: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ESWA</a:t>
                      </a:r>
                      <a:endParaRPr lang="ko-KR" altLang="en-US" sz="900" kern="1200" baseline="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E161A KPI M+3(~8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기준 완료 되었습니다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 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셀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수율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누적 목표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92.92%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93.48%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으로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0.56%p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초과 달성하였습니다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-. E161A 7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SOP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이후 현재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M+3(7~10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생산 중이며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M+3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생산 기준 누적 셀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수율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93.48%, M+3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목표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92.92%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0.56%p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달성 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* KPI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기준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점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94.34%, 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점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93.63%, 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점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92.92%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-. 10/1~10/31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 조립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활성화 불량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Top.3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는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라미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위치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(0.66%), 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차 외형변경 작업불가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(0.58%),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저전압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상대화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(0.53%)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[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라미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위치 불량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] 10/1~10/31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 기준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라미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위치 불량은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(0.27%), SW(0.21%),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(0.06%)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10/28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기준 전일 대비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X,Y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축 불량이 증가하였으며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주요 원인은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파이널커터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컷팅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타이밍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검사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오측정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양극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전후진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기인 불량이며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파이널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커터부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합치부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검사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ROI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점검을 위해 해당 내용 법인에 공유 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.(10/30)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절연 저항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] 10/16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10/17~10/18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절연저항 직행 불량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(SPC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기준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감소하였습니다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(10/16 : 5.79%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10/18 : 0.60%)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DGS, PKG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연계 시 특정 시점 기준으로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DGS/PKG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모두 절연저항 불량률이 감소하여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SPC/PV/SV/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Loss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연계하여 분석 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SOP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E161A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(7/4)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불량</a:t>
                      </a:r>
                      <a:b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분석</a:t>
                      </a:r>
                      <a:b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(~12/31)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 err="1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박태욱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김종우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박형식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17B4C47B-4276-802F-F579-F1CE154A1A37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업데이트 시간 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: 11/12(</a:t>
            </a:r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수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) 10</a:t>
            </a:r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시</a:t>
            </a:r>
          </a:p>
        </p:txBody>
      </p:sp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A6366BE1-0CC6-6EF6-AD48-DB2953CE346E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251293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</a:pP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조립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] WA 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신규 모델 셀 수율 개선</a:t>
            </a: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1B3692D1-203D-2CFB-59B6-BC5A57695596}"/>
              </a:ext>
            </a:extLst>
          </p:cNvPr>
          <p:cNvSpPr/>
          <p:nvPr/>
        </p:nvSpPr>
        <p:spPr>
          <a:xfrm>
            <a:off x="108658" y="1127394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algn="ctr"/>
            <a:r>
              <a:rPr lang="en-US" altLang="ko-KR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CDO/</a:t>
            </a:r>
            <a:r>
              <a:rPr lang="ko-KR" altLang="en-US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그룹</a:t>
            </a:r>
            <a:r>
              <a:rPr lang="en-US" altLang="ko-KR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담당 </a:t>
            </a:r>
            <a:r>
              <a:rPr lang="en-US" altLang="ko-KR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KPI</a:t>
            </a:r>
            <a:endParaRPr lang="ko-KR" altLang="en-US" sz="900" b="1">
              <a:solidFill>
                <a:schemeClr val="bg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A4C49C9-3271-E803-A2F6-1912D835E7BB}"/>
              </a:ext>
            </a:extLst>
          </p:cNvPr>
          <p:cNvSpPr txBox="1"/>
          <p:nvPr/>
        </p:nvSpPr>
        <p:spPr>
          <a:xfrm>
            <a:off x="5645785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-#10,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8E38EE7-CEE1-1271-24F0-A3ABA0ECA606}"/>
              </a:ext>
            </a:extLst>
          </p:cNvPr>
          <p:cNvSpPr txBox="1"/>
          <p:nvPr/>
        </p:nvSpPr>
        <p:spPr>
          <a:xfrm>
            <a:off x="6073597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2F8F0522-5D9D-4AC7-802E-9DFEA70BA2A4}"/>
              </a:ext>
            </a:extLst>
          </p:cNvPr>
          <p:cNvSpPr txBox="1"/>
          <p:nvPr/>
        </p:nvSpPr>
        <p:spPr>
          <a:xfrm>
            <a:off x="136777" y="1379522"/>
            <a:ext cx="1208090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7/18</a:t>
            </a: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일</a:t>
            </a:r>
            <a:endParaRPr lang="en-US" altLang="ko-KR" sz="800">
              <a:solidFill>
                <a:prstClr val="black"/>
              </a:solidFill>
              <a:ea typeface="LG스마트체 Regular" panose="020B0600000101010101" pitchFamily="50" charset="-127"/>
            </a:endParaRPr>
          </a:p>
          <a:p>
            <a:pPr lvl="0">
              <a:defRPr/>
            </a:pP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: -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4E7308BF-6130-4AC5-AB24-D49591A00832}"/>
              </a:ext>
            </a:extLst>
          </p:cNvPr>
          <p:cNvSpPr txBox="1"/>
          <p:nvPr/>
        </p:nvSpPr>
        <p:spPr>
          <a:xfrm>
            <a:off x="6205667" y="1359706"/>
            <a:ext cx="176362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/>
              <a:t>27</a:t>
            </a:r>
            <a:r>
              <a:rPr lang="ko-KR" altLang="en-US" sz="800"/>
              <a:t>라인 </a:t>
            </a:r>
            <a:r>
              <a:rPr lang="en-US" altLang="ko-KR" sz="800"/>
              <a:t>E161A </a:t>
            </a:r>
            <a:r>
              <a:rPr lang="ko-KR" altLang="en-US" sz="800"/>
              <a:t>공정별 불량률</a:t>
            </a:r>
            <a:r>
              <a:rPr lang="en-US" altLang="ko-KR" sz="800"/>
              <a:t>(7/4~10/31)</a:t>
            </a:r>
            <a:endParaRPr lang="ko-KR" altLang="en-US" sz="800"/>
          </a:p>
        </p:txBody>
      </p:sp>
      <p:graphicFrame>
        <p:nvGraphicFramePr>
          <p:cNvPr id="38" name="표 37">
            <a:extLst>
              <a:ext uri="{FF2B5EF4-FFF2-40B4-BE49-F238E27FC236}">
                <a16:creationId xmlns:a16="http://schemas.microsoft.com/office/drawing/2014/main" id="{BE9908DE-ED09-43DE-BF4F-8EA7FCBF34B3}"/>
              </a:ext>
            </a:extLst>
          </p:cNvPr>
          <p:cNvGraphicFramePr>
            <a:graphicFrameLocks noGrp="1"/>
          </p:cNvGraphicFramePr>
          <p:nvPr/>
        </p:nvGraphicFramePr>
        <p:xfrm>
          <a:off x="1594833" y="1561700"/>
          <a:ext cx="6263207" cy="17545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64528">
                  <a:extLst>
                    <a:ext uri="{9D8B030D-6E8A-4147-A177-3AD203B41FA5}">
                      <a16:colId xmlns:a16="http://schemas.microsoft.com/office/drawing/2014/main" val="1253838789"/>
                    </a:ext>
                  </a:extLst>
                </a:gridCol>
                <a:gridCol w="409963">
                  <a:extLst>
                    <a:ext uri="{9D8B030D-6E8A-4147-A177-3AD203B41FA5}">
                      <a16:colId xmlns:a16="http://schemas.microsoft.com/office/drawing/2014/main" val="844254273"/>
                    </a:ext>
                  </a:extLst>
                </a:gridCol>
                <a:gridCol w="457393">
                  <a:extLst>
                    <a:ext uri="{9D8B030D-6E8A-4147-A177-3AD203B41FA5}">
                      <a16:colId xmlns:a16="http://schemas.microsoft.com/office/drawing/2014/main" val="2292510119"/>
                    </a:ext>
                  </a:extLst>
                </a:gridCol>
                <a:gridCol w="457393">
                  <a:extLst>
                    <a:ext uri="{9D8B030D-6E8A-4147-A177-3AD203B41FA5}">
                      <a16:colId xmlns:a16="http://schemas.microsoft.com/office/drawing/2014/main" val="1023381503"/>
                    </a:ext>
                  </a:extLst>
                </a:gridCol>
                <a:gridCol w="457393">
                  <a:extLst>
                    <a:ext uri="{9D8B030D-6E8A-4147-A177-3AD203B41FA5}">
                      <a16:colId xmlns:a16="http://schemas.microsoft.com/office/drawing/2014/main" val="3113394321"/>
                    </a:ext>
                  </a:extLst>
                </a:gridCol>
                <a:gridCol w="457393">
                  <a:extLst>
                    <a:ext uri="{9D8B030D-6E8A-4147-A177-3AD203B41FA5}">
                      <a16:colId xmlns:a16="http://schemas.microsoft.com/office/drawing/2014/main" val="1845996955"/>
                    </a:ext>
                  </a:extLst>
                </a:gridCol>
                <a:gridCol w="457393">
                  <a:extLst>
                    <a:ext uri="{9D8B030D-6E8A-4147-A177-3AD203B41FA5}">
                      <a16:colId xmlns:a16="http://schemas.microsoft.com/office/drawing/2014/main" val="1482942702"/>
                    </a:ext>
                  </a:extLst>
                </a:gridCol>
                <a:gridCol w="457393">
                  <a:extLst>
                    <a:ext uri="{9D8B030D-6E8A-4147-A177-3AD203B41FA5}">
                      <a16:colId xmlns:a16="http://schemas.microsoft.com/office/drawing/2014/main" val="2213575846"/>
                    </a:ext>
                  </a:extLst>
                </a:gridCol>
                <a:gridCol w="457393">
                  <a:extLst>
                    <a:ext uri="{9D8B030D-6E8A-4147-A177-3AD203B41FA5}">
                      <a16:colId xmlns:a16="http://schemas.microsoft.com/office/drawing/2014/main" val="2669237542"/>
                    </a:ext>
                  </a:extLst>
                </a:gridCol>
                <a:gridCol w="457393">
                  <a:extLst>
                    <a:ext uri="{9D8B030D-6E8A-4147-A177-3AD203B41FA5}">
                      <a16:colId xmlns:a16="http://schemas.microsoft.com/office/drawing/2014/main" val="3059803198"/>
                    </a:ext>
                  </a:extLst>
                </a:gridCol>
                <a:gridCol w="457393">
                  <a:extLst>
                    <a:ext uri="{9D8B030D-6E8A-4147-A177-3AD203B41FA5}">
                      <a16:colId xmlns:a16="http://schemas.microsoft.com/office/drawing/2014/main" val="2189244337"/>
                    </a:ext>
                  </a:extLst>
                </a:gridCol>
                <a:gridCol w="457393">
                  <a:extLst>
                    <a:ext uri="{9D8B030D-6E8A-4147-A177-3AD203B41FA5}">
                      <a16:colId xmlns:a16="http://schemas.microsoft.com/office/drawing/2014/main" val="1218841582"/>
                    </a:ext>
                  </a:extLst>
                </a:gridCol>
                <a:gridCol w="457393">
                  <a:extLst>
                    <a:ext uri="{9D8B030D-6E8A-4147-A177-3AD203B41FA5}">
                      <a16:colId xmlns:a16="http://schemas.microsoft.com/office/drawing/2014/main" val="4018547353"/>
                    </a:ext>
                  </a:extLst>
                </a:gridCol>
                <a:gridCol w="457393">
                  <a:extLst>
                    <a:ext uri="{9D8B030D-6E8A-4147-A177-3AD203B41FA5}">
                      <a16:colId xmlns:a16="http://schemas.microsoft.com/office/drawing/2014/main" val="2877875200"/>
                    </a:ext>
                  </a:extLst>
                </a:gridCol>
              </a:tblGrid>
              <a:tr h="116622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  <a:endParaRPr lang="ko-KR" altLang="en-US" sz="75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5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 </a:t>
                      </a:r>
                      <a:r>
                        <a:rPr lang="ko-KR" altLang="en-US" sz="75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목표</a:t>
                      </a:r>
                      <a:endParaRPr lang="en-US" sz="75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 </a:t>
                      </a:r>
                      <a:r>
                        <a:rPr lang="ko-KR" altLang="en-US" sz="75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실적</a:t>
                      </a: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생산량</a:t>
                      </a:r>
                      <a:endParaRPr lang="en-US" sz="75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5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M+2 </a:t>
                      </a:r>
                      <a:r>
                        <a:rPr lang="ko-KR" altLang="en-US" sz="75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목표</a:t>
                      </a:r>
                      <a:endParaRPr lang="en-US" sz="75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M+2 </a:t>
                      </a:r>
                      <a:r>
                        <a:rPr lang="ko-KR" altLang="en-US" sz="75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실적</a:t>
                      </a: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75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생산량</a:t>
                      </a:r>
                      <a:endParaRPr lang="ko-KR" altLang="en-US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4" marR="6604" marT="6604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5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M+3 </a:t>
                      </a:r>
                      <a:r>
                        <a:rPr lang="ko-KR" altLang="en-US" sz="75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목표</a:t>
                      </a:r>
                      <a:endParaRPr lang="en-US" sz="75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M+3 </a:t>
                      </a:r>
                      <a:r>
                        <a:rPr lang="ko-KR" altLang="en-US" sz="75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실적</a:t>
                      </a: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75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생산량</a:t>
                      </a:r>
                      <a:endParaRPr lang="ko-KR" altLang="en-US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4" marR="6604" marT="6604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누적 목표</a:t>
                      </a:r>
                      <a:endParaRPr lang="en-US" sz="75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누적 실적</a:t>
                      </a:r>
                      <a:endParaRPr lang="en-US" sz="75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누적 생산량</a:t>
                      </a:r>
                      <a:endParaRPr lang="en-US" sz="75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5408153"/>
                  </a:ext>
                </a:extLst>
              </a:tr>
              <a:tr h="148509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Cell</a:t>
                      </a:r>
                      <a:endParaRPr 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89.90%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93.21%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93.65%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90.01%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95.55%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94.15%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92.92%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93.48%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950332"/>
                  </a:ext>
                </a:extLst>
              </a:tr>
              <a:tr h="148509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Assembly</a:t>
                      </a:r>
                      <a:endParaRPr 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94.28%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96.14%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r>
                        <a:rPr lang="ko-KR" altLang="en-US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96.23%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95.52%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r>
                        <a:rPr lang="ko-KR" alt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96.57%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r>
                        <a:rPr lang="ko-KR" alt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95.85%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96.16%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r>
                        <a:rPr lang="ko-KR" altLang="en-US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2656169"/>
                  </a:ext>
                </a:extLst>
              </a:tr>
              <a:tr h="148509"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  <a:endParaRPr lang="ko-KR" alt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Lami</a:t>
                      </a:r>
                      <a:endParaRPr 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97.98%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98.43%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85,644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98.48%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97.79%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72,684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98.80%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98.39%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102,774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98.39%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98.25%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261,524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7456216"/>
                  </a:ext>
                </a:extLst>
              </a:tr>
              <a:tr h="14850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STK</a:t>
                      </a:r>
                      <a:endParaRPr 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83,687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98.30%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98.46%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70,669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98.68%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98.61%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101,859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98.05%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98.39%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257,611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45526020"/>
                  </a:ext>
                </a:extLst>
              </a:tr>
              <a:tr h="14850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PKG</a:t>
                      </a:r>
                      <a:endParaRPr 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99.62%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81,266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99.40%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99.21%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65,223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99.70%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99.53%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96,283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99.35%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99.47%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242,772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32390369"/>
                  </a:ext>
                </a:extLst>
              </a:tr>
              <a:tr h="148509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Formation</a:t>
                      </a:r>
                      <a:endParaRPr 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95.35%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96.95%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97.32%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94.23%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98.30%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97.50%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96.95%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97.21%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0629843"/>
                  </a:ext>
                </a:extLst>
              </a:tr>
              <a:tr h="148509">
                <a:tc row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  <a:endParaRPr lang="ko-KR" alt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1st J/F</a:t>
                      </a:r>
                      <a:endParaRPr 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99.24%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71,190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56,703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99.26%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92,052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99.88%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99.23%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233,231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8268911"/>
                  </a:ext>
                </a:extLst>
              </a:tr>
              <a:tr h="14850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2nd J/F</a:t>
                      </a:r>
                      <a:endParaRPr 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99.72%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48,043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27,653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99.68%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90,109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99.88%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99.75%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201,726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5820057"/>
                  </a:ext>
                </a:extLst>
              </a:tr>
              <a:tr h="14850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DGS</a:t>
                      </a:r>
                      <a:endParaRPr 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70,103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51,033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91,358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99.88%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226,462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3440448"/>
                  </a:ext>
                </a:extLst>
              </a:tr>
              <a:tr h="14850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Grade</a:t>
                      </a:r>
                      <a:endParaRPr 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48,750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98.73%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29,831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99.36%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98.82%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91,248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98.85%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98.86%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204,368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1989789"/>
                  </a:ext>
                </a:extLst>
              </a:tr>
              <a:tr h="14850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EOL</a:t>
                      </a:r>
                      <a:endParaRPr 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97.88%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36,062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98.50%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96.53%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16,470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99.73%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93,831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98.43%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99.38%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189,666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22603074"/>
                  </a:ext>
                </a:extLst>
              </a:tr>
            </a:tbl>
          </a:graphicData>
        </a:graphic>
      </p:graphicFrame>
      <p:pic>
        <p:nvPicPr>
          <p:cNvPr id="4" name="그림 3">
            <a:extLst>
              <a:ext uri="{FF2B5EF4-FFF2-40B4-BE49-F238E27FC236}">
                <a16:creationId xmlns:a16="http://schemas.microsoft.com/office/drawing/2014/main" id="{8001603E-A290-4CB6-AC46-6162176395C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94833" y="3817284"/>
            <a:ext cx="6929835" cy="1865966"/>
          </a:xfrm>
          <a:prstGeom prst="rect">
            <a:avLst/>
          </a:prstGeom>
        </p:spPr>
      </p:pic>
      <p:sp>
        <p:nvSpPr>
          <p:cNvPr id="43" name="TextBox 42">
            <a:extLst>
              <a:ext uri="{FF2B5EF4-FFF2-40B4-BE49-F238E27FC236}">
                <a16:creationId xmlns:a16="http://schemas.microsoft.com/office/drawing/2014/main" id="{F9BA1199-EB53-4544-90C7-8BDEA060AE60}"/>
              </a:ext>
            </a:extLst>
          </p:cNvPr>
          <p:cNvSpPr txBox="1"/>
          <p:nvPr/>
        </p:nvSpPr>
        <p:spPr>
          <a:xfrm>
            <a:off x="6852661" y="3615989"/>
            <a:ext cx="181011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/>
              <a:t>27</a:t>
            </a:r>
            <a:r>
              <a:rPr lang="ko-KR" altLang="en-US" sz="800"/>
              <a:t>라인 </a:t>
            </a:r>
            <a:r>
              <a:rPr lang="en-US" altLang="ko-KR" sz="800"/>
              <a:t>E161A </a:t>
            </a:r>
            <a:r>
              <a:rPr lang="ko-KR" altLang="en-US" sz="800"/>
              <a:t>공정별 불량률</a:t>
            </a:r>
            <a:r>
              <a:rPr lang="en-US" altLang="ko-KR" sz="800"/>
              <a:t>(10/1~10/31)</a:t>
            </a:r>
            <a:endParaRPr lang="ko-KR" altLang="en-US" sz="80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44697768-3D29-4A79-9AD4-C8A51F8F1D96}"/>
              </a:ext>
            </a:extLst>
          </p:cNvPr>
          <p:cNvSpPr txBox="1"/>
          <p:nvPr/>
        </p:nvSpPr>
        <p:spPr>
          <a:xfrm>
            <a:off x="6670627" y="4124537"/>
            <a:ext cx="75693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err="1"/>
              <a:t>모노세파</a:t>
            </a:r>
            <a:r>
              <a:rPr lang="ko-KR" altLang="en-US" sz="800"/>
              <a:t> 외관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34205675-6EEB-4FFD-9D6D-B23FB62EC743}"/>
              </a:ext>
            </a:extLst>
          </p:cNvPr>
          <p:cNvSpPr txBox="1"/>
          <p:nvPr/>
        </p:nvSpPr>
        <p:spPr>
          <a:xfrm>
            <a:off x="6961415" y="3918379"/>
            <a:ext cx="5741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/>
              <a:t>위치 불량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79FAA8FC-410A-41AC-BECB-FB0432D678BF}"/>
              </a:ext>
            </a:extLst>
          </p:cNvPr>
          <p:cNvSpPr txBox="1"/>
          <p:nvPr/>
        </p:nvSpPr>
        <p:spPr>
          <a:xfrm>
            <a:off x="5521117" y="3909093"/>
            <a:ext cx="49404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/>
              <a:t>NG</a:t>
            </a:r>
            <a:r>
              <a:rPr lang="ko-KR" altLang="en-US" sz="800"/>
              <a:t>마킹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33973CAD-DDAC-4604-81FA-590943BA2275}"/>
              </a:ext>
            </a:extLst>
          </p:cNvPr>
          <p:cNvSpPr txBox="1"/>
          <p:nvPr/>
        </p:nvSpPr>
        <p:spPr>
          <a:xfrm>
            <a:off x="4731846" y="4126474"/>
            <a:ext cx="5741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/>
              <a:t>스택 외관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D156E2AD-028C-4692-9026-F98F2A092F83}"/>
              </a:ext>
            </a:extLst>
          </p:cNvPr>
          <p:cNvSpPr txBox="1"/>
          <p:nvPr/>
        </p:nvSpPr>
        <p:spPr>
          <a:xfrm>
            <a:off x="4037319" y="4110629"/>
            <a:ext cx="36740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/>
              <a:t>쇼트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29E349DB-5FC0-48AA-A22E-8771F6065C64}"/>
              </a:ext>
            </a:extLst>
          </p:cNvPr>
          <p:cNvSpPr txBox="1"/>
          <p:nvPr/>
        </p:nvSpPr>
        <p:spPr>
          <a:xfrm>
            <a:off x="4495097" y="3899749"/>
            <a:ext cx="56778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/>
              <a:t>연결 </a:t>
            </a:r>
            <a:r>
              <a:rPr lang="en-US" altLang="ko-KR" sz="800"/>
              <a:t>Loss</a:t>
            </a:r>
            <a:endParaRPr lang="ko-KR" altLang="en-US" sz="800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C691C771-74D3-4FDB-B8A1-2CB761129A77}"/>
              </a:ext>
            </a:extLst>
          </p:cNvPr>
          <p:cNvSpPr txBox="1"/>
          <p:nvPr/>
        </p:nvSpPr>
        <p:spPr>
          <a:xfrm>
            <a:off x="7851272" y="3490789"/>
            <a:ext cx="821059" cy="215444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n-US" altLang="ko-KR" sz="800">
                <a:solidFill>
                  <a:srgbClr val="008000"/>
                </a:solidFill>
                <a:latin typeface="Arial Narrow"/>
                <a:ea typeface="LG스마트체 Regular"/>
              </a:rPr>
              <a:t>* 27-2</a:t>
            </a:r>
            <a:r>
              <a:rPr lang="ko-KR" altLang="en-US" sz="800">
                <a:solidFill>
                  <a:srgbClr val="008000"/>
                </a:solidFill>
                <a:latin typeface="Arial Narrow"/>
                <a:ea typeface="LG스마트체 Regular"/>
              </a:rPr>
              <a:t>호 생산 중</a:t>
            </a:r>
            <a:endParaRPr lang="en-US" altLang="ko-KR" sz="800">
              <a:solidFill>
                <a:srgbClr val="008000"/>
              </a:solidFill>
              <a:latin typeface="Arial Narrow"/>
              <a:ea typeface="LG스마트체 Regular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72B65627-7369-4493-B87D-7F3977F8C950}"/>
              </a:ext>
            </a:extLst>
          </p:cNvPr>
          <p:cNvSpPr txBox="1"/>
          <p:nvPr/>
        </p:nvSpPr>
        <p:spPr>
          <a:xfrm>
            <a:off x="4164797" y="5119128"/>
            <a:ext cx="75693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err="1"/>
              <a:t>저전압</a:t>
            </a:r>
            <a:r>
              <a:rPr lang="ko-KR" altLang="en-US" sz="800"/>
              <a:t> 상대화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D3196CEA-3F53-444A-BB84-73D29C2A68E2}"/>
              </a:ext>
            </a:extLst>
          </p:cNvPr>
          <p:cNvSpPr txBox="1"/>
          <p:nvPr/>
        </p:nvSpPr>
        <p:spPr>
          <a:xfrm>
            <a:off x="5466546" y="5126748"/>
            <a:ext cx="45878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err="1"/>
              <a:t>저전압</a:t>
            </a:r>
            <a:endParaRPr lang="ko-KR" altLang="en-US" sz="800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A8ED6EE5-7641-4AC1-958B-035CC71A6034}"/>
              </a:ext>
            </a:extLst>
          </p:cNvPr>
          <p:cNvSpPr txBox="1"/>
          <p:nvPr/>
        </p:nvSpPr>
        <p:spPr>
          <a:xfrm>
            <a:off x="6073597" y="4115437"/>
            <a:ext cx="48282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/>
              <a:t>탭 접힘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45E2C634-7E61-4B42-B195-E5297334104B}"/>
              </a:ext>
            </a:extLst>
          </p:cNvPr>
          <p:cNvSpPr txBox="1"/>
          <p:nvPr/>
        </p:nvSpPr>
        <p:spPr>
          <a:xfrm>
            <a:off x="4778989" y="5356697"/>
            <a:ext cx="65114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/>
              <a:t>DSF </a:t>
            </a:r>
            <a:r>
              <a:rPr lang="ko-KR" altLang="en-US" sz="800" err="1"/>
              <a:t>윙폴딩</a:t>
            </a:r>
            <a:endParaRPr lang="ko-KR" altLang="en-US" sz="800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21E9C3F6-7133-4879-84C4-F24B6A17FD40}"/>
              </a:ext>
            </a:extLst>
          </p:cNvPr>
          <p:cNvSpPr txBox="1"/>
          <p:nvPr/>
        </p:nvSpPr>
        <p:spPr>
          <a:xfrm>
            <a:off x="3732171" y="5356697"/>
            <a:ext cx="66556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/>
              <a:t>파우치 긁힘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5D2F8A5-BBB0-4490-A581-924367287AE6}"/>
              </a:ext>
            </a:extLst>
          </p:cNvPr>
          <p:cNvSpPr txBox="1"/>
          <p:nvPr/>
        </p:nvSpPr>
        <p:spPr>
          <a:xfrm>
            <a:off x="4136316" y="4523401"/>
            <a:ext cx="93968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/>
              <a:t>외관변형 작업불가</a:t>
            </a:r>
          </a:p>
        </p:txBody>
      </p:sp>
    </p:spTree>
    <p:extLst>
      <p:ext uri="{BB962C8B-B14F-4D97-AF65-F5344CB8AC3E}">
        <p14:creationId xmlns:p14="http://schemas.microsoft.com/office/powerpoint/2010/main" val="918579543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CBE114-1DD4-B873-3345-14C692DA4D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54728183-150A-36AF-E666-2145F7FF2814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59592"/>
          <a:ext cx="9644176" cy="5671967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328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280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8434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532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6186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95167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신규 모델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셀 수율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안정화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(E128A)</a:t>
                      </a: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ESWA</a:t>
                      </a:r>
                      <a:endParaRPr lang="ko-KR" altLang="en-US" sz="900" kern="1200" baseline="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금주 핵심은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라미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위치 불량 및 활성화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EOL IR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불량에 대한 현상 파악 및 분석 내용입니다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-. E128A 7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월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SOP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이후 현재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M+2(7~11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생산 중이며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, M+3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생산 기준 누적 셀 </a:t>
                      </a:r>
                      <a:r>
                        <a:rPr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수율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94.81%, M+3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목표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94.52%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대비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0.29%p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 달성 중 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   * KPI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기준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5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점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95.62%, 4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점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95.07%, 3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점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94.52%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</a:rPr>
                        <a:t> </a:t>
                      </a:r>
                      <a:endParaRPr lang="en-US" altLang="ko-KR" sz="900" b="0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LG스마트체 Regular"/>
                        </a:rPr>
                        <a:t>-. [</a:t>
                      </a:r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ea typeface="LG스마트체 Regular"/>
                        </a:rPr>
                        <a:t>라미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LG스마트체 Regular"/>
                        </a:rPr>
                        <a:t> 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ea typeface="LG스마트체 Regular"/>
                        </a:rPr>
                        <a:t>위치 불량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LG스마트체 Regular"/>
                        </a:rPr>
                        <a:t>] </a:t>
                      </a:r>
                      <a:endParaRPr lang="en-US" dirty="0">
                        <a:solidFill>
                          <a:schemeClr val="tx1"/>
                        </a:solidFill>
                        <a:ea typeface="LG스마트체 Regular"/>
                      </a:endParaRPr>
                    </a:p>
                    <a:p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  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. 26-1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호 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: </a:t>
                      </a:r>
                      <a:r>
                        <a:rPr lang="en-US" altLang="ko-KR" sz="900" baseline="0" dirty="0" err="1">
                          <a:solidFill>
                            <a:schemeClr val="tx1"/>
                          </a:solidFill>
                          <a:ea typeface="+mn-ea"/>
                        </a:rPr>
                        <a:t>파이널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</a:t>
                      </a:r>
                      <a:r>
                        <a:rPr lang="en-US" altLang="ko-KR" sz="900" baseline="0" dirty="0" err="1">
                          <a:solidFill>
                            <a:schemeClr val="tx1"/>
                          </a:solidFill>
                          <a:ea typeface="+mn-ea"/>
                        </a:rPr>
                        <a:t>사선컷팅으로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CS+SW 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불량  → 파이널 컨베이어 </a:t>
                      </a:r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ea typeface="+mn-ea"/>
                        </a:rPr>
                        <a:t>Theta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축 및 Home </a:t>
                      </a:r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ea typeface="+mn-ea"/>
                        </a:rPr>
                        <a:t>Offset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조정 (11/26)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ea typeface="+mn-ea"/>
                      </a:endParaRPr>
                    </a:p>
                    <a:p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  . 26-2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호 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: </a:t>
                      </a:r>
                      <a:r>
                        <a:rPr lang="en-US" altLang="ko-KR" sz="900" baseline="0" dirty="0" err="1">
                          <a:solidFill>
                            <a:schemeClr val="tx1"/>
                          </a:solidFill>
                          <a:ea typeface="+mn-ea"/>
                        </a:rPr>
                        <a:t>모노셀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</a:t>
                      </a:r>
                      <a:r>
                        <a:rPr lang="en-US" altLang="ko-KR" sz="900" baseline="0" dirty="0" err="1">
                          <a:solidFill>
                            <a:schemeClr val="tx1"/>
                          </a:solidFill>
                          <a:ea typeface="+mn-ea"/>
                        </a:rPr>
                        <a:t>슬립으로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</a:t>
                      </a:r>
                      <a:r>
                        <a:rPr lang="en-US" altLang="ko-KR" sz="900" baseline="0" dirty="0" err="1">
                          <a:solidFill>
                            <a:schemeClr val="tx1"/>
                          </a:solidFill>
                          <a:ea typeface="+mn-ea"/>
                        </a:rPr>
                        <a:t>인한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</a:t>
                      </a:r>
                      <a:r>
                        <a:rPr lang="en-US" altLang="ko-KR" sz="900" baseline="0" dirty="0" err="1">
                          <a:solidFill>
                            <a:schemeClr val="tx1"/>
                          </a:solidFill>
                          <a:ea typeface="+mn-ea"/>
                        </a:rPr>
                        <a:t>파이널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</a:t>
                      </a:r>
                      <a:r>
                        <a:rPr lang="en-US" altLang="ko-KR" sz="900" baseline="0" dirty="0" err="1">
                          <a:solidFill>
                            <a:schemeClr val="tx1"/>
                          </a:solidFill>
                          <a:ea typeface="+mn-ea"/>
                        </a:rPr>
                        <a:t>컷팅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</a:t>
                      </a:r>
                      <a:r>
                        <a:rPr lang="en-US" altLang="ko-KR" sz="900" baseline="0" dirty="0" err="1">
                          <a:solidFill>
                            <a:schemeClr val="tx1"/>
                          </a:solidFill>
                          <a:ea typeface="+mn-ea"/>
                        </a:rPr>
                        <a:t>불량으로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CS+SW </a:t>
                      </a:r>
                      <a:r>
                        <a:rPr lang="en-US" altLang="ko-KR" sz="900" baseline="0" dirty="0" err="1">
                          <a:solidFill>
                            <a:schemeClr val="tx1"/>
                          </a:solidFill>
                          <a:ea typeface="+mn-ea"/>
                        </a:rPr>
                        <a:t>불량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→ </a:t>
                      </a:r>
                      <a:r>
                        <a:rPr lang="en-US" altLang="ko-KR" sz="900" baseline="0" dirty="0" err="1">
                          <a:solidFill>
                            <a:schemeClr val="tx1"/>
                          </a:solidFill>
                          <a:ea typeface="+mn-ea"/>
                        </a:rPr>
                        <a:t>파이널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</a:t>
                      </a:r>
                      <a:r>
                        <a:rPr lang="en-US" altLang="ko-KR" sz="900" baseline="0" dirty="0" err="1">
                          <a:solidFill>
                            <a:schemeClr val="tx1"/>
                          </a:solidFill>
                          <a:ea typeface="+mn-ea"/>
                        </a:rPr>
                        <a:t>컨베이어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Gap  </a:t>
                      </a:r>
                      <a:r>
                        <a:rPr lang="en-US" altLang="ko-KR" sz="900" baseline="0" dirty="0" err="1">
                          <a:solidFill>
                            <a:schemeClr val="tx1"/>
                          </a:solidFill>
                          <a:ea typeface="+mn-ea"/>
                        </a:rPr>
                        <a:t>감소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(11/27)</a:t>
                      </a:r>
                    </a:p>
                    <a:p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  . 26-3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호 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: </a:t>
                      </a:r>
                      <a:r>
                        <a:rPr lang="en-US" altLang="ko-KR" sz="900" baseline="0" dirty="0" err="1">
                          <a:solidFill>
                            <a:schemeClr val="tx1"/>
                          </a:solidFill>
                          <a:ea typeface="+mn-ea"/>
                        </a:rPr>
                        <a:t>가감속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시 </a:t>
                      </a:r>
                      <a:r>
                        <a:rPr lang="en-US" altLang="ko-KR" sz="900" baseline="0" dirty="0" err="1">
                          <a:solidFill>
                            <a:schemeClr val="tx1"/>
                          </a:solidFill>
                          <a:ea typeface="+mn-ea"/>
                        </a:rPr>
                        <a:t>양극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</a:t>
                      </a:r>
                      <a:r>
                        <a:rPr lang="en-US" altLang="ko-KR" sz="900" baseline="0" dirty="0" err="1">
                          <a:solidFill>
                            <a:schemeClr val="tx1"/>
                          </a:solidFill>
                          <a:ea typeface="+mn-ea"/>
                        </a:rPr>
                        <a:t>회전으로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</a:t>
                      </a:r>
                      <a:r>
                        <a:rPr lang="en-US" altLang="ko-KR" sz="900" baseline="0" dirty="0" err="1">
                          <a:solidFill>
                            <a:schemeClr val="tx1"/>
                          </a:solidFill>
                          <a:ea typeface="+mn-ea"/>
                        </a:rPr>
                        <a:t>인한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AC / CS </a:t>
                      </a:r>
                      <a:r>
                        <a:rPr lang="en-US" altLang="ko-KR" sz="900" baseline="0" dirty="0" err="1">
                          <a:solidFill>
                            <a:schemeClr val="tx1"/>
                          </a:solidFill>
                          <a:ea typeface="+mn-ea"/>
                        </a:rPr>
                        <a:t>불량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→ </a:t>
                      </a:r>
                      <a:r>
                        <a:rPr lang="en-US" altLang="ko-KR" sz="900" baseline="0" dirty="0" err="1">
                          <a:solidFill>
                            <a:schemeClr val="tx1"/>
                          </a:solidFill>
                          <a:ea typeface="+mn-ea"/>
                        </a:rPr>
                        <a:t>상부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</a:t>
                      </a:r>
                      <a:r>
                        <a:rPr lang="en-US" altLang="ko-KR" sz="900" baseline="0" dirty="0" err="1">
                          <a:solidFill>
                            <a:schemeClr val="tx1"/>
                          </a:solidFill>
                          <a:ea typeface="+mn-ea"/>
                        </a:rPr>
                        <a:t>커터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Gap </a:t>
                      </a:r>
                      <a:r>
                        <a:rPr lang="en-US" altLang="ko-KR" sz="900" baseline="0" dirty="0" err="1">
                          <a:solidFill>
                            <a:schemeClr val="tx1"/>
                          </a:solidFill>
                          <a:ea typeface="+mn-ea"/>
                        </a:rPr>
                        <a:t>조정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및 Theta Offset </a:t>
                      </a:r>
                      <a:r>
                        <a:rPr lang="en-US" altLang="ko-KR" sz="900" baseline="0" dirty="0" err="1">
                          <a:solidFill>
                            <a:schemeClr val="tx1"/>
                          </a:solidFill>
                          <a:ea typeface="+mn-ea"/>
                        </a:rPr>
                        <a:t>조정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ea typeface="+mn-ea"/>
                        </a:rPr>
                        <a:t> (11/26) </a:t>
                      </a:r>
                      <a:endParaRPr lang="ko-KR" altLang="en-US" sz="900" baseline="0" dirty="0">
                        <a:solidFill>
                          <a:schemeClr val="tx1"/>
                        </a:solidFill>
                        <a:ea typeface="+mn-ea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kern="12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-. [</a:t>
                      </a:r>
                      <a:r>
                        <a:rPr lang="en-US" altLang="ko-KR" sz="900" kern="1200" baseline="0" dirty="0" err="1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절연</a:t>
                      </a:r>
                      <a:r>
                        <a:rPr lang="en-US" altLang="ko-KR" sz="900" kern="12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kern="1200" baseline="0" dirty="0" err="1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저항</a:t>
                      </a:r>
                      <a:r>
                        <a:rPr lang="en-US" altLang="ko-KR" sz="900" kern="12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kern="12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불량</a:t>
                      </a:r>
                      <a:r>
                        <a:rPr lang="en-US" altLang="ko-KR" sz="900" kern="1200" baseline="0" dirty="0">
                          <a:solidFill>
                            <a:schemeClr val="tx1"/>
                          </a:solidFill>
                          <a:latin typeface="+mn-lt"/>
                          <a:ea typeface="LG스마트체 Regular"/>
                          <a:cs typeface="+mn-cs"/>
                        </a:rPr>
                        <a:t>]</a:t>
                      </a:r>
                      <a:endParaRPr lang="en-US" sz="900" kern="1200" baseline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lvl="0" algn="l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kern="1200" baseline="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-.  </a:t>
                      </a:r>
                      <a:r>
                        <a:rPr lang="en-US" altLang="ko-KR" sz="900" kern="1200" baseline="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DGS</a:t>
                      </a:r>
                      <a:r>
                        <a:rPr lang="ko-KR" altLang="en-US" sz="900" kern="1200" baseline="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 </a:t>
                      </a:r>
                      <a:r>
                        <a:rPr lang="en-US" altLang="ko-KR" sz="900" kern="1200" baseline="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26-1</a:t>
                      </a:r>
                      <a:r>
                        <a:rPr lang="ko-KR" altLang="en-US" sz="900" kern="1200" baseline="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호 </a:t>
                      </a:r>
                      <a:r>
                        <a:rPr lang="en-US" altLang="ko-KR" sz="900" kern="1200" baseline="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Chamber1의 Nest 2</a:t>
                      </a:r>
                      <a:r>
                        <a:rPr lang="ko-KR" altLang="en-US" sz="900" kern="1200" baseline="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번에서 불량률이 높아 </a:t>
                      </a:r>
                      <a:r>
                        <a:rPr lang="en-US" altLang="ko-KR" sz="900" kern="1200" baseline="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Pre Sealing Tool </a:t>
                      </a:r>
                      <a:r>
                        <a:rPr lang="ko-KR" altLang="en-US" sz="900" kern="1200" baseline="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교체 진행 후 불량률 감소((11/30 : 2.51% → 12/1(~12/2 0시 기준) : 1.11%) </a:t>
                      </a:r>
                    </a:p>
                    <a:p>
                      <a:pPr marL="0"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kern="1200" baseline="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-. DGS 26-2호 </a:t>
                      </a:r>
                      <a:r>
                        <a:rPr lang="ko-KR" altLang="en-US" sz="900" kern="1200" baseline="0" noProof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메인실링</a:t>
                      </a:r>
                      <a:r>
                        <a:rPr lang="ko-KR" altLang="en-US" sz="900" kern="1200" baseline="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2번 불량률 높아 DGS 26-2호 </a:t>
                      </a:r>
                      <a:r>
                        <a:rPr lang="ko-KR" altLang="en-US" sz="900" kern="1200" baseline="0" noProof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메인실링</a:t>
                      </a:r>
                      <a:r>
                        <a:rPr lang="ko-KR" altLang="en-US" sz="900" kern="1200" baseline="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1번 </a:t>
                      </a:r>
                      <a:r>
                        <a:rPr lang="ko-KR" altLang="en-US" sz="900" kern="1200" baseline="0" noProof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메인실링</a:t>
                      </a:r>
                      <a:r>
                        <a:rPr lang="ko-KR" altLang="en-US" sz="900" kern="1200" baseline="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압력 수준으로 상향 조정 (11/24 10시 조정)</a:t>
                      </a:r>
                    </a:p>
                    <a:p>
                      <a:pPr marL="0"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kern="1200" baseline="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-. PKG 26-2호 실링 불량한 셀이  DGS 26-1호 1,3번 챔버 투입 시 불량이 높아 챔버 이송 P&amp;P </a:t>
                      </a:r>
                      <a:r>
                        <a:rPr lang="ko-KR" altLang="en-US" sz="900" kern="1200" baseline="0" noProof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Gripper의</a:t>
                      </a:r>
                      <a:r>
                        <a:rPr lang="ko-KR" altLang="en-US" sz="900" kern="1200" baseline="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셀 </a:t>
                      </a:r>
                      <a:r>
                        <a:rPr lang="ko-KR" altLang="en-US" sz="900" kern="1200" baseline="0" noProof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Grip</a:t>
                      </a:r>
                      <a:r>
                        <a:rPr lang="ko-KR" altLang="en-US" sz="900" kern="1200" baseline="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위치를 </a:t>
                      </a:r>
                      <a:r>
                        <a:rPr lang="ko-KR" altLang="en-US" sz="900" kern="1200" baseline="0" noProof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Side</a:t>
                      </a:r>
                      <a:r>
                        <a:rPr lang="ko-KR" altLang="en-US" sz="900" kern="1200" baseline="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바깥쪽으로 이동 (11/24) 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SOP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E128A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/>
                        </a:rPr>
                        <a:t>(7/17)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불량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분석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(~12/31)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 dirty="0" err="1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박태욱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김종우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  <a:p>
                      <a:pPr algn="ctr" latinLnBrk="1"/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박형식</a:t>
                      </a:r>
                      <a:endParaRPr lang="en-US" altLang="ko-KR" sz="900" baseline="0" dirty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0" name="제목 1">
            <a:extLst>
              <a:ext uri="{FF2B5EF4-FFF2-40B4-BE49-F238E27FC236}">
                <a16:creationId xmlns:a16="http://schemas.microsoft.com/office/drawing/2014/main" id="{48D58C30-FE4A-1CCD-9572-9D5A8D11654E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r>
              <a:rPr lang="en-US" altLang="ko-KR" sz="1800"/>
              <a:t>3. </a:t>
            </a:r>
            <a:r>
              <a:rPr lang="ko-KR" altLang="en-US" sz="1800"/>
              <a:t>과제 진행 현황</a:t>
            </a:r>
            <a:r>
              <a:rPr lang="en-US" altLang="ko-KR" sz="1800"/>
              <a:t>_</a:t>
            </a:r>
            <a:r>
              <a:rPr lang="ko-KR" altLang="en-US" sz="1800"/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A69116A4-333E-EE0D-4BD3-642B919DC810}"/>
              </a:ext>
            </a:extLst>
          </p:cNvPr>
          <p:cNvSpPr txBox="1">
            <a:spLocks/>
          </p:cNvSpPr>
          <p:nvPr/>
        </p:nvSpPr>
        <p:spPr>
          <a:xfrm>
            <a:off x="8451432" y="418066"/>
            <a:ext cx="1285608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</a:pP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작성자 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1100" err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박태욱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김종우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9633123-6446-353B-C876-F791027DDDCD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r"/>
            <a:r>
              <a:rPr lang="ko-KR" altLang="en-US" sz="1100">
                <a:latin typeface="Arial Narrow"/>
                <a:ea typeface="LG스마트체 Regular"/>
              </a:rPr>
              <a:t>업데이트 시간 </a:t>
            </a:r>
            <a:r>
              <a:rPr lang="en-US" altLang="ko-KR" sz="1100">
                <a:latin typeface="Arial Narrow"/>
                <a:ea typeface="LG스마트체 Regular"/>
              </a:rPr>
              <a:t>: 12/3(</a:t>
            </a:r>
            <a:r>
              <a:rPr lang="ko-KR" altLang="en-US" sz="1100">
                <a:latin typeface="Arial Narrow"/>
                <a:ea typeface="LG스마트체 Regular"/>
              </a:rPr>
              <a:t>수</a:t>
            </a:r>
            <a:r>
              <a:rPr lang="en-US" altLang="ko-KR" sz="1100">
                <a:latin typeface="Arial Narrow"/>
                <a:ea typeface="LG스마트체 Regular"/>
              </a:rPr>
              <a:t>) 14</a:t>
            </a:r>
            <a:r>
              <a:rPr lang="ko-KR" altLang="en-US" sz="1100">
                <a:latin typeface="Arial Narrow"/>
                <a:ea typeface="LG스마트체 Regular"/>
              </a:rPr>
              <a:t>시</a:t>
            </a:r>
          </a:p>
        </p:txBody>
      </p:sp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966B2C4C-65AC-EF65-E569-1F844916C93F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251293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</a:pP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조립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] WA 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신규 모델 셀 수율 개선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80A16A4-ECDE-11AE-D905-7AFD2A3BFD21}"/>
              </a:ext>
            </a:extLst>
          </p:cNvPr>
          <p:cNvSpPr txBox="1"/>
          <p:nvPr/>
        </p:nvSpPr>
        <p:spPr>
          <a:xfrm>
            <a:off x="6073597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52B29498-600E-4C61-A390-CBDE748E9B42}"/>
              </a:ext>
            </a:extLst>
          </p:cNvPr>
          <p:cNvGraphicFramePr>
            <a:graphicFrameLocks noGrp="1"/>
          </p:cNvGraphicFramePr>
          <p:nvPr/>
        </p:nvGraphicFramePr>
        <p:xfrm>
          <a:off x="1513229" y="1438921"/>
          <a:ext cx="7098015" cy="17545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33356">
                  <a:extLst>
                    <a:ext uri="{9D8B030D-6E8A-4147-A177-3AD203B41FA5}">
                      <a16:colId xmlns:a16="http://schemas.microsoft.com/office/drawing/2014/main" val="1253838789"/>
                    </a:ext>
                  </a:extLst>
                </a:gridCol>
                <a:gridCol w="374905">
                  <a:extLst>
                    <a:ext uri="{9D8B030D-6E8A-4147-A177-3AD203B41FA5}">
                      <a16:colId xmlns:a16="http://schemas.microsoft.com/office/drawing/2014/main" val="844254273"/>
                    </a:ext>
                  </a:extLst>
                </a:gridCol>
                <a:gridCol w="418280">
                  <a:extLst>
                    <a:ext uri="{9D8B030D-6E8A-4147-A177-3AD203B41FA5}">
                      <a16:colId xmlns:a16="http://schemas.microsoft.com/office/drawing/2014/main" val="2292510119"/>
                    </a:ext>
                  </a:extLst>
                </a:gridCol>
                <a:gridCol w="418280">
                  <a:extLst>
                    <a:ext uri="{9D8B030D-6E8A-4147-A177-3AD203B41FA5}">
                      <a16:colId xmlns:a16="http://schemas.microsoft.com/office/drawing/2014/main" val="1023381503"/>
                    </a:ext>
                  </a:extLst>
                </a:gridCol>
                <a:gridCol w="418280">
                  <a:extLst>
                    <a:ext uri="{9D8B030D-6E8A-4147-A177-3AD203B41FA5}">
                      <a16:colId xmlns:a16="http://schemas.microsoft.com/office/drawing/2014/main" val="3113394321"/>
                    </a:ext>
                  </a:extLst>
                </a:gridCol>
                <a:gridCol w="418280">
                  <a:extLst>
                    <a:ext uri="{9D8B030D-6E8A-4147-A177-3AD203B41FA5}">
                      <a16:colId xmlns:a16="http://schemas.microsoft.com/office/drawing/2014/main" val="1845996955"/>
                    </a:ext>
                  </a:extLst>
                </a:gridCol>
                <a:gridCol w="418280">
                  <a:extLst>
                    <a:ext uri="{9D8B030D-6E8A-4147-A177-3AD203B41FA5}">
                      <a16:colId xmlns:a16="http://schemas.microsoft.com/office/drawing/2014/main" val="1482942702"/>
                    </a:ext>
                  </a:extLst>
                </a:gridCol>
                <a:gridCol w="418280">
                  <a:extLst>
                    <a:ext uri="{9D8B030D-6E8A-4147-A177-3AD203B41FA5}">
                      <a16:colId xmlns:a16="http://schemas.microsoft.com/office/drawing/2014/main" val="660844610"/>
                    </a:ext>
                  </a:extLst>
                </a:gridCol>
                <a:gridCol w="418280">
                  <a:extLst>
                    <a:ext uri="{9D8B030D-6E8A-4147-A177-3AD203B41FA5}">
                      <a16:colId xmlns:a16="http://schemas.microsoft.com/office/drawing/2014/main" val="1915409576"/>
                    </a:ext>
                  </a:extLst>
                </a:gridCol>
                <a:gridCol w="418280">
                  <a:extLst>
                    <a:ext uri="{9D8B030D-6E8A-4147-A177-3AD203B41FA5}">
                      <a16:colId xmlns:a16="http://schemas.microsoft.com/office/drawing/2014/main" val="1772360824"/>
                    </a:ext>
                  </a:extLst>
                </a:gridCol>
                <a:gridCol w="418280">
                  <a:extLst>
                    <a:ext uri="{9D8B030D-6E8A-4147-A177-3AD203B41FA5}">
                      <a16:colId xmlns:a16="http://schemas.microsoft.com/office/drawing/2014/main" val="2213575846"/>
                    </a:ext>
                  </a:extLst>
                </a:gridCol>
                <a:gridCol w="418280">
                  <a:extLst>
                    <a:ext uri="{9D8B030D-6E8A-4147-A177-3AD203B41FA5}">
                      <a16:colId xmlns:a16="http://schemas.microsoft.com/office/drawing/2014/main" val="2669237542"/>
                    </a:ext>
                  </a:extLst>
                </a:gridCol>
                <a:gridCol w="466725">
                  <a:extLst>
                    <a:ext uri="{9D8B030D-6E8A-4147-A177-3AD203B41FA5}">
                      <a16:colId xmlns:a16="http://schemas.microsoft.com/office/drawing/2014/main" val="3059803198"/>
                    </a:ext>
                  </a:extLst>
                </a:gridCol>
                <a:gridCol w="418280">
                  <a:extLst>
                    <a:ext uri="{9D8B030D-6E8A-4147-A177-3AD203B41FA5}">
                      <a16:colId xmlns:a16="http://schemas.microsoft.com/office/drawing/2014/main" val="2189244337"/>
                    </a:ext>
                  </a:extLst>
                </a:gridCol>
                <a:gridCol w="418280">
                  <a:extLst>
                    <a:ext uri="{9D8B030D-6E8A-4147-A177-3AD203B41FA5}">
                      <a16:colId xmlns:a16="http://schemas.microsoft.com/office/drawing/2014/main" val="1218841582"/>
                    </a:ext>
                  </a:extLst>
                </a:gridCol>
                <a:gridCol w="418280">
                  <a:extLst>
                    <a:ext uri="{9D8B030D-6E8A-4147-A177-3AD203B41FA5}">
                      <a16:colId xmlns:a16="http://schemas.microsoft.com/office/drawing/2014/main" val="4018547353"/>
                    </a:ext>
                  </a:extLst>
                </a:gridCol>
                <a:gridCol w="485389">
                  <a:extLst>
                    <a:ext uri="{9D8B030D-6E8A-4147-A177-3AD203B41FA5}">
                      <a16:colId xmlns:a16="http://schemas.microsoft.com/office/drawing/2014/main" val="2877875200"/>
                    </a:ext>
                  </a:extLst>
                </a:gridCol>
              </a:tblGrid>
              <a:tr h="116622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  <a:endParaRPr lang="ko-KR" altLang="en-US" sz="75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 </a:t>
                      </a:r>
                      <a:r>
                        <a:rPr lang="ko-KR" altLang="en-US" sz="75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목표</a:t>
                      </a:r>
                      <a:endParaRPr lang="ko-KR" altLang="en-US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4" marR="6604" marT="6604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 </a:t>
                      </a:r>
                      <a:r>
                        <a:rPr lang="ko-KR" altLang="en-US" sz="75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실적</a:t>
                      </a:r>
                      <a:endParaRPr lang="ko-KR" altLang="en-US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4" marR="6604" marT="6604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75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생산량</a:t>
                      </a:r>
                      <a:endParaRPr lang="ko-KR" altLang="en-US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4" marR="6604" marT="6604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M+1 </a:t>
                      </a:r>
                      <a:r>
                        <a:rPr lang="ko-KR" altLang="en-US" sz="75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목표</a:t>
                      </a:r>
                      <a:endParaRPr lang="ko-KR" altLang="en-US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4" marR="6604" marT="6604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M+1 </a:t>
                      </a:r>
                      <a:r>
                        <a:rPr lang="ko-KR" altLang="en-US" sz="75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실적</a:t>
                      </a:r>
                      <a:endParaRPr lang="ko-KR" altLang="en-US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4" marR="6604" marT="6604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75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생산량</a:t>
                      </a:r>
                      <a:endParaRPr lang="ko-KR" altLang="en-US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4" marR="6604" marT="6604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5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M+2 </a:t>
                      </a:r>
                      <a:r>
                        <a:rPr lang="ko-KR" altLang="en-US" sz="75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목표</a:t>
                      </a:r>
                      <a:endParaRPr lang="en-US" sz="75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M+2 </a:t>
                      </a:r>
                      <a:r>
                        <a:rPr lang="ko-KR" altLang="en-US" sz="75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실적</a:t>
                      </a: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75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생산량</a:t>
                      </a:r>
                      <a:endParaRPr lang="ko-KR" altLang="en-US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4" marR="6604" marT="6604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5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M+3 </a:t>
                      </a:r>
                      <a:r>
                        <a:rPr lang="ko-KR" altLang="en-US" sz="75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목표</a:t>
                      </a:r>
                      <a:endParaRPr lang="en-US" sz="75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M+3 </a:t>
                      </a:r>
                      <a:r>
                        <a:rPr lang="ko-KR" altLang="en-US" sz="75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실적</a:t>
                      </a: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75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생산량</a:t>
                      </a:r>
                      <a:endParaRPr lang="ko-KR" altLang="en-US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4" marR="6604" marT="6604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누적 목표</a:t>
                      </a:r>
                      <a:endParaRPr lang="en-US" sz="75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누적 실적</a:t>
                      </a:r>
                      <a:endParaRPr lang="en-US" sz="75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누적 생산량</a:t>
                      </a:r>
                      <a:endParaRPr lang="en-US" sz="75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5408153"/>
                  </a:ext>
                </a:extLst>
              </a:tr>
              <a:tr h="148509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Cell</a:t>
                      </a:r>
                      <a:endParaRPr 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91.29%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96.02%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r>
                        <a:rPr lang="ko-KR" alt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93.18%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95.36%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95.09%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95.56%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97.02%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93.26%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94.52%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94.81%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950332"/>
                  </a:ext>
                </a:extLst>
              </a:tr>
              <a:tr h="148509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Assembly</a:t>
                      </a:r>
                      <a:endParaRPr 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94.87%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97.76%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r>
                        <a:rPr lang="ko-KR" alt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95.85%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97.18%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r>
                        <a:rPr lang="ko-KR" alt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96.82%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97.63%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97.80%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97.77%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96.53%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97.42%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r>
                        <a:rPr lang="ko-KR" altLang="en-US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2656169"/>
                  </a:ext>
                </a:extLst>
              </a:tr>
              <a:tr h="148509"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  <a:endParaRPr lang="ko-KR" alt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Lami</a:t>
                      </a:r>
                      <a:endParaRPr 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98.00%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98.89%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723,069 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98.29%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98.79%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883,547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98.59%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98.96%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672,018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98.96%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856,453 </a:t>
                      </a:r>
                      <a:endParaRPr lang="en-US" altLang="ko-KR" sz="750" b="0" i="0" u="none" strike="noStrike" kern="1200" baseline="0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98.53%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98.82%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3,171,021</a:t>
                      </a:r>
                      <a:endParaRPr lang="en-US" altLang="ko-KR" sz="750" b="0" i="0" u="none" strike="noStrike" kern="1200" baseline="0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7456216"/>
                  </a:ext>
                </a:extLst>
              </a:tr>
              <a:tr h="14850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STK</a:t>
                      </a:r>
                      <a:endParaRPr 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97.78%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98.99%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714,835 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98.20%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98.48%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885,234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98.60%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98.85%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674,570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98.94%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98.92%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859,770 </a:t>
                      </a:r>
                      <a:endParaRPr lang="en-US" altLang="ko-KR" sz="750" b="0" i="0" u="none" strike="noStrike" kern="1200" baseline="0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98.46%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98.71%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3,178,678</a:t>
                      </a:r>
                      <a:endParaRPr lang="en-US" altLang="ko-KR" sz="750" b="0" i="0" u="none" strike="noStrike" kern="1200" baseline="0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45526020"/>
                  </a:ext>
                </a:extLst>
              </a:tr>
              <a:tr h="14850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PKG</a:t>
                      </a:r>
                      <a:endParaRPr 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99.00%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700,254 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99.30%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852,187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99.60%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645,054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99.85%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99.87%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844,219 </a:t>
                      </a:r>
                      <a:endParaRPr lang="en-US" altLang="ko-KR" sz="750" b="0" i="0" u="none" strike="noStrike" kern="1200" baseline="0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99.50%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99.86%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3,078,709</a:t>
                      </a:r>
                      <a:endParaRPr lang="en-US" altLang="ko-KR" sz="750" b="0" i="0" u="none" strike="noStrike" kern="1200" baseline="0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32390369"/>
                  </a:ext>
                </a:extLst>
              </a:tr>
              <a:tr h="148509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Formation</a:t>
                      </a:r>
                      <a:endParaRPr 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96.23%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98.22%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r>
                        <a:rPr lang="ko-KR" alt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97.22%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98.13%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r>
                        <a:rPr lang="ko-KR" alt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98.21%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97.87%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95.39%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lang="en-US" altLang="ko-KR" sz="750" b="0" i="0" u="none" strike="noStrike" kern="1200" baseline="0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97.93%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97.33%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lang="ko-KR" altLang="en-US" sz="750" b="0" i="0" u="none" strike="noStrike" kern="1200" baseline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0629843"/>
                  </a:ext>
                </a:extLst>
              </a:tr>
              <a:tr h="148509">
                <a:tc row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  <a:endParaRPr lang="ko-KR" alt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1st J/F</a:t>
                      </a:r>
                      <a:endParaRPr 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99.80%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698,827 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99.90%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808,848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99.75%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699,032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99.93%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99.75%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799,181 </a:t>
                      </a:r>
                      <a:endParaRPr lang="en-US" altLang="ko-KR" sz="750" b="0" i="0" u="none" strike="noStrike" kern="1200" baseline="0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99.90%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99.79%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3,032,212</a:t>
                      </a:r>
                      <a:endParaRPr lang="en-US" altLang="ko-KR" sz="750" b="0" i="0" u="none" strike="noStrike" kern="1200" baseline="0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8268911"/>
                  </a:ext>
                </a:extLst>
              </a:tr>
              <a:tr h="14850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2nd J/F</a:t>
                      </a:r>
                      <a:endParaRPr 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99.80%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682,241 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99.90%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439,910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725,136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689,677 </a:t>
                      </a:r>
                      <a:endParaRPr lang="en-US" altLang="ko-KR" sz="750" b="0" i="0" u="none" strike="noStrike" kern="1200" baseline="0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99.91%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99.91%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2,583,658</a:t>
                      </a:r>
                      <a:endParaRPr lang="en-US" altLang="ko-KR" sz="750" b="0" i="0" u="none" strike="noStrike" kern="1200" baseline="0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5820057"/>
                  </a:ext>
                </a:extLst>
              </a:tr>
              <a:tr h="14850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DGS</a:t>
                      </a:r>
                      <a:endParaRPr 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99.80%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</a:t>
                      </a:r>
                      <a:r>
                        <a:rPr lang="en-US" altLang="ko-KR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696,878 </a:t>
                      </a:r>
                      <a:endParaRPr lang="ko-KR" altLang="en-US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99.90%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678,505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689,002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100.06%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792,533 </a:t>
                      </a:r>
                      <a:endParaRPr lang="en-US" altLang="ko-KR" sz="750" b="0" i="0" u="none" strike="noStrike" kern="1200" baseline="0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99.91%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99.96%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2,892,938</a:t>
                      </a:r>
                      <a:endParaRPr lang="en-US" altLang="ko-KR" sz="750" b="0" i="0" u="none" strike="noStrike" kern="1200" baseline="0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3440448"/>
                  </a:ext>
                </a:extLst>
              </a:tr>
              <a:tr h="14850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Grade</a:t>
                      </a:r>
                      <a:endParaRPr 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98.63%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99.82%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694,995 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99.00%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99.61%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466,801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99.36%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99.66%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758,288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99.70%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97.51%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693,107 </a:t>
                      </a:r>
                      <a:endParaRPr lang="en-US" altLang="ko-KR" sz="750" b="0" i="0" u="none" strike="noStrike" kern="1200" baseline="0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99.25%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99.11%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2,644,980</a:t>
                      </a:r>
                      <a:endParaRPr lang="en-US" altLang="ko-KR" sz="750" b="0" i="0" u="none" strike="noStrike" kern="1200" baseline="0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1989789"/>
                  </a:ext>
                </a:extLst>
              </a:tr>
              <a:tr h="14850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5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EOL</a:t>
                      </a:r>
                      <a:endParaRPr lang="en-US" sz="75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600" marR="6600" marT="66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98.15%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98.58%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382,320 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98.50%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98.80%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75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545,367</a:t>
                      </a:r>
                      <a:endParaRPr lang="en-US" altLang="ko-KR" sz="750" b="0" i="0" u="none" strike="no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98.78%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668,065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99.67%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98.11%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750" b="0" i="0" u="none" strike="noStrike" kern="1200" baseline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741,540 </a:t>
                      </a:r>
                      <a:endParaRPr lang="en-US" altLang="ko-KR" sz="750" b="0" i="0" u="none" strike="noStrike" kern="1200" baseline="0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98.93%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98.54%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50" b="0" i="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2,374,275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22603074"/>
                  </a:ext>
                </a:extLst>
              </a:tr>
            </a:tbl>
          </a:graphicData>
        </a:graphic>
      </p:graphicFrame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56BC5D27-5C16-A0E2-A34D-210F71560EC7}"/>
              </a:ext>
            </a:extLst>
          </p:cNvPr>
          <p:cNvSpPr/>
          <p:nvPr/>
        </p:nvSpPr>
        <p:spPr>
          <a:xfrm>
            <a:off x="108658" y="1127394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algn="ctr"/>
            <a:r>
              <a:rPr lang="en-US" altLang="ko-KR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CDO/</a:t>
            </a:r>
            <a:r>
              <a:rPr lang="ko-KR" altLang="en-US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그룹</a:t>
            </a:r>
            <a:r>
              <a:rPr lang="en-US" altLang="ko-KR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담당 </a:t>
            </a:r>
            <a:r>
              <a:rPr lang="en-US" altLang="ko-KR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KPI</a:t>
            </a:r>
            <a:endParaRPr lang="ko-KR" altLang="en-US" sz="900" b="1">
              <a:solidFill>
                <a:schemeClr val="bg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5B78B3F2-33E2-B974-55CE-10943D6F5330}"/>
              </a:ext>
            </a:extLst>
          </p:cNvPr>
          <p:cNvSpPr txBox="1"/>
          <p:nvPr/>
        </p:nvSpPr>
        <p:spPr>
          <a:xfrm>
            <a:off x="5645785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-#10,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B6A8BBAB-5653-48FE-8819-DADF4B70F57D}"/>
              </a:ext>
            </a:extLst>
          </p:cNvPr>
          <p:cNvSpPr txBox="1"/>
          <p:nvPr/>
        </p:nvSpPr>
        <p:spPr>
          <a:xfrm>
            <a:off x="6791953" y="1274152"/>
            <a:ext cx="192713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/>
              <a:t>26,28</a:t>
            </a:r>
            <a:r>
              <a:rPr lang="ko-KR" altLang="en-US" sz="800"/>
              <a:t>라인 </a:t>
            </a:r>
            <a:r>
              <a:rPr lang="en-US" altLang="ko-KR" sz="800"/>
              <a:t>E128A </a:t>
            </a:r>
            <a:r>
              <a:rPr lang="ko-KR" altLang="en-US" sz="800"/>
              <a:t>공정별 불량률</a:t>
            </a:r>
            <a:r>
              <a:rPr lang="en-US" altLang="ko-KR" sz="800"/>
              <a:t>(</a:t>
            </a:r>
            <a:r>
              <a:rPr lang="en-US" altLang="ko-KR" sz="800" dirty="0"/>
              <a:t>7/17~11/25</a:t>
            </a:r>
            <a:r>
              <a:rPr lang="en-US" altLang="ko-KR" sz="800"/>
              <a:t>)</a:t>
            </a:r>
            <a:endParaRPr lang="ko-KR" altLang="en-US" sz="80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456A944-0E13-41C1-A653-938679706B70}"/>
              </a:ext>
            </a:extLst>
          </p:cNvPr>
          <p:cNvSpPr txBox="1"/>
          <p:nvPr/>
        </p:nvSpPr>
        <p:spPr>
          <a:xfrm>
            <a:off x="136777" y="1379522"/>
            <a:ext cx="1208090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7/18</a:t>
            </a: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일</a:t>
            </a:r>
            <a:endParaRPr lang="en-US" altLang="ko-KR" sz="800">
              <a:solidFill>
                <a:prstClr val="black"/>
              </a:solidFill>
              <a:ea typeface="LG스마트체 Regular" panose="020B0600000101010101" pitchFamily="50" charset="-127"/>
            </a:endParaRPr>
          </a:p>
          <a:p>
            <a:pPr lvl="0">
              <a:defRPr/>
            </a:pP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: -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C875F6E2-0AE2-4A65-BFB1-C9E4E834F8C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13228" y="3520949"/>
            <a:ext cx="7036411" cy="1652201"/>
          </a:xfrm>
          <a:prstGeom prst="rect">
            <a:avLst/>
          </a:prstGeom>
        </p:spPr>
      </p:pic>
      <p:sp>
        <p:nvSpPr>
          <p:cNvPr id="39" name="TextBox 38">
            <a:extLst>
              <a:ext uri="{FF2B5EF4-FFF2-40B4-BE49-F238E27FC236}">
                <a16:creationId xmlns:a16="http://schemas.microsoft.com/office/drawing/2014/main" id="{02D21486-C6F4-40F7-9985-058EF1BFC7DF}"/>
              </a:ext>
            </a:extLst>
          </p:cNvPr>
          <p:cNvSpPr txBox="1"/>
          <p:nvPr/>
        </p:nvSpPr>
        <p:spPr>
          <a:xfrm>
            <a:off x="4601944" y="3834836"/>
            <a:ext cx="75693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err="1"/>
              <a:t>모노세파외관</a:t>
            </a:r>
            <a:endParaRPr lang="ko-KR" altLang="en-US" sz="80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812D0328-CADA-422D-9A82-99CBFFA5D4AB}"/>
              </a:ext>
            </a:extLst>
          </p:cNvPr>
          <p:cNvSpPr txBox="1"/>
          <p:nvPr/>
        </p:nvSpPr>
        <p:spPr>
          <a:xfrm>
            <a:off x="3382189" y="3818812"/>
            <a:ext cx="367408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/>
              <a:t>쇼트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997ADC17-4579-416F-82BC-E915E5DE6166}"/>
              </a:ext>
            </a:extLst>
          </p:cNvPr>
          <p:cNvSpPr txBox="1"/>
          <p:nvPr/>
        </p:nvSpPr>
        <p:spPr>
          <a:xfrm>
            <a:off x="4073303" y="3834836"/>
            <a:ext cx="64152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err="1"/>
              <a:t>모노스태킹</a:t>
            </a:r>
            <a:endParaRPr lang="ko-KR" altLang="en-US" sz="800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67F9B96C-26F6-41FF-88EB-78DAD2F00133}"/>
              </a:ext>
            </a:extLst>
          </p:cNvPr>
          <p:cNvSpPr txBox="1"/>
          <p:nvPr/>
        </p:nvSpPr>
        <p:spPr>
          <a:xfrm>
            <a:off x="4585555" y="3644325"/>
            <a:ext cx="5741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/>
              <a:t>위치 불량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4F76E618-81BE-402C-8B1F-99E17332DE9F}"/>
              </a:ext>
            </a:extLst>
          </p:cNvPr>
          <p:cNvSpPr txBox="1"/>
          <p:nvPr/>
        </p:nvSpPr>
        <p:spPr>
          <a:xfrm>
            <a:off x="4165392" y="3632305"/>
            <a:ext cx="49404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/>
              <a:t>NG</a:t>
            </a:r>
            <a:r>
              <a:rPr lang="ko-KR" altLang="en-US" sz="800"/>
              <a:t>마킹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5253611E-91CE-41D6-BAC9-7E1CCF9FC5BF}"/>
              </a:ext>
            </a:extLst>
          </p:cNvPr>
          <p:cNvSpPr txBox="1"/>
          <p:nvPr/>
        </p:nvSpPr>
        <p:spPr>
          <a:xfrm>
            <a:off x="5659487" y="4685335"/>
            <a:ext cx="45878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err="1"/>
              <a:t>저전압</a:t>
            </a:r>
            <a:endParaRPr lang="ko-KR" altLang="en-US" sz="800"/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5FADD7C-FBB2-4460-AB22-4C95C715FA94}"/>
              </a:ext>
            </a:extLst>
          </p:cNvPr>
          <p:cNvSpPr txBox="1"/>
          <p:nvPr/>
        </p:nvSpPr>
        <p:spPr>
          <a:xfrm>
            <a:off x="6427493" y="4874696"/>
            <a:ext cx="26962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/>
              <a:t>IR</a:t>
            </a:r>
            <a:endParaRPr lang="ko-KR" altLang="en-US" sz="800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456DCBD2-DBA6-49A1-9E16-AB4F1A90BCCF}"/>
              </a:ext>
            </a:extLst>
          </p:cNvPr>
          <p:cNvSpPr txBox="1"/>
          <p:nvPr/>
        </p:nvSpPr>
        <p:spPr>
          <a:xfrm>
            <a:off x="6608038" y="4877004"/>
            <a:ext cx="65114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/>
              <a:t>DSF </a:t>
            </a:r>
            <a:r>
              <a:rPr lang="ko-KR" altLang="en-US" sz="800" err="1"/>
              <a:t>윙폴딩</a:t>
            </a:r>
            <a:endParaRPr lang="ko-KR" altLang="en-US" sz="800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5085A94-E520-49F9-84E8-F0E805003D7F}"/>
              </a:ext>
            </a:extLst>
          </p:cNvPr>
          <p:cNvSpPr txBox="1"/>
          <p:nvPr/>
        </p:nvSpPr>
        <p:spPr>
          <a:xfrm>
            <a:off x="3021329" y="4896746"/>
            <a:ext cx="66556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/>
              <a:t>파우치 긁힘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77804A08-00C2-4345-9D9B-8B992EC7D8C8}"/>
              </a:ext>
            </a:extLst>
          </p:cNvPr>
          <p:cNvSpPr txBox="1"/>
          <p:nvPr/>
        </p:nvSpPr>
        <p:spPr>
          <a:xfrm>
            <a:off x="6724349" y="3348691"/>
            <a:ext cx="192713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/>
              <a:t>26,28</a:t>
            </a:r>
            <a:r>
              <a:rPr lang="ko-KR" altLang="en-US" sz="800"/>
              <a:t>라인 </a:t>
            </a:r>
            <a:r>
              <a:rPr lang="en-US" altLang="ko-KR" sz="800"/>
              <a:t>E128A </a:t>
            </a:r>
            <a:r>
              <a:rPr lang="ko-KR" altLang="en-US" sz="800"/>
              <a:t>공정별 불량률</a:t>
            </a:r>
            <a:r>
              <a:rPr lang="en-US" altLang="ko-KR" sz="800"/>
              <a:t>(</a:t>
            </a:r>
            <a:r>
              <a:rPr lang="en-US" altLang="ko-KR" sz="800" dirty="0"/>
              <a:t>11/1~11/25</a:t>
            </a:r>
            <a:r>
              <a:rPr lang="en-US" altLang="ko-KR" sz="800"/>
              <a:t>)</a:t>
            </a:r>
            <a:endParaRPr lang="ko-KR" altLang="en-US" sz="80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E3C769AB-2D27-4FCC-9CEA-0BAC3D918831}"/>
              </a:ext>
            </a:extLst>
          </p:cNvPr>
          <p:cNvSpPr txBox="1"/>
          <p:nvPr/>
        </p:nvSpPr>
        <p:spPr>
          <a:xfrm>
            <a:off x="2971367" y="4166329"/>
            <a:ext cx="93968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/>
              <a:t>외관변형 작업불가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5D302B-F0FA-4F20-8A49-38C8CF22A96C}"/>
              </a:ext>
            </a:extLst>
          </p:cNvPr>
          <p:cNvSpPr txBox="1"/>
          <p:nvPr/>
        </p:nvSpPr>
        <p:spPr>
          <a:xfrm>
            <a:off x="3228775" y="4681224"/>
            <a:ext cx="75693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err="1"/>
              <a:t>저전압</a:t>
            </a:r>
            <a:r>
              <a:rPr lang="ko-KR" altLang="en-US" sz="800"/>
              <a:t> 상대화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01187A7-1906-4D6B-A521-A81484904AA8}"/>
              </a:ext>
            </a:extLst>
          </p:cNvPr>
          <p:cNvSpPr txBox="1"/>
          <p:nvPr/>
        </p:nvSpPr>
        <p:spPr>
          <a:xfrm>
            <a:off x="4730020" y="4874696"/>
            <a:ext cx="36740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/>
              <a:t>샘플</a:t>
            </a:r>
          </a:p>
        </p:txBody>
      </p:sp>
    </p:spTree>
    <p:extLst>
      <p:ext uri="{BB962C8B-B14F-4D97-AF65-F5344CB8AC3E}">
        <p14:creationId xmlns:p14="http://schemas.microsoft.com/office/powerpoint/2010/main" val="312166392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06CCFC9E-22FE-C814-58F4-5F77934888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>
            <a:extLst>
              <a:ext uri="{FF2B5EF4-FFF2-40B4-BE49-F238E27FC236}">
                <a16:creationId xmlns:a16="http://schemas.microsoft.com/office/drawing/2014/main" id="{4EE5C3D4-E1FE-2A24-75B2-670158E33358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r>
              <a:rPr lang="en-US" altLang="ko-KR" sz="1800"/>
              <a:t>3. </a:t>
            </a:r>
            <a:r>
              <a:rPr lang="ko-KR" altLang="en-US" sz="1800"/>
              <a:t>과제 진행 현황</a:t>
            </a:r>
            <a:r>
              <a:rPr lang="en-US" altLang="ko-KR" sz="1800"/>
              <a:t>_</a:t>
            </a:r>
            <a:r>
              <a:rPr lang="ko-KR" altLang="en-US" sz="1800"/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206FA1CB-50F2-1335-B221-595A1DA79558}"/>
              </a:ext>
            </a:extLst>
          </p:cNvPr>
          <p:cNvSpPr txBox="1">
            <a:spLocks/>
          </p:cNvSpPr>
          <p:nvPr/>
        </p:nvSpPr>
        <p:spPr>
          <a:xfrm>
            <a:off x="8451432" y="418066"/>
            <a:ext cx="1285608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</a:pP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작성자 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1100" err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박태욱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김종우</a:t>
            </a: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19848739-F2DD-2D37-126B-F820F44BF33F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50299"/>
          <a:ext cx="9644176" cy="5671967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328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5438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96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532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6186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대상 </a:t>
                      </a:r>
                      <a:endParaRPr lang="en-US" altLang="ko-KR" sz="1000" b="1" i="0" u="none" strike="noStrike" baseline="0">
                        <a:solidFill>
                          <a:schemeClr val="bg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일 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95167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신규 모델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셀 수율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안정화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(E90B)</a:t>
                      </a: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ESWA</a:t>
                      </a:r>
                      <a:endParaRPr lang="ko-KR" altLang="en-US" sz="900" kern="1200" baseline="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금주는 진행 사항 없습니다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1.라미위치불량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- 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현상 파악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] 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축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: 1.37%, SW : 1.35%, 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축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: 0.37%,  X/Y : 0.19%, Tab : 0.13%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- 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주요 불량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]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파이널 커터 사선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컷팅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_CS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불량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/ SW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검사기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ROI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불량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2.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모노세파외관불량</a:t>
                      </a: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- [현상 파악] EA :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1.69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%,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TA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: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3.29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%,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F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A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: 0.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19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%, ETC : 0.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18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%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- 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주요 불량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]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EA 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롤러 이물에 의한 주기성 불량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(1,3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주기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) / TA :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음극탭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쪽 전극 쓸림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/ FA :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코너부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분리막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접힘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/ ETC :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분리막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주름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현재 진행 중인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C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샘플에서는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cs typeface="Arial"/>
                        </a:rPr>
                        <a:t>Al Foil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두께 </a:t>
                      </a:r>
                      <a:r>
                        <a:rPr kumimoji="1" lang="ko-KR" altLang="en-US" sz="900" kern="0" err="1">
                          <a:solidFill>
                            <a:schemeClr val="tx1"/>
                          </a:solidFill>
                          <a:cs typeface="Arial"/>
                        </a:rPr>
                        <a:t>조건별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cs typeface="Arial"/>
                        </a:rPr>
                        <a:t>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15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㎛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/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12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㎛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/ 12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㎛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PCAF(Primer Coated Al Foil, Primer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코팅으로 </a:t>
                      </a:r>
                      <a:r>
                        <a:rPr kumimoji="1" lang="ko-KR" altLang="en-US" sz="900" kern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코팅성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증대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)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변경하면서 샘플이 진행되고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있으며</a:t>
                      </a:r>
                      <a:endParaRPr kumimoji="1" lang="en-US" altLang="ko-KR" sz="900" kern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lvl="0">
                        <a:lnSpc>
                          <a:spcPts val="1100"/>
                        </a:lnSpc>
                      </a:pP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Main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자재가 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Fix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가 되지 않은 상황으로 확인되었습니다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 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샘플 </a:t>
                      </a:r>
                      <a:r>
                        <a:rPr kumimoji="1" lang="ko-KR" altLang="en-US" sz="900" kern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모델별</a:t>
                      </a:r>
                      <a:r>
                        <a:rPr kumimoji="1" lang="ko-KR" altLang="en-US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 변경 사항 확인하여 양산 조건 확정 시 샘플 단계 상세 분석 진행할 예정입니다</a:t>
                      </a:r>
                      <a:r>
                        <a:rPr kumimoji="1" lang="en-US" altLang="ko-KR" sz="900" kern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171450" marR="0" lvl="0" indent="-17145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SOP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E90B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(11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불량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분석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맑은 고딕"/>
                          <a:ea typeface="맑은 고딕"/>
                        </a:rPr>
                        <a:t>(~12/31)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 err="1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박태욱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김종우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박형식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E520CDD9-8180-0128-CFF4-F096CDB3D873}"/>
              </a:ext>
            </a:extLst>
          </p:cNvPr>
          <p:cNvSpPr txBox="1"/>
          <p:nvPr/>
        </p:nvSpPr>
        <p:spPr>
          <a:xfrm>
            <a:off x="7902430" y="587343"/>
            <a:ext cx="19677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업데이트 시간 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: 10/1(</a:t>
            </a:r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수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) 10</a:t>
            </a:r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</a:rPr>
              <a:t>시</a:t>
            </a:r>
          </a:p>
        </p:txBody>
      </p:sp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625E4695-7D22-EB93-4546-9AA6332E9353}"/>
              </a:ext>
            </a:extLst>
          </p:cNvPr>
          <p:cNvSpPr txBox="1">
            <a:spLocks/>
          </p:cNvSpPr>
          <p:nvPr/>
        </p:nvSpPr>
        <p:spPr>
          <a:xfrm>
            <a:off x="108658" y="612730"/>
            <a:ext cx="251293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</a:pP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조립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] WA 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신규 모델 셀 수율 개선</a:t>
            </a: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DCE8228E-8EA5-E8F7-18F5-446C5BB8E37F}"/>
              </a:ext>
            </a:extLst>
          </p:cNvPr>
          <p:cNvSpPr/>
          <p:nvPr/>
        </p:nvSpPr>
        <p:spPr>
          <a:xfrm>
            <a:off x="108658" y="1127394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algn="ctr"/>
            <a:r>
              <a:rPr lang="en-US" altLang="ko-KR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CDO/</a:t>
            </a:r>
            <a:r>
              <a:rPr lang="ko-KR" altLang="en-US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그룹</a:t>
            </a:r>
            <a:r>
              <a:rPr lang="en-US" altLang="ko-KR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담당 </a:t>
            </a:r>
            <a:r>
              <a:rPr lang="en-US" altLang="ko-KR" sz="900" b="1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KPI</a:t>
            </a:r>
            <a:endParaRPr lang="ko-KR" altLang="en-US" sz="900" b="1">
              <a:solidFill>
                <a:schemeClr val="bg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2E2B7031-4B2D-292F-F1D4-B0031DE35586}"/>
              </a:ext>
            </a:extLst>
          </p:cNvPr>
          <p:cNvSpPr txBox="1"/>
          <p:nvPr/>
        </p:nvSpPr>
        <p:spPr>
          <a:xfrm>
            <a:off x="5088088" y="2881624"/>
            <a:ext cx="1638643" cy="421873"/>
          </a:xfrm>
          <a:prstGeom prst="rect">
            <a:avLst/>
          </a:prstGeom>
          <a:noFill/>
          <a:ln>
            <a:noFill/>
            <a:prstDash val="sysDash"/>
          </a:ln>
        </p:spPr>
        <p:txBody>
          <a:bodyPr wrap="square" lIns="91440" tIns="45720" rIns="91440" bIns="45720" rtlCol="0" anchor="ctr">
            <a:noAutofit/>
          </a:bodyPr>
          <a:lstStyle/>
          <a:p>
            <a:pPr algn="ctr"/>
            <a:r>
              <a:rPr lang="en-US" altLang="ko-KR" sz="800" b="1">
                <a:latin typeface="Arial Narrow"/>
                <a:ea typeface="LG스마트체 Regular"/>
              </a:rPr>
              <a:t>[Lamination Top3 </a:t>
            </a:r>
            <a:r>
              <a:rPr lang="en-US" altLang="ko-KR" sz="800" b="1" err="1">
                <a:latin typeface="Arial Narrow"/>
                <a:ea typeface="LG스마트체 Regular"/>
              </a:rPr>
              <a:t>불량률</a:t>
            </a:r>
            <a:r>
              <a:rPr lang="en-US" altLang="ko-KR" sz="800" b="1">
                <a:latin typeface="Arial Narrow"/>
                <a:ea typeface="LG스마트체 Regular"/>
              </a:rPr>
              <a:t> ]</a:t>
            </a:r>
            <a:endParaRPr lang="en-US" altLang="ko-KR" sz="800" b="1" u="sng">
              <a:latin typeface="Arial Narrow"/>
              <a:ea typeface="LG스마트체 Regular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C144060D-596E-4C39-3DB7-BC174955F783}"/>
              </a:ext>
            </a:extLst>
          </p:cNvPr>
          <p:cNvSpPr txBox="1"/>
          <p:nvPr/>
        </p:nvSpPr>
        <p:spPr>
          <a:xfrm>
            <a:off x="141316" y="1379522"/>
            <a:ext cx="1208090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3/20</a:t>
            </a: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일</a:t>
            </a:r>
            <a:endParaRPr lang="en-US" altLang="ko-KR" sz="800">
              <a:solidFill>
                <a:prstClr val="black"/>
              </a:solidFill>
              <a:ea typeface="LG스마트체 Regular" panose="020B0600000101010101" pitchFamily="50" charset="-127"/>
            </a:endParaRPr>
          </a:p>
          <a:p>
            <a:pPr lvl="0">
              <a:defRPr/>
            </a:pPr>
            <a:r>
              <a:rPr lang="ko-KR" altLang="en-US" sz="800"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ea typeface="LG스마트체 Regular" panose="020B0600000101010101" pitchFamily="50" charset="-127"/>
              </a:rPr>
              <a:t>: -</a:t>
            </a:r>
            <a:r>
              <a:rPr lang="ko-KR" altLang="en-US" sz="800">
                <a:ea typeface="LG스마트체 Regular" panose="020B0600000101010101" pitchFamily="50" charset="-127"/>
              </a:rPr>
              <a:t>일</a:t>
            </a:r>
            <a:endParaRPr lang="en-US" altLang="ko-KR" sz="800">
              <a:ea typeface="LG스마트체 Regular" panose="020B0600000101010101" pitchFamily="50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1E821E6B-AADF-5806-3E55-54A1AD486818}"/>
              </a:ext>
            </a:extLst>
          </p:cNvPr>
          <p:cNvSpPr txBox="1"/>
          <p:nvPr/>
        </p:nvSpPr>
        <p:spPr>
          <a:xfrm>
            <a:off x="5645785" y="646066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-#10,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88ECF8-9F60-ECB7-B5A7-C174992A4609}"/>
              </a:ext>
            </a:extLst>
          </p:cNvPr>
          <p:cNvSpPr txBox="1"/>
          <p:nvPr/>
        </p:nvSpPr>
        <p:spPr>
          <a:xfrm>
            <a:off x="6073597" y="428391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A48D1250-6A8E-BA66-022C-FDC12D55698F}"/>
              </a:ext>
            </a:extLst>
          </p:cNvPr>
          <p:cNvGraphicFramePr>
            <a:graphicFrameLocks noGrp="1"/>
          </p:cNvGraphicFramePr>
          <p:nvPr/>
        </p:nvGraphicFramePr>
        <p:xfrm>
          <a:off x="1459082" y="1465220"/>
          <a:ext cx="7243546" cy="1160233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682906">
                  <a:extLst>
                    <a:ext uri="{9D8B030D-6E8A-4147-A177-3AD203B41FA5}">
                      <a16:colId xmlns:a16="http://schemas.microsoft.com/office/drawing/2014/main" val="738938184"/>
                    </a:ext>
                  </a:extLst>
                </a:gridCol>
                <a:gridCol w="948482">
                  <a:extLst>
                    <a:ext uri="{9D8B030D-6E8A-4147-A177-3AD203B41FA5}">
                      <a16:colId xmlns:a16="http://schemas.microsoft.com/office/drawing/2014/main" val="1608595410"/>
                    </a:ext>
                  </a:extLst>
                </a:gridCol>
                <a:gridCol w="539721">
                  <a:extLst>
                    <a:ext uri="{9D8B030D-6E8A-4147-A177-3AD203B41FA5}">
                      <a16:colId xmlns:a16="http://schemas.microsoft.com/office/drawing/2014/main" val="75525363"/>
                    </a:ext>
                  </a:extLst>
                </a:gridCol>
                <a:gridCol w="539721">
                  <a:extLst>
                    <a:ext uri="{9D8B030D-6E8A-4147-A177-3AD203B41FA5}">
                      <a16:colId xmlns:a16="http://schemas.microsoft.com/office/drawing/2014/main" val="3907766553"/>
                    </a:ext>
                  </a:extLst>
                </a:gridCol>
                <a:gridCol w="486208">
                  <a:extLst>
                    <a:ext uri="{9D8B030D-6E8A-4147-A177-3AD203B41FA5}">
                      <a16:colId xmlns:a16="http://schemas.microsoft.com/office/drawing/2014/main" val="2857549751"/>
                    </a:ext>
                  </a:extLst>
                </a:gridCol>
                <a:gridCol w="538192">
                  <a:extLst>
                    <a:ext uri="{9D8B030D-6E8A-4147-A177-3AD203B41FA5}">
                      <a16:colId xmlns:a16="http://schemas.microsoft.com/office/drawing/2014/main" val="2051434238"/>
                    </a:ext>
                  </a:extLst>
                </a:gridCol>
                <a:gridCol w="569242">
                  <a:extLst>
                    <a:ext uri="{9D8B030D-6E8A-4147-A177-3AD203B41FA5}">
                      <a16:colId xmlns:a16="http://schemas.microsoft.com/office/drawing/2014/main" val="2125353370"/>
                    </a:ext>
                  </a:extLst>
                </a:gridCol>
                <a:gridCol w="550424">
                  <a:extLst>
                    <a:ext uri="{9D8B030D-6E8A-4147-A177-3AD203B41FA5}">
                      <a16:colId xmlns:a16="http://schemas.microsoft.com/office/drawing/2014/main" val="1908584689"/>
                    </a:ext>
                  </a:extLst>
                </a:gridCol>
                <a:gridCol w="539721">
                  <a:extLst>
                    <a:ext uri="{9D8B030D-6E8A-4147-A177-3AD203B41FA5}">
                      <a16:colId xmlns:a16="http://schemas.microsoft.com/office/drawing/2014/main" val="309276541"/>
                    </a:ext>
                  </a:extLst>
                </a:gridCol>
                <a:gridCol w="486208">
                  <a:extLst>
                    <a:ext uri="{9D8B030D-6E8A-4147-A177-3AD203B41FA5}">
                      <a16:colId xmlns:a16="http://schemas.microsoft.com/office/drawing/2014/main" val="3736685655"/>
                    </a:ext>
                  </a:extLst>
                </a:gridCol>
                <a:gridCol w="486208">
                  <a:extLst>
                    <a:ext uri="{9D8B030D-6E8A-4147-A177-3AD203B41FA5}">
                      <a16:colId xmlns:a16="http://schemas.microsoft.com/office/drawing/2014/main" val="4112475781"/>
                    </a:ext>
                  </a:extLst>
                </a:gridCol>
                <a:gridCol w="433887">
                  <a:extLst>
                    <a:ext uri="{9D8B030D-6E8A-4147-A177-3AD203B41FA5}">
                      <a16:colId xmlns:a16="http://schemas.microsoft.com/office/drawing/2014/main" val="599407722"/>
                    </a:ext>
                  </a:extLst>
                </a:gridCol>
                <a:gridCol w="442626">
                  <a:extLst>
                    <a:ext uri="{9D8B030D-6E8A-4147-A177-3AD203B41FA5}">
                      <a16:colId xmlns:a16="http://schemas.microsoft.com/office/drawing/2014/main" val="3035325455"/>
                    </a:ext>
                  </a:extLst>
                </a:gridCol>
              </a:tblGrid>
              <a:tr h="15044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Renault</a:t>
                      </a:r>
                    </a:p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E90B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기간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LAM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기준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조립 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활성화 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Total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683968"/>
                  </a:ext>
                </a:extLst>
              </a:tr>
              <a:tr h="397883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LAM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STK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PKG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소계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1st 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Formation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2nd 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Formation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Degas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저전압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용량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EOL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소계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9500051"/>
                  </a:ext>
                </a:extLst>
              </a:tr>
              <a:tr h="15507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C1 Sample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24.11.30~12.19</a:t>
                      </a:r>
                      <a:endParaRPr lang="en-US"/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89.4%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83.3%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96.1%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71.5%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96.9%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94.6%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97.9%</a:t>
                      </a:r>
                      <a:endParaRPr lang="en-US"/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98.3%</a:t>
                      </a:r>
                      <a:endParaRPr lang="en-US"/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73.6%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65.0%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46.6%</a:t>
                      </a:r>
                      <a:endParaRPr lang="en-US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4131321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C2 Sample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25.04.03~05.06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91.1%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89.1%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94.4%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76.7%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96.7%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96.2%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95.4%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96.1%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65.8%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56.1%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/>
                        <a:t>43.0%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9478609"/>
                  </a:ext>
                </a:extLst>
              </a:tr>
              <a:tr h="155073">
                <a:tc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LG Smart_H Regular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공정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 별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투입기간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LG Smart_H Regular"/>
                        <a:ea typeface="맑은 고딕"/>
                      </a:endParaRPr>
                    </a:p>
                  </a:txBody>
                  <a:tcPr marL="9524" marR="9524" marT="95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4.3-5.6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4.3-5.6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4.16-5.6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4.20-5.7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4.23-5.9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4.23-5.9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4.23-5.20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4.23-5.20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/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98610"/>
                  </a:ext>
                </a:extLst>
              </a:tr>
              <a:tr h="155073"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 Smart_H Regular"/>
                        <a:ea typeface="맑은 고딕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공정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별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 Smart_H Regular"/>
                          <a:ea typeface="맑은 고딕"/>
                        </a:rPr>
                        <a:t>투입량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 Smart_H Regular"/>
                        <a:ea typeface="맑은 고딕"/>
                      </a:endParaRPr>
                    </a:p>
                  </a:txBody>
                  <a:tcPr marL="9524" marR="9524" marT="95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18,9112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17,202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11,070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10,425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9,478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9,929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3,582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2940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맑은 고딕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/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8654054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C615A57C-1826-2966-F9E6-B2EA2A53FD00}"/>
              </a:ext>
            </a:extLst>
          </p:cNvPr>
          <p:cNvSpPr txBox="1"/>
          <p:nvPr/>
        </p:nvSpPr>
        <p:spPr>
          <a:xfrm>
            <a:off x="6898125" y="2881624"/>
            <a:ext cx="1638643" cy="421873"/>
          </a:xfrm>
          <a:prstGeom prst="rect">
            <a:avLst/>
          </a:prstGeom>
          <a:noFill/>
          <a:ln>
            <a:noFill/>
            <a:prstDash val="sysDash"/>
          </a:ln>
        </p:spPr>
        <p:txBody>
          <a:bodyPr wrap="square" lIns="91440" tIns="45720" rIns="91440" bIns="45720" rtlCol="0" anchor="ctr">
            <a:noAutofit/>
          </a:bodyPr>
          <a:lstStyle/>
          <a:p>
            <a:pPr algn="ctr"/>
            <a:r>
              <a:rPr lang="en-US" altLang="ko-KR" sz="800" b="1">
                <a:latin typeface="Arial Narrow"/>
                <a:ea typeface="LG스마트체 Regular"/>
              </a:rPr>
              <a:t>[Stacking Top3 </a:t>
            </a:r>
            <a:r>
              <a:rPr lang="en-US" altLang="ko-KR" sz="800" b="1" err="1">
                <a:latin typeface="Arial Narrow"/>
                <a:ea typeface="LG스마트체 Regular"/>
              </a:rPr>
              <a:t>불량률</a:t>
            </a:r>
            <a:r>
              <a:rPr lang="en-US" altLang="ko-KR" sz="800" b="1">
                <a:latin typeface="Arial Narrow"/>
                <a:ea typeface="LG스마트체 Regular"/>
              </a:rPr>
              <a:t> ]</a:t>
            </a:r>
            <a:endParaRPr lang="en-US" altLang="ko-KR" sz="800" b="1" u="sng">
              <a:latin typeface="Arial Narrow"/>
              <a:ea typeface="LG스마트체 Regular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B46E038-9449-E2F0-4A84-5348ECE86725}"/>
              </a:ext>
            </a:extLst>
          </p:cNvPr>
          <p:cNvSpPr txBox="1"/>
          <p:nvPr/>
        </p:nvSpPr>
        <p:spPr>
          <a:xfrm flipH="1">
            <a:off x="1147562" y="1831304"/>
            <a:ext cx="1307664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/>
            <a:r>
              <a:rPr lang="en-US" altLang="ko-KR" sz="800">
                <a:solidFill>
                  <a:srgbClr val="008000"/>
                </a:solidFill>
                <a:latin typeface="Arial Narrow"/>
                <a:ea typeface="LG스마트체 Regular"/>
              </a:rPr>
              <a:t>*E90B-300 </a:t>
            </a:r>
            <a:r>
              <a:rPr lang="en-US" altLang="ko-KR" sz="800" err="1">
                <a:solidFill>
                  <a:srgbClr val="008000"/>
                </a:solidFill>
                <a:latin typeface="Arial Narrow"/>
                <a:ea typeface="LG스마트체 Regular"/>
              </a:rPr>
              <a:t>모델</a:t>
            </a:r>
            <a:endParaRPr lang="en-US"/>
          </a:p>
        </p:txBody>
      </p:sp>
      <p:graphicFrame>
        <p:nvGraphicFramePr>
          <p:cNvPr id="6" name="표 63">
            <a:extLst>
              <a:ext uri="{FF2B5EF4-FFF2-40B4-BE49-F238E27FC236}">
                <a16:creationId xmlns:a16="http://schemas.microsoft.com/office/drawing/2014/main" id="{E4213ACF-427D-ACA5-B812-BCA26BE1185A}"/>
              </a:ext>
            </a:extLst>
          </p:cNvPr>
          <p:cNvGraphicFramePr>
            <a:graphicFrameLocks noGrp="1"/>
          </p:cNvGraphicFramePr>
          <p:nvPr/>
        </p:nvGraphicFramePr>
        <p:xfrm>
          <a:off x="5035143" y="3203326"/>
          <a:ext cx="1721334" cy="1075790"/>
        </p:xfrm>
        <a:graphic>
          <a:graphicData uri="http://schemas.openxmlformats.org/drawingml/2006/table">
            <a:tbl>
              <a:tblPr/>
              <a:tblGrid>
                <a:gridCol w="368914">
                  <a:extLst>
                    <a:ext uri="{9D8B030D-6E8A-4147-A177-3AD203B41FA5}">
                      <a16:colId xmlns:a16="http://schemas.microsoft.com/office/drawing/2014/main" val="3754029383"/>
                    </a:ext>
                  </a:extLst>
                </a:gridCol>
                <a:gridCol w="804681">
                  <a:extLst>
                    <a:ext uri="{9D8B030D-6E8A-4147-A177-3AD203B41FA5}">
                      <a16:colId xmlns:a16="http://schemas.microsoft.com/office/drawing/2014/main" val="4256159495"/>
                    </a:ext>
                  </a:extLst>
                </a:gridCol>
                <a:gridCol w="547739">
                  <a:extLst>
                    <a:ext uri="{9D8B030D-6E8A-4147-A177-3AD203B41FA5}">
                      <a16:colId xmlns:a16="http://schemas.microsoft.com/office/drawing/2014/main" val="3945236753"/>
                    </a:ext>
                  </a:extLst>
                </a:gridCol>
              </a:tblGrid>
              <a:tr h="215158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구분</a:t>
                      </a: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라미 </a:t>
                      </a:r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Worst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불량항목</a:t>
                      </a:r>
                      <a:endParaRPr lang="en-US" sz="8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/>
                        <a:ea typeface="LG스마트체2.0 Regular"/>
                      </a:endParaRP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95294097"/>
                  </a:ext>
                </a:extLst>
              </a:tr>
              <a:tr h="21515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항목명</a:t>
                      </a: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 panose="020B0600000101010101" pitchFamily="50" charset="-127"/>
                        </a:rPr>
                        <a:t>불량율</a:t>
                      </a:r>
                      <a:endParaRPr lang="ko-KR" altLang="en-US" sz="800" b="0" i="0" u="none" strike="noStrike" err="1">
                        <a:solidFill>
                          <a:schemeClr val="tx1"/>
                        </a:solidFill>
                        <a:effectLst/>
                        <a:latin typeface="LG스마트체2.0 Regular"/>
                        <a:ea typeface="LG스마트체2.0 Regular"/>
                      </a:endParaRP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0051332"/>
                  </a:ext>
                </a:extLst>
              </a:tr>
              <a:tr h="215158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Top #1</a:t>
                      </a: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Position Defect</a:t>
                      </a:r>
                      <a:endParaRPr lang="en-US" sz="8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/>
                        <a:ea typeface="LG스마트체2.0 Regular"/>
                      </a:endParaRP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3.45%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/>
                        <a:ea typeface="LG스마트체2.0 Regular" panose="020B0600000101010101" pitchFamily="50" charset="-127"/>
                      </a:endParaRP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0587760"/>
                  </a:ext>
                </a:extLst>
              </a:tr>
              <a:tr h="215158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Top #2</a:t>
                      </a: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NG Mark</a:t>
                      </a: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2.13%</a:t>
                      </a: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4465834"/>
                  </a:ext>
                </a:extLst>
              </a:tr>
              <a:tr h="215158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Top #3</a:t>
                      </a: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공정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Loss</a:t>
                      </a: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1.69%</a:t>
                      </a: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260352"/>
                  </a:ext>
                </a:extLst>
              </a:tr>
            </a:tbl>
          </a:graphicData>
        </a:graphic>
      </p:graphicFrame>
      <p:graphicFrame>
        <p:nvGraphicFramePr>
          <p:cNvPr id="14" name="표 64">
            <a:extLst>
              <a:ext uri="{FF2B5EF4-FFF2-40B4-BE49-F238E27FC236}">
                <a16:creationId xmlns:a16="http://schemas.microsoft.com/office/drawing/2014/main" id="{71E3EDFD-FCFA-7638-3586-C3FBFB996715}"/>
              </a:ext>
            </a:extLst>
          </p:cNvPr>
          <p:cNvGraphicFramePr>
            <a:graphicFrameLocks noGrp="1"/>
          </p:cNvGraphicFramePr>
          <p:nvPr/>
        </p:nvGraphicFramePr>
        <p:xfrm>
          <a:off x="6846926" y="3208804"/>
          <a:ext cx="1754453" cy="1070312"/>
        </p:xfrm>
        <a:graphic>
          <a:graphicData uri="http://schemas.openxmlformats.org/drawingml/2006/table">
            <a:tbl>
              <a:tblPr/>
              <a:tblGrid>
                <a:gridCol w="368914">
                  <a:extLst>
                    <a:ext uri="{9D8B030D-6E8A-4147-A177-3AD203B41FA5}">
                      <a16:colId xmlns:a16="http://schemas.microsoft.com/office/drawing/2014/main" val="3754029383"/>
                    </a:ext>
                  </a:extLst>
                </a:gridCol>
                <a:gridCol w="823872">
                  <a:extLst>
                    <a:ext uri="{9D8B030D-6E8A-4147-A177-3AD203B41FA5}">
                      <a16:colId xmlns:a16="http://schemas.microsoft.com/office/drawing/2014/main" val="4256159495"/>
                    </a:ext>
                  </a:extLst>
                </a:gridCol>
                <a:gridCol w="561667">
                  <a:extLst>
                    <a:ext uri="{9D8B030D-6E8A-4147-A177-3AD203B41FA5}">
                      <a16:colId xmlns:a16="http://schemas.microsoft.com/office/drawing/2014/main" val="3945236753"/>
                    </a:ext>
                  </a:extLst>
                </a:gridCol>
              </a:tblGrid>
              <a:tr h="201889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구분</a:t>
                      </a: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STK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 </a:t>
                      </a:r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Worst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불량항목</a:t>
                      </a:r>
                      <a:endParaRPr lang="en-US" sz="8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/>
                        <a:ea typeface="LG스마트체2.0 Regular"/>
                      </a:endParaRP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95294097"/>
                  </a:ext>
                </a:extLst>
              </a:tr>
              <a:tr h="20188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항목명</a:t>
                      </a: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 panose="020B0600000101010101" pitchFamily="50" charset="-127"/>
                        </a:rPr>
                        <a:t>불량율</a:t>
                      </a:r>
                      <a:endParaRPr lang="ko-KR" altLang="en-US" sz="800" b="0" i="0" u="none" strike="noStrike" err="1">
                        <a:solidFill>
                          <a:schemeClr val="tx1"/>
                        </a:solidFill>
                        <a:effectLst/>
                        <a:latin typeface="LG스마트체2.0 Regular"/>
                        <a:ea typeface="LG스마트체2.0 Regular"/>
                      </a:endParaRP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0051332"/>
                  </a:ext>
                </a:extLst>
              </a:tr>
              <a:tr h="254896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Top #1</a:t>
                      </a: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Mono Sepa Appearance</a:t>
                      </a: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5.56%</a:t>
                      </a: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0587760"/>
                  </a:ext>
                </a:extLst>
              </a:tr>
              <a:tr h="205819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Top #2</a:t>
                      </a: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Mono Stacking</a:t>
                      </a: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2.07%</a:t>
                      </a: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4465834"/>
                  </a:ext>
                </a:extLst>
              </a:tr>
              <a:tr h="205819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Top #3</a:t>
                      </a: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Stack Dimension</a:t>
                      </a: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2.0 Regular"/>
                        </a:rPr>
                        <a:t>1.07%</a:t>
                      </a:r>
                    </a:p>
                  </a:txBody>
                  <a:tcPr marL="9038" marR="9038" marT="903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260352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6B87B3C6-0633-4CBA-ABC3-4B106542704B}"/>
              </a:ext>
            </a:extLst>
          </p:cNvPr>
          <p:cNvSpPr txBox="1"/>
          <p:nvPr/>
        </p:nvSpPr>
        <p:spPr>
          <a:xfrm flipH="1">
            <a:off x="7726776" y="2614724"/>
            <a:ext cx="1303031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/>
            <a:r>
              <a:rPr lang="ko-KR" altLang="en-US" sz="800">
                <a:solidFill>
                  <a:srgbClr val="008000"/>
                </a:solidFill>
                <a:latin typeface="Arial Narrow"/>
                <a:ea typeface="LG스마트체 Regular"/>
              </a:rPr>
              <a:t>활성화 진행 중</a:t>
            </a:r>
            <a:endParaRPr lang="en-US" altLang="ko-KR" sz="800">
              <a:solidFill>
                <a:srgbClr val="008000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8934F76-C570-494A-89C7-46B5F499EEA4}"/>
              </a:ext>
            </a:extLst>
          </p:cNvPr>
          <p:cNvSpPr txBox="1"/>
          <p:nvPr/>
        </p:nvSpPr>
        <p:spPr>
          <a:xfrm flipH="1">
            <a:off x="7670910" y="4255260"/>
            <a:ext cx="1127720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/>
            <a:r>
              <a:rPr lang="en-US" altLang="ko-KR" sz="800">
                <a:solidFill>
                  <a:srgbClr val="008000"/>
                </a:solidFill>
                <a:latin typeface="Arial Narrow"/>
                <a:ea typeface="LG스마트체 Regular"/>
              </a:rPr>
              <a:t>Total </a:t>
            </a:r>
            <a:r>
              <a:rPr lang="ko-KR" altLang="en-US" sz="800">
                <a:solidFill>
                  <a:srgbClr val="008000"/>
                </a:solidFill>
                <a:latin typeface="Arial Narrow"/>
                <a:ea typeface="LG스마트체 Regular"/>
              </a:rPr>
              <a:t>불량 </a:t>
            </a:r>
            <a:r>
              <a:rPr lang="en-US" altLang="ko-KR" sz="800">
                <a:solidFill>
                  <a:srgbClr val="008000"/>
                </a:solidFill>
                <a:latin typeface="Arial Narrow"/>
                <a:ea typeface="LG스마트체 Regular"/>
              </a:rPr>
              <a:t>10.62%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AFF65DC9-59D6-4A4F-819B-37CDC6745D2A}"/>
              </a:ext>
            </a:extLst>
          </p:cNvPr>
          <p:cNvSpPr txBox="1"/>
          <p:nvPr/>
        </p:nvSpPr>
        <p:spPr>
          <a:xfrm>
            <a:off x="5976243" y="4255260"/>
            <a:ext cx="841897" cy="215444"/>
          </a:xfrm>
          <a:prstGeom prst="rect">
            <a:avLst/>
          </a:prstGeom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n-US" altLang="ko-KR" sz="800">
                <a:solidFill>
                  <a:srgbClr val="008000"/>
                </a:solidFill>
                <a:latin typeface="Arial Narrow"/>
                <a:ea typeface="LG스마트체 Regular"/>
              </a:rPr>
              <a:t>Total </a:t>
            </a:r>
            <a:r>
              <a:rPr lang="ko-KR" altLang="en-US" sz="800">
                <a:solidFill>
                  <a:srgbClr val="008000"/>
                </a:solidFill>
                <a:latin typeface="Arial Narrow"/>
                <a:ea typeface="LG스마트체 Regular"/>
              </a:rPr>
              <a:t>불량 </a:t>
            </a:r>
            <a:r>
              <a:rPr lang="en-US" altLang="ko-KR" sz="800">
                <a:solidFill>
                  <a:srgbClr val="008000"/>
                </a:solidFill>
                <a:latin typeface="Arial Narrow"/>
                <a:ea typeface="LG스마트체 Regular"/>
              </a:rPr>
              <a:t>9.18%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47283B6F-A080-4317-8CEB-1741F4BF8CEC}"/>
              </a:ext>
            </a:extLst>
          </p:cNvPr>
          <p:cNvSpPr txBox="1"/>
          <p:nvPr/>
        </p:nvSpPr>
        <p:spPr>
          <a:xfrm>
            <a:off x="2328171" y="5137232"/>
            <a:ext cx="620683" cy="215444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n-US" altLang="ko-KR" sz="800">
                <a:solidFill>
                  <a:srgbClr val="008000"/>
                </a:solidFill>
                <a:latin typeface="Arial Narrow"/>
                <a:ea typeface="LG스마트체 Regular"/>
              </a:rPr>
              <a:t>* SPC </a:t>
            </a:r>
            <a:r>
              <a:rPr lang="ko-KR" altLang="en-US" sz="800">
                <a:solidFill>
                  <a:srgbClr val="008000"/>
                </a:solidFill>
                <a:latin typeface="Arial Narrow"/>
                <a:ea typeface="LG스마트체 Regular"/>
              </a:rPr>
              <a:t>기준</a:t>
            </a:r>
            <a:endParaRPr lang="en-US" altLang="ko-KR" sz="800">
              <a:solidFill>
                <a:srgbClr val="008000"/>
              </a:solidFill>
              <a:latin typeface="Arial Narrow"/>
              <a:ea typeface="LG스마트체 Regular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8BA9BE5-3D1E-4321-8BA7-0FBF07269B1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86418" y="3117771"/>
            <a:ext cx="2843308" cy="608121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53F91EF-B88B-4EF0-BE22-BDBE18709A0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86419" y="3866168"/>
            <a:ext cx="3066581" cy="640063"/>
          </a:xfrm>
          <a:prstGeom prst="rect">
            <a:avLst/>
          </a:prstGeom>
        </p:spPr>
      </p:pic>
      <p:sp>
        <p:nvSpPr>
          <p:cNvPr id="74" name="TextBox 73">
            <a:extLst>
              <a:ext uri="{FF2B5EF4-FFF2-40B4-BE49-F238E27FC236}">
                <a16:creationId xmlns:a16="http://schemas.microsoft.com/office/drawing/2014/main" id="{BD398E86-B55A-11A9-DD07-05B87A59D73B}"/>
              </a:ext>
            </a:extLst>
          </p:cNvPr>
          <p:cNvSpPr txBox="1"/>
          <p:nvPr/>
        </p:nvSpPr>
        <p:spPr>
          <a:xfrm>
            <a:off x="1490313" y="3258017"/>
            <a:ext cx="412292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u="sng">
                <a:latin typeface="Arial Narrow" panose="020B0606020202030204" pitchFamily="34" charset="0"/>
                <a:ea typeface="LG스마트체 Regular" panose="020B0600000101010101" pitchFamily="50" charset="-127"/>
              </a:rPr>
              <a:t>라미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48FBCE04-2D83-C56D-51CA-61B14B949C19}"/>
              </a:ext>
            </a:extLst>
          </p:cNvPr>
          <p:cNvSpPr txBox="1"/>
          <p:nvPr/>
        </p:nvSpPr>
        <p:spPr>
          <a:xfrm>
            <a:off x="1421384" y="3892812"/>
            <a:ext cx="52610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u="sng">
                <a:latin typeface="Arial Narrow" panose="020B0606020202030204" pitchFamily="34" charset="0"/>
                <a:ea typeface="LG스마트체 Regular" panose="020B0600000101010101" pitchFamily="50" charset="-127"/>
              </a:rPr>
              <a:t>스태킹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5ECFD78-A8A8-6FDB-F418-096E10A145C0}"/>
              </a:ext>
            </a:extLst>
          </p:cNvPr>
          <p:cNvSpPr txBox="1"/>
          <p:nvPr/>
        </p:nvSpPr>
        <p:spPr>
          <a:xfrm>
            <a:off x="1513846" y="2863177"/>
            <a:ext cx="2249334" cy="230832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ko-KR" altLang="en-US" sz="900" u="sng">
                <a:latin typeface="Arial Narrow"/>
                <a:ea typeface="LG스마트체 Regular"/>
              </a:rPr>
              <a:t>■ 샘플 진행 결과(L&amp;S) - C</a:t>
            </a:r>
            <a:r>
              <a:rPr lang="en-US" altLang="ko-KR" sz="900" u="sng">
                <a:latin typeface="Arial Narrow"/>
                <a:ea typeface="LG스마트체 Regular"/>
              </a:rPr>
              <a:t>2</a:t>
            </a:r>
            <a:r>
              <a:rPr lang="ko-KR" altLang="en-US" sz="900" u="sng">
                <a:latin typeface="Arial Narrow"/>
                <a:ea typeface="LG스마트체 Regular"/>
              </a:rPr>
              <a:t> </a:t>
            </a:r>
            <a:r>
              <a:rPr lang="ko-KR" altLang="en-US" sz="900" u="sng" err="1">
                <a:latin typeface="Arial Narrow"/>
                <a:ea typeface="LG스마트체 Regular"/>
              </a:rPr>
              <a:t>Sample</a:t>
            </a:r>
            <a:r>
              <a:rPr lang="ko-KR" altLang="en-US" sz="900" u="sng">
                <a:latin typeface="Arial Narrow"/>
                <a:ea typeface="LG스마트체 Regular"/>
              </a:rPr>
              <a:t> / 24-3호기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2B267B-CF88-46B9-ADDF-B57328ED0031}"/>
              </a:ext>
            </a:extLst>
          </p:cNvPr>
          <p:cNvSpPr txBox="1"/>
          <p:nvPr/>
        </p:nvSpPr>
        <p:spPr>
          <a:xfrm>
            <a:off x="3725604" y="3398442"/>
            <a:ext cx="66725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700">
                <a:latin typeface="Arial Narrow" panose="020B0606020202030204" pitchFamily="34" charset="0"/>
                <a:ea typeface="LG스마트체 Regular" panose="020B0600000101010101" pitchFamily="50" charset="-127"/>
              </a:rPr>
              <a:t>위치불량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D588104-4EEF-4AE2-A507-CCBFDF51F4D2}"/>
              </a:ext>
            </a:extLst>
          </p:cNvPr>
          <p:cNvSpPr txBox="1"/>
          <p:nvPr/>
        </p:nvSpPr>
        <p:spPr>
          <a:xfrm>
            <a:off x="2917767" y="3398442"/>
            <a:ext cx="66725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rPr>
              <a:t>NG Mark</a:t>
            </a:r>
            <a:endParaRPr lang="ko-KR" altLang="en-US" sz="7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C7FFC0C-8B75-4219-A4D0-5FB68B87AFB6}"/>
              </a:ext>
            </a:extLst>
          </p:cNvPr>
          <p:cNvSpPr txBox="1"/>
          <p:nvPr/>
        </p:nvSpPr>
        <p:spPr>
          <a:xfrm>
            <a:off x="1811791" y="3398442"/>
            <a:ext cx="66725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700"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 </a:t>
            </a:r>
            <a:r>
              <a: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rPr>
              <a:t>Loss</a:t>
            </a:r>
            <a:endParaRPr lang="ko-KR" altLang="en-US" sz="7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6791120-8422-4ADE-9D53-7B5EFE61AEC5}"/>
              </a:ext>
            </a:extLst>
          </p:cNvPr>
          <p:cNvSpPr txBox="1"/>
          <p:nvPr/>
        </p:nvSpPr>
        <p:spPr>
          <a:xfrm>
            <a:off x="2328171" y="4155232"/>
            <a:ext cx="66725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7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스택외관</a:t>
            </a:r>
            <a:endParaRPr lang="ko-KR" altLang="en-US" sz="7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4B79207-679F-4A14-97C7-E9D843AB7BEF}"/>
              </a:ext>
            </a:extLst>
          </p:cNvPr>
          <p:cNvSpPr txBox="1"/>
          <p:nvPr/>
        </p:nvSpPr>
        <p:spPr>
          <a:xfrm>
            <a:off x="1917404" y="4148768"/>
            <a:ext cx="66725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7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스택치수</a:t>
            </a:r>
            <a:endParaRPr lang="ko-KR" altLang="en-US" sz="7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D4A10BC8-923F-41AC-807C-13B82C1506A0}"/>
              </a:ext>
            </a:extLst>
          </p:cNvPr>
          <p:cNvSpPr txBox="1"/>
          <p:nvPr/>
        </p:nvSpPr>
        <p:spPr>
          <a:xfrm flipH="1">
            <a:off x="1303948" y="2608463"/>
            <a:ext cx="1782916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/>
            <a:r>
              <a:rPr lang="en-US" altLang="ko-KR" sz="800">
                <a:solidFill>
                  <a:srgbClr val="008000"/>
                </a:solidFill>
                <a:latin typeface="Arial Narrow"/>
                <a:ea typeface="LG스마트체 Regular"/>
              </a:rPr>
              <a:t>*24</a:t>
            </a:r>
            <a:r>
              <a:rPr lang="ko-KR" altLang="en-US" sz="800">
                <a:solidFill>
                  <a:srgbClr val="008000"/>
                </a:solidFill>
                <a:latin typeface="Arial Narrow"/>
                <a:ea typeface="LG스마트체 Regular"/>
              </a:rPr>
              <a:t>년 내 </a:t>
            </a:r>
            <a:r>
              <a:rPr lang="en-US" altLang="ko-KR" sz="800">
                <a:solidFill>
                  <a:srgbClr val="008000"/>
                </a:solidFill>
                <a:latin typeface="Arial Narrow"/>
                <a:ea typeface="LG스마트체 Regular"/>
              </a:rPr>
              <a:t>C1 </a:t>
            </a:r>
            <a:r>
              <a:rPr lang="ko-KR" altLang="en-US" sz="800">
                <a:solidFill>
                  <a:srgbClr val="008000"/>
                </a:solidFill>
                <a:latin typeface="Arial Narrow"/>
                <a:ea typeface="LG스마트체 Regular"/>
              </a:rPr>
              <a:t>외 샘플 생산 이력 없음</a:t>
            </a:r>
            <a:endParaRPr 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0E5E1F2-9DAF-4283-85A7-31BFF7409927}"/>
              </a:ext>
            </a:extLst>
          </p:cNvPr>
          <p:cNvSpPr txBox="1"/>
          <p:nvPr/>
        </p:nvSpPr>
        <p:spPr>
          <a:xfrm>
            <a:off x="3533672" y="4148767"/>
            <a:ext cx="66725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7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모노세파와관</a:t>
            </a:r>
            <a:endParaRPr lang="ko-KR" altLang="en-US" sz="7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23953427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/>
          <p:cNvSpPr txBox="1"/>
          <p:nvPr/>
        </p:nvSpPr>
        <p:spPr>
          <a:xfrm>
            <a:off x="6954667" y="568178"/>
            <a:ext cx="2867847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3/12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) 16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시</a:t>
            </a: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87686" y="418066"/>
            <a:ext cx="1149354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장성원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3" name="내용 개체 틀 20"/>
          <p:cNvSpPr txBox="1">
            <a:spLocks/>
          </p:cNvSpPr>
          <p:nvPr/>
        </p:nvSpPr>
        <p:spPr>
          <a:xfrm>
            <a:off x="108657" y="612730"/>
            <a:ext cx="5939718" cy="43088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조립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]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WA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 라미 미확인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Loss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현상 파악 체계 구축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40843"/>
          <a:ext cx="9751857" cy="3725400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701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30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840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0370"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라미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미확인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현상 파악 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체계 구축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Lamination</a:t>
                      </a:r>
                    </a:p>
                  </a:txBody>
                  <a:tcPr marL="6273" marR="0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금주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핵심은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금월 전체 라인 미확인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0.03%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이며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’24 12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 개선 진행 이후 증감 여부 모니터링 중 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</a:br>
                      <a:endParaRPr lang="en-US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]​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미확인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발생에 대한 원인 분석 및 현상파악을 통한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개선 기여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진행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사항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] </a:t>
                      </a:r>
                      <a:endParaRPr lang="en-US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1. </a:t>
                      </a:r>
                      <a:r>
                        <a:rPr lang="ko-KR" altLang="en-US" sz="9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라미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미확인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동 별 확인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-.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미확인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정보는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동과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동에서만 집계하고 있습니다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. 1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동과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동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LNS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공정에서는 미확인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항목이 집계되지 않고 있으며 사유는 기준정보에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미확인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자동산정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] Code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‘PL98L79’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번이 등록되어 있지 않기 때문입니다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(5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동 미확인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 : 0.78% / 8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동 미확인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 :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0.01%)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2.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8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동 미확인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개선 사항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-.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Lot End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시 가상매거진 기준 수량을 다 못 채운 경우 가상 매거진 </a:t>
                      </a:r>
                      <a:r>
                        <a:rPr lang="ko-KR" altLang="en-US" sz="900" err="1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양품량이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 상위 보고 되지 않아 미확인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Loss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로 판정되는 현상에 대해 확인하였으며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법인 제어팀에 해당 현상 공유하였고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동 전체설비 대상으로 가상매거진 기준 이하 수량에 대해서 모두 보고가 되도록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PLC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로직 수정 완료하였습니다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  (12/3)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  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개선 효과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: 8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동 미확인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loss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0.11% (‘24.11) 0.02% (‘24.12)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수준으로 약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77%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개선되었습니다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3. 8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동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PLC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로직 개선 후 미확인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GM1, GM2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와 유사한 수준으로 집계되고 있으며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이벤트 성의 수치를 제외하고 전년도 개선 후 수치와 비슷한 수준을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 유지하고 있습니다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지속적인 모니터링을 통해 이상 여부를 확인하도록 하겠습니다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현황 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구축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지표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분석</a:t>
                      </a:r>
                      <a:br>
                        <a:rPr lang="en-US" altLang="ko-KR" sz="900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~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지속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kern="120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장성원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6097865"/>
                  </a:ext>
                </a:extLst>
              </a:tr>
            </a:tbl>
          </a:graphicData>
        </a:graphic>
      </p:graphicFrame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D8EDA703-BC07-4A6C-8021-3AC193E0249B}"/>
              </a:ext>
            </a:extLst>
          </p:cNvPr>
          <p:cNvGraphicFramePr>
            <a:graphicFrameLocks noGrp="1"/>
          </p:cNvGraphicFramePr>
          <p:nvPr/>
        </p:nvGraphicFramePr>
        <p:xfrm>
          <a:off x="1759789" y="1504951"/>
          <a:ext cx="6521966" cy="5137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79437">
                  <a:extLst>
                    <a:ext uri="{9D8B030D-6E8A-4147-A177-3AD203B41FA5}">
                      <a16:colId xmlns:a16="http://schemas.microsoft.com/office/drawing/2014/main" val="1612319369"/>
                    </a:ext>
                  </a:extLst>
                </a:gridCol>
                <a:gridCol w="608841">
                  <a:extLst>
                    <a:ext uri="{9D8B030D-6E8A-4147-A177-3AD203B41FA5}">
                      <a16:colId xmlns:a16="http://schemas.microsoft.com/office/drawing/2014/main" val="1906877775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2422651170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235204650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3909154460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4195925501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3527238127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1801372360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3889968721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1366692247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4252771255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3768213472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4161742961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2071361060"/>
                    </a:ext>
                  </a:extLst>
                </a:gridCol>
              </a:tblGrid>
              <a:tr h="718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 연관 지표</a:t>
                      </a:r>
                      <a:endParaRPr lang="ko-KR" altLang="en-US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단위</a:t>
                      </a:r>
                      <a:endParaRPr lang="ko-KR" altLang="en-US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10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ko-KR" altLang="en-US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10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ko-KR" altLang="en-US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10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ko-KR" altLang="en-US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6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7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8706" marR="8706" marT="8706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2686652"/>
                  </a:ext>
                </a:extLst>
              </a:tr>
              <a:tr h="71815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공정 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</a:t>
                      </a:r>
                      <a:endParaRPr lang="ko-KR" altLang="en-US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%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0.06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0.08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0.04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3333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0.08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0.02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969771"/>
                  </a:ext>
                </a:extLst>
              </a:tr>
              <a:tr h="71815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미확인 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</a:t>
                      </a:r>
                      <a:endParaRPr lang="ko-KR" altLang="en-US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0.07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0.04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0.05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rgbClr val="3333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0.04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0.03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6636824"/>
                  </a:ext>
                </a:extLst>
              </a:tr>
            </a:tbl>
          </a:graphicData>
        </a:graphic>
      </p:graphicFrame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71732974-4C3F-4A77-97AF-32BCF266514A}"/>
              </a:ext>
            </a:extLst>
          </p:cNvPr>
          <p:cNvCxnSpPr>
            <a:cxnSpLocks/>
          </p:cNvCxnSpPr>
          <p:nvPr/>
        </p:nvCxnSpPr>
        <p:spPr>
          <a:xfrm>
            <a:off x="4095750" y="1266825"/>
            <a:ext cx="0" cy="581025"/>
          </a:xfrm>
          <a:prstGeom prst="line">
            <a:avLst/>
          </a:prstGeom>
          <a:ln w="19050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2B766C2-CF86-4AA3-9953-26D3BB82DA0B}"/>
              </a:ext>
            </a:extLst>
          </p:cNvPr>
          <p:cNvSpPr/>
          <p:nvPr/>
        </p:nvSpPr>
        <p:spPr>
          <a:xfrm>
            <a:off x="3598629" y="1265702"/>
            <a:ext cx="492443" cy="215444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pPr lvl="0" fontAlgn="ctr"/>
            <a:r>
              <a:rPr lang="en-US" altLang="ko-KR" sz="800">
                <a:ea typeface="LG스마트체 Regular" panose="020B0600000101010101" pitchFamily="50" charset="-127"/>
              </a:rPr>
              <a:t>(~’24</a:t>
            </a:r>
            <a:r>
              <a:rPr lang="ko-KR" altLang="en-US" sz="800">
                <a:ea typeface="LG스마트체 Regular" panose="020B0600000101010101" pitchFamily="50" charset="-127"/>
              </a:rPr>
              <a:t>년</a:t>
            </a:r>
            <a:r>
              <a:rPr lang="en-US" altLang="ko-KR" sz="800">
                <a:ea typeface="LG스마트체 Regular" panose="020B0600000101010101" pitchFamily="50" charset="-127"/>
              </a:rPr>
              <a:t>)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F81F66E1-403E-414F-BF80-C0987FC77420}"/>
              </a:ext>
            </a:extLst>
          </p:cNvPr>
          <p:cNvSpPr/>
          <p:nvPr/>
        </p:nvSpPr>
        <p:spPr>
          <a:xfrm>
            <a:off x="117536" y="1118516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algn="ctr"/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CDO/</a:t>
            </a:r>
            <a:r>
              <a:rPr lang="ko-KR" altLang="en-US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그룹</a:t>
            </a:r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/</a:t>
            </a:r>
            <a:r>
              <a:rPr lang="ko-KR" altLang="en-US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담당 </a:t>
            </a:r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KPI</a:t>
            </a:r>
            <a:endParaRPr lang="ko-KR" altLang="en-US" sz="900" b="1">
              <a:solidFill>
                <a:schemeClr val="bg1"/>
              </a:solidFill>
              <a:ea typeface="LG스마트체 Regular" panose="020B0600000101010101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5F6F905-B459-4173-951C-05DDB675376D}"/>
              </a:ext>
            </a:extLst>
          </p:cNvPr>
          <p:cNvSpPr txBox="1"/>
          <p:nvPr/>
        </p:nvSpPr>
        <p:spPr>
          <a:xfrm>
            <a:off x="5644976" y="617491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-#11,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DD838BE-1859-4676-81A9-9411C159D87D}"/>
              </a:ext>
            </a:extLst>
          </p:cNvPr>
          <p:cNvSpPr txBox="1"/>
          <p:nvPr/>
        </p:nvSpPr>
        <p:spPr>
          <a:xfrm>
            <a:off x="6234713" y="399816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F62332D-7A18-4FAF-9C65-C43CD0612337}"/>
              </a:ext>
            </a:extLst>
          </p:cNvPr>
          <p:cNvSpPr txBox="1"/>
          <p:nvPr/>
        </p:nvSpPr>
        <p:spPr>
          <a:xfrm>
            <a:off x="141316" y="1379522"/>
            <a:ext cx="1442906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3/13</a:t>
            </a: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일</a:t>
            </a:r>
            <a:endParaRPr lang="en-US" altLang="ko-KR" sz="800">
              <a:solidFill>
                <a:prstClr val="black"/>
              </a:solidFill>
              <a:ea typeface="LG스마트체 Regular" panose="020B0600000101010101" pitchFamily="50" charset="-127"/>
            </a:endParaRPr>
          </a:p>
          <a:p>
            <a:pPr lvl="0">
              <a:defRPr/>
            </a:pP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: 3/27</a:t>
            </a: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일</a:t>
            </a:r>
            <a:endParaRPr lang="en-US" altLang="ko-KR" sz="800">
              <a:solidFill>
                <a:srgbClr val="0000FF"/>
              </a:solidFill>
              <a:ea typeface="LG스마트체 Regular" panose="020B0600000101010101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8C00167-3DB4-4FD6-8CB4-48AA17595437}"/>
              </a:ext>
            </a:extLst>
          </p:cNvPr>
          <p:cNvSpPr/>
          <p:nvPr/>
        </p:nvSpPr>
        <p:spPr>
          <a:xfrm>
            <a:off x="4931435" y="1301723"/>
            <a:ext cx="452368" cy="215444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pPr lvl="0" fontAlgn="ctr"/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(~3/11)</a:t>
            </a:r>
          </a:p>
        </p:txBody>
      </p:sp>
    </p:spTree>
    <p:extLst>
      <p:ext uri="{BB962C8B-B14F-4D97-AF65-F5344CB8AC3E}">
        <p14:creationId xmlns:p14="http://schemas.microsoft.com/office/powerpoint/2010/main" val="2775106084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40843"/>
          <a:ext cx="9751857" cy="5919960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701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9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30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840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(W52)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  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82718">
                <a:tc>
                  <a:txBody>
                    <a:bodyPr/>
                    <a:lstStyle/>
                    <a:p>
                      <a:pPr latinLnBrk="1"/>
                      <a:endParaRPr lang="en-US" altLang="ko-KR"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endParaRPr lang="en-US" altLang="ko-KR"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endParaRPr lang="en-US" altLang="ko-KR"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endParaRPr lang="en-US" altLang="ko-KR"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endParaRPr lang="en-US" altLang="ko-KR"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endParaRPr lang="en-US" altLang="ko-KR"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endParaRPr lang="en-US" altLang="ko-KR"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endParaRPr lang="en-US" altLang="ko-KR" sz="900"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endParaRPr lang="en-US" altLang="ko-KR" sz="900"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스태킹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공정 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</a:t>
                      </a: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현상 파악 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체계 구축</a:t>
                      </a:r>
                      <a:endParaRPr lang="en-US" altLang="ko-KR" sz="9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endParaRPr lang="ko-KR" altLang="en-US"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lvl="0" algn="ctr" rtl="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Stacking</a:t>
                      </a:r>
                    </a:p>
                  </a:txBody>
                  <a:tcPr marL="6273" marR="0" marT="6273" marB="0" anchor="ctr"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금주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핵심은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금월 전체 라인 공정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0.14%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이며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 개선 진행 이후 현상 모니터링 중 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 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목적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]​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공정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발생에 대한 원인 분석 및 현상파악을 통한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개선 기여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진행 사항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]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공정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ESWA Stacking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불량 항목 중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Top2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이며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전체 불량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1.23%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중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13%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의 비중을 차지하고있습니다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(1/11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기준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0.16%)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동 별로 확인하였을 경우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동에서의 공정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발생 비율이 가장 높았으며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모델 타입 별 공정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불량 현황을 확인한 결과 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   Long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모델에서의 비율이 가장 높은 것을 확인하였습니다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3.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확인한 공정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발생 현상으로는 생산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Lot (Group Lot) Change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시점에 매거진에 남아있던 수량이 공정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로 반영되고 있는 현상입니다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설비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EIF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팀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, MES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팀과 논의하여 설비에서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Group Lot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종료 시점에 매거진 잔량 전체를 배출 보고를 하도록 수정하도록 하겠습니다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en-US" altLang="ko-KR" sz="900" b="0" i="0" u="none" strike="sng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(~1/15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1/20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1/20(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월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) 14-2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호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신진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), 24-2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호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나인테크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대표 호기 대상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Test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진행하였으며 진행 결과는 아래와 같습니다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</a:t>
                      </a:r>
                      <a:endParaRPr lang="ko-KR" altLang="en-US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sym typeface="Wingdings" panose="05000000000000000000" pitchFamily="2" charset="2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 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-.14-2(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나인테크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) :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설비 업체에서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PLC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로직을 잘못 입력하여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Lot change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수량 자체가 집계되지 않고 있었습니다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 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                                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로직 수정 후 공정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loss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수치 재확인 하여 진행하도록 하겠습니다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  -. 24-2(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신진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) : 1/20 13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시 이후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PLC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수정 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, Lot change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반복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test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시 공정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Loss '0'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확인 完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                         MEB STK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공정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Loss 1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월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(~19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일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) 0.18%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수준이며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, 24-2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0.23%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1/21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실적까지 확인 후 수평전개 예정입니다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                           PLC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로직 수정 이후 해당 설비 자공정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Loss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집계 수량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‘0’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에 수렴하고 있는 것을 확인하였으며 수평전개 여부 확인 후 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sym typeface="Wingdings" panose="05000000000000000000" pitchFamily="2" charset="2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                               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일정 재 확인 하도록 하겠습니다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 (2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#24-2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호기 공정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loss 0.1%)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4. 1/20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~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1/30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일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PLC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로직 수정 진행하였으며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월 현재 공정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loss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0.08%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 PLC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로직 수정 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0.14%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대비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0.06%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감소한 수준으로 유지되고 있습니다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5. W11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현재 공정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Loss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0.05%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sym typeface="Wingdings" panose="05000000000000000000" pitchFamily="2" charset="2"/>
                        </a:rPr>
                        <a:t>.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현황 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구축</a:t>
                      </a:r>
                      <a:endParaRPr lang="en-US" altLang="ko-KR" sz="900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36000" marR="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장성원</a:t>
                      </a:r>
                      <a:endParaRPr lang="en-US" altLang="ko-KR" sz="900" baseline="0">
                        <a:solidFill>
                          <a:schemeClr val="tx1"/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7902334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6954667" y="568178"/>
            <a:ext cx="2867847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3/12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(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수</a:t>
            </a:r>
            <a:r>
              <a:rPr lang="en-US" altLang="ko-KR" sz="1100">
                <a:solidFill>
                  <a:prstClr val="black"/>
                </a:solidFill>
                <a:ea typeface="LG스마트체 Regular" panose="020B0600000101010101" pitchFamily="50" charset="-127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 16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시</a:t>
            </a:r>
          </a:p>
        </p:txBody>
      </p:sp>
      <p:sp>
        <p:nvSpPr>
          <p:cNvPr id="10" name="제목 1"/>
          <p:cNvSpPr txBox="1">
            <a:spLocks/>
          </p:cNvSpPr>
          <p:nvPr/>
        </p:nvSpPr>
        <p:spPr>
          <a:xfrm>
            <a:off x="124961" y="132021"/>
            <a:ext cx="349647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3.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</a:rPr>
              <a:t>데이터통합분석팀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86227DEB-244F-40D9-A14B-935F021B9AFB}"/>
              </a:ext>
            </a:extLst>
          </p:cNvPr>
          <p:cNvSpPr txBox="1">
            <a:spLocks/>
          </p:cNvSpPr>
          <p:nvPr/>
        </p:nvSpPr>
        <p:spPr>
          <a:xfrm>
            <a:off x="8587686" y="418066"/>
            <a:ext cx="1149354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ea typeface="LG스마트체 Regular" panose="020B0600000101010101" pitchFamily="50" charset="-127"/>
              </a:rPr>
              <a:t>장성원 사원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sp>
        <p:nvSpPr>
          <p:cNvPr id="13" name="내용 개체 틀 20"/>
          <p:cNvSpPr txBox="1">
            <a:spLocks/>
          </p:cNvSpPr>
          <p:nvPr/>
        </p:nvSpPr>
        <p:spPr>
          <a:xfrm>
            <a:off x="108657" y="612730"/>
            <a:ext cx="5939718" cy="43088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조립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</a:rPr>
              <a:t>]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WA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 스태킹 공정 </a:t>
            </a:r>
            <a:r>
              <a:rPr lang="en-US" altLang="ko-KR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Loss </a:t>
            </a:r>
            <a:r>
              <a:rPr lang="ko-KR" altLang="en-US" sz="1400" b="1">
                <a:solidFill>
                  <a:prstClr val="black"/>
                </a:solidFill>
                <a:ea typeface="LG스마트체 Regular" panose="020B0600000101010101" pitchFamily="50" charset="-127"/>
              </a:rPr>
              <a:t>현상 파악 체계 구축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BEFCFAD2-7268-4121-83CA-CBBC21287839}"/>
              </a:ext>
            </a:extLst>
          </p:cNvPr>
          <p:cNvGraphicFramePr>
            <a:graphicFrameLocks noGrp="1"/>
          </p:cNvGraphicFramePr>
          <p:nvPr/>
        </p:nvGraphicFramePr>
        <p:xfrm>
          <a:off x="1769314" y="1466851"/>
          <a:ext cx="6521966" cy="5137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79437">
                  <a:extLst>
                    <a:ext uri="{9D8B030D-6E8A-4147-A177-3AD203B41FA5}">
                      <a16:colId xmlns:a16="http://schemas.microsoft.com/office/drawing/2014/main" val="1612319369"/>
                    </a:ext>
                  </a:extLst>
                </a:gridCol>
                <a:gridCol w="608841">
                  <a:extLst>
                    <a:ext uri="{9D8B030D-6E8A-4147-A177-3AD203B41FA5}">
                      <a16:colId xmlns:a16="http://schemas.microsoft.com/office/drawing/2014/main" val="1906877775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2422651170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235204650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3909154460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4195925501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3527238127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1801372360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3889968721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1366692247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4252771255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3768213472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4161742961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2071361060"/>
                    </a:ext>
                  </a:extLst>
                </a:gridCol>
              </a:tblGrid>
              <a:tr h="718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 연관 지표</a:t>
                      </a:r>
                      <a:endParaRPr lang="ko-KR" altLang="en-US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단위</a:t>
                      </a:r>
                      <a:endParaRPr lang="ko-KR" altLang="en-US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10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ko-KR" altLang="en-US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10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ko-KR" altLang="en-US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10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ko-KR" altLang="en-US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6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7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8706" marR="8706" marT="8706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2686652"/>
                  </a:ext>
                </a:extLst>
              </a:tr>
              <a:tr h="71815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공정 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</a:t>
                      </a:r>
                      <a:endParaRPr lang="ko-KR" altLang="en-US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%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0.20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0.25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0.07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0.08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0.14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969771"/>
                  </a:ext>
                </a:extLst>
              </a:tr>
              <a:tr h="71815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미확인 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Loss</a:t>
                      </a:r>
                      <a:endParaRPr lang="ko-KR" altLang="en-US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-0.02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0.00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-0.01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0.00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-0.02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706" marR="8706" marT="870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6636824"/>
                  </a:ext>
                </a:extLst>
              </a:tr>
            </a:tbl>
          </a:graphicData>
        </a:graphic>
      </p:graphicFrame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71732974-4C3F-4A77-97AF-32BCF266514A}"/>
              </a:ext>
            </a:extLst>
          </p:cNvPr>
          <p:cNvCxnSpPr>
            <a:cxnSpLocks/>
          </p:cNvCxnSpPr>
          <p:nvPr/>
        </p:nvCxnSpPr>
        <p:spPr>
          <a:xfrm>
            <a:off x="4095750" y="1266825"/>
            <a:ext cx="0" cy="581025"/>
          </a:xfrm>
          <a:prstGeom prst="line">
            <a:avLst/>
          </a:prstGeom>
          <a:ln w="19050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2B766C2-CF86-4AA3-9953-26D3BB82DA0B}"/>
              </a:ext>
            </a:extLst>
          </p:cNvPr>
          <p:cNvSpPr/>
          <p:nvPr/>
        </p:nvSpPr>
        <p:spPr>
          <a:xfrm>
            <a:off x="3598629" y="1265702"/>
            <a:ext cx="492443" cy="215444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pPr lvl="0" fontAlgn="ctr"/>
            <a:r>
              <a:rPr lang="en-US" altLang="ko-KR" sz="800">
                <a:ea typeface="LG스마트체 Regular" panose="020B0600000101010101" pitchFamily="50" charset="-127"/>
              </a:rPr>
              <a:t>(~’24</a:t>
            </a:r>
            <a:r>
              <a:rPr lang="ko-KR" altLang="en-US" sz="800">
                <a:ea typeface="LG스마트체 Regular" panose="020B0600000101010101" pitchFamily="50" charset="-127"/>
              </a:rPr>
              <a:t>년</a:t>
            </a:r>
            <a:r>
              <a:rPr lang="en-US" altLang="ko-KR" sz="800">
                <a:ea typeface="LG스마트체 Regular" panose="020B0600000101010101" pitchFamily="50" charset="-127"/>
              </a:rPr>
              <a:t>)</a:t>
            </a:r>
          </a:p>
        </p:txBody>
      </p:sp>
      <p:sp>
        <p:nvSpPr>
          <p:cNvPr id="23" name="사각형: 둥근 모서리 22">
            <a:extLst>
              <a:ext uri="{FF2B5EF4-FFF2-40B4-BE49-F238E27FC236}">
                <a16:creationId xmlns:a16="http://schemas.microsoft.com/office/drawing/2014/main" id="{52E80CB7-E529-41AB-8DA8-3E364F6EE45E}"/>
              </a:ext>
            </a:extLst>
          </p:cNvPr>
          <p:cNvSpPr/>
          <p:nvPr/>
        </p:nvSpPr>
        <p:spPr>
          <a:xfrm>
            <a:off x="108658" y="1127394"/>
            <a:ext cx="957191" cy="14141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" tIns="3600" rIns="3600" bIns="3600" rtlCol="0" anchor="ctr"/>
          <a:lstStyle/>
          <a:p>
            <a:pPr algn="ctr"/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CDO/</a:t>
            </a:r>
            <a:r>
              <a:rPr lang="ko-KR" altLang="en-US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그룹</a:t>
            </a:r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/</a:t>
            </a:r>
            <a:r>
              <a:rPr lang="ko-KR" altLang="en-US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담당 </a:t>
            </a:r>
            <a:r>
              <a:rPr lang="en-US" altLang="ko-KR" sz="900" b="1">
                <a:solidFill>
                  <a:schemeClr val="bg1"/>
                </a:solidFill>
                <a:ea typeface="LG스마트체 Regular" panose="020B0600000101010101" pitchFamily="50" charset="-127"/>
              </a:rPr>
              <a:t>KPI</a:t>
            </a:r>
            <a:endParaRPr lang="ko-KR" altLang="en-US" sz="900" b="1">
              <a:solidFill>
                <a:schemeClr val="bg1"/>
              </a:solidFill>
              <a:ea typeface="LG스마트체 Regular" panose="020B0600000101010101" pitchFamily="50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713D51B-869C-400E-9D74-6078871FC2E2}"/>
              </a:ext>
            </a:extLst>
          </p:cNvPr>
          <p:cNvSpPr txBox="1"/>
          <p:nvPr/>
        </p:nvSpPr>
        <p:spPr>
          <a:xfrm>
            <a:off x="141316" y="1379522"/>
            <a:ext cx="1442906" cy="253492"/>
          </a:xfrm>
          <a:prstGeom prst="rect">
            <a:avLst/>
          </a:prstGeom>
          <a:solidFill>
            <a:schemeClr val="bg1"/>
          </a:solidFill>
        </p:spPr>
        <p:txBody>
          <a:bodyPr wrap="square" lIns="3600" tIns="3600" rIns="3600" bIns="3600" rtlCol="0" anchor="t">
            <a:spAutoFit/>
          </a:bodyPr>
          <a:lstStyle/>
          <a:p>
            <a:pPr lvl="0">
              <a:defRPr/>
            </a:pP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정기 리뷰 일자 </a:t>
            </a:r>
            <a:r>
              <a:rPr lang="en-US" altLang="ko-KR" sz="800">
                <a:solidFill>
                  <a:prstClr val="black"/>
                </a:solidFill>
                <a:ea typeface="LG스마트체 Regular" panose="020B0600000101010101" pitchFamily="50" charset="-127"/>
              </a:rPr>
              <a:t>: 3/13</a:t>
            </a:r>
            <a:r>
              <a:rPr lang="ko-KR" altLang="en-US" sz="800">
                <a:solidFill>
                  <a:prstClr val="black"/>
                </a:solidFill>
                <a:ea typeface="LG스마트체 Regular" panose="020B0600000101010101" pitchFamily="50" charset="-127"/>
              </a:rPr>
              <a:t>일</a:t>
            </a:r>
            <a:endParaRPr lang="en-US" altLang="ko-KR" sz="800">
              <a:solidFill>
                <a:prstClr val="black"/>
              </a:solidFill>
              <a:ea typeface="LG스마트체 Regular" panose="020B0600000101010101" pitchFamily="50" charset="-127"/>
            </a:endParaRPr>
          </a:p>
          <a:p>
            <a:pPr lvl="0">
              <a:defRPr/>
            </a:pP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차기 리뷰 일자 </a:t>
            </a:r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: 3/27</a:t>
            </a:r>
            <a:r>
              <a:rPr lang="ko-KR" altLang="en-US" sz="800">
                <a:solidFill>
                  <a:srgbClr val="0000FF"/>
                </a:solidFill>
                <a:ea typeface="LG스마트체 Regular" panose="020B0600000101010101" pitchFamily="50" charset="-127"/>
              </a:rPr>
              <a:t>일</a:t>
            </a:r>
            <a:endParaRPr lang="en-US" altLang="ko-KR" sz="800">
              <a:solidFill>
                <a:srgbClr val="0000FF"/>
              </a:solidFill>
              <a:ea typeface="LG스마트체 Regular" panose="020B0600000101010101" pitchFamily="50" charset="-127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6DC5B78-3255-4205-92C1-11A2F913621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19747" y="4779818"/>
            <a:ext cx="5303519" cy="1610525"/>
          </a:xfrm>
          <a:prstGeom prst="rect">
            <a:avLst/>
          </a:prstGeom>
        </p:spPr>
      </p:pic>
      <p:sp>
        <p:nvSpPr>
          <p:cNvPr id="38" name="직사각형 37">
            <a:extLst>
              <a:ext uri="{FF2B5EF4-FFF2-40B4-BE49-F238E27FC236}">
                <a16:creationId xmlns:a16="http://schemas.microsoft.com/office/drawing/2014/main" id="{0011BDA7-4101-4D2A-BEF3-0F4C3A3D1BD6}"/>
              </a:ext>
            </a:extLst>
          </p:cNvPr>
          <p:cNvSpPr/>
          <p:nvPr/>
        </p:nvSpPr>
        <p:spPr>
          <a:xfrm>
            <a:off x="6662688" y="5518578"/>
            <a:ext cx="1332148" cy="32403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>
                <a:solidFill>
                  <a:srgbClr val="006600"/>
                </a:solidFill>
              </a:rPr>
              <a:t>PLC </a:t>
            </a:r>
            <a:r>
              <a:rPr lang="ko-KR" altLang="en-US" sz="800">
                <a:solidFill>
                  <a:srgbClr val="006600"/>
                </a:solidFill>
              </a:rPr>
              <a:t>수정 후</a:t>
            </a:r>
            <a:endParaRPr lang="en-US" altLang="ko-KR" sz="800">
              <a:solidFill>
                <a:srgbClr val="006600"/>
              </a:solidFill>
            </a:endParaRPr>
          </a:p>
          <a:p>
            <a:pPr algn="ctr"/>
            <a:r>
              <a:rPr lang="en-US" altLang="ko-KR" sz="800">
                <a:solidFill>
                  <a:srgbClr val="006600"/>
                </a:solidFill>
              </a:rPr>
              <a:t>2</a:t>
            </a:r>
            <a:r>
              <a:rPr lang="ko-KR" altLang="en-US" sz="800">
                <a:solidFill>
                  <a:srgbClr val="006600"/>
                </a:solidFill>
              </a:rPr>
              <a:t>월 공정 </a:t>
            </a:r>
            <a:r>
              <a:rPr lang="en-US" altLang="ko-KR" sz="800">
                <a:solidFill>
                  <a:srgbClr val="006600"/>
                </a:solidFill>
              </a:rPr>
              <a:t>Loss : 0.08%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A1DCCC99-75E1-45D2-B7D8-400D2082D8B3}"/>
              </a:ext>
            </a:extLst>
          </p:cNvPr>
          <p:cNvSpPr/>
          <p:nvPr/>
        </p:nvSpPr>
        <p:spPr>
          <a:xfrm>
            <a:off x="3959991" y="5565058"/>
            <a:ext cx="853080" cy="32403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>
                <a:solidFill>
                  <a:schemeClr val="tx1"/>
                </a:solidFill>
              </a:rPr>
              <a:t>0.08%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D0D3690-7F26-421B-83BB-739AEE55531B}"/>
              </a:ext>
            </a:extLst>
          </p:cNvPr>
          <p:cNvSpPr txBox="1"/>
          <p:nvPr/>
        </p:nvSpPr>
        <p:spPr>
          <a:xfrm>
            <a:off x="4332783" y="4633243"/>
            <a:ext cx="548071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 </a:t>
            </a:r>
            <a:r>
              <a: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rPr>
              <a:t>Loss</a:t>
            </a:r>
            <a:endParaRPr lang="ko-KR" altLang="en-US" sz="7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536A730-9F18-4FA7-A046-FE31F86DEAC6}"/>
              </a:ext>
            </a:extLst>
          </p:cNvPr>
          <p:cNvSpPr txBox="1"/>
          <p:nvPr/>
        </p:nvSpPr>
        <p:spPr>
          <a:xfrm>
            <a:off x="6053517" y="4683119"/>
            <a:ext cx="548071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>
                <a:latin typeface="Arial Narrow" panose="020B0606020202030204" pitchFamily="34" charset="0"/>
                <a:ea typeface="LG스마트체 Regular" panose="020B0600000101010101" pitchFamily="50" charset="-127"/>
              </a:rPr>
              <a:t>모노세파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04F7DDFA-D32C-41EE-9754-217A46C72954}"/>
              </a:ext>
            </a:extLst>
          </p:cNvPr>
          <p:cNvSpPr/>
          <p:nvPr/>
        </p:nvSpPr>
        <p:spPr>
          <a:xfrm>
            <a:off x="4109619" y="5182673"/>
            <a:ext cx="853080" cy="32403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>
                <a:solidFill>
                  <a:schemeClr val="tx1"/>
                </a:solidFill>
              </a:rPr>
              <a:t>0.07%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6AAF1141-3DF9-4D08-8954-8C557D58B176}"/>
              </a:ext>
            </a:extLst>
          </p:cNvPr>
          <p:cNvSpPr/>
          <p:nvPr/>
        </p:nvSpPr>
        <p:spPr>
          <a:xfrm>
            <a:off x="2592373" y="5932031"/>
            <a:ext cx="612068" cy="32403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>
                <a:solidFill>
                  <a:schemeClr val="tx1"/>
                </a:solidFill>
              </a:rPr>
              <a:t>3</a:t>
            </a:r>
            <a:r>
              <a:rPr lang="ko-KR" altLang="en-US" sz="1050">
                <a:solidFill>
                  <a:schemeClr val="tx1"/>
                </a:solidFill>
              </a:rPr>
              <a:t>월</a:t>
            </a:r>
            <a:endParaRPr lang="en-US" altLang="ko-KR" sz="1050">
              <a:solidFill>
                <a:schemeClr val="tx1"/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F8569619-F20F-4E3F-B193-786B8C6D19A9}"/>
              </a:ext>
            </a:extLst>
          </p:cNvPr>
          <p:cNvSpPr/>
          <p:nvPr/>
        </p:nvSpPr>
        <p:spPr>
          <a:xfrm>
            <a:off x="2592373" y="4776561"/>
            <a:ext cx="612068" cy="32403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>
                <a:solidFill>
                  <a:schemeClr val="tx1"/>
                </a:solidFill>
              </a:rPr>
              <a:t>12</a:t>
            </a:r>
            <a:r>
              <a:rPr lang="ko-KR" altLang="en-US" sz="1050">
                <a:solidFill>
                  <a:schemeClr val="tx1"/>
                </a:solidFill>
              </a:rPr>
              <a:t>월</a:t>
            </a:r>
            <a:endParaRPr lang="en-US" altLang="ko-KR" sz="1050">
              <a:solidFill>
                <a:schemeClr val="tx1"/>
              </a:solidFill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C2FBE339-77C2-4600-928E-19516D93F8CD}"/>
              </a:ext>
            </a:extLst>
          </p:cNvPr>
          <p:cNvSpPr/>
          <p:nvPr/>
        </p:nvSpPr>
        <p:spPr>
          <a:xfrm>
            <a:off x="2592373" y="5161718"/>
            <a:ext cx="612068" cy="32403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>
                <a:solidFill>
                  <a:schemeClr val="tx1"/>
                </a:solidFill>
              </a:rPr>
              <a:t>1</a:t>
            </a:r>
            <a:r>
              <a:rPr lang="ko-KR" altLang="en-US" sz="1050">
                <a:solidFill>
                  <a:schemeClr val="tx1"/>
                </a:solidFill>
              </a:rPr>
              <a:t>월</a:t>
            </a:r>
            <a:endParaRPr lang="en-US" altLang="ko-KR" sz="1050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01A0C88B-D2B9-4F01-9AF4-227AED50F611}"/>
              </a:ext>
            </a:extLst>
          </p:cNvPr>
          <p:cNvSpPr/>
          <p:nvPr/>
        </p:nvSpPr>
        <p:spPr>
          <a:xfrm>
            <a:off x="2592373" y="5546875"/>
            <a:ext cx="612068" cy="32403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>
                <a:solidFill>
                  <a:schemeClr val="tx1"/>
                </a:solidFill>
              </a:rPr>
              <a:t>2</a:t>
            </a:r>
            <a:r>
              <a:rPr lang="ko-KR" altLang="en-US" sz="1050">
                <a:solidFill>
                  <a:schemeClr val="tx1"/>
                </a:solidFill>
              </a:rPr>
              <a:t>월</a:t>
            </a:r>
            <a:endParaRPr lang="en-US" altLang="ko-KR" sz="1050">
              <a:solidFill>
                <a:schemeClr val="tx1"/>
              </a:solidFill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0F0BF120-5576-4547-830C-DB3E73E88877}"/>
              </a:ext>
            </a:extLst>
          </p:cNvPr>
          <p:cNvSpPr/>
          <p:nvPr/>
        </p:nvSpPr>
        <p:spPr>
          <a:xfrm>
            <a:off x="4318822" y="4819336"/>
            <a:ext cx="612068" cy="32403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>
                <a:solidFill>
                  <a:schemeClr val="tx1"/>
                </a:solidFill>
              </a:rPr>
              <a:t>0.20%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4BB128D2-802B-4A42-890D-F7E963F0184D}"/>
              </a:ext>
            </a:extLst>
          </p:cNvPr>
          <p:cNvSpPr/>
          <p:nvPr/>
        </p:nvSpPr>
        <p:spPr>
          <a:xfrm>
            <a:off x="6778004" y="5207612"/>
            <a:ext cx="1227151" cy="32403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>
                <a:solidFill>
                  <a:srgbClr val="006600"/>
                </a:solidFill>
              </a:rPr>
              <a:t>*1/20 ~ 1/30 </a:t>
            </a:r>
          </a:p>
          <a:p>
            <a:pPr algn="ctr"/>
            <a:r>
              <a:rPr lang="en-US" altLang="ko-KR" sz="800">
                <a:solidFill>
                  <a:srgbClr val="006600"/>
                </a:solidFill>
              </a:rPr>
              <a:t>PLC </a:t>
            </a:r>
            <a:r>
              <a:rPr lang="ko-KR" altLang="en-US" sz="800">
                <a:solidFill>
                  <a:srgbClr val="006600"/>
                </a:solidFill>
              </a:rPr>
              <a:t>로직 수정</a:t>
            </a:r>
            <a:endParaRPr lang="en-US" altLang="ko-KR" sz="800">
              <a:solidFill>
                <a:srgbClr val="006600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6FCFE52-505F-44AB-A844-2047265F5FC4}"/>
              </a:ext>
            </a:extLst>
          </p:cNvPr>
          <p:cNvSpPr txBox="1"/>
          <p:nvPr/>
        </p:nvSpPr>
        <p:spPr>
          <a:xfrm>
            <a:off x="5644976" y="617491"/>
            <a:ext cx="239809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ctr"/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[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과제번호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데이터통합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-#11, 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상태 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 ]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4EE3C4FA-AD64-4BE0-A4BF-BE2B68F59D77}"/>
              </a:ext>
            </a:extLst>
          </p:cNvPr>
          <p:cNvSpPr txBox="1"/>
          <p:nvPr/>
        </p:nvSpPr>
        <p:spPr>
          <a:xfrm>
            <a:off x="6234713" y="399816"/>
            <a:ext cx="172002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>
                <a:solidFill>
                  <a:srgbClr val="0000FF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00B05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중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lang="en-US" altLang="ko-KR">
                <a:solidFill>
                  <a:srgbClr val="FF0000"/>
                </a:solidFill>
                <a:latin typeface="Arial Narrow"/>
                <a:ea typeface="LG스마트체 Regular" panose="020B0600000101010101" pitchFamily="50" charset="-127"/>
                <a:cs typeface="Malgun Gothic Semilight"/>
              </a:rPr>
              <a:t>●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</a:t>
            </a:r>
            <a:r>
              <a:rPr lang="en-US" altLang="ko-KR"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endParaRPr lang="ko-KR" altLang="en-US"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40D13E1A-DAFC-4FAE-8972-FE8722DA8D71}"/>
              </a:ext>
            </a:extLst>
          </p:cNvPr>
          <p:cNvSpPr/>
          <p:nvPr/>
        </p:nvSpPr>
        <p:spPr>
          <a:xfrm>
            <a:off x="4931435" y="1301723"/>
            <a:ext cx="452368" cy="215444"/>
          </a:xfrm>
          <a:prstGeom prst="rect">
            <a:avLst/>
          </a:prstGeom>
        </p:spPr>
        <p:txBody>
          <a:bodyPr wrap="none" lIns="91440" tIns="45720" rIns="91440" bIns="45720" anchor="t">
            <a:spAutoFit/>
          </a:bodyPr>
          <a:lstStyle/>
          <a:p>
            <a:pPr lvl="0" fontAlgn="ctr"/>
            <a:r>
              <a:rPr lang="en-US" altLang="ko-KR" sz="800">
                <a:solidFill>
                  <a:srgbClr val="0000FF"/>
                </a:solidFill>
                <a:ea typeface="LG스마트체 Regular" panose="020B0600000101010101" pitchFamily="50" charset="-127"/>
              </a:rPr>
              <a:t>(~3/11)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59765E26-BA37-423F-A89F-D78183A15951}"/>
              </a:ext>
            </a:extLst>
          </p:cNvPr>
          <p:cNvSpPr/>
          <p:nvPr/>
        </p:nvSpPr>
        <p:spPr>
          <a:xfrm>
            <a:off x="4537398" y="1905313"/>
            <a:ext cx="3600761" cy="32403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>
                <a:solidFill>
                  <a:srgbClr val="006600"/>
                </a:solidFill>
              </a:rPr>
              <a:t>*</a:t>
            </a:r>
            <a:r>
              <a:rPr lang="ko-KR" altLang="en-US" sz="700">
                <a:solidFill>
                  <a:srgbClr val="006600"/>
                </a:solidFill>
              </a:rPr>
              <a:t>월 초 공정 </a:t>
            </a:r>
            <a:r>
              <a:rPr lang="en-US" altLang="ko-KR" sz="700">
                <a:solidFill>
                  <a:srgbClr val="006600"/>
                </a:solidFill>
              </a:rPr>
              <a:t>Loss</a:t>
            </a:r>
            <a:r>
              <a:rPr lang="ko-KR" altLang="en-US" sz="700">
                <a:solidFill>
                  <a:srgbClr val="006600"/>
                </a:solidFill>
              </a:rPr>
              <a:t>가 높게 집계되는 경우가 있으나</a:t>
            </a:r>
            <a:r>
              <a:rPr lang="en-US" altLang="ko-KR" sz="700">
                <a:solidFill>
                  <a:srgbClr val="006600"/>
                </a:solidFill>
              </a:rPr>
              <a:t>, </a:t>
            </a:r>
            <a:r>
              <a:rPr lang="ko-KR" altLang="en-US" sz="700">
                <a:solidFill>
                  <a:srgbClr val="006600"/>
                </a:solidFill>
              </a:rPr>
              <a:t>일자가 지날 수록 안정화 예정</a:t>
            </a:r>
            <a:endParaRPr lang="en-US" altLang="ko-KR" sz="700">
              <a:solidFill>
                <a:srgbClr val="006600"/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4B0E6701-A3EE-4315-A657-7F4987A33FD9}"/>
              </a:ext>
            </a:extLst>
          </p:cNvPr>
          <p:cNvSpPr/>
          <p:nvPr/>
        </p:nvSpPr>
        <p:spPr>
          <a:xfrm>
            <a:off x="3976617" y="5972382"/>
            <a:ext cx="853080" cy="32403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>
                <a:solidFill>
                  <a:schemeClr val="tx1"/>
                </a:solidFill>
              </a:rPr>
              <a:t>0.14%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9026AAE1-5301-4D91-8AD3-C5D36FF6A384}"/>
              </a:ext>
            </a:extLst>
          </p:cNvPr>
          <p:cNvSpPr/>
          <p:nvPr/>
        </p:nvSpPr>
        <p:spPr>
          <a:xfrm>
            <a:off x="3104839" y="6225160"/>
            <a:ext cx="3877851" cy="32403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>
                <a:solidFill>
                  <a:srgbClr val="006600"/>
                </a:solidFill>
              </a:rPr>
              <a:t>3</a:t>
            </a:r>
            <a:r>
              <a:rPr lang="ko-KR" altLang="en-US" sz="800">
                <a:solidFill>
                  <a:srgbClr val="006600"/>
                </a:solidFill>
              </a:rPr>
              <a:t>월 초 </a:t>
            </a:r>
            <a:r>
              <a:rPr lang="en-US" altLang="ko-KR" sz="800">
                <a:solidFill>
                  <a:srgbClr val="006600"/>
                </a:solidFill>
              </a:rPr>
              <a:t>(W9)</a:t>
            </a:r>
            <a:r>
              <a:rPr lang="ko-KR" altLang="en-US" sz="800">
                <a:solidFill>
                  <a:srgbClr val="006600"/>
                </a:solidFill>
              </a:rPr>
              <a:t> </a:t>
            </a:r>
            <a:r>
              <a:rPr lang="en-US" altLang="ko-KR" sz="800">
                <a:solidFill>
                  <a:srgbClr val="006600"/>
                </a:solidFill>
              </a:rPr>
              <a:t>Abnormal Case</a:t>
            </a:r>
            <a:r>
              <a:rPr lang="ko-KR" altLang="en-US" sz="800">
                <a:solidFill>
                  <a:srgbClr val="006600"/>
                </a:solidFill>
              </a:rPr>
              <a:t>로 인해 </a:t>
            </a:r>
            <a:r>
              <a:rPr lang="en-US" altLang="ko-KR" sz="800">
                <a:solidFill>
                  <a:srgbClr val="006600"/>
                </a:solidFill>
              </a:rPr>
              <a:t>0.4%</a:t>
            </a:r>
            <a:r>
              <a:rPr lang="ko-KR" altLang="en-US" sz="800">
                <a:solidFill>
                  <a:srgbClr val="006600"/>
                </a:solidFill>
              </a:rPr>
              <a:t>로 튄 이력이 있어 </a:t>
            </a:r>
            <a:r>
              <a:rPr lang="en-US" altLang="ko-KR" sz="800">
                <a:solidFill>
                  <a:srgbClr val="006600"/>
                </a:solidFill>
              </a:rPr>
              <a:t>3</a:t>
            </a:r>
            <a:r>
              <a:rPr lang="ko-KR" altLang="en-US" sz="800">
                <a:solidFill>
                  <a:srgbClr val="006600"/>
                </a:solidFill>
              </a:rPr>
              <a:t>월 공정 </a:t>
            </a:r>
            <a:r>
              <a:rPr lang="en-US" altLang="ko-KR" sz="800">
                <a:solidFill>
                  <a:srgbClr val="006600"/>
                </a:solidFill>
              </a:rPr>
              <a:t>Loss 0.14%</a:t>
            </a:r>
            <a:r>
              <a:rPr lang="ko-KR" altLang="en-US" sz="800">
                <a:solidFill>
                  <a:srgbClr val="006600"/>
                </a:solidFill>
              </a:rPr>
              <a:t>로 </a:t>
            </a:r>
            <a:r>
              <a:rPr lang="ko-KR" altLang="en-US" sz="800" err="1">
                <a:solidFill>
                  <a:srgbClr val="006600"/>
                </a:solidFill>
              </a:rPr>
              <a:t>높아보이나</a:t>
            </a:r>
            <a:r>
              <a:rPr lang="en-US" altLang="ko-KR" sz="800">
                <a:solidFill>
                  <a:srgbClr val="006600"/>
                </a:solidFill>
              </a:rPr>
              <a:t>, </a:t>
            </a:r>
            <a:r>
              <a:rPr lang="ko-KR" altLang="en-US" sz="800">
                <a:solidFill>
                  <a:srgbClr val="006600"/>
                </a:solidFill>
              </a:rPr>
              <a:t>이후 </a:t>
            </a:r>
            <a:r>
              <a:rPr lang="en-US" altLang="ko-KR" sz="800">
                <a:solidFill>
                  <a:srgbClr val="006600"/>
                </a:solidFill>
              </a:rPr>
              <a:t>W10 0.07%, W11 0.05% </a:t>
            </a:r>
            <a:r>
              <a:rPr lang="ko-KR" altLang="en-US" sz="800">
                <a:solidFill>
                  <a:srgbClr val="006600"/>
                </a:solidFill>
              </a:rPr>
              <a:t>로 개선 이후와 유사한 수준임</a:t>
            </a:r>
            <a:endParaRPr lang="en-US" altLang="ko-KR" sz="800">
              <a:solidFill>
                <a:srgbClr val="0066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687253"/>
      </p:ext>
    </p:extLst>
  </p:cSld>
  <p:clrMapOvr>
    <a:masterClrMapping/>
  </p:clrMapOvr>
</p:sld>
</file>

<file path=ppt/theme/theme1.xml><?xml version="1.0" encoding="utf-8"?>
<a:theme xmlns:a="http://schemas.openxmlformats.org/drawingml/2006/main" name="3_Office 테마">
  <a:themeElements>
    <a:clrScheme name="사용자 지정 7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00"/>
      </a:hlink>
      <a:folHlink>
        <a:srgbClr val="000000"/>
      </a:folHlink>
    </a:clrScheme>
    <a:fontScheme name="사용자 지정 3">
      <a:majorFont>
        <a:latin typeface="Arial Narrow"/>
        <a:ea typeface="LG스마트체 Regular"/>
        <a:cs typeface=""/>
      </a:majorFont>
      <a:minorFont>
        <a:latin typeface="Arial Narrow"/>
        <a:ea typeface="LG스마트체 Regular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txDef>
      <a:spPr>
        <a:noFill/>
      </a:spPr>
      <a:bodyPr wrap="none" rtlCol="0">
        <a:spAutoFit/>
      </a:bodyPr>
      <a:lstStyle>
        <a:defPPr>
          <a:defRPr sz="1100" smtClean="0"/>
        </a:defPPr>
      </a:lstStyle>
    </a:txDef>
  </a:objectDefaults>
  <a:extraClrSchemeLst/>
</a:theme>
</file>

<file path=ppt/theme/theme2.xml><?xml version="1.0" encoding="utf-8"?>
<a:theme xmlns:a="http://schemas.openxmlformats.org/drawingml/2006/main" name="4_Office 테마">
  <a:themeElements>
    <a:clrScheme name="사용자 지정 7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00"/>
      </a:hlink>
      <a:folHlink>
        <a:srgbClr val="000000"/>
      </a:folHlink>
    </a:clrScheme>
    <a:fontScheme name="사용자 지정 3">
      <a:majorFont>
        <a:latin typeface="Arial Narrow"/>
        <a:ea typeface="LG스마트체 Regular"/>
        <a:cs typeface=""/>
      </a:majorFont>
      <a:minorFont>
        <a:latin typeface="Arial Narrow"/>
        <a:ea typeface="LG스마트체 Regular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txDef>
      <a:spPr>
        <a:noFill/>
      </a:spPr>
      <a:bodyPr wrap="none" rtlCol="0">
        <a:spAutoFit/>
      </a:bodyPr>
      <a:lstStyle>
        <a:defPPr>
          <a:defRPr sz="1100" smtClean="0"/>
        </a:defPPr>
      </a:lstStyle>
    </a:txDef>
  </a:objectDefaults>
  <a:extraClrSchemeLst/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문서" ma:contentTypeID="0x010100657ED67A9BFDAE418AF0D462668B0523" ma:contentTypeVersion="56" ma:contentTypeDescription="새 문서를 만듭니다." ma:contentTypeScope="" ma:versionID="7ee27fd13c16333551bed297c3d1bc3e">
  <xsd:schema xmlns:xsd="http://www.w3.org/2001/XMLSchema" xmlns:xs="http://www.w3.org/2001/XMLSchema" xmlns:p="http://schemas.microsoft.com/office/2006/metadata/properties" xmlns:ns2="5463b47e-7714-41d2-b1aa-6440b598a978" xmlns:ns3="c2ebb65e-2445-4cb1-8a22-b0d327c21b58" xmlns:ns4="877db2e6-e2b6-4b53-bc89-7ef2b82f86e0" targetNamespace="http://schemas.microsoft.com/office/2006/metadata/properties" ma:root="true" ma:fieldsID="e5f129e49fa51fc2eda4b17cf03d963c" ns2:_="" ns3:_="" ns4:_="">
    <xsd:import namespace="5463b47e-7714-41d2-b1aa-6440b598a978"/>
    <xsd:import namespace="c2ebb65e-2445-4cb1-8a22-b0d327c21b58"/>
    <xsd:import namespace="877db2e6-e2b6-4b53-bc89-7ef2b82f86e0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DateTaken" minOccurs="0"/>
                <xsd:element ref="ns2:MediaLengthInSeconds" minOccurs="0"/>
                <xsd:element ref="ns2:MediaServiceAutoTags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3:SharedWithUsers" minOccurs="0"/>
                <xsd:element ref="ns3:SharedWithDetails" minOccurs="0"/>
                <xsd:element ref="ns4:MediaServiceObjectDetectorVersions" minOccurs="0"/>
                <xsd:element ref="ns4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63b47e-7714-41d2-b1aa-6440b598a978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hidden="true" ma:internalName="MediaServiceDateTaken" ma:readOnly="true">
      <xsd:simpleType>
        <xsd:restriction base="dms:Text"/>
      </xsd:simpleType>
    </xsd:element>
    <xsd:element name="MediaLengthInSeconds" ma:index="11" nillable="true" ma:displayName="Length (seconds)" ma:internalName="MediaLengthInSeconds" ma:readOnly="true">
      <xsd:simpleType>
        <xsd:restriction base="dms:Unknown"/>
      </xsd:simpleType>
    </xsd:element>
    <xsd:element name="MediaServiceAutoTags" ma:index="12" nillable="true" ma:displayName="Tags" ma:internalName="MediaServiceAutoTags" ma:readOnly="true">
      <xsd:simpleType>
        <xsd:restriction base="dms:Text"/>
      </xsd:simpleType>
    </xsd:element>
    <xsd:element name="MediaServiceOCR" ma:index="13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4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5" nillable="true" ma:displayName="MediaServiceEventHashCode" ma:hidden="true" ma:internalName="MediaServiceEventHashCode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c2ebb65e-2445-4cb1-8a22-b0d327c21b58" elementFormDefault="qualified">
    <xsd:import namespace="http://schemas.microsoft.com/office/2006/documentManagement/types"/>
    <xsd:import namespace="http://schemas.microsoft.com/office/infopath/2007/PartnerControls"/>
    <xsd:element name="SharedWithUsers" ma:index="16" nillable="true" ma:displayName="공유 대상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7" nillable="true" ma:displayName="세부 정보 공유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877db2e6-e2b6-4b53-bc89-7ef2b82f86e0" elementFormDefault="qualified">
    <xsd:import namespace="http://schemas.microsoft.com/office/2006/documentManagement/types"/>
    <xsd:import namespace="http://schemas.microsoft.com/office/infopath/2007/PartnerControls"/>
    <xsd:element name="MediaServiceObjectDetectorVersions" ma:index="18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19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콘텐츠 형식"/>
        <xsd:element ref="dc:title" minOccurs="0" maxOccurs="1" ma:index="4" ma:displayName="제목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03D34513-0D7B-41A5-9E76-90939F410547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673AE0D0-F4A0-4627-84AD-2DADBCF49282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5463b47e-7714-41d2-b1aa-6440b598a978"/>
    <ds:schemaRef ds:uri="c2ebb65e-2445-4cb1-8a22-b0d327c21b58"/>
    <ds:schemaRef ds:uri="877db2e6-e2b6-4b53-bc89-7ef2b82f86e0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65A04347-BDD7-4B80-97C4-8F8F989971D4}">
  <ds:schemaRefs>
    <ds:schemaRef ds:uri="http://purl.org/dc/terms/"/>
    <ds:schemaRef ds:uri="http://www.w3.org/XML/1998/namespace"/>
    <ds:schemaRef ds:uri="c2ebb65e-2445-4cb1-8a22-b0d327c21b58"/>
    <ds:schemaRef ds:uri="5463b47e-7714-41d2-b1aa-6440b598a978"/>
    <ds:schemaRef ds:uri="http://schemas.microsoft.com/office/2006/documentManagement/types"/>
    <ds:schemaRef ds:uri="http://purl.org/dc/dcmitype/"/>
    <ds:schemaRef ds:uri="http://purl.org/dc/elements/1.1/"/>
    <ds:schemaRef ds:uri="http://schemas.microsoft.com/office/infopath/2007/PartnerControls"/>
    <ds:schemaRef ds:uri="http://schemas.openxmlformats.org/package/2006/metadata/core-properties"/>
    <ds:schemaRef ds:uri="877db2e6-e2b6-4b53-bc89-7ef2b82f86e0"/>
    <ds:schemaRef ds:uri="http://schemas.microsoft.com/office/2006/metadata/propertie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1462</TotalTime>
  <Words>68322</Words>
  <Application>Microsoft Office PowerPoint</Application>
  <PresentationFormat>A4 용지(210x297mm)</PresentationFormat>
  <Paragraphs>12774</Paragraphs>
  <Slides>121</Slides>
  <Notes>114</Notes>
  <HiddenSlides>39</HiddenSlides>
  <MMClips>0</MMClips>
  <ScaleCrop>false</ScaleCrop>
  <HeadingPairs>
    <vt:vector size="6" baseType="variant">
      <vt:variant>
        <vt:lpstr>사용한 글꼴</vt:lpstr>
      </vt:variant>
      <vt:variant>
        <vt:i4>11</vt:i4>
      </vt:variant>
      <vt:variant>
        <vt:lpstr>테마</vt:lpstr>
      </vt:variant>
      <vt:variant>
        <vt:i4>2</vt:i4>
      </vt:variant>
      <vt:variant>
        <vt:lpstr>슬라이드 제목</vt:lpstr>
      </vt:variant>
      <vt:variant>
        <vt:i4>121</vt:i4>
      </vt:variant>
    </vt:vector>
  </HeadingPairs>
  <TitlesOfParts>
    <vt:vector size="134" baseType="lpstr">
      <vt:lpstr>Arail Narrow</vt:lpstr>
      <vt:lpstr>LG Smart_H Regular</vt:lpstr>
      <vt:lpstr>LG스마트체 Regular</vt:lpstr>
      <vt:lpstr>LG스마트체2.0 Regular</vt:lpstr>
      <vt:lpstr>Malgun Gothic</vt:lpstr>
      <vt:lpstr>Malgun Gothic</vt:lpstr>
      <vt:lpstr>Angsana New</vt:lpstr>
      <vt:lpstr>Arial</vt:lpstr>
      <vt:lpstr>Arial Narrow</vt:lpstr>
      <vt:lpstr>Calibri</vt:lpstr>
      <vt:lpstr>Wingdings</vt:lpstr>
      <vt:lpstr>3_Office 테마</vt:lpstr>
      <vt:lpstr>4_Office 테마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parkjonghyun@lgensol.com</dc:creator>
  <cp:lastModifiedBy>정재호(JAEHO JUNG)[jaehojung]/책임/제조DX.제조DX솔루션.롤맵기술팀</cp:lastModifiedBy>
  <cp:revision>55</cp:revision>
  <cp:lastPrinted>2022-03-03T00:02:18Z</cp:lastPrinted>
  <dcterms:modified xsi:type="dcterms:W3CDTF">2025-12-18T23:59:11Z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0x010100657ED67A9BFDAE418AF0D462668B0523</vt:lpwstr>
  </property>
</Properties>
</file>